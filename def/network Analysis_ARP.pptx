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706" y="3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shark.org/docs/dfref/a/arp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wireshark.org/docs/dfref/a/arp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8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2.png"/><Relationship Id="rId5" Type="http://schemas.openxmlformats.org/officeDocument/2006/relationships/image" Target="../media/image29.png"/><Relationship Id="rId15" Type="http://schemas.openxmlformats.org/officeDocument/2006/relationships/image" Target="../media/image43.png"/><Relationship Id="rId10" Type="http://schemas.openxmlformats.org/officeDocument/2006/relationships/image" Target="../media/image34.png"/><Relationship Id="rId4" Type="http://schemas.openxmlformats.org/officeDocument/2006/relationships/image" Target="../media/image40.png"/><Relationship Id="rId9" Type="http://schemas.openxmlformats.org/officeDocument/2006/relationships/image" Target="../media/image33.png"/><Relationship Id="rId1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53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12" Type="http://schemas.openxmlformats.org/officeDocument/2006/relationships/image" Target="../media/image52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34.png"/><Relationship Id="rId10" Type="http://schemas.openxmlformats.org/officeDocument/2006/relationships/image" Target="../media/image50.jpg"/><Relationship Id="rId4" Type="http://schemas.openxmlformats.org/officeDocument/2006/relationships/image" Target="../media/image46.png"/><Relationship Id="rId9" Type="http://schemas.openxmlformats.org/officeDocument/2006/relationships/image" Target="../media/image49.jpg"/><Relationship Id="rId14" Type="http://schemas.openxmlformats.org/officeDocument/2006/relationships/image" Target="../media/image54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g"/><Relationship Id="rId3" Type="http://schemas.openxmlformats.org/officeDocument/2006/relationships/image" Target="../media/image58.jpg"/><Relationship Id="rId7" Type="http://schemas.openxmlformats.org/officeDocument/2006/relationships/image" Target="../media/image62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jpg"/><Relationship Id="rId5" Type="http://schemas.openxmlformats.org/officeDocument/2006/relationships/image" Target="../media/image60.jpg"/><Relationship Id="rId4" Type="http://schemas.openxmlformats.org/officeDocument/2006/relationships/image" Target="../media/image59.jp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g"/><Relationship Id="rId3" Type="http://schemas.openxmlformats.org/officeDocument/2006/relationships/image" Target="../media/image58.jpg"/><Relationship Id="rId7" Type="http://schemas.openxmlformats.org/officeDocument/2006/relationships/image" Target="../media/image64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jpg"/><Relationship Id="rId5" Type="http://schemas.openxmlformats.org/officeDocument/2006/relationships/image" Target="../media/image60.jpg"/><Relationship Id="rId4" Type="http://schemas.openxmlformats.org/officeDocument/2006/relationships/image" Target="../media/image59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://www.colasoft.com/download/products/download_capsa.php" TargetMode="External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olasoft.com/download/products/download_capsa.php" TargetMode="External"/><Relationship Id="rId5" Type="http://schemas.openxmlformats.org/officeDocument/2006/relationships/image" Target="../media/image66.jpg"/><Relationship Id="rId4" Type="http://schemas.openxmlformats.org/officeDocument/2006/relationships/image" Target="../media/image5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7" Type="http://schemas.openxmlformats.org/officeDocument/2006/relationships/hyperlink" Target="http://www.colasoft.com/download/products/download_capsa.php" TargetMode="External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olasoft.com/download/products/download_capsa.php" TargetMode="External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1276" y="359537"/>
            <a:ext cx="487537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 </a:t>
            </a:r>
            <a:r>
              <a:rPr sz="2400" b="1" spc="1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P’s Security</a:t>
            </a:r>
            <a:r>
              <a:rPr sz="2400" b="1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Shor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comin</a:t>
            </a:r>
            <a:r>
              <a:rPr sz="2400" b="1" spc="-4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5" y="1238440"/>
            <a:ext cx="7641968" cy="584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Over</a:t>
            </a:r>
            <a:r>
              <a:rPr sz="2000" spc="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2000" spc="-1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has </a:t>
            </a:r>
            <a:r>
              <a:rPr sz="2000" spc="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 </a:t>
            </a:r>
            <a:r>
              <a:rPr sz="2000" spc="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gr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r>
              <a:rPr sz="2000" spc="4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abused</a:t>
            </a:r>
            <a:r>
              <a:rPr sz="2000" spc="-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000" spc="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s,</a:t>
            </a:r>
            <a:r>
              <a:rPr sz="2000" spc="-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due</a:t>
            </a:r>
            <a:r>
              <a:rPr sz="2000" spc="3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inherent</a:t>
            </a:r>
            <a:r>
              <a:rPr sz="2000" spc="-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cur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ty</a:t>
            </a:r>
            <a:r>
              <a:rPr sz="2000" spc="-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shor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mings.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665" y="1904636"/>
            <a:ext cx="15267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3565" y="1909382"/>
            <a:ext cx="7817193" cy="25360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3811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There</a:t>
            </a:r>
            <a:r>
              <a:rPr sz="2000" spc="4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no</a:t>
            </a:r>
            <a:r>
              <a:rPr sz="2000" spc="2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way</a:t>
            </a:r>
            <a:r>
              <a:rPr sz="20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val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date</a:t>
            </a:r>
            <a:r>
              <a:rPr sz="2000" spc="-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20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ad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2000" spc="3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ownership</a:t>
            </a:r>
            <a:r>
              <a:rPr sz="2000" spc="-2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ver</a:t>
            </a:r>
            <a:r>
              <a:rPr sz="2000" spc="-2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que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000" spc="1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response</a:t>
            </a:r>
            <a:r>
              <a:rPr sz="2000" spc="-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issue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224268">
              <a:lnSpc>
                <a:spcPct val="100041"/>
              </a:lnSpc>
              <a:spcBef>
                <a:spcPts val="580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sta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less.</a:t>
            </a:r>
            <a:r>
              <a:rPr sz="2000" spc="-9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Whe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ver </a:t>
            </a:r>
            <a:r>
              <a:rPr sz="2000" spc="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2000" spc="3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ponse</a:t>
            </a:r>
            <a:r>
              <a:rPr sz="2000" spc="-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d, </a:t>
            </a:r>
            <a:r>
              <a:rPr sz="2000" spc="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hosts</a:t>
            </a:r>
            <a:r>
              <a:rPr sz="2000" spc="-1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 cr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ate</a:t>
            </a:r>
            <a:r>
              <a:rPr sz="2000" spc="-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000" spc="1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up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ate</a:t>
            </a:r>
            <a:r>
              <a:rPr sz="2000" spc="-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ac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nt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28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obs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/MAC</a:t>
            </a:r>
            <a:r>
              <a:rPr sz="2000" spc="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pair (rega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dless</a:t>
            </a:r>
            <a:r>
              <a:rPr sz="2000" spc="-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0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them </a:t>
            </a:r>
            <a:r>
              <a:rPr sz="2000" spc="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issuing</a:t>
            </a:r>
            <a:r>
              <a:rPr sz="2000" spc="-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2000" spc="2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que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000" spc="1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not).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480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2000" spc="-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ini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que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2000" spc="4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sult 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000" spc="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que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ter’s</a:t>
            </a:r>
            <a:r>
              <a:rPr sz="2000" spc="-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/M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2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being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  <a:spcBef>
                <a:spcPts val="100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000" spc="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ning</a:t>
            </a:r>
            <a:r>
              <a:rPr sz="2000" spc="-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(f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1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oa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ts)</a:t>
            </a:r>
            <a:r>
              <a:rPr sz="2000" spc="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ts;</a:t>
            </a:r>
            <a:r>
              <a:rPr sz="2000" spc="-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his</a:t>
            </a:r>
            <a:r>
              <a:rPr sz="2000" spc="3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7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ne </a:t>
            </a:r>
            <a:r>
              <a:rPr sz="2000" spc="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red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ce</a:t>
            </a:r>
            <a:endParaRPr sz="2000">
              <a:latin typeface="Times New Roman"/>
              <a:cs typeface="Times New Roman"/>
            </a:endParaRPr>
          </a:p>
          <a:p>
            <a:pPr marL="12700" marR="43811">
              <a:lnSpc>
                <a:spcPct val="95825"/>
              </a:lnSpc>
              <a:spcBef>
                <a:spcPts val="100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oad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ast</a:t>
            </a:r>
            <a:r>
              <a:rPr sz="2000" spc="-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que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2575196"/>
            <a:ext cx="15267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550809"/>
            <a:ext cx="152678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53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11276" y="359537"/>
            <a:ext cx="77337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88515" y="359537"/>
            <a:ext cx="89499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P’s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88285" y="359537"/>
            <a:ext cx="120101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Security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94073" y="359537"/>
            <a:ext cx="199258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Shor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comin</a:t>
            </a:r>
            <a:r>
              <a:rPr sz="2400" b="1" spc="-4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0665" y="2131695"/>
            <a:ext cx="5895785" cy="695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ose</a:t>
            </a:r>
            <a:r>
              <a:rPr sz="2400" spc="-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400" spc="-1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shortcomings</a:t>
            </a:r>
            <a:r>
              <a:rPr sz="2400" spc="-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2400" spc="5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ged</a:t>
            </a:r>
            <a:endParaRPr sz="2400">
              <a:latin typeface="Times New Roman"/>
              <a:cs typeface="Times New Roman"/>
            </a:endParaRPr>
          </a:p>
          <a:p>
            <a:pPr marL="12700" marR="9627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launch </a:t>
            </a:r>
            <a:r>
              <a:rPr sz="2400" spc="1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man-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-t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e-mid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</a:t>
            </a:r>
            <a:r>
              <a:rPr sz="2400" spc="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acks,</a:t>
            </a:r>
            <a:r>
              <a:rPr sz="2400" spc="1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where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03063" y="2131695"/>
            <a:ext cx="1990031" cy="695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623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400" spc="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2400" spc="3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attacker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/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she</a:t>
            </a:r>
            <a:r>
              <a:rPr sz="2400" spc="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0667" y="2863467"/>
            <a:ext cx="1134437" cy="695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pose</a:t>
            </a:r>
            <a:r>
              <a:rPr sz="2400" spc="-1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  <a:p>
            <a:pPr marL="12700" marR="45719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router.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9705" y="2863467"/>
            <a:ext cx="56933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j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24259" y="2863467"/>
            <a:ext cx="110993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anot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41050" y="2863467"/>
            <a:ext cx="66955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7399" y="2863467"/>
            <a:ext cx="41312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36196" y="2863467"/>
            <a:ext cx="49929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41860" y="2863467"/>
            <a:ext cx="71900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lo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6672" y="2863467"/>
            <a:ext cx="115986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work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3752" y="2863467"/>
            <a:ext cx="34808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7015" y="2863467"/>
            <a:ext cx="70989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even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02992" y="2863467"/>
            <a:ext cx="39407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01670" y="2863467"/>
            <a:ext cx="23691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7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54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1276" y="359537"/>
            <a:ext cx="487537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 </a:t>
            </a:r>
            <a:r>
              <a:rPr sz="2400" b="1" spc="10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P’s Security</a:t>
            </a:r>
            <a:r>
              <a:rPr sz="2400" b="1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Shor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comin</a:t>
            </a:r>
            <a:r>
              <a:rPr sz="2400" b="1" spc="-4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1509280"/>
            <a:ext cx="8088631" cy="10623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9873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If</a:t>
            </a:r>
            <a:r>
              <a:rPr sz="2400" spc="-1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ch</a:t>
            </a:r>
            <a:r>
              <a:rPr sz="2400" spc="-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acks</a:t>
            </a:r>
            <a:r>
              <a:rPr sz="2400" spc="-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4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executed</a:t>
            </a:r>
            <a:r>
              <a:rPr sz="2400" spc="-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ccessf</a:t>
            </a:r>
            <a:r>
              <a:rPr sz="2400" spc="-1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y,</a:t>
            </a:r>
            <a:r>
              <a:rPr sz="2400" spc="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acker</a:t>
            </a:r>
            <a:r>
              <a:rPr sz="2400" spc="-1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 </a:t>
            </a:r>
            <a:r>
              <a:rPr sz="2400" spc="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traffic</a:t>
            </a:r>
            <a:r>
              <a:rPr sz="2400" spc="5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destined</a:t>
            </a:r>
            <a:r>
              <a:rPr sz="2400" spc="-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400" spc="2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anot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hos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400" spc="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inspect</a:t>
            </a:r>
            <a:r>
              <a:rPr sz="2400" spc="-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400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1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alter</a:t>
            </a:r>
            <a:r>
              <a:rPr sz="2400" spc="4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 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ltimately </a:t>
            </a:r>
            <a:r>
              <a:rPr sz="2400" spc="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forward </a:t>
            </a:r>
            <a:r>
              <a:rPr sz="2400" spc="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ginal</a:t>
            </a:r>
            <a:r>
              <a:rPr sz="2400" spc="4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destination.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119499"/>
            <a:ext cx="7971285" cy="10618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573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Not</a:t>
            </a:r>
            <a:r>
              <a:rPr sz="2400" spc="2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only</a:t>
            </a:r>
            <a:r>
              <a:rPr sz="2400" spc="1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at,</a:t>
            </a:r>
            <a:r>
              <a:rPr sz="2400" spc="4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but</a:t>
            </a:r>
            <a:r>
              <a:rPr sz="2400" spc="3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acker</a:t>
            </a:r>
            <a:r>
              <a:rPr sz="2400" spc="-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2400" spc="5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lso</a:t>
            </a:r>
            <a:r>
              <a:rPr sz="2400" spc="5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ece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ve,</a:t>
            </a:r>
            <a:r>
              <a:rPr sz="2400" spc="5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inspect</a:t>
            </a:r>
            <a:r>
              <a:rPr sz="2400" spc="1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alter</a:t>
            </a:r>
            <a:r>
              <a:rPr sz="2400" spc="4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traffic</a:t>
            </a:r>
            <a:r>
              <a:rPr sz="2400" spc="5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from</a:t>
            </a:r>
            <a:r>
              <a:rPr sz="2400" spc="4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ginal</a:t>
            </a:r>
            <a:r>
              <a:rPr sz="2400" spc="4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destination</a:t>
            </a:r>
            <a:r>
              <a:rPr sz="2400" spc="-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ltimately</a:t>
            </a:r>
            <a:endParaRPr sz="2400">
              <a:latin typeface="Times New Roman"/>
              <a:cs typeface="Times New Roman"/>
            </a:endParaRPr>
          </a:p>
          <a:p>
            <a:pPr marL="12700" marR="52573">
              <a:lnSpc>
                <a:spcPct val="95825"/>
              </a:lnSpc>
              <a:spcBef>
                <a:spcPts val="120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ard </a:t>
            </a:r>
            <a:r>
              <a:rPr sz="2400" spc="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400" spc="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back</a:t>
            </a:r>
            <a:r>
              <a:rPr sz="2400" spc="58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orig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nal</a:t>
            </a:r>
            <a:r>
              <a:rPr sz="2400" spc="3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7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55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1276" y="359537"/>
            <a:ext cx="77337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8515" y="359537"/>
            <a:ext cx="409813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P’s Security</a:t>
            </a:r>
            <a:r>
              <a:rPr sz="2400" b="1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Shor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comin</a:t>
            </a:r>
            <a:r>
              <a:rPr sz="2400" b="1" spc="-4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666" y="1839084"/>
            <a:ext cx="5693461" cy="7691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Let’s</a:t>
            </a:r>
            <a:r>
              <a:rPr sz="2400" spc="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see </a:t>
            </a:r>
            <a:r>
              <a:rPr sz="2400" spc="1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400" spc="3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2400" spc="2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5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detect</a:t>
            </a:r>
            <a:r>
              <a:rPr sz="2400" spc="-9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such </a:t>
            </a:r>
            <a:r>
              <a:rPr sz="2400" spc="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acks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  <a:spcBef>
                <a:spcPts val="570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rst,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let’s</a:t>
            </a:r>
            <a:r>
              <a:rPr sz="2400" spc="2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see </a:t>
            </a:r>
            <a:r>
              <a:rPr sz="2400" spc="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some</a:t>
            </a:r>
            <a:r>
              <a:rPr sz="2400" spc="-1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normal </a:t>
            </a:r>
            <a:r>
              <a:rPr sz="2400" spc="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400" spc="-1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10428" y="1839084"/>
            <a:ext cx="164389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666" y="3156074"/>
            <a:ext cx="571255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Note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:</a:t>
            </a:r>
            <a:r>
              <a:rPr sz="2400" spc="2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Refer</a:t>
            </a:r>
            <a:r>
              <a:rPr sz="2400" spc="3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Wireshark </a:t>
            </a:r>
            <a:r>
              <a:rPr sz="2400" spc="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Display</a:t>
            </a:r>
            <a:r>
              <a:rPr sz="2400" spc="2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7749" y="3156074"/>
            <a:ext cx="190353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Reference</a:t>
            </a:r>
            <a:r>
              <a:rPr sz="2400" spc="1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6" y="3521834"/>
            <a:ext cx="6882597" cy="3302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AR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u="heavy" spc="0" dirty="0">
                <a:solidFill>
                  <a:srgbClr val="4965AC"/>
                </a:solidFill>
                <a:latin typeface="Times New Roman"/>
                <a:cs typeface="Times New Roman"/>
                <a:hlinkClick r:id="rId3"/>
              </a:rPr>
              <a:t>her</a:t>
            </a:r>
            <a:r>
              <a:rPr sz="2400" u="heavy" spc="4" dirty="0">
                <a:solidFill>
                  <a:srgbClr val="4965AC"/>
                </a:solidFill>
                <a:latin typeface="Times New Roman"/>
                <a:cs typeface="Times New Roman"/>
                <a:hlinkClick r:id="rId3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  <a:hlinkClick r:id="rId3"/>
              </a:rPr>
              <a:t>,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more </a:t>
            </a:r>
            <a:r>
              <a:rPr sz="2400" spc="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tech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q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ues</a:t>
            </a:r>
            <a:r>
              <a:rPr sz="2400" spc="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filter</a:t>
            </a:r>
            <a:r>
              <a:rPr sz="2400" spc="2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400" spc="-1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traf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73236" y="4855307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56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02436" y="4880594"/>
            <a:ext cx="2567961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05"/>
              </a:lnSpc>
              <a:spcBef>
                <a:spcPts val="50"/>
              </a:spcBef>
            </a:pP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</a:rPr>
              <a:t>tt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</a:rPr>
              <a:t>ps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://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www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.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w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i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r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e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s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h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ark.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o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r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g/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d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o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c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/df</a:t>
            </a:r>
            <a:r>
              <a:rPr sz="900" spc="-9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r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ef/a/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a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r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p.h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t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4"/>
              </a:rPr>
              <a:t>ml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 txBox="1"/>
          <p:nvPr/>
        </p:nvSpPr>
        <p:spPr>
          <a:xfrm>
            <a:off x="6104726" y="2687573"/>
            <a:ext cx="951774" cy="3778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00"/>
              </a:lnSpc>
              <a:spcBef>
                <a:spcPts val="34"/>
              </a:spcBef>
            </a:pPr>
            <a:endParaRPr sz="700"/>
          </a:p>
          <a:p>
            <a:pPr>
              <a:lnSpc>
                <a:spcPct val="95825"/>
              </a:lnSpc>
            </a:pP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n,</a:t>
            </a:r>
            <a:r>
              <a:rPr sz="1700" spc="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1700" spc="1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5280" y="1769363"/>
            <a:ext cx="8127494" cy="731520"/>
          </a:xfrm>
          <a:custGeom>
            <a:avLst/>
            <a:gdLst/>
            <a:ahLst/>
            <a:cxnLst/>
            <a:rect l="l" t="t" r="r" b="b"/>
            <a:pathLst>
              <a:path w="8127494" h="731520">
                <a:moveTo>
                  <a:pt x="0" y="731520"/>
                </a:moveTo>
                <a:lnTo>
                  <a:pt x="8127494" y="731520"/>
                </a:lnTo>
                <a:lnTo>
                  <a:pt x="8127494" y="0"/>
                </a:lnTo>
                <a:lnTo>
                  <a:pt x="0" y="0"/>
                </a:lnTo>
                <a:lnTo>
                  <a:pt x="0" y="73152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2900" y="1803400"/>
            <a:ext cx="8115300" cy="0"/>
          </a:xfrm>
          <a:custGeom>
            <a:avLst/>
            <a:gdLst/>
            <a:ahLst/>
            <a:cxnLst/>
            <a:rect l="l" t="t" r="r" b="b"/>
            <a:pathLst>
              <a:path w="8115300">
                <a:moveTo>
                  <a:pt x="0" y="0"/>
                </a:moveTo>
                <a:lnTo>
                  <a:pt x="8115300" y="0"/>
                </a:lnTo>
              </a:path>
            </a:pathLst>
          </a:custGeom>
          <a:ln w="12699">
            <a:solidFill>
              <a:srgbClr val="727E7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0200" y="1968500"/>
            <a:ext cx="8128000" cy="0"/>
          </a:xfrm>
          <a:custGeom>
            <a:avLst/>
            <a:gdLst/>
            <a:ahLst/>
            <a:cxnLst/>
            <a:rect l="l" t="t" r="r" b="b"/>
            <a:pathLst>
              <a:path w="8128000">
                <a:moveTo>
                  <a:pt x="0" y="0"/>
                </a:moveTo>
                <a:lnTo>
                  <a:pt x="8128000" y="0"/>
                </a:lnTo>
              </a:path>
            </a:pathLst>
          </a:custGeom>
          <a:ln w="25399">
            <a:solidFill>
              <a:srgbClr val="727E7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0200" y="2197100"/>
            <a:ext cx="8128000" cy="0"/>
          </a:xfrm>
          <a:custGeom>
            <a:avLst/>
            <a:gdLst/>
            <a:ahLst/>
            <a:cxnLst/>
            <a:rect l="l" t="t" r="r" b="b"/>
            <a:pathLst>
              <a:path w="8128000">
                <a:moveTo>
                  <a:pt x="0" y="0"/>
                </a:moveTo>
                <a:lnTo>
                  <a:pt x="8128000" y="0"/>
                </a:lnTo>
              </a:path>
            </a:pathLst>
          </a:custGeom>
          <a:ln w="12699">
            <a:solidFill>
              <a:srgbClr val="7097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0200" y="2349500"/>
            <a:ext cx="8128000" cy="0"/>
          </a:xfrm>
          <a:custGeom>
            <a:avLst/>
            <a:gdLst/>
            <a:ahLst/>
            <a:cxnLst/>
            <a:rect l="l" t="t" r="r" b="b"/>
            <a:pathLst>
              <a:path w="8128000">
                <a:moveTo>
                  <a:pt x="0" y="0"/>
                </a:moveTo>
                <a:lnTo>
                  <a:pt x="8128000" y="0"/>
                </a:lnTo>
              </a:path>
            </a:pathLst>
          </a:custGeom>
          <a:ln w="12699">
            <a:solidFill>
              <a:srgbClr val="7097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5280" y="3448813"/>
            <a:ext cx="8127496" cy="804669"/>
          </a:xfrm>
          <a:custGeom>
            <a:avLst/>
            <a:gdLst/>
            <a:ahLst/>
            <a:cxnLst/>
            <a:rect l="l" t="t" r="r" b="b"/>
            <a:pathLst>
              <a:path w="8127496" h="804669">
                <a:moveTo>
                  <a:pt x="0" y="804669"/>
                </a:moveTo>
                <a:lnTo>
                  <a:pt x="8127496" y="804669"/>
                </a:lnTo>
                <a:lnTo>
                  <a:pt x="8127496" y="0"/>
                </a:lnTo>
                <a:lnTo>
                  <a:pt x="0" y="0"/>
                </a:lnTo>
                <a:lnTo>
                  <a:pt x="0" y="80466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78675" y="3416300"/>
            <a:ext cx="457200" cy="92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42900" y="3479800"/>
            <a:ext cx="6832600" cy="0"/>
          </a:xfrm>
          <a:custGeom>
            <a:avLst/>
            <a:gdLst/>
            <a:ahLst/>
            <a:cxnLst/>
            <a:rect l="l" t="t" r="r" b="b"/>
            <a:pathLst>
              <a:path w="6832600">
                <a:moveTo>
                  <a:pt x="0" y="0"/>
                </a:moveTo>
                <a:lnTo>
                  <a:pt x="6832600" y="0"/>
                </a:lnTo>
              </a:path>
            </a:pathLst>
          </a:custGeom>
          <a:ln w="12699">
            <a:solidFill>
              <a:srgbClr val="727E7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0200" y="3670300"/>
            <a:ext cx="8128000" cy="0"/>
          </a:xfrm>
          <a:custGeom>
            <a:avLst/>
            <a:gdLst/>
            <a:ahLst/>
            <a:cxnLst/>
            <a:rect l="l" t="t" r="r" b="b"/>
            <a:pathLst>
              <a:path w="8128000">
                <a:moveTo>
                  <a:pt x="0" y="0"/>
                </a:moveTo>
                <a:lnTo>
                  <a:pt x="8128000" y="0"/>
                </a:lnTo>
              </a:path>
            </a:pathLst>
          </a:custGeom>
          <a:ln w="25399">
            <a:solidFill>
              <a:srgbClr val="727E7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0200" y="3670300"/>
            <a:ext cx="0" cy="584199"/>
          </a:xfrm>
          <a:custGeom>
            <a:avLst/>
            <a:gdLst/>
            <a:ahLst/>
            <a:cxnLst/>
            <a:rect l="l" t="t" r="r" b="b"/>
            <a:pathLst>
              <a:path h="584199">
                <a:moveTo>
                  <a:pt x="0" y="584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727E7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0200" y="3898900"/>
            <a:ext cx="8128000" cy="0"/>
          </a:xfrm>
          <a:custGeom>
            <a:avLst/>
            <a:gdLst/>
            <a:ahLst/>
            <a:cxnLst/>
            <a:rect l="l" t="t" r="r" b="b"/>
            <a:pathLst>
              <a:path w="8128000">
                <a:moveTo>
                  <a:pt x="0" y="0"/>
                </a:moveTo>
                <a:lnTo>
                  <a:pt x="8128000" y="0"/>
                </a:lnTo>
              </a:path>
            </a:pathLst>
          </a:custGeom>
          <a:ln w="12699">
            <a:solidFill>
              <a:srgbClr val="95B1D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30200" y="4038600"/>
            <a:ext cx="8128000" cy="0"/>
          </a:xfrm>
          <a:custGeom>
            <a:avLst/>
            <a:gdLst/>
            <a:ahLst/>
            <a:cxnLst/>
            <a:rect l="l" t="t" r="r" b="b"/>
            <a:pathLst>
              <a:path w="8128000">
                <a:moveTo>
                  <a:pt x="0" y="0"/>
                </a:moveTo>
                <a:lnTo>
                  <a:pt x="8128000" y="0"/>
                </a:lnTo>
              </a:path>
            </a:pathLst>
          </a:custGeom>
          <a:ln w="12699">
            <a:solidFill>
              <a:srgbClr val="7097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96100" y="4254500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25399">
            <a:solidFill>
              <a:srgbClr val="CACA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0" y="-12700"/>
            <a:ext cx="9136126" cy="1092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025863" y="1252259"/>
            <a:ext cx="835025" cy="3778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07425" y="2608198"/>
            <a:ext cx="434975" cy="2493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10600" y="2057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36000" y="2997200"/>
            <a:ext cx="0" cy="863599"/>
          </a:xfrm>
          <a:custGeom>
            <a:avLst/>
            <a:gdLst/>
            <a:ahLst/>
            <a:cxnLst/>
            <a:rect l="l" t="t" r="r" b="b"/>
            <a:pathLst>
              <a:path h="863599">
                <a:moveTo>
                  <a:pt x="0" y="863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10600" y="3835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1276" y="1372234"/>
            <a:ext cx="6208901" cy="2418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14"/>
              </a:lnSpc>
              <a:spcBef>
                <a:spcPts val="90"/>
              </a:spcBef>
            </a:pP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700" spc="-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ow</a:t>
            </a:r>
            <a:r>
              <a:rPr sz="1700" spc="1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s a</a:t>
            </a:r>
            <a:r>
              <a:rPr sz="1700" spc="1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apshot</a:t>
            </a:r>
            <a:r>
              <a:rPr sz="17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700" spc="1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700" spc="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pack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s:</a:t>
            </a:r>
            <a:r>
              <a:rPr sz="1700" spc="-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700" spc="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1700" spc="-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eque</a:t>
            </a:r>
            <a:r>
              <a:rPr sz="1700" spc="-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&amp;</a:t>
            </a:r>
            <a:r>
              <a:rPr sz="1700" spc="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700" spc="1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1700" spc="-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ep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y.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8896" y="2798444"/>
            <a:ext cx="5730990" cy="2418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14"/>
              </a:lnSpc>
              <a:spcBef>
                <a:spcPts val="90"/>
              </a:spcBef>
            </a:pP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700" spc="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e </a:t>
            </a:r>
            <a:r>
              <a:rPr sz="1700" spc="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700" spc="3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7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700" spc="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Address</a:t>
            </a:r>
            <a:r>
              <a:rPr sz="17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1700" spc="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both</a:t>
            </a:r>
            <a:r>
              <a:rPr sz="1700" spc="3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1700" spc="3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so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rce</a:t>
            </a:r>
            <a:r>
              <a:rPr sz="1700" spc="-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7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de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sti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ati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42061" y="2798444"/>
            <a:ext cx="1330948" cy="2418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14"/>
              </a:lnSpc>
              <a:spcBef>
                <a:spcPts val="90"/>
              </a:spcBef>
            </a:pP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make </a:t>
            </a:r>
            <a:r>
              <a:rPr sz="1700" spc="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700" spc="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qui</a:t>
            </a:r>
            <a:r>
              <a:rPr sz="17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8896" y="3057524"/>
            <a:ext cx="7894532" cy="2418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14"/>
              </a:lnSpc>
              <a:spcBef>
                <a:spcPts val="90"/>
              </a:spcBef>
            </a:pP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ge</a:t>
            </a:r>
            <a:r>
              <a:rPr sz="1700" spc="-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17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700" spc="-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7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7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rk: </a:t>
            </a:r>
            <a:r>
              <a:rPr sz="170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7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ew</a:t>
            </a:r>
            <a:r>
              <a:rPr sz="1700" b="1" spc="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&gt;</a:t>
            </a:r>
            <a:r>
              <a:rPr sz="1700" spc="-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Name</a:t>
            </a:r>
            <a:r>
              <a:rPr sz="1700" b="1" spc="2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7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solution</a:t>
            </a:r>
            <a:r>
              <a:rPr sz="1700" b="1" spc="4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&gt;</a:t>
            </a:r>
            <a:r>
              <a:rPr sz="1700" spc="-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7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solve </a:t>
            </a:r>
            <a:r>
              <a:rPr sz="1700" b="1" spc="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Ph</a:t>
            </a:r>
            <a:r>
              <a:rPr sz="17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sical</a:t>
            </a:r>
            <a:r>
              <a:rPr sz="1700" b="1" spc="3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ddr</a:t>
            </a:r>
            <a:r>
              <a:rPr sz="17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7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sse</a:t>
            </a:r>
            <a:r>
              <a:rPr sz="1700" b="1" spc="1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7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73241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57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1851" y="3465195"/>
            <a:ext cx="8130925" cy="205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8173">
              <a:lnSpc>
                <a:spcPct val="95825"/>
              </a:lnSpc>
              <a:spcBef>
                <a:spcPts val="425"/>
              </a:spcBef>
            </a:pPr>
            <a:r>
              <a:rPr sz="800" spc="0" dirty="0">
                <a:solidFill>
                  <a:srgbClr val="7097C1"/>
                </a:solidFill>
                <a:latin typeface="Arial"/>
                <a:cs typeface="Arial"/>
              </a:rPr>
              <a:t>•   </a:t>
            </a:r>
            <a:r>
              <a:rPr sz="800" spc="12" dirty="0">
                <a:solidFill>
                  <a:srgbClr val="7097C1"/>
                </a:solidFill>
                <a:latin typeface="Arial"/>
                <a:cs typeface="Arial"/>
              </a:rPr>
              <a:t> </a:t>
            </a:r>
            <a:r>
              <a:rPr sz="800" spc="0" dirty="0">
                <a:solidFill>
                  <a:srgbClr val="57595B"/>
                </a:solidFill>
                <a:latin typeface="Arial"/>
                <a:cs typeface="Arial"/>
              </a:rPr>
              <a:t>arp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851" y="3670300"/>
            <a:ext cx="8130925" cy="228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6748">
              <a:lnSpc>
                <a:spcPts val="1199"/>
              </a:lnSpc>
              <a:spcBef>
                <a:spcPts val="320"/>
              </a:spcBef>
            </a:pPr>
            <a:r>
              <a:rPr sz="800" dirty="0">
                <a:solidFill>
                  <a:srgbClr val="3B424D"/>
                </a:solidFill>
                <a:latin typeface="Arial"/>
                <a:cs typeface="Arial"/>
              </a:rPr>
              <a:t>N</a:t>
            </a:r>
            <a:r>
              <a:rPr sz="800" dirty="0">
                <a:solidFill>
                  <a:srgbClr val="57595B"/>
                </a:solidFill>
                <a:latin typeface="Arial"/>
                <a:cs typeface="Arial"/>
              </a:rPr>
              <a:t>o</a:t>
            </a:r>
            <a:r>
              <a:rPr sz="800" dirty="0">
                <a:solidFill>
                  <a:srgbClr val="3B424D"/>
                </a:solidFill>
                <a:latin typeface="Arial"/>
                <a:cs typeface="Arial"/>
              </a:rPr>
              <a:t>.               </a:t>
            </a:r>
            <a:r>
              <a:rPr sz="800" spc="-4" dirty="0">
                <a:solidFill>
                  <a:srgbClr val="3B424D"/>
                </a:solidFill>
                <a:latin typeface="Arial"/>
                <a:cs typeface="Arial"/>
              </a:rPr>
              <a:t> </a:t>
            </a:r>
            <a:r>
              <a:rPr sz="900" spc="0" dirty="0">
                <a:solidFill>
                  <a:srgbClr val="3B424D"/>
                </a:solidFill>
                <a:latin typeface="Arial"/>
                <a:cs typeface="Arial"/>
              </a:rPr>
              <a:t>T</a:t>
            </a:r>
            <a:r>
              <a:rPr sz="900" spc="0" dirty="0">
                <a:solidFill>
                  <a:srgbClr val="57595B"/>
                </a:solidFill>
                <a:latin typeface="Arial"/>
                <a:cs typeface="Arial"/>
              </a:rPr>
              <a:t>un</a:t>
            </a:r>
            <a:r>
              <a:rPr sz="900" spc="0" dirty="0">
                <a:solidFill>
                  <a:srgbClr val="2D2F3A"/>
                </a:solidFill>
                <a:latin typeface="Arial"/>
                <a:cs typeface="Arial"/>
              </a:rPr>
              <a:t>e                    </a:t>
            </a:r>
            <a:r>
              <a:rPr sz="900" spc="94" dirty="0">
                <a:solidFill>
                  <a:srgbClr val="2D2F3A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Times New Roman"/>
                <a:cs typeface="Times New Roman"/>
              </a:rPr>
              <a:t>So</a:t>
            </a:r>
            <a:r>
              <a:rPr sz="1000" spc="0" dirty="0">
                <a:solidFill>
                  <a:srgbClr val="3B424D"/>
                </a:solidFill>
                <a:latin typeface="Times New Roman"/>
                <a:cs typeface="Times New Roman"/>
              </a:rPr>
              <a:t>urc</a:t>
            </a:r>
            <a:r>
              <a:rPr sz="1000" spc="0" dirty="0">
                <a:solidFill>
                  <a:srgbClr val="57595B"/>
                </a:solidFill>
                <a:latin typeface="Times New Roman"/>
                <a:cs typeface="Times New Roman"/>
              </a:rPr>
              <a:t>e                               </a:t>
            </a:r>
            <a:r>
              <a:rPr sz="1000" spc="22" dirty="0">
                <a:solidFill>
                  <a:srgbClr val="57595B"/>
                </a:solidFill>
                <a:latin typeface="Times New Roman"/>
                <a:cs typeface="Times New Roman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Times New Roman"/>
                <a:cs typeface="Times New Roman"/>
              </a:rPr>
              <a:t>De</a:t>
            </a:r>
            <a:r>
              <a:rPr sz="1000" spc="0" dirty="0">
                <a:solidFill>
                  <a:srgbClr val="3B424D"/>
                </a:solidFill>
                <a:latin typeface="Times New Roman"/>
                <a:cs typeface="Times New Roman"/>
              </a:rPr>
              <a:t>s</a:t>
            </a:r>
            <a:r>
              <a:rPr sz="1000" spc="0" dirty="0">
                <a:solidFill>
                  <a:srgbClr val="57595B"/>
                </a:solidFill>
                <a:latin typeface="Times New Roman"/>
                <a:cs typeface="Times New Roman"/>
              </a:rPr>
              <a:t>tin</a:t>
            </a:r>
            <a:r>
              <a:rPr sz="1000" spc="0" dirty="0">
                <a:solidFill>
                  <a:srgbClr val="2D2F3A"/>
                </a:solidFill>
                <a:latin typeface="Times New Roman"/>
                <a:cs typeface="Times New Roman"/>
              </a:rPr>
              <a:t>a</a:t>
            </a:r>
            <a:r>
              <a:rPr sz="1000" spc="0" dirty="0">
                <a:solidFill>
                  <a:srgbClr val="3B424D"/>
                </a:solidFill>
                <a:latin typeface="Times New Roman"/>
                <a:cs typeface="Times New Roman"/>
              </a:rPr>
              <a:t>ti</a:t>
            </a:r>
            <a:r>
              <a:rPr sz="1000" spc="0" dirty="0">
                <a:solidFill>
                  <a:srgbClr val="57595B"/>
                </a:solidFill>
                <a:latin typeface="Times New Roman"/>
                <a:cs typeface="Times New Roman"/>
              </a:rPr>
              <a:t>on                                            </a:t>
            </a:r>
            <a:r>
              <a:rPr sz="1000" spc="136" dirty="0">
                <a:solidFill>
                  <a:srgbClr val="57595B"/>
                </a:solidFill>
                <a:latin typeface="Times New Roman"/>
                <a:cs typeface="Times New Roman"/>
              </a:rPr>
              <a:t> 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P</a:t>
            </a:r>
            <a:r>
              <a:rPr sz="1500" spc="0" baseline="2898" dirty="0">
                <a:solidFill>
                  <a:srgbClr val="3B424D"/>
                </a:solidFill>
                <a:latin typeface="Times New Roman"/>
                <a:cs typeface="Times New Roman"/>
              </a:rPr>
              <a:t>r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oto</a:t>
            </a:r>
            <a:r>
              <a:rPr sz="1500" spc="0" baseline="2898" dirty="0">
                <a:solidFill>
                  <a:srgbClr val="3B424D"/>
                </a:solidFill>
                <a:latin typeface="Times New Roman"/>
                <a:cs typeface="Times New Roman"/>
              </a:rPr>
              <a:t>c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o</a:t>
            </a:r>
            <a:r>
              <a:rPr sz="1500" spc="0" baseline="2898" dirty="0">
                <a:solidFill>
                  <a:srgbClr val="0B0E42"/>
                </a:solidFill>
                <a:latin typeface="Times New Roman"/>
                <a:cs typeface="Times New Roman"/>
              </a:rPr>
              <a:t>l   </a:t>
            </a:r>
            <a:r>
              <a:rPr sz="1500" spc="44" baseline="2898" dirty="0">
                <a:solidFill>
                  <a:srgbClr val="0B0E42"/>
                </a:solidFill>
                <a:latin typeface="Times New Roman"/>
                <a:cs typeface="Times New Roman"/>
              </a:rPr>
              <a:t> 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l</a:t>
            </a:r>
            <a:r>
              <a:rPr sz="1500" spc="0" baseline="2898" dirty="0">
                <a:solidFill>
                  <a:srgbClr val="2D2F3A"/>
                </a:solidFill>
                <a:latin typeface="Times New Roman"/>
                <a:cs typeface="Times New Roman"/>
              </a:rPr>
              <a:t>e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ngth  </a:t>
            </a:r>
            <a:r>
              <a:rPr sz="1500" spc="-59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 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Info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1851" y="3898900"/>
            <a:ext cx="8130925" cy="139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3949">
              <a:lnSpc>
                <a:spcPts val="1100"/>
              </a:lnSpc>
              <a:spcBef>
                <a:spcPts val="55"/>
              </a:spcBef>
            </a:pP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11</a:t>
            </a:r>
            <a:r>
              <a:rPr sz="1000" spc="4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5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.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166850     </a:t>
            </a:r>
            <a:r>
              <a:rPr sz="1000" spc="-100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26:11:59:88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53:02   </a:t>
            </a:r>
            <a:r>
              <a:rPr sz="1000" spc="109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00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50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56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al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f4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d0          </a:t>
            </a:r>
            <a:r>
              <a:rPr sz="1000" spc="164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7595B"/>
                </a:solidFill>
                <a:latin typeface="Courier New"/>
                <a:cs typeface="Courier New"/>
              </a:rPr>
              <a:t>ARP      </a:t>
            </a:r>
            <a:r>
              <a:rPr sz="1100" spc="200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42</a:t>
            </a:r>
            <a:r>
              <a:rPr sz="1500" spc="-86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46B72"/>
                </a:solidFill>
                <a:latin typeface="Courier New"/>
                <a:cs typeface="Courier New"/>
              </a:rPr>
              <a:t>\~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ho</a:t>
            </a:r>
            <a:r>
              <a:rPr sz="1500" spc="-114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has</a:t>
            </a:r>
            <a:r>
              <a:rPr sz="1500" spc="107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10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54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15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68?  </a:t>
            </a:r>
            <a:r>
              <a:rPr sz="1500" spc="-54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T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e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ll</a:t>
            </a:r>
            <a:r>
              <a:rPr sz="1500" spc="158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10.54</a:t>
            </a:r>
            <a:r>
              <a:rPr sz="1500" spc="0" baseline="5885" dirty="0">
                <a:solidFill>
                  <a:srgbClr val="2D2F3A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15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851" y="4038600"/>
            <a:ext cx="8130925" cy="2148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3949">
              <a:lnSpc>
                <a:spcPct val="94401"/>
              </a:lnSpc>
              <a:spcBef>
                <a:spcPts val="135"/>
              </a:spcBef>
            </a:pP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12</a:t>
            </a:r>
            <a:r>
              <a:rPr sz="1000" spc="4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5.215241  </a:t>
            </a:r>
            <a:r>
              <a:rPr sz="1000" spc="431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00:50:56: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l:f4: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d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0    </a:t>
            </a:r>
            <a:r>
              <a:rPr sz="1000" spc="372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26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11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59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88:53:02         </a:t>
            </a:r>
            <a:r>
              <a:rPr sz="1000" spc="-50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7595B"/>
                </a:solidFill>
                <a:latin typeface="Courier New"/>
                <a:cs typeface="Courier New"/>
              </a:rPr>
              <a:t>ARP       </a:t>
            </a:r>
            <a:r>
              <a:rPr sz="1100" spc="76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60</a:t>
            </a:r>
            <a:r>
              <a:rPr sz="1000" spc="58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10.54.15.68</a:t>
            </a:r>
            <a:r>
              <a:rPr sz="1000" spc="458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is</a:t>
            </a:r>
            <a:r>
              <a:rPr sz="1000" spc="112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t</a:t>
            </a:r>
            <a:r>
              <a:rPr sz="1000" spc="57" dirty="0">
                <a:solidFill>
                  <a:srgbClr val="3B424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00:50:56: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l:f4: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d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36000" y="2057400"/>
            <a:ext cx="507999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35280" y="1787270"/>
            <a:ext cx="8127494" cy="1812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0482">
              <a:lnSpc>
                <a:spcPct val="95825"/>
              </a:lnSpc>
              <a:spcBef>
                <a:spcPts val="455"/>
              </a:spcBef>
            </a:pPr>
            <a:r>
              <a:rPr sz="700" spc="0" dirty="0">
                <a:solidFill>
                  <a:srgbClr val="7097C1"/>
                </a:solidFill>
                <a:latin typeface="Arial"/>
                <a:cs typeface="Arial"/>
              </a:rPr>
              <a:t>•    </a:t>
            </a:r>
            <a:r>
              <a:rPr sz="700" spc="24" dirty="0">
                <a:solidFill>
                  <a:srgbClr val="7097C1"/>
                </a:solidFill>
                <a:latin typeface="Arial"/>
                <a:cs typeface="Arial"/>
              </a:rPr>
              <a:t> </a:t>
            </a:r>
            <a:r>
              <a:rPr sz="700" spc="0" dirty="0">
                <a:solidFill>
                  <a:srgbClr val="57595B"/>
                </a:solidFill>
                <a:latin typeface="Arial"/>
                <a:cs typeface="Arial"/>
              </a:rPr>
              <a:t>arp</a:t>
            </a:r>
            <a:endParaRPr sz="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80" y="1968500"/>
            <a:ext cx="8127494" cy="228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6195">
              <a:lnSpc>
                <a:spcPts val="1391"/>
              </a:lnSpc>
              <a:spcBef>
                <a:spcPts val="390"/>
              </a:spcBef>
            </a:pPr>
            <a:r>
              <a:rPr sz="700" spc="0" dirty="0">
                <a:solidFill>
                  <a:srgbClr val="57595B"/>
                </a:solidFill>
                <a:latin typeface="Arial"/>
                <a:cs typeface="Arial"/>
              </a:rPr>
              <a:t>No.                </a:t>
            </a:r>
            <a:r>
              <a:rPr sz="700" spc="116" dirty="0">
                <a:solidFill>
                  <a:srgbClr val="57595B"/>
                </a:solidFill>
                <a:latin typeface="Arial"/>
                <a:cs typeface="Arial"/>
              </a:rPr>
              <a:t> </a:t>
            </a:r>
            <a:r>
              <a:rPr sz="1000" spc="0" dirty="0">
                <a:solidFill>
                  <a:srgbClr val="1A1C3B"/>
                </a:solidFill>
                <a:latin typeface="Courier New"/>
                <a:cs typeface="Courier New"/>
              </a:rPr>
              <a:t>1i</a:t>
            </a:r>
            <a:r>
              <a:rPr sz="1000" spc="0" dirty="0">
                <a:solidFill>
                  <a:srgbClr val="57595B"/>
                </a:solidFill>
                <a:latin typeface="Courier New"/>
                <a:cs typeface="Courier New"/>
              </a:rPr>
              <a:t>m</a:t>
            </a:r>
            <a:r>
              <a:rPr sz="1000" spc="0" dirty="0">
                <a:solidFill>
                  <a:srgbClr val="3B424D"/>
                </a:solidFill>
                <a:latin typeface="Courier New"/>
                <a:cs typeface="Courier New"/>
              </a:rPr>
              <a:t>e        </a:t>
            </a:r>
            <a:r>
              <a:rPr sz="1000" spc="44" dirty="0">
                <a:solidFill>
                  <a:srgbClr val="3B424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Times New Roman"/>
                <a:cs typeface="Times New Roman"/>
              </a:rPr>
              <a:t>S</a:t>
            </a:r>
            <a:r>
              <a:rPr sz="1000" spc="0" dirty="0">
                <a:solidFill>
                  <a:srgbClr val="3B424D"/>
                </a:solidFill>
                <a:latin typeface="Times New Roman"/>
                <a:cs typeface="Times New Roman"/>
              </a:rPr>
              <a:t>o</a:t>
            </a:r>
            <a:r>
              <a:rPr sz="1000" spc="0" dirty="0">
                <a:solidFill>
                  <a:srgbClr val="57595B"/>
                </a:solidFill>
                <a:latin typeface="Times New Roman"/>
                <a:cs typeface="Times New Roman"/>
              </a:rPr>
              <a:t>u</a:t>
            </a:r>
            <a:r>
              <a:rPr sz="1000" spc="0" dirty="0">
                <a:solidFill>
                  <a:srgbClr val="3B424D"/>
                </a:solidFill>
                <a:latin typeface="Times New Roman"/>
                <a:cs typeface="Times New Roman"/>
              </a:rPr>
              <a:t>r</a:t>
            </a:r>
            <a:r>
              <a:rPr sz="1000" spc="0" dirty="0">
                <a:solidFill>
                  <a:srgbClr val="57595B"/>
                </a:solidFill>
                <a:latin typeface="Times New Roman"/>
                <a:cs typeface="Times New Roman"/>
              </a:rPr>
              <a:t>ce                                     </a:t>
            </a:r>
            <a:r>
              <a:rPr sz="1000" spc="17" dirty="0">
                <a:solidFill>
                  <a:srgbClr val="57595B"/>
                </a:solidFill>
                <a:latin typeface="Times New Roman"/>
                <a:cs typeface="Times New Roman"/>
              </a:rPr>
              <a:t> </a:t>
            </a:r>
            <a:r>
              <a:rPr sz="1000" spc="0" dirty="0">
                <a:solidFill>
                  <a:srgbClr val="57595B"/>
                </a:solidFill>
                <a:latin typeface="Times New Roman"/>
                <a:cs typeface="Times New Roman"/>
              </a:rPr>
              <a:t>Destin</a:t>
            </a:r>
            <a:r>
              <a:rPr sz="1000" spc="-4" dirty="0">
                <a:solidFill>
                  <a:srgbClr val="57595B"/>
                </a:solidFill>
                <a:latin typeface="Times New Roman"/>
                <a:cs typeface="Times New Roman"/>
              </a:rPr>
              <a:t>a</a:t>
            </a:r>
            <a:r>
              <a:rPr sz="1000" spc="0" dirty="0">
                <a:solidFill>
                  <a:srgbClr val="3B424D"/>
                </a:solidFill>
                <a:latin typeface="Times New Roman"/>
                <a:cs typeface="Times New Roman"/>
              </a:rPr>
              <a:t>ti</a:t>
            </a:r>
            <a:r>
              <a:rPr sz="1000" spc="0" dirty="0">
                <a:solidFill>
                  <a:srgbClr val="57595B"/>
                </a:solidFill>
                <a:latin typeface="Times New Roman"/>
                <a:cs typeface="Times New Roman"/>
              </a:rPr>
              <a:t>o</a:t>
            </a:r>
            <a:r>
              <a:rPr sz="1000" spc="0" dirty="0">
                <a:solidFill>
                  <a:srgbClr val="3B424D"/>
                </a:solidFill>
                <a:latin typeface="Times New Roman"/>
                <a:cs typeface="Times New Roman"/>
              </a:rPr>
              <a:t>n                                          </a:t>
            </a:r>
            <a:r>
              <a:rPr sz="1000" spc="179" dirty="0">
                <a:solidFill>
                  <a:srgbClr val="3B424D"/>
                </a:solidFill>
                <a:latin typeface="Times New Roman"/>
                <a:cs typeface="Times New Roman"/>
              </a:rPr>
              <a:t> </a:t>
            </a:r>
            <a:r>
              <a:rPr sz="1500" spc="0" baseline="2898" dirty="0">
                <a:solidFill>
                  <a:srgbClr val="2D2F3A"/>
                </a:solidFill>
                <a:latin typeface="Times New Roman"/>
                <a:cs typeface="Times New Roman"/>
              </a:rPr>
              <a:t>P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rotoc</a:t>
            </a:r>
            <a:r>
              <a:rPr sz="1500" spc="0" baseline="2898" dirty="0">
                <a:solidFill>
                  <a:srgbClr val="3B424D"/>
                </a:solidFill>
                <a:latin typeface="Times New Roman"/>
                <a:cs typeface="Times New Roman"/>
              </a:rPr>
              <a:t>o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l   </a:t>
            </a:r>
            <a:r>
              <a:rPr sz="1500" spc="-9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 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l</a:t>
            </a:r>
            <a:r>
              <a:rPr sz="1500" spc="0" baseline="2898" dirty="0">
                <a:solidFill>
                  <a:srgbClr val="3B424D"/>
                </a:solidFill>
                <a:latin typeface="Times New Roman"/>
                <a:cs typeface="Times New Roman"/>
              </a:rPr>
              <a:t>e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n</a:t>
            </a:r>
            <a:r>
              <a:rPr sz="1500" spc="0" baseline="2898" dirty="0">
                <a:solidFill>
                  <a:srgbClr val="3B424D"/>
                </a:solidFill>
                <a:latin typeface="Times New Roman"/>
                <a:cs typeface="Times New Roman"/>
              </a:rPr>
              <a:t>g</a:t>
            </a:r>
            <a:r>
              <a:rPr sz="1500" spc="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th  </a:t>
            </a:r>
            <a:r>
              <a:rPr sz="1500" spc="-50" baseline="2898" dirty="0">
                <a:solidFill>
                  <a:srgbClr val="57595B"/>
                </a:solidFill>
                <a:latin typeface="Times New Roman"/>
                <a:cs typeface="Times New Roman"/>
              </a:rPr>
              <a:t> </a:t>
            </a:r>
            <a:r>
              <a:rPr sz="1350" spc="0" baseline="3220" dirty="0">
                <a:solidFill>
                  <a:srgbClr val="57595B"/>
                </a:solidFill>
                <a:latin typeface="Times New Roman"/>
                <a:cs typeface="Times New Roman"/>
              </a:rPr>
              <a:t>Info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5280" y="2197100"/>
            <a:ext cx="8127494" cy="152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095">
              <a:lnSpc>
                <a:spcPts val="1200"/>
              </a:lnSpc>
              <a:spcBef>
                <a:spcPts val="60"/>
              </a:spcBef>
            </a:pP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11</a:t>
            </a:r>
            <a:r>
              <a:rPr sz="1500" spc="4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5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166850     </a:t>
            </a:r>
            <a:r>
              <a:rPr sz="1500" spc="-269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26:11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59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88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53:02    </a:t>
            </a:r>
            <a:r>
              <a:rPr sz="1500" spc="89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VnM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a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re_a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l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f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4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d0          </a:t>
            </a:r>
            <a:r>
              <a:rPr sz="1500" spc="-9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7595B"/>
                </a:solidFill>
                <a:latin typeface="Courier New"/>
                <a:cs typeface="Courier New"/>
              </a:rPr>
              <a:t>ARP      </a:t>
            </a:r>
            <a:r>
              <a:rPr sz="1650" spc="300" baseline="5350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42</a:t>
            </a:r>
            <a:r>
              <a:rPr sz="1500" spc="-14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46B72"/>
                </a:solidFill>
                <a:latin typeface="Courier New"/>
                <a:cs typeface="Courier New"/>
              </a:rPr>
              <a:t>W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ho</a:t>
            </a:r>
            <a:r>
              <a:rPr sz="1500" spc="186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2D2F3A"/>
                </a:solidFill>
                <a:latin typeface="Courier New"/>
                <a:cs typeface="Courier New"/>
              </a:rPr>
              <a:t>h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as</a:t>
            </a:r>
            <a:r>
              <a:rPr sz="1500" spc="71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10.54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15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68? </a:t>
            </a:r>
            <a:r>
              <a:rPr sz="1500" spc="19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Tell</a:t>
            </a:r>
            <a:r>
              <a:rPr sz="1500" spc="44" baseline="588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10.54</a:t>
            </a:r>
            <a:r>
              <a:rPr sz="1500" spc="0" baseline="5885" dirty="0">
                <a:solidFill>
                  <a:srgbClr val="3B424D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7595B"/>
                </a:solidFill>
                <a:latin typeface="Courier New"/>
                <a:cs typeface="Courier New"/>
              </a:rPr>
              <a:t>15.100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35280" y="2349500"/>
            <a:ext cx="8127494" cy="1513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9088">
              <a:lnSpc>
                <a:spcPts val="1190"/>
              </a:lnSpc>
              <a:spcBef>
                <a:spcPts val="59"/>
              </a:spcBef>
            </a:pP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12</a:t>
            </a:r>
            <a:r>
              <a:rPr sz="1500" spc="-13" baseline="2942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5.215241    </a:t>
            </a:r>
            <a:r>
              <a:rPr sz="1500" spc="468" baseline="2942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Vmware</a:t>
            </a:r>
            <a:r>
              <a:rPr sz="1500" spc="0" baseline="2942" dirty="0">
                <a:solidFill>
                  <a:srgbClr val="2D2F3A"/>
                </a:solidFill>
                <a:latin typeface="Courier New"/>
                <a:cs typeface="Courier New"/>
              </a:rPr>
              <a:t>_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al:</a:t>
            </a:r>
            <a:r>
              <a:rPr sz="1500" spc="0" baseline="2942" dirty="0">
                <a:solidFill>
                  <a:srgbClr val="3B424D"/>
                </a:solidFill>
                <a:latin typeface="Courier New"/>
                <a:cs typeface="Courier New"/>
              </a:rPr>
              <a:t>f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4</a:t>
            </a:r>
            <a:r>
              <a:rPr sz="1500" spc="0" baseline="2942" dirty="0">
                <a:solidFill>
                  <a:srgbClr val="2D2F3A"/>
                </a:solidFill>
                <a:latin typeface="Courier New"/>
                <a:cs typeface="Courier New"/>
              </a:rPr>
              <a:t>: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d0     </a:t>
            </a:r>
            <a:r>
              <a:rPr sz="1500" spc="4" baseline="2942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26:11:59:88</a:t>
            </a:r>
            <a:r>
              <a:rPr sz="1500" spc="0" baseline="2942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53:02        </a:t>
            </a:r>
            <a:r>
              <a:rPr sz="1500" spc="-229" baseline="2942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7595B"/>
                </a:solidFill>
                <a:latin typeface="Courier New"/>
                <a:cs typeface="Courier New"/>
              </a:rPr>
              <a:t>ARP      </a:t>
            </a:r>
            <a:r>
              <a:rPr sz="1650" spc="90" baseline="2675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60</a:t>
            </a:r>
            <a:r>
              <a:rPr sz="1500" spc="-31" baseline="2942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10.54.15</a:t>
            </a:r>
            <a:r>
              <a:rPr sz="1500" spc="0" baseline="2942" dirty="0">
                <a:solidFill>
                  <a:srgbClr val="3B424D"/>
                </a:solidFill>
                <a:latin typeface="Courier New"/>
                <a:cs typeface="Courier New"/>
              </a:rPr>
              <a:t>.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68 </a:t>
            </a:r>
            <a:r>
              <a:rPr sz="1500" spc="-259" baseline="2942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is</a:t>
            </a:r>
            <a:r>
              <a:rPr sz="1500" spc="93" baseline="2942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at</a:t>
            </a:r>
            <a:r>
              <a:rPr sz="1500" spc="93" baseline="2942" dirty="0">
                <a:solidFill>
                  <a:srgbClr val="57595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00</a:t>
            </a:r>
            <a:r>
              <a:rPr sz="1500" spc="0" baseline="2942" dirty="0">
                <a:solidFill>
                  <a:srgbClr val="2D2F3A"/>
                </a:solidFill>
                <a:latin typeface="Courier New"/>
                <a:cs typeface="Courier New"/>
              </a:rPr>
              <a:t>: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50:56</a:t>
            </a:r>
            <a:r>
              <a:rPr sz="1500" spc="0" baseline="2942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al:f4</a:t>
            </a:r>
            <a:r>
              <a:rPr sz="1500" spc="0" baseline="2942" dirty="0">
                <a:solidFill>
                  <a:srgbClr val="3B424D"/>
                </a:solidFill>
                <a:latin typeface="Courier New"/>
                <a:cs typeface="Courier New"/>
              </a:rPr>
              <a:t>:</a:t>
            </a:r>
            <a:r>
              <a:rPr sz="1500" spc="0" baseline="2942" dirty="0">
                <a:solidFill>
                  <a:srgbClr val="57595B"/>
                </a:solidFill>
                <a:latin typeface="Courier New"/>
                <a:cs typeface="Courier New"/>
              </a:rPr>
              <a:t>d0</a:t>
            </a:r>
            <a:endParaRPr sz="10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35224" y="1222247"/>
            <a:ext cx="5393436" cy="3422904"/>
          </a:xfrm>
          <a:custGeom>
            <a:avLst/>
            <a:gdLst/>
            <a:ahLst/>
            <a:cxnLst/>
            <a:rect l="l" t="t" r="r" b="b"/>
            <a:pathLst>
              <a:path w="5393436" h="3422904">
                <a:moveTo>
                  <a:pt x="0" y="3422904"/>
                </a:moveTo>
                <a:lnTo>
                  <a:pt x="186563" y="3236355"/>
                </a:lnTo>
                <a:lnTo>
                  <a:pt x="186563" y="186564"/>
                </a:lnTo>
                <a:lnTo>
                  <a:pt x="5206873" y="186564"/>
                </a:lnTo>
                <a:lnTo>
                  <a:pt x="5206873" y="3236355"/>
                </a:lnTo>
                <a:lnTo>
                  <a:pt x="186563" y="3236355"/>
                </a:lnTo>
                <a:lnTo>
                  <a:pt x="5393436" y="3422904"/>
                </a:lnTo>
                <a:lnTo>
                  <a:pt x="5393436" y="0"/>
                </a:lnTo>
                <a:lnTo>
                  <a:pt x="0" y="0"/>
                </a:lnTo>
                <a:lnTo>
                  <a:pt x="0" y="3422904"/>
                </a:lnTo>
                <a:close/>
              </a:path>
              <a:path w="5393436" h="3422904">
                <a:moveTo>
                  <a:pt x="186563" y="3236355"/>
                </a:moveTo>
                <a:lnTo>
                  <a:pt x="0" y="3422904"/>
                </a:lnTo>
                <a:lnTo>
                  <a:pt x="5393436" y="3422904"/>
                </a:lnTo>
                <a:lnTo>
                  <a:pt x="186563" y="3236355"/>
                </a:lnTo>
                <a:close/>
              </a:path>
            </a:pathLst>
          </a:custGeom>
          <a:solidFill>
            <a:srgbClr val="0D57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35224" y="1222247"/>
            <a:ext cx="5393436" cy="3422904"/>
          </a:xfrm>
          <a:custGeom>
            <a:avLst/>
            <a:gdLst/>
            <a:ahLst/>
            <a:cxnLst/>
            <a:rect l="l" t="t" r="r" b="b"/>
            <a:pathLst>
              <a:path w="5393436" h="3422904">
                <a:moveTo>
                  <a:pt x="0" y="0"/>
                </a:moveTo>
                <a:lnTo>
                  <a:pt x="0" y="3422904"/>
                </a:lnTo>
                <a:lnTo>
                  <a:pt x="5393436" y="3422904"/>
                </a:lnTo>
                <a:lnTo>
                  <a:pt x="5393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0D57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21787" y="1408811"/>
            <a:ext cx="5020310" cy="3049790"/>
          </a:xfrm>
          <a:custGeom>
            <a:avLst/>
            <a:gdLst/>
            <a:ahLst/>
            <a:cxnLst/>
            <a:rect l="l" t="t" r="r" b="b"/>
            <a:pathLst>
              <a:path w="5020310" h="3049790">
                <a:moveTo>
                  <a:pt x="0" y="3049790"/>
                </a:moveTo>
                <a:lnTo>
                  <a:pt x="5020310" y="3049790"/>
                </a:lnTo>
                <a:lnTo>
                  <a:pt x="5020310" y="0"/>
                </a:lnTo>
                <a:lnTo>
                  <a:pt x="0" y="0"/>
                </a:lnTo>
                <a:lnTo>
                  <a:pt x="0" y="3049790"/>
                </a:lnTo>
                <a:close/>
              </a:path>
            </a:pathLst>
          </a:custGeom>
          <a:solidFill>
            <a:srgbClr val="0D57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49975" y="2673223"/>
            <a:ext cx="2006600" cy="477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00400" y="1473200"/>
            <a:ext cx="0" cy="2285999"/>
          </a:xfrm>
          <a:custGeom>
            <a:avLst/>
            <a:gdLst/>
            <a:ahLst/>
            <a:cxnLst/>
            <a:rect l="l" t="t" r="r" b="b"/>
            <a:pathLst>
              <a:path h="2285999">
                <a:moveTo>
                  <a:pt x="0" y="2285999"/>
                </a:moveTo>
                <a:lnTo>
                  <a:pt x="0" y="0"/>
                </a:lnTo>
              </a:path>
            </a:pathLst>
          </a:custGeom>
          <a:ln w="12700">
            <a:solidFill>
              <a:srgbClr val="B6B6B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46800" y="2552700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200" y="0"/>
                </a:lnTo>
              </a:path>
            </a:pathLst>
          </a:custGeom>
          <a:ln w="12699">
            <a:solidFill>
              <a:srgbClr val="A8BC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87700" y="3733800"/>
            <a:ext cx="4927600" cy="0"/>
          </a:xfrm>
          <a:custGeom>
            <a:avLst/>
            <a:gdLst/>
            <a:ahLst/>
            <a:cxnLst/>
            <a:rect l="l" t="t" r="r" b="b"/>
            <a:pathLst>
              <a:path w="4927600">
                <a:moveTo>
                  <a:pt x="0" y="0"/>
                </a:moveTo>
                <a:lnTo>
                  <a:pt x="4927600" y="0"/>
                </a:lnTo>
              </a:path>
            </a:pathLst>
          </a:custGeom>
          <a:ln w="12699">
            <a:solidFill>
              <a:srgbClr val="99999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34000" y="4445000"/>
            <a:ext cx="2273300" cy="0"/>
          </a:xfrm>
          <a:custGeom>
            <a:avLst/>
            <a:gdLst/>
            <a:ahLst/>
            <a:cxnLst/>
            <a:rect l="l" t="t" r="r" b="b"/>
            <a:pathLst>
              <a:path w="2273300">
                <a:moveTo>
                  <a:pt x="0" y="0"/>
                </a:moveTo>
                <a:lnTo>
                  <a:pt x="2273300" y="0"/>
                </a:lnTo>
              </a:path>
            </a:pathLst>
          </a:custGeom>
          <a:ln w="12699">
            <a:solidFill>
              <a:srgbClr val="CFCF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0" y="-12699"/>
            <a:ext cx="9136126" cy="1092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07425" y="2608199"/>
            <a:ext cx="434975" cy="249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10600" y="2057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9999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9999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36000" y="2997200"/>
            <a:ext cx="0" cy="863599"/>
          </a:xfrm>
          <a:custGeom>
            <a:avLst/>
            <a:gdLst/>
            <a:ahLst/>
            <a:cxnLst/>
            <a:rect l="l" t="t" r="r" b="b"/>
            <a:pathLst>
              <a:path h="863599">
                <a:moveTo>
                  <a:pt x="0" y="863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9999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10600" y="3835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9999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02436" y="1260411"/>
            <a:ext cx="2254114" cy="4033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65"/>
              </a:lnSpc>
              <a:spcBef>
                <a:spcPts val="73"/>
              </a:spcBef>
            </a:pP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ere</a:t>
            </a:r>
            <a:r>
              <a:rPr sz="1350" spc="2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1350" spc="1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see</a:t>
            </a:r>
            <a:r>
              <a:rPr sz="135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350" spc="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350" spc="-1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eque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endParaRPr sz="1350">
              <a:latin typeface="Times New Roman"/>
              <a:cs typeface="Times New Roman"/>
            </a:endParaRPr>
          </a:p>
          <a:p>
            <a:pPr marL="12700" marR="25831">
              <a:lnSpc>
                <a:spcPct val="95825"/>
              </a:lnSpc>
            </a:pP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et.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2435" y="1877389"/>
            <a:ext cx="2443975" cy="22558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1" marR="16872">
              <a:lnSpc>
                <a:spcPts val="1465"/>
              </a:lnSpc>
              <a:spcBef>
                <a:spcPts val="73"/>
              </a:spcBef>
            </a:pP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350" spc="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kno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1350" spc="2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’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350" spc="2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35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350" b="1" spc="-1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35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eq</a:t>
            </a:r>
            <a:r>
              <a:rPr sz="135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35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35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35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endParaRPr sz="1350">
              <a:latin typeface="Times New Roman"/>
              <a:cs typeface="Times New Roman"/>
            </a:endParaRPr>
          </a:p>
          <a:p>
            <a:pPr marL="12700" indent="1">
              <a:lnSpc>
                <a:spcPct val="100041"/>
              </a:lnSpc>
            </a:pP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350" spc="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350" spc="2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Opc</a:t>
            </a:r>
            <a:r>
              <a:rPr sz="135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, </a:t>
            </a:r>
            <a:r>
              <a:rPr sz="135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35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35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que</a:t>
            </a:r>
            <a:r>
              <a:rPr sz="135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35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350" b="1" spc="3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(</a:t>
            </a:r>
            <a:r>
              <a:rPr sz="135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1)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1350" spc="-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n the</a:t>
            </a:r>
            <a:r>
              <a:rPr sz="135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ig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lig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hted</a:t>
            </a:r>
            <a:r>
              <a:rPr sz="1350" spc="-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lin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e.</a:t>
            </a:r>
            <a:r>
              <a:rPr sz="1350" spc="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1350" spc="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350" spc="3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see th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350" spc="3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350" spc="2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vice</a:t>
            </a:r>
            <a:r>
              <a:rPr sz="1350" spc="3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350" spc="2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10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.5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4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.1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5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.1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0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0 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ee</a:t>
            </a:r>
            <a:r>
              <a:rPr sz="135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350" spc="-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350" spc="2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AC</a:t>
            </a:r>
            <a:r>
              <a:rPr sz="1350" spc="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35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35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endParaRPr sz="1350">
              <a:latin typeface="Times New Roman"/>
              <a:cs typeface="Times New Roman"/>
            </a:endParaRPr>
          </a:p>
          <a:p>
            <a:pPr marL="12700" marR="243057">
              <a:lnSpc>
                <a:spcPct val="100041"/>
              </a:lnSpc>
            </a:pP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10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54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15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6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r>
              <a:rPr sz="1350" spc="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350" spc="1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gi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n est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abli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hin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35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mmu</a:t>
            </a:r>
            <a:r>
              <a:rPr sz="135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io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n with</a:t>
            </a:r>
            <a:r>
              <a:rPr sz="1350" spc="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t.</a:t>
            </a:r>
            <a:r>
              <a:rPr sz="1350" spc="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If</a:t>
            </a:r>
            <a:r>
              <a:rPr sz="1350" spc="-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350" spc="2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vice</a:t>
            </a:r>
            <a:r>
              <a:rPr sz="1350" spc="3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endParaRPr sz="1350">
              <a:latin typeface="Times New Roman"/>
              <a:cs typeface="Times New Roman"/>
            </a:endParaRPr>
          </a:p>
          <a:p>
            <a:pPr marL="12700" marR="10611" algn="just">
              <a:lnSpc>
                <a:spcPct val="100041"/>
              </a:lnSpc>
            </a:pP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10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.5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4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.1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5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.1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0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0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al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dy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135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ew</a:t>
            </a:r>
            <a:r>
              <a:rPr sz="1350" spc="2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 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AC</a:t>
            </a:r>
            <a:r>
              <a:rPr sz="135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35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350" spc="-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fo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350" spc="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10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.5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4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.1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5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.1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00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, t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en</a:t>
            </a:r>
            <a:r>
              <a:rPr sz="1350" spc="3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350" spc="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135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ul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350" spc="2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350" spc="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35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ain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66256" y="4036617"/>
            <a:ext cx="2318482" cy="1816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65"/>
              </a:lnSpc>
              <a:spcBef>
                <a:spcPts val="68"/>
              </a:spcBef>
            </a:pPr>
            <a:r>
              <a:rPr sz="1200" spc="0" baseline="3623" dirty="0">
                <a:solidFill>
                  <a:srgbClr val="B6B6B6"/>
                </a:solidFill>
                <a:latin typeface="Times New Roman"/>
                <a:cs typeface="Times New Roman"/>
              </a:rPr>
              <a:t>0020      </a:t>
            </a:r>
            <a:r>
              <a:rPr sz="1200" spc="39" baseline="3623" dirty="0">
                <a:solidFill>
                  <a:srgbClr val="B6B6B6"/>
                </a:solidFill>
                <a:latin typeface="Times New Roman"/>
                <a:cs typeface="Times New Roman"/>
              </a:rPr>
              <a:t> </a:t>
            </a:r>
            <a:r>
              <a:rPr sz="1800" spc="0" baseline="2415" dirty="0">
                <a:solidFill>
                  <a:srgbClr val="565456"/>
                </a:solidFill>
                <a:latin typeface="Times New Roman"/>
                <a:cs typeface="Times New Roman"/>
              </a:rPr>
              <a:t>ee</a:t>
            </a:r>
            <a:r>
              <a:rPr sz="1800" spc="94" baseline="2415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200" spc="0" baseline="3623" dirty="0">
                <a:solidFill>
                  <a:srgbClr val="565456"/>
                </a:solidFill>
                <a:latin typeface="Times New Roman"/>
                <a:cs typeface="Times New Roman"/>
              </a:rPr>
              <a:t>00  </a:t>
            </a:r>
            <a:r>
              <a:rPr sz="1200" spc="65" baseline="3623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200" spc="0" baseline="3623" dirty="0">
                <a:solidFill>
                  <a:srgbClr val="565456"/>
                </a:solidFill>
                <a:latin typeface="Times New Roman"/>
                <a:cs typeface="Times New Roman"/>
              </a:rPr>
              <a:t>00  </a:t>
            </a:r>
            <a:r>
              <a:rPr sz="1200" spc="119" baseline="3623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200" spc="0" baseline="3623" dirty="0">
                <a:solidFill>
                  <a:srgbClr val="565456"/>
                </a:solidFill>
                <a:latin typeface="Times New Roman"/>
                <a:cs typeface="Times New Roman"/>
              </a:rPr>
              <a:t>00  </a:t>
            </a:r>
            <a:r>
              <a:rPr sz="1200" spc="65" baseline="3623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800" spc="0" baseline="2415" dirty="0">
                <a:solidFill>
                  <a:srgbClr val="565456"/>
                </a:solidFill>
                <a:latin typeface="Times New Roman"/>
                <a:cs typeface="Times New Roman"/>
              </a:rPr>
              <a:t>ee</a:t>
            </a:r>
            <a:r>
              <a:rPr sz="1800" spc="155" baseline="2415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800" spc="0" baseline="2415" dirty="0">
                <a:solidFill>
                  <a:srgbClr val="565456"/>
                </a:solidFill>
                <a:latin typeface="Times New Roman"/>
                <a:cs typeface="Times New Roman"/>
              </a:rPr>
              <a:t>ee</a:t>
            </a:r>
            <a:r>
              <a:rPr sz="1800" spc="94" baseline="2415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200" spc="0" baseline="3623" dirty="0">
                <a:solidFill>
                  <a:srgbClr val="565456"/>
                </a:solidFill>
                <a:latin typeface="Times New Roman"/>
                <a:cs typeface="Times New Roman"/>
              </a:rPr>
              <a:t>011  </a:t>
            </a:r>
            <a:r>
              <a:rPr sz="1200" spc="148" baseline="3623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500" spc="0" baseline="2942" dirty="0">
                <a:solidFill>
                  <a:srgbClr val="565456"/>
                </a:solidFill>
                <a:latin typeface="Courier New"/>
                <a:cs typeface="Courier New"/>
              </a:rPr>
              <a:t>36 </a:t>
            </a:r>
            <a:r>
              <a:rPr sz="1500" spc="146" baseline="2942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5456"/>
                </a:solidFill>
                <a:latin typeface="Courier New"/>
                <a:cs typeface="Courier New"/>
              </a:rPr>
              <a:t>e</a:t>
            </a:r>
            <a:r>
              <a:rPr sz="1500" spc="0" baseline="2942" dirty="0">
                <a:solidFill>
                  <a:srgbClr val="413F41"/>
                </a:solidFill>
                <a:latin typeface="Courier New"/>
                <a:cs typeface="Courier New"/>
              </a:rPr>
              <a:t>f</a:t>
            </a:r>
            <a:r>
              <a:rPr sz="1500" spc="94" baseline="2942" dirty="0">
                <a:solidFill>
                  <a:srgbClr val="413F41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65456"/>
                </a:solidFill>
                <a:latin typeface="Courier New"/>
                <a:cs typeface="Courier New"/>
              </a:rPr>
              <a:t>44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95281" y="4043761"/>
            <a:ext cx="732631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800" dirty="0">
                <a:solidFill>
                  <a:srgbClr val="565456"/>
                </a:solidFill>
                <a:latin typeface="Times New Roman"/>
                <a:cs typeface="Times New Roman"/>
              </a:rPr>
              <a:t>•••••</a:t>
            </a:r>
            <a:r>
              <a:rPr sz="800" dirty="0">
                <a:solidFill>
                  <a:srgbClr val="413F41"/>
                </a:solidFill>
                <a:latin typeface="Times New Roman"/>
                <a:cs typeface="Times New Roman"/>
              </a:rPr>
              <a:t>••  </a:t>
            </a:r>
            <a:r>
              <a:rPr sz="800" spc="-9" dirty="0">
                <a:solidFill>
                  <a:srgbClr val="413F41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565456"/>
                </a:solidFill>
                <a:latin typeface="Times New Roman"/>
                <a:cs typeface="Times New Roman"/>
              </a:rPr>
              <a:t>6  </a:t>
            </a:r>
            <a:r>
              <a:rPr sz="800" spc="126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65456"/>
                </a:solidFill>
                <a:latin typeface="Times New Roman"/>
                <a:cs typeface="Times New Roman"/>
              </a:rPr>
              <a:t>.o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435" y="4140111"/>
            <a:ext cx="2260224" cy="4117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7097">
              <a:lnSpc>
                <a:spcPts val="1510"/>
              </a:lnSpc>
              <a:spcBef>
                <a:spcPts val="75"/>
              </a:spcBef>
            </a:pPr>
            <a:r>
              <a:rPr sz="2025" spc="0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wit</a:t>
            </a:r>
            <a:r>
              <a:rPr sz="2025" spc="-4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hi</a:t>
            </a:r>
            <a:r>
              <a:rPr sz="2025" spc="0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25" spc="127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25" spc="-4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25" spc="0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25" spc="4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’</a:t>
            </a:r>
            <a:r>
              <a:rPr sz="2025" spc="0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s A</a:t>
            </a:r>
            <a:r>
              <a:rPr sz="2025" spc="4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25" spc="0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25" spc="-100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25" spc="0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25" spc="-4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abl</a:t>
            </a:r>
            <a:r>
              <a:rPr sz="2025" spc="0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e </a:t>
            </a:r>
            <a:r>
              <a:rPr sz="2025" spc="22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25" spc="9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(</a:t>
            </a:r>
            <a:r>
              <a:rPr sz="2025" b="1" spc="0" baseline="2108" dirty="0">
                <a:solidFill>
                  <a:srgbClr val="595959"/>
                </a:solidFill>
                <a:latin typeface="Consolas"/>
                <a:cs typeface="Consolas"/>
              </a:rPr>
              <a:t>arp</a:t>
            </a:r>
            <a:r>
              <a:rPr sz="2025" b="1" spc="0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25" b="1" spc="43" baseline="21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25" b="1" spc="0" baseline="2108" dirty="0">
                <a:solidFill>
                  <a:srgbClr val="595959"/>
                </a:solidFill>
                <a:latin typeface="Consolas"/>
                <a:cs typeface="Consolas"/>
              </a:rPr>
              <a:t>-a</a:t>
            </a:r>
            <a:endParaRPr sz="1350">
              <a:latin typeface="Consolas"/>
              <a:cs typeface="Consolas"/>
            </a:endParaRPr>
          </a:p>
          <a:p>
            <a:pPr marL="12700">
              <a:lnSpc>
                <a:spcPct val="97574"/>
              </a:lnSpc>
            </a:pPr>
            <a:r>
              <a:rPr sz="1350" b="1" spc="0" dirty="0">
                <a:solidFill>
                  <a:srgbClr val="595959"/>
                </a:solidFill>
                <a:latin typeface="Consolas"/>
                <a:cs typeface="Consolas"/>
              </a:rPr>
              <a:t>arp</a:t>
            </a:r>
            <a:r>
              <a:rPr sz="135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ro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350" spc="2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350" spc="2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350" spc="-11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mm</a:t>
            </a:r>
            <a:r>
              <a:rPr sz="1350" spc="-5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35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lin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e).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58234" y="4140111"/>
            <a:ext cx="206977" cy="1976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65"/>
              </a:lnSpc>
              <a:spcBef>
                <a:spcPts val="73"/>
              </a:spcBef>
            </a:pPr>
            <a:r>
              <a:rPr sz="135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35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73237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58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0400" y="1473200"/>
            <a:ext cx="4914900" cy="2260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8636000" y="2057400"/>
            <a:ext cx="507999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2935224" y="1222247"/>
            <a:ext cx="5393436" cy="34229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 dirty="0"/>
          </a:p>
          <a:p>
            <a:pPr marL="493776" marR="710250" indent="-142875">
              <a:lnSpc>
                <a:spcPts val="1180"/>
              </a:lnSpc>
              <a:spcBef>
                <a:spcPts val="1091"/>
              </a:spcBef>
            </a:pPr>
            <a:r>
              <a:rPr sz="1000" spc="0" dirty="0">
                <a:solidFill>
                  <a:srgbClr val="B6B6B6"/>
                </a:solidFill>
                <a:latin typeface="Courier New"/>
                <a:cs typeface="Courier New"/>
              </a:rPr>
              <a:t>~</a:t>
            </a:r>
            <a:r>
              <a:rPr sz="1000" spc="156" dirty="0">
                <a:solidFill>
                  <a:srgbClr val="B6B6B6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Fraae</a:t>
            </a:r>
            <a:r>
              <a:rPr sz="1000" spc="243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11:</a:t>
            </a:r>
            <a:r>
              <a:rPr sz="1000" spc="142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42</a:t>
            </a:r>
            <a:r>
              <a:rPr sz="1000" spc="148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bytes</a:t>
            </a:r>
            <a:r>
              <a:rPr sz="1000" spc="186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on</a:t>
            </a:r>
            <a:r>
              <a:rPr sz="1000" spc="92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wire</a:t>
            </a:r>
            <a:r>
              <a:rPr sz="1000" spc="361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(336</a:t>
            </a:r>
            <a:r>
              <a:rPr sz="1000" spc="44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bits),</a:t>
            </a:r>
            <a:r>
              <a:rPr sz="1000" spc="338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42</a:t>
            </a:r>
            <a:r>
              <a:rPr sz="1000" spc="110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bytes</a:t>
            </a:r>
            <a:r>
              <a:rPr sz="1000" spc="337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captured</a:t>
            </a:r>
            <a:r>
              <a:rPr sz="1000" spc="448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(336</a:t>
            </a:r>
            <a:r>
              <a:rPr sz="1000" spc="50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bits) Ethernet</a:t>
            </a:r>
            <a:r>
              <a:rPr sz="1000" spc="300" dirty="0">
                <a:latin typeface="Courier New"/>
                <a:cs typeface="Courier New"/>
              </a:rPr>
              <a:t> </a:t>
            </a:r>
            <a:r>
              <a:rPr sz="1100" spc="0" dirty="0">
                <a:latin typeface="Courier New"/>
                <a:cs typeface="Courier New"/>
              </a:rPr>
              <a:t>II,</a:t>
            </a:r>
            <a:r>
              <a:rPr sz="1100" spc="79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Src:</a:t>
            </a:r>
            <a:r>
              <a:rPr sz="1000" spc="255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26:11:S9:88:53:02, </a:t>
            </a:r>
            <a:r>
              <a:rPr sz="1000" spc="-44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O~t:</a:t>
            </a:r>
            <a:r>
              <a:rPr sz="1000" spc="193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00:5e:S6:a1:f4:d0</a:t>
            </a:r>
            <a:endParaRPr sz="1000" dirty="0">
              <a:latin typeface="Courier New"/>
              <a:cs typeface="Courier New"/>
            </a:endParaRPr>
          </a:p>
          <a:p>
            <a:pPr marL="665219" marR="2621575" indent="-314325">
              <a:lnSpc>
                <a:spcPct val="97421"/>
              </a:lnSpc>
              <a:spcBef>
                <a:spcPts val="105"/>
              </a:spcBef>
            </a:pPr>
            <a:r>
              <a:rPr sz="600" b="1" spc="0" dirty="0">
                <a:latin typeface="Arial"/>
                <a:cs typeface="Arial"/>
              </a:rPr>
              <a:t>6   </a:t>
            </a:r>
            <a:r>
              <a:rPr sz="600" b="1" spc="13" dirty="0">
                <a:latin typeface="Arial"/>
                <a:cs typeface="Arial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Address</a:t>
            </a:r>
            <a:r>
              <a:rPr sz="1000" spc="439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Resolution </a:t>
            </a:r>
            <a:r>
              <a:rPr sz="1000" spc="126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Pr&lt;&gt;tocol</a:t>
            </a:r>
            <a:r>
              <a:rPr sz="1000" spc="169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(request) Hard·,1c1re</a:t>
            </a:r>
            <a:r>
              <a:rPr sz="1000" spc="50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type:</a:t>
            </a:r>
            <a:r>
              <a:rPr sz="1000" spc="390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Ethernet </a:t>
            </a:r>
            <a:r>
              <a:rPr sz="1000" spc="180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Arial"/>
                <a:cs typeface="Arial"/>
              </a:rPr>
              <a:t>(1)</a:t>
            </a:r>
            <a:endParaRPr sz="900" dirty="0">
              <a:latin typeface="Arial"/>
              <a:cs typeface="Arial"/>
            </a:endParaRPr>
          </a:p>
          <a:p>
            <a:pPr marL="665213" marR="2985468">
              <a:lnSpc>
                <a:spcPct val="98365"/>
              </a:lnSpc>
              <a:spcBef>
                <a:spcPts val="60"/>
              </a:spcBef>
            </a:pPr>
            <a:r>
              <a:rPr sz="1000" dirty="0">
                <a:latin typeface="Courier New"/>
                <a:cs typeface="Courier New"/>
              </a:rPr>
              <a:t>Proto,ol </a:t>
            </a:r>
            <a:r>
              <a:rPr sz="1000" spc="-229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t)•pc: </a:t>
            </a:r>
            <a:r>
              <a:rPr sz="1000" spc="13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IPv4  </a:t>
            </a:r>
            <a:r>
              <a:rPr sz="900" spc="99" dirty="0">
                <a:latin typeface="Times New Roman"/>
                <a:cs typeface="Times New Roman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(0x6SOO) Hardware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size:</a:t>
            </a:r>
            <a:r>
              <a:rPr sz="1000" spc="-62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6</a:t>
            </a:r>
            <a:endParaRPr sz="1000" dirty="0">
              <a:latin typeface="Courier New"/>
              <a:cs typeface="Courier New"/>
            </a:endParaRPr>
          </a:p>
          <a:p>
            <a:pPr marL="665213">
              <a:lnSpc>
                <a:spcPct val="94401"/>
              </a:lnSpc>
            </a:pPr>
            <a:r>
              <a:rPr sz="1000" spc="0" dirty="0">
                <a:latin typeface="Courier New"/>
                <a:cs typeface="Courier New"/>
              </a:rPr>
              <a:t>Protocol</a:t>
            </a:r>
            <a:r>
              <a:rPr sz="1000" spc="448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~i:e:</a:t>
            </a:r>
            <a:r>
              <a:rPr sz="1000" spc="224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4</a:t>
            </a:r>
            <a:endParaRPr sz="900" dirty="0">
              <a:latin typeface="Courier New"/>
              <a:cs typeface="Courier New"/>
            </a:endParaRPr>
          </a:p>
          <a:p>
            <a:pPr marL="665213">
              <a:lnSpc>
                <a:spcPct val="94401"/>
              </a:lnSpc>
              <a:spcBef>
                <a:spcPts val="95"/>
              </a:spcBef>
            </a:pPr>
            <a:r>
              <a:rPr sz="1000" spc="0" dirty="0">
                <a:latin typeface="Courier New"/>
                <a:cs typeface="Courier New"/>
              </a:rPr>
              <a:t>Op&lt;ode:</a:t>
            </a:r>
            <a:r>
              <a:rPr sz="1000" spc="342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request</a:t>
            </a:r>
            <a:r>
              <a:rPr sz="1000" spc="344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(1)</a:t>
            </a:r>
            <a:endParaRPr sz="900" dirty="0">
              <a:latin typeface="Times New Roman"/>
              <a:cs typeface="Times New Roman"/>
            </a:endParaRPr>
          </a:p>
          <a:p>
            <a:pPr marL="665213">
              <a:lnSpc>
                <a:spcPct val="94401"/>
              </a:lnSpc>
              <a:spcBef>
                <a:spcPts val="35"/>
              </a:spcBef>
            </a:pPr>
            <a:r>
              <a:rPr sz="1000" spc="0" dirty="0">
                <a:latin typeface="Courier New"/>
                <a:cs typeface="Courier New"/>
              </a:rPr>
              <a:t>sender</a:t>
            </a:r>
            <a:r>
              <a:rPr sz="1000" spc="237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Arial"/>
                <a:cs typeface="Arial"/>
              </a:rPr>
              <a:t>1-1,;c 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address:</a:t>
            </a:r>
            <a:r>
              <a:rPr sz="1000" spc="288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26:11:59:88:53:02</a:t>
            </a:r>
            <a:endParaRPr sz="1000" dirty="0">
              <a:latin typeface="Courier New"/>
              <a:cs typeface="Courier New"/>
            </a:endParaRPr>
          </a:p>
          <a:p>
            <a:pPr marL="665213" marR="2160280" indent="-311137">
              <a:lnSpc>
                <a:spcPts val="1132"/>
              </a:lnSpc>
              <a:spcBef>
                <a:spcPts val="20"/>
              </a:spcBef>
              <a:tabLst>
                <a:tab pos="660400" algn="l"/>
                <a:tab pos="3200400" algn="l"/>
              </a:tabLst>
            </a:pPr>
            <a:r>
              <a:rPr sz="1000" u="heavy" dirty="0">
                <a:latin typeface="Courier New"/>
                <a:cs typeface="Courier New"/>
              </a:rPr>
              <a:t> 	</a:t>
            </a:r>
            <a:r>
              <a:rPr sz="1000" u="heavy" spc="0" dirty="0">
                <a:latin typeface="Courier New"/>
                <a:cs typeface="Courier New"/>
              </a:rPr>
              <a:t>Sender</a:t>
            </a:r>
            <a:r>
              <a:rPr sz="1000" u="heavy" spc="348" dirty="0">
                <a:latin typeface="Courier New"/>
                <a:cs typeface="Courier New"/>
              </a:rPr>
              <a:t> </a:t>
            </a:r>
            <a:r>
              <a:rPr sz="1100" u="heavy" spc="0" dirty="0">
                <a:latin typeface="Courier New"/>
                <a:cs typeface="Courier New"/>
              </a:rPr>
              <a:t>IP</a:t>
            </a:r>
            <a:r>
              <a:rPr sz="1100" u="heavy" spc="-42" dirty="0">
                <a:latin typeface="Courier New"/>
                <a:cs typeface="Courier New"/>
              </a:rPr>
              <a:t> </a:t>
            </a:r>
            <a:r>
              <a:rPr sz="1000" u="heavy" spc="0" dirty="0">
                <a:latin typeface="Courier New"/>
                <a:cs typeface="Courier New"/>
              </a:rPr>
              <a:t>addre~~= </a:t>
            </a:r>
            <a:r>
              <a:rPr sz="1000" u="heavy" spc="-69" dirty="0">
                <a:latin typeface="Courier New"/>
                <a:cs typeface="Courier New"/>
              </a:rPr>
              <a:t> </a:t>
            </a:r>
            <a:r>
              <a:rPr sz="1000" u="heavy" spc="0" dirty="0">
                <a:latin typeface="Courier New"/>
                <a:cs typeface="Courier New"/>
              </a:rPr>
              <a:t>10.5~.15.100 	</a:t>
            </a:r>
            <a:r>
              <a:rPr sz="1000" spc="0" dirty="0">
                <a:latin typeface="Courier New"/>
                <a:cs typeface="Courier New"/>
              </a:rPr>
              <a:t> Tar~et</a:t>
            </a:r>
            <a:r>
              <a:rPr sz="1000" spc="9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M.;C</a:t>
            </a:r>
            <a:r>
              <a:rPr sz="1000" spc="255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address: </a:t>
            </a:r>
            <a:r>
              <a:rPr sz="1000" spc="-179" dirty="0">
                <a:latin typeface="Courier New"/>
                <a:cs typeface="Courier New"/>
              </a:rPr>
              <a:t> </a:t>
            </a:r>
            <a:r>
              <a:rPr sz="1000" spc="0" dirty="0">
                <a:latin typeface="Courier New"/>
                <a:cs typeface="Courier New"/>
              </a:rPr>
              <a:t>00:00:00:99:00:00</a:t>
            </a:r>
            <a:endParaRPr sz="1000" dirty="0">
              <a:latin typeface="Courier New"/>
              <a:cs typeface="Courier New"/>
            </a:endParaRPr>
          </a:p>
          <a:p>
            <a:pPr marL="686644">
              <a:lnSpc>
                <a:spcPts val="1115"/>
              </a:lnSpc>
              <a:spcBef>
                <a:spcPts val="123"/>
              </a:spcBef>
            </a:pPr>
            <a:r>
              <a:rPr sz="1650" baseline="8025" dirty="0">
                <a:latin typeface="Courier New"/>
                <a:cs typeface="Courier New"/>
              </a:rPr>
              <a:t>larget</a:t>
            </a:r>
            <a:r>
              <a:rPr sz="1650" spc="244" baseline="8025" dirty="0">
                <a:latin typeface="Courier New"/>
                <a:cs typeface="Courier New"/>
              </a:rPr>
              <a:t> </a:t>
            </a:r>
            <a:r>
              <a:rPr sz="1650" b="1" spc="0" baseline="7905" dirty="0">
                <a:latin typeface="Times New Roman"/>
                <a:cs typeface="Times New Roman"/>
              </a:rPr>
              <a:t>fp  </a:t>
            </a:r>
            <a:r>
              <a:rPr sz="1650" b="1" spc="37" baseline="7905" dirty="0">
                <a:latin typeface="Times New Roman"/>
                <a:cs typeface="Times New Roman"/>
              </a:rPr>
              <a:t> </a:t>
            </a:r>
            <a:r>
              <a:rPr sz="1650" spc="0" baseline="8025" dirty="0">
                <a:latin typeface="Courier New"/>
                <a:cs typeface="Courier New"/>
              </a:rPr>
              <a:t>address:</a:t>
            </a:r>
            <a:r>
              <a:rPr sz="1650" spc="-12" baseline="8025" dirty="0">
                <a:latin typeface="Courier New"/>
                <a:cs typeface="Courier New"/>
              </a:rPr>
              <a:t> </a:t>
            </a:r>
            <a:r>
              <a:rPr sz="1800" b="1" spc="0" baseline="7356" dirty="0">
                <a:latin typeface="Courier New"/>
                <a:cs typeface="Courier New"/>
              </a:rPr>
              <a:t>ib.52.1,.68</a:t>
            </a:r>
            <a:endParaRPr sz="1200" dirty="0">
              <a:latin typeface="Courier New"/>
              <a:cs typeface="Courier New"/>
            </a:endParaRPr>
          </a:p>
          <a:p>
            <a:pPr marL="343738">
              <a:lnSpc>
                <a:spcPts val="1265"/>
              </a:lnSpc>
              <a:spcBef>
                <a:spcPts val="3426"/>
              </a:spcBef>
            </a:pPr>
            <a:r>
              <a:rPr sz="1200" spc="0" baseline="-7246" dirty="0">
                <a:latin typeface="Times New Roman"/>
                <a:cs typeface="Times New Roman"/>
              </a:rPr>
              <a:t>Ob..       </a:t>
            </a:r>
            <a:r>
              <a:rPr sz="1200" spc="59" baseline="-7246" dirty="0">
                <a:latin typeface="Times New Roman"/>
                <a:cs typeface="Times New Roman"/>
              </a:rPr>
              <a:t> </a:t>
            </a:r>
            <a:r>
              <a:rPr sz="1800" spc="0" baseline="-4831" dirty="0">
                <a:latin typeface="Times New Roman"/>
                <a:cs typeface="Times New Roman"/>
              </a:rPr>
              <a:t>ee</a:t>
            </a:r>
            <a:r>
              <a:rPr sz="1800" spc="155" baseline="-4831" dirty="0">
                <a:latin typeface="Times New Roman"/>
                <a:cs typeface="Times New Roman"/>
              </a:rPr>
              <a:t> </a:t>
            </a:r>
            <a:r>
              <a:rPr sz="1800" spc="0" baseline="-4831" dirty="0">
                <a:latin typeface="Times New Roman"/>
                <a:cs typeface="Times New Roman"/>
              </a:rPr>
              <a:t>se</a:t>
            </a:r>
            <a:r>
              <a:rPr sz="1800" spc="220" baseline="-4831" dirty="0">
                <a:latin typeface="Times New Roman"/>
                <a:cs typeface="Times New Roman"/>
              </a:rPr>
              <a:t> </a:t>
            </a:r>
            <a:r>
              <a:rPr sz="1500" spc="0" baseline="-5885" dirty="0">
                <a:latin typeface="Courier New"/>
                <a:cs typeface="Courier New"/>
              </a:rPr>
              <a:t>56</a:t>
            </a:r>
            <a:r>
              <a:rPr sz="1500" spc="75" baseline="-5885" dirty="0">
                <a:latin typeface="Courier New"/>
                <a:cs typeface="Courier New"/>
              </a:rPr>
              <a:t> </a:t>
            </a:r>
            <a:r>
              <a:rPr sz="1350" spc="0" baseline="-6441" dirty="0">
                <a:latin typeface="Times New Roman"/>
                <a:cs typeface="Times New Roman"/>
              </a:rPr>
              <a:t>al   </a:t>
            </a:r>
            <a:r>
              <a:rPr sz="1350" spc="24" baseline="-6441" dirty="0">
                <a:latin typeface="Times New Roman"/>
                <a:cs typeface="Times New Roman"/>
              </a:rPr>
              <a:t> </a:t>
            </a:r>
            <a:r>
              <a:rPr sz="1350" spc="0" baseline="-6441" dirty="0">
                <a:latin typeface="Times New Roman"/>
                <a:cs typeface="Times New Roman"/>
              </a:rPr>
              <a:t>f4 </a:t>
            </a:r>
            <a:r>
              <a:rPr sz="1350" spc="204" baseline="-6441" dirty="0">
                <a:latin typeface="Times New Roman"/>
                <a:cs typeface="Times New Roman"/>
              </a:rPr>
              <a:t> </a:t>
            </a:r>
            <a:r>
              <a:rPr sz="1500" spc="0" baseline="-5885" dirty="0">
                <a:latin typeface="Courier New"/>
                <a:cs typeface="Courier New"/>
              </a:rPr>
              <a:t>d0</a:t>
            </a:r>
            <a:r>
              <a:rPr sz="1500" spc="116" baseline="-5885" dirty="0">
                <a:latin typeface="Courier New"/>
                <a:cs typeface="Courier New"/>
              </a:rPr>
              <a:t> </a:t>
            </a:r>
            <a:r>
              <a:rPr sz="1500" spc="0" baseline="-5885" dirty="0">
                <a:latin typeface="Courier New"/>
                <a:cs typeface="Courier New"/>
              </a:rPr>
              <a:t>26</a:t>
            </a:r>
            <a:r>
              <a:rPr sz="1500" spc="58" baseline="-5885" dirty="0">
                <a:latin typeface="Courier New"/>
                <a:cs typeface="Courier New"/>
              </a:rPr>
              <a:t> </a:t>
            </a:r>
            <a:r>
              <a:rPr sz="1350" spc="0" baseline="-6441" dirty="0">
                <a:latin typeface="Times New Roman"/>
                <a:cs typeface="Times New Roman"/>
              </a:rPr>
              <a:t>11 </a:t>
            </a:r>
            <a:r>
              <a:rPr sz="1350" spc="284" baseline="-6441" dirty="0">
                <a:latin typeface="Times New Roman"/>
                <a:cs typeface="Times New Roman"/>
              </a:rPr>
              <a:t> </a:t>
            </a:r>
            <a:r>
              <a:rPr sz="1500" spc="0" baseline="-5885" dirty="0">
                <a:latin typeface="Courier New"/>
                <a:cs typeface="Courier New"/>
              </a:rPr>
              <a:t>59</a:t>
            </a:r>
            <a:r>
              <a:rPr sz="1500" spc="75" baseline="-5885" dirty="0">
                <a:latin typeface="Courier New"/>
                <a:cs typeface="Courier New"/>
              </a:rPr>
              <a:t> </a:t>
            </a:r>
            <a:r>
              <a:rPr sz="1500" spc="0" baseline="-5885" dirty="0">
                <a:latin typeface="Courier New"/>
                <a:cs typeface="Courier New"/>
              </a:rPr>
              <a:t>88</a:t>
            </a:r>
            <a:r>
              <a:rPr sz="1500" spc="135" baseline="-5885" dirty="0">
                <a:latin typeface="Courier New"/>
                <a:cs typeface="Courier New"/>
              </a:rPr>
              <a:t> </a:t>
            </a:r>
            <a:r>
              <a:rPr sz="1500" spc="0" baseline="-5885" dirty="0">
                <a:latin typeface="Courier New"/>
                <a:cs typeface="Courier New"/>
              </a:rPr>
              <a:t>53</a:t>
            </a:r>
            <a:r>
              <a:rPr sz="1500" spc="76" baseline="-5885" dirty="0">
                <a:latin typeface="Courier New"/>
                <a:cs typeface="Courier New"/>
              </a:rPr>
              <a:t> </a:t>
            </a:r>
            <a:r>
              <a:rPr sz="1500" spc="0" baseline="-5885" dirty="0">
                <a:solidFill>
                  <a:srgbClr val="565456"/>
                </a:solidFill>
                <a:latin typeface="Courier New"/>
                <a:cs typeface="Courier New"/>
              </a:rPr>
              <a:t>02</a:t>
            </a:r>
            <a:r>
              <a:rPr sz="1500" spc="75" baseline="-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800" spc="0" baseline="-4831" dirty="0">
                <a:solidFill>
                  <a:srgbClr val="565456"/>
                </a:solidFill>
                <a:latin typeface="Times New Roman"/>
                <a:cs typeface="Times New Roman"/>
              </a:rPr>
              <a:t>es</a:t>
            </a:r>
            <a:r>
              <a:rPr sz="1800" spc="165" baseline="-4831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500" spc="0" baseline="-5885" dirty="0">
                <a:solidFill>
                  <a:srgbClr val="565456"/>
                </a:solidFill>
                <a:latin typeface="Courier New"/>
                <a:cs typeface="Courier New"/>
              </a:rPr>
              <a:t>06</a:t>
            </a:r>
            <a:r>
              <a:rPr sz="1500" spc="26" baseline="-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350" spc="0" baseline="-6441" dirty="0">
                <a:solidFill>
                  <a:srgbClr val="565456"/>
                </a:solidFill>
                <a:latin typeface="Times New Roman"/>
                <a:cs typeface="Times New Roman"/>
              </a:rPr>
              <a:t>00 </a:t>
            </a:r>
            <a:r>
              <a:rPr sz="1350" spc="114" baseline="-6441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500" spc="0" baseline="-5885" dirty="0">
                <a:solidFill>
                  <a:srgbClr val="565456"/>
                </a:solidFill>
                <a:latin typeface="Courier New"/>
                <a:cs typeface="Courier New"/>
              </a:rPr>
              <a:t>01  </a:t>
            </a:r>
            <a:r>
              <a:rPr sz="1500" spc="386" baseline="-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350" spc="0" baseline="-9662" dirty="0">
                <a:solidFill>
                  <a:srgbClr val="413F41"/>
                </a:solidFill>
                <a:latin typeface="Times New Roman"/>
                <a:cs typeface="Times New Roman"/>
              </a:rPr>
              <a:t>.</a:t>
            </a:r>
            <a:r>
              <a:rPr sz="1350" spc="0" baseline="-9662" dirty="0">
                <a:solidFill>
                  <a:srgbClr val="6D6B6D"/>
                </a:solidFill>
                <a:latin typeface="Times New Roman"/>
                <a:cs typeface="Times New Roman"/>
              </a:rPr>
              <a:t>P'V</a:t>
            </a:r>
            <a:r>
              <a:rPr sz="1350" spc="70" baseline="-9662" dirty="0">
                <a:solidFill>
                  <a:srgbClr val="6D6B6D"/>
                </a:solidFill>
                <a:latin typeface="Times New Roman"/>
                <a:cs typeface="Times New Roman"/>
              </a:rPr>
              <a:t> </a:t>
            </a:r>
            <a:r>
              <a:rPr sz="1350" spc="0" baseline="-9662" dirty="0">
                <a:solidFill>
                  <a:srgbClr val="565456"/>
                </a:solidFill>
                <a:latin typeface="Times New Roman"/>
                <a:cs typeface="Times New Roman"/>
              </a:rPr>
              <a:t>••</a:t>
            </a:r>
            <a:r>
              <a:rPr sz="1350" spc="0" baseline="-9662" dirty="0">
                <a:solidFill>
                  <a:srgbClr val="413F41"/>
                </a:solidFill>
                <a:latin typeface="Times New Roman"/>
                <a:cs typeface="Times New Roman"/>
              </a:rPr>
              <a:t>• </a:t>
            </a:r>
            <a:r>
              <a:rPr sz="1350" spc="-25" baseline="-9662" dirty="0">
                <a:solidFill>
                  <a:srgbClr val="413F41"/>
                </a:solidFill>
                <a:latin typeface="Times New Roman"/>
                <a:cs typeface="Times New Roman"/>
              </a:rPr>
              <a:t> </a:t>
            </a:r>
            <a:r>
              <a:rPr sz="1350" spc="0" baseline="-9662" dirty="0">
                <a:solidFill>
                  <a:srgbClr val="413F41"/>
                </a:solidFill>
                <a:latin typeface="Arial"/>
                <a:cs typeface="Arial"/>
              </a:rPr>
              <a:t>&amp;. </a:t>
            </a:r>
            <a:r>
              <a:rPr sz="1350" spc="168" baseline="-9662" dirty="0">
                <a:solidFill>
                  <a:srgbClr val="413F41"/>
                </a:solidFill>
                <a:latin typeface="Arial"/>
                <a:cs typeface="Arial"/>
              </a:rPr>
              <a:t> </a:t>
            </a:r>
            <a:r>
              <a:rPr sz="1200" spc="0" baseline="-10870" dirty="0">
                <a:solidFill>
                  <a:srgbClr val="6D6B6D"/>
                </a:solidFill>
                <a:latin typeface="Arial"/>
                <a:cs typeface="Arial"/>
              </a:rPr>
              <a:t>Y</a:t>
            </a:r>
            <a:r>
              <a:rPr sz="1200" spc="0" baseline="-10870" dirty="0">
                <a:solidFill>
                  <a:srgbClr val="565456"/>
                </a:solidFill>
                <a:latin typeface="Arial"/>
                <a:cs typeface="Arial"/>
              </a:rPr>
              <a:t>.S</a:t>
            </a:r>
            <a:r>
              <a:rPr sz="1200" spc="121" baseline="-10870" dirty="0">
                <a:solidFill>
                  <a:srgbClr val="565456"/>
                </a:solidFill>
                <a:latin typeface="Arial"/>
                <a:cs typeface="Arial"/>
              </a:rPr>
              <a:t> </a:t>
            </a:r>
            <a:r>
              <a:rPr sz="1200" spc="0" baseline="-10870" dirty="0">
                <a:solidFill>
                  <a:srgbClr val="565456"/>
                </a:solidFill>
                <a:latin typeface="Arial"/>
                <a:cs typeface="Arial"/>
              </a:rPr>
              <a:t>.</a:t>
            </a:r>
            <a:r>
              <a:rPr sz="1200" spc="0" baseline="-10870" dirty="0">
                <a:solidFill>
                  <a:srgbClr val="413F41"/>
                </a:solidFill>
                <a:latin typeface="Arial"/>
                <a:cs typeface="Arial"/>
              </a:rPr>
              <a:t>.</a:t>
            </a:r>
            <a:r>
              <a:rPr sz="1200" spc="0" baseline="-10870" dirty="0">
                <a:solidFill>
                  <a:srgbClr val="212324"/>
                </a:solidFill>
                <a:latin typeface="Arial"/>
                <a:cs typeface="Arial"/>
              </a:rPr>
              <a:t>..</a:t>
            </a:r>
            <a:r>
              <a:rPr sz="1200" spc="0" baseline="-10870" dirty="0">
                <a:solidFill>
                  <a:srgbClr val="413F41"/>
                </a:solidFill>
                <a:latin typeface="Arial"/>
                <a:cs typeface="Arial"/>
              </a:rPr>
              <a:t>.</a:t>
            </a:r>
            <a:endParaRPr sz="800" dirty="0">
              <a:latin typeface="Arial"/>
              <a:cs typeface="Arial"/>
            </a:endParaRPr>
          </a:p>
          <a:p>
            <a:pPr marL="343731">
              <a:lnSpc>
                <a:spcPts val="1365"/>
              </a:lnSpc>
              <a:spcBef>
                <a:spcPts val="5"/>
              </a:spcBef>
            </a:pPr>
            <a:r>
              <a:rPr sz="1500" spc="0" baseline="5885" dirty="0">
                <a:solidFill>
                  <a:srgbClr val="6D6B6D"/>
                </a:solidFill>
                <a:latin typeface="Courier New"/>
                <a:cs typeface="Courier New"/>
              </a:rPr>
              <a:t>0010 </a:t>
            </a:r>
            <a:r>
              <a:rPr sz="1500" spc="122" baseline="5885" dirty="0">
                <a:solidFill>
                  <a:srgbClr val="6D6B6D"/>
                </a:solidFill>
                <a:latin typeface="Courier New"/>
                <a:cs typeface="Courier New"/>
              </a:rPr>
              <a:t> </a:t>
            </a:r>
            <a:r>
              <a:rPr sz="1950" spc="0" baseline="4526" dirty="0">
                <a:solidFill>
                  <a:srgbClr val="565456"/>
                </a:solidFill>
                <a:latin typeface="Courier New"/>
                <a:cs typeface="Courier New"/>
              </a:rPr>
              <a:t>ea</a:t>
            </a:r>
            <a:r>
              <a:rPr sz="1950" spc="-11" baseline="4526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200" spc="0" baseline="7246" dirty="0">
                <a:solidFill>
                  <a:srgbClr val="565456"/>
                </a:solidFill>
                <a:latin typeface="Times New Roman"/>
                <a:cs typeface="Times New Roman"/>
              </a:rPr>
              <a:t>00  </a:t>
            </a:r>
            <a:r>
              <a:rPr sz="1200" spc="65" baseline="7246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565456"/>
                </a:solidFill>
                <a:latin typeface="Courier New"/>
                <a:cs typeface="Courier New"/>
              </a:rPr>
              <a:t>06</a:t>
            </a:r>
            <a:r>
              <a:rPr sz="1500" spc="26" baseline="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200" spc="0" baseline="7246" dirty="0">
                <a:solidFill>
                  <a:srgbClr val="413F41"/>
                </a:solidFill>
                <a:latin typeface="Times New Roman"/>
                <a:cs typeface="Times New Roman"/>
              </a:rPr>
              <a:t>04  </a:t>
            </a:r>
            <a:r>
              <a:rPr sz="1200" spc="65" baseline="7246" dirty="0">
                <a:solidFill>
                  <a:srgbClr val="413F41"/>
                </a:solidFill>
                <a:latin typeface="Times New Roman"/>
                <a:cs typeface="Times New Roman"/>
              </a:rPr>
              <a:t> </a:t>
            </a:r>
            <a:r>
              <a:rPr sz="1200" spc="0" baseline="7246" dirty="0">
                <a:solidFill>
                  <a:srgbClr val="3485D6"/>
                </a:solidFill>
                <a:latin typeface="Times New Roman"/>
                <a:cs typeface="Times New Roman"/>
              </a:rPr>
              <a:t>~            </a:t>
            </a:r>
            <a:r>
              <a:rPr sz="1200" spc="3" baseline="7246" dirty="0">
                <a:solidFill>
                  <a:srgbClr val="3485D6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565456"/>
                </a:solidFill>
                <a:latin typeface="Courier New"/>
                <a:cs typeface="Courier New"/>
              </a:rPr>
              <a:t>26</a:t>
            </a:r>
            <a:r>
              <a:rPr sz="1500" spc="75" baseline="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5456"/>
                </a:solidFill>
                <a:latin typeface="Courier New"/>
                <a:cs typeface="Courier New"/>
              </a:rPr>
              <a:t>11 </a:t>
            </a:r>
            <a:r>
              <a:rPr sz="1500" spc="178" baseline="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5456"/>
                </a:solidFill>
                <a:latin typeface="Courier New"/>
                <a:cs typeface="Courier New"/>
              </a:rPr>
              <a:t>59</a:t>
            </a:r>
            <a:r>
              <a:rPr sz="1500" spc="75" baseline="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5456"/>
                </a:solidFill>
                <a:latin typeface="Courier New"/>
                <a:cs typeface="Courier New"/>
              </a:rPr>
              <a:t>88</a:t>
            </a:r>
            <a:r>
              <a:rPr sz="1500" spc="135" baseline="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5456"/>
                </a:solidFill>
                <a:latin typeface="Courier New"/>
                <a:cs typeface="Courier New"/>
              </a:rPr>
              <a:t>53</a:t>
            </a:r>
            <a:r>
              <a:rPr sz="1500" spc="76" baseline="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500" spc="0" baseline="5885" dirty="0">
                <a:solidFill>
                  <a:srgbClr val="565456"/>
                </a:solidFill>
                <a:latin typeface="Courier New"/>
                <a:cs typeface="Courier New"/>
              </a:rPr>
              <a:t>02</a:t>
            </a:r>
            <a:r>
              <a:rPr sz="1500" spc="75" baseline="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200" spc="0" baseline="7246" dirty="0">
                <a:solidFill>
                  <a:srgbClr val="565456"/>
                </a:solidFill>
                <a:latin typeface="Times New Roman"/>
                <a:cs typeface="Times New Roman"/>
              </a:rPr>
              <a:t>011   </a:t>
            </a:r>
            <a:r>
              <a:rPr sz="1200" spc="34" baseline="7246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1500" spc="0" baseline="5885" dirty="0">
                <a:solidFill>
                  <a:srgbClr val="565456"/>
                </a:solidFill>
                <a:latin typeface="Courier New"/>
                <a:cs typeface="Courier New"/>
              </a:rPr>
              <a:t>36</a:t>
            </a:r>
            <a:r>
              <a:rPr sz="1500" spc="21" baseline="5885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950" spc="0" baseline="4526" dirty="0">
                <a:solidFill>
                  <a:srgbClr val="413F41"/>
                </a:solidFill>
                <a:latin typeface="Courier New"/>
                <a:cs typeface="Courier New"/>
              </a:rPr>
              <a:t>e</a:t>
            </a:r>
            <a:r>
              <a:rPr sz="1950" spc="0" baseline="4526" dirty="0">
                <a:solidFill>
                  <a:srgbClr val="565456"/>
                </a:solidFill>
                <a:latin typeface="Courier New"/>
                <a:cs typeface="Courier New"/>
              </a:rPr>
              <a:t>f</a:t>
            </a:r>
            <a:r>
              <a:rPr sz="1950" spc="302" baseline="4526" dirty="0">
                <a:solidFill>
                  <a:srgbClr val="565456"/>
                </a:solidFill>
                <a:latin typeface="Courier New"/>
                <a:cs typeface="Courier New"/>
              </a:rPr>
              <a:t> </a:t>
            </a:r>
            <a:r>
              <a:rPr sz="1200" spc="0" baseline="7246" dirty="0">
                <a:solidFill>
                  <a:srgbClr val="565456"/>
                </a:solidFill>
                <a:latin typeface="Times New Roman"/>
                <a:cs typeface="Times New Roman"/>
              </a:rPr>
              <a:t>64        </a:t>
            </a:r>
            <a:r>
              <a:rPr sz="1200" spc="99" baseline="7246" dirty="0">
                <a:solidFill>
                  <a:srgbClr val="565456"/>
                </a:solidFill>
                <a:latin typeface="Times New Roman"/>
                <a:cs typeface="Times New Roman"/>
              </a:rPr>
              <a:t> </a:t>
            </a:r>
            <a:r>
              <a:rPr sz="2100" b="1" spc="0" baseline="4141" dirty="0">
                <a:solidFill>
                  <a:srgbClr val="413F41"/>
                </a:solidFill>
                <a:latin typeface="Arial"/>
                <a:cs typeface="Arial"/>
              </a:rPr>
              <a:t>.</a:t>
            </a:r>
            <a:r>
              <a:rPr sz="2100" b="1" spc="0" baseline="4141" dirty="0">
                <a:solidFill>
                  <a:srgbClr val="565456"/>
                </a:solidFill>
                <a:latin typeface="Arial"/>
                <a:cs typeface="Arial"/>
              </a:rPr>
              <a:t>..</a:t>
            </a:r>
            <a:r>
              <a:rPr sz="2100" b="1" spc="0" baseline="4141" dirty="0">
                <a:solidFill>
                  <a:srgbClr val="413F41"/>
                </a:solidFill>
                <a:latin typeface="Arial"/>
                <a:cs typeface="Arial"/>
              </a:rPr>
              <a:t>. </a:t>
            </a:r>
            <a:r>
              <a:rPr sz="2100" b="1" spc="-109" baseline="4141" dirty="0">
                <a:solidFill>
                  <a:srgbClr val="413F41"/>
                </a:solidFill>
                <a:latin typeface="Arial"/>
                <a:cs typeface="Arial"/>
              </a:rPr>
              <a:t> </a:t>
            </a:r>
            <a:r>
              <a:rPr sz="2100" b="1" spc="0" baseline="4141" dirty="0">
                <a:solidFill>
                  <a:srgbClr val="3485D6"/>
                </a:solidFill>
                <a:latin typeface="Arial"/>
                <a:cs typeface="Arial"/>
              </a:rPr>
              <a:t>l!!I</a:t>
            </a:r>
            <a:r>
              <a:rPr sz="2100" b="1" spc="-119" baseline="4141" dirty="0">
                <a:solidFill>
                  <a:srgbClr val="3485D6"/>
                </a:solidFill>
                <a:latin typeface="Arial"/>
                <a:cs typeface="Arial"/>
              </a:rPr>
              <a:t>&amp;</a:t>
            </a:r>
            <a:r>
              <a:rPr sz="2100" b="1" spc="0" baseline="4141" dirty="0">
                <a:solidFill>
                  <a:srgbClr val="212324"/>
                </a:solidFill>
                <a:latin typeface="Arial"/>
                <a:cs typeface="Arial"/>
              </a:rPr>
              <a:t>.  </a:t>
            </a:r>
            <a:r>
              <a:rPr sz="2100" b="1" spc="33" baseline="4141" dirty="0">
                <a:solidFill>
                  <a:srgbClr val="212324"/>
                </a:solidFill>
                <a:latin typeface="Arial"/>
                <a:cs typeface="Arial"/>
              </a:rPr>
              <a:t> </a:t>
            </a:r>
            <a:r>
              <a:rPr sz="1200" spc="0" baseline="7246" dirty="0">
                <a:solidFill>
                  <a:srgbClr val="565456"/>
                </a:solidFill>
                <a:latin typeface="Arial"/>
                <a:cs typeface="Arial"/>
              </a:rPr>
              <a:t>Y.S</a:t>
            </a:r>
            <a:r>
              <a:rPr sz="1200" spc="118" baseline="7246" dirty="0">
                <a:solidFill>
                  <a:srgbClr val="565456"/>
                </a:solidFill>
                <a:latin typeface="Arial"/>
                <a:cs typeface="Arial"/>
              </a:rPr>
              <a:t> </a:t>
            </a:r>
            <a:r>
              <a:rPr sz="1200" spc="0" baseline="7246" dirty="0">
                <a:solidFill>
                  <a:srgbClr val="413F41"/>
                </a:solidFill>
                <a:latin typeface="Arial"/>
                <a:cs typeface="Arial"/>
              </a:rPr>
              <a:t>.•</a:t>
            </a:r>
            <a:r>
              <a:rPr sz="1200" spc="176" baseline="7246" dirty="0">
                <a:solidFill>
                  <a:srgbClr val="413F41"/>
                </a:solidFill>
                <a:latin typeface="Arial"/>
                <a:cs typeface="Arial"/>
              </a:rPr>
              <a:t> </a:t>
            </a:r>
            <a:r>
              <a:rPr sz="1500" spc="0" baseline="5885" dirty="0">
                <a:solidFill>
                  <a:srgbClr val="565456"/>
                </a:solidFill>
                <a:latin typeface="Courier New"/>
                <a:cs typeface="Courier New"/>
              </a:rPr>
              <a:t>6</a:t>
            </a:r>
            <a:r>
              <a:rPr sz="1500" spc="0" baseline="5885" dirty="0">
                <a:solidFill>
                  <a:srgbClr val="212324"/>
                </a:solidFill>
                <a:latin typeface="Courier New"/>
                <a:cs typeface="Courier New"/>
              </a:rPr>
              <a:t>.</a:t>
            </a:r>
            <a:r>
              <a:rPr sz="1500" spc="0" baseline="5885" dirty="0">
                <a:solidFill>
                  <a:srgbClr val="565456"/>
                </a:solidFill>
                <a:latin typeface="Courier New"/>
                <a:cs typeface="Courier New"/>
              </a:rPr>
              <a:t>d</a:t>
            </a:r>
            <a:endParaRPr sz="1000" dirty="0">
              <a:latin typeface="Courier New"/>
              <a:cs typeface="Courier New"/>
            </a:endParaRPr>
          </a:p>
          <a:p>
            <a:pPr marL="258006">
              <a:lnSpc>
                <a:spcPct val="95825"/>
              </a:lnSpc>
              <a:spcBef>
                <a:spcPts val="440"/>
              </a:spcBef>
            </a:pPr>
            <a:r>
              <a:rPr sz="2400" spc="0" dirty="0">
                <a:solidFill>
                  <a:srgbClr val="B6B6B6"/>
                </a:solidFill>
                <a:latin typeface="Arial"/>
                <a:cs typeface="Arial"/>
              </a:rPr>
              <a:t>I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9300" y="2839243"/>
            <a:ext cx="31113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970829" y="2839243"/>
            <a:ext cx="7966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169537" y="2839243"/>
            <a:ext cx="6669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4664491" y="2839243"/>
            <a:ext cx="1432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497409" y="2839243"/>
            <a:ext cx="64939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30"/>
          <p:cNvSpPr txBox="1"/>
          <p:nvPr/>
        </p:nvSpPr>
        <p:spPr>
          <a:xfrm>
            <a:off x="3535426" y="2400300"/>
            <a:ext cx="1151829" cy="457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3593" marR="29845">
              <a:lnSpc>
                <a:spcPts val="944"/>
              </a:lnSpc>
              <a:spcBef>
                <a:spcPts val="47"/>
              </a:spcBef>
            </a:pPr>
            <a:r>
              <a:rPr sz="1350" baseline="6538" dirty="0">
                <a:solidFill>
                  <a:srgbClr val="565056"/>
                </a:solidFill>
                <a:latin typeface="Courier New"/>
                <a:cs typeface="Courier New"/>
              </a:rPr>
              <a:t>P</a:t>
            </a:r>
            <a:r>
              <a:rPr sz="1350" baseline="6538" dirty="0">
                <a:solidFill>
                  <a:srgbClr val="696467"/>
                </a:solidFill>
                <a:latin typeface="Courier New"/>
                <a:cs typeface="Courier New"/>
              </a:rPr>
              <a:t>ro</a:t>
            </a:r>
            <a:r>
              <a:rPr sz="1350" baseline="6538" dirty="0">
                <a:solidFill>
                  <a:srgbClr val="565056"/>
                </a:solidFill>
                <a:latin typeface="Courier New"/>
                <a:cs typeface="Courier New"/>
              </a:rPr>
              <a:t>tocol</a:t>
            </a:r>
            <a:endParaRPr sz="900">
              <a:latin typeface="Courier New"/>
              <a:cs typeface="Courier New"/>
            </a:endParaRPr>
          </a:p>
          <a:p>
            <a:pPr marL="43593">
              <a:lnSpc>
                <a:spcPct val="94401"/>
              </a:lnSpc>
              <a:spcBef>
                <a:spcPts val="1239"/>
              </a:spcBef>
            </a:pP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Sende</a:t>
            </a:r>
            <a:r>
              <a:rPr sz="900" spc="0" dirty="0">
                <a:solidFill>
                  <a:srgbClr val="696467"/>
                </a:solidFill>
                <a:latin typeface="Courier New"/>
                <a:cs typeface="Courier New"/>
              </a:rPr>
              <a:t>r</a:t>
            </a:r>
            <a:r>
              <a:rPr sz="900" spc="237" dirty="0">
                <a:solidFill>
                  <a:srgbClr val="696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696467"/>
                </a:solidFill>
                <a:latin typeface="Courier New"/>
                <a:cs typeface="Courier New"/>
              </a:rPr>
              <a:t>MA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C</a:t>
            </a:r>
            <a:r>
              <a:rPr sz="900" spc="134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423B42"/>
                </a:solidFill>
                <a:latin typeface="Courier New"/>
                <a:cs typeface="Courier New"/>
              </a:rPr>
              <a:t>a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dd</a:t>
            </a:r>
            <a:r>
              <a:rPr sz="900" spc="0" dirty="0">
                <a:solidFill>
                  <a:srgbClr val="725D46"/>
                </a:solidFill>
                <a:latin typeface="Courier New"/>
                <a:cs typeface="Courier New"/>
              </a:rPr>
              <a:t>r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ess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07425" y="2601848"/>
            <a:ext cx="535050" cy="1077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610600" y="2057399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400">
            <a:solidFill>
              <a:srgbClr val="9E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36000" y="2044699"/>
            <a:ext cx="0" cy="571500"/>
          </a:xfrm>
          <a:custGeom>
            <a:avLst/>
            <a:gdLst/>
            <a:ahLst/>
            <a:cxnLst/>
            <a:rect l="l" t="t" r="r" b="b"/>
            <a:pathLst>
              <a:path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E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35224" y="1222247"/>
            <a:ext cx="5393436" cy="3422904"/>
          </a:xfrm>
          <a:custGeom>
            <a:avLst/>
            <a:gdLst/>
            <a:ahLst/>
            <a:cxnLst/>
            <a:rect l="l" t="t" r="r" b="b"/>
            <a:pathLst>
              <a:path w="5393436" h="3422904">
                <a:moveTo>
                  <a:pt x="0" y="3422904"/>
                </a:moveTo>
                <a:lnTo>
                  <a:pt x="186563" y="3236355"/>
                </a:lnTo>
                <a:lnTo>
                  <a:pt x="186563" y="186564"/>
                </a:lnTo>
                <a:lnTo>
                  <a:pt x="5206873" y="186564"/>
                </a:lnTo>
                <a:lnTo>
                  <a:pt x="5206873" y="3236355"/>
                </a:lnTo>
                <a:lnTo>
                  <a:pt x="186563" y="3236355"/>
                </a:lnTo>
                <a:lnTo>
                  <a:pt x="5393436" y="3422904"/>
                </a:lnTo>
                <a:lnTo>
                  <a:pt x="5393436" y="0"/>
                </a:lnTo>
                <a:lnTo>
                  <a:pt x="0" y="0"/>
                </a:lnTo>
                <a:lnTo>
                  <a:pt x="0" y="3422904"/>
                </a:lnTo>
                <a:close/>
              </a:path>
              <a:path w="5393436" h="3422904">
                <a:moveTo>
                  <a:pt x="186563" y="3236355"/>
                </a:moveTo>
                <a:lnTo>
                  <a:pt x="0" y="3422904"/>
                </a:lnTo>
                <a:lnTo>
                  <a:pt x="5393436" y="3422904"/>
                </a:lnTo>
                <a:lnTo>
                  <a:pt x="186563" y="3236355"/>
                </a:lnTo>
                <a:close/>
              </a:path>
            </a:pathLst>
          </a:custGeom>
          <a:solidFill>
            <a:srgbClr val="0D57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35224" y="1222247"/>
            <a:ext cx="5393436" cy="3422904"/>
          </a:xfrm>
          <a:custGeom>
            <a:avLst/>
            <a:gdLst/>
            <a:ahLst/>
            <a:cxnLst/>
            <a:rect l="l" t="t" r="r" b="b"/>
            <a:pathLst>
              <a:path w="5393436" h="3422904">
                <a:moveTo>
                  <a:pt x="0" y="0"/>
                </a:moveTo>
                <a:lnTo>
                  <a:pt x="0" y="3422904"/>
                </a:lnTo>
                <a:lnTo>
                  <a:pt x="5393436" y="3422904"/>
                </a:lnTo>
                <a:lnTo>
                  <a:pt x="5393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0D57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21787" y="1408811"/>
            <a:ext cx="5020310" cy="3049790"/>
          </a:xfrm>
          <a:custGeom>
            <a:avLst/>
            <a:gdLst/>
            <a:ahLst/>
            <a:cxnLst/>
            <a:rect l="l" t="t" r="r" b="b"/>
            <a:pathLst>
              <a:path w="5020310" h="3049790">
                <a:moveTo>
                  <a:pt x="0" y="3049790"/>
                </a:moveTo>
                <a:lnTo>
                  <a:pt x="5020310" y="3049790"/>
                </a:lnTo>
                <a:lnTo>
                  <a:pt x="5020310" y="0"/>
                </a:lnTo>
                <a:lnTo>
                  <a:pt x="0" y="0"/>
                </a:lnTo>
                <a:lnTo>
                  <a:pt x="0" y="3049790"/>
                </a:lnTo>
                <a:close/>
              </a:path>
            </a:pathLst>
          </a:custGeom>
          <a:solidFill>
            <a:srgbClr val="0D57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35426" y="2400300"/>
            <a:ext cx="1106551" cy="457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75000" y="1473199"/>
            <a:ext cx="4914900" cy="0"/>
          </a:xfrm>
          <a:custGeom>
            <a:avLst/>
            <a:gdLst/>
            <a:ahLst/>
            <a:cxnLst/>
            <a:rect l="l" t="t" r="r" b="b"/>
            <a:pathLst>
              <a:path w="4914900">
                <a:moveTo>
                  <a:pt x="0" y="0"/>
                </a:moveTo>
                <a:lnTo>
                  <a:pt x="4914900" y="0"/>
                </a:lnTo>
              </a:path>
            </a:pathLst>
          </a:custGeom>
          <a:ln w="12700">
            <a:solidFill>
              <a:srgbClr val="9E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75000" y="1473199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7100"/>
                </a:moveTo>
                <a:lnTo>
                  <a:pt x="0" y="0"/>
                </a:lnTo>
              </a:path>
            </a:pathLst>
          </a:custGeom>
          <a:ln w="12700">
            <a:solidFill>
              <a:srgbClr val="69646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635500" y="2527299"/>
            <a:ext cx="3454400" cy="0"/>
          </a:xfrm>
          <a:custGeom>
            <a:avLst/>
            <a:gdLst/>
            <a:ahLst/>
            <a:cxnLst/>
            <a:rect l="l" t="t" r="r" b="b"/>
            <a:pathLst>
              <a:path w="3454400">
                <a:moveTo>
                  <a:pt x="0" y="0"/>
                </a:moveTo>
                <a:lnTo>
                  <a:pt x="3454400" y="0"/>
                </a:lnTo>
              </a:path>
            </a:pathLst>
          </a:custGeom>
          <a:ln w="12700">
            <a:solidFill>
              <a:srgbClr val="6293C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35500" y="2654299"/>
            <a:ext cx="3467100" cy="0"/>
          </a:xfrm>
          <a:custGeom>
            <a:avLst/>
            <a:gdLst/>
            <a:ahLst/>
            <a:cxnLst/>
            <a:rect l="l" t="t" r="r" b="b"/>
            <a:pathLst>
              <a:path w="3467100">
                <a:moveTo>
                  <a:pt x="0" y="0"/>
                </a:moveTo>
                <a:lnTo>
                  <a:pt x="3467100" y="0"/>
                </a:lnTo>
              </a:path>
            </a:pathLst>
          </a:custGeom>
          <a:ln w="25400">
            <a:solidFill>
              <a:srgbClr val="D3526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75000" y="3682999"/>
            <a:ext cx="4914900" cy="0"/>
          </a:xfrm>
          <a:custGeom>
            <a:avLst/>
            <a:gdLst/>
            <a:ahLst/>
            <a:cxnLst/>
            <a:rect l="l" t="t" r="r" b="b"/>
            <a:pathLst>
              <a:path w="4914900">
                <a:moveTo>
                  <a:pt x="0" y="0"/>
                </a:moveTo>
                <a:lnTo>
                  <a:pt x="4914900" y="0"/>
                </a:lnTo>
              </a:path>
            </a:pathLst>
          </a:custGeom>
          <a:ln w="25400">
            <a:solidFill>
              <a:srgbClr val="69646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75000" y="3695699"/>
            <a:ext cx="0" cy="762000"/>
          </a:xfrm>
          <a:custGeom>
            <a:avLst/>
            <a:gdLst/>
            <a:ahLst/>
            <a:cxnLst/>
            <a:rect l="l" t="t" r="r" b="b"/>
            <a:pathLst>
              <a:path h="762000">
                <a:moveTo>
                  <a:pt x="0" y="762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69646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91100" y="4457699"/>
            <a:ext cx="2628900" cy="0"/>
          </a:xfrm>
          <a:custGeom>
            <a:avLst/>
            <a:gdLst/>
            <a:ahLst/>
            <a:cxnLst/>
            <a:rect l="l" t="t" r="r" b="b"/>
            <a:pathLst>
              <a:path w="2628900">
                <a:moveTo>
                  <a:pt x="0" y="0"/>
                </a:moveTo>
                <a:lnTo>
                  <a:pt x="2628900" y="0"/>
                </a:lnTo>
              </a:path>
            </a:pathLst>
          </a:custGeom>
          <a:ln w="12700">
            <a:solidFill>
              <a:srgbClr val="C4C4C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-12827"/>
            <a:ext cx="9136125" cy="10208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78425" y="4959223"/>
            <a:ext cx="1120774" cy="1635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2436" y="1340421"/>
            <a:ext cx="2432490" cy="444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8575">
              <a:lnSpc>
                <a:spcPts val="1610"/>
              </a:lnSpc>
              <a:spcBef>
                <a:spcPts val="80"/>
              </a:spcBef>
            </a:pP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15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1500" spc="2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et,</a:t>
            </a:r>
            <a:r>
              <a:rPr sz="15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1500" spc="1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ha</a:t>
            </a:r>
            <a:r>
              <a:rPr sz="15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500" spc="3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1500" spc="1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500" spc="1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500" spc="2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evious</a:t>
            </a:r>
            <a:r>
              <a:rPr sz="1500" spc="-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et.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436" y="2026473"/>
            <a:ext cx="2446287" cy="25025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0158">
              <a:lnSpc>
                <a:spcPts val="1610"/>
              </a:lnSpc>
              <a:spcBef>
                <a:spcPts val="80"/>
              </a:spcBef>
            </a:pPr>
            <a:r>
              <a:rPr sz="15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his</a:t>
            </a:r>
            <a:r>
              <a:rPr sz="1500" spc="1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1500" spc="-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1500" spc="1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5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</a:pP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5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r>
              <a:rPr sz="1500" b="1" spc="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et.</a:t>
            </a:r>
            <a:r>
              <a:rPr sz="15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1500" spc="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n qui</a:t>
            </a:r>
            <a:r>
              <a:rPr sz="15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r>
              <a:rPr sz="1500" spc="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te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5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1500" spc="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500" spc="2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Op</a:t>
            </a:r>
            <a:r>
              <a:rPr sz="15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ode, 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500" b="1" spc="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r>
              <a:rPr sz="1500" b="1" spc="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(</a:t>
            </a:r>
            <a:r>
              <a:rPr sz="15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)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500" spc="1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Within</a:t>
            </a:r>
            <a:r>
              <a:rPr sz="15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1500" spc="2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et, we</a:t>
            </a:r>
            <a:r>
              <a:rPr sz="1500" spc="1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-6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ee</a:t>
            </a:r>
            <a:r>
              <a:rPr sz="15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that</a:t>
            </a:r>
            <a:r>
              <a:rPr sz="1500" spc="3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500" spc="2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5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5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MAC a</a:t>
            </a:r>
            <a:r>
              <a:rPr sz="1500" spc="5" dirty="0">
                <a:solidFill>
                  <a:srgbClr val="595959"/>
                </a:solidFill>
                <a:latin typeface="Times New Roman"/>
                <a:cs typeface="Times New Roman"/>
              </a:rPr>
              <a:t>dd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es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5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has </a:t>
            </a:r>
            <a:r>
              <a:rPr sz="1500" spc="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en </a:t>
            </a:r>
            <a:r>
              <a:rPr sz="15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pu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ated with</a:t>
            </a:r>
            <a:r>
              <a:rPr sz="1500" spc="1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500" spc="2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1500" spc="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500" spc="5" dirty="0">
                <a:solidFill>
                  <a:srgbClr val="595959"/>
                </a:solidFill>
                <a:latin typeface="Times New Roman"/>
                <a:cs typeface="Times New Roman"/>
              </a:rPr>
              <a:t>dd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es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5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500" spc="1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the </a:t>
            </a:r>
            <a:r>
              <a:rPr sz="1500" spc="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evi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 </a:t>
            </a:r>
            <a:r>
              <a:rPr sz="15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1500" spc="2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0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.54.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5.6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500" spc="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his MAC</a:t>
            </a:r>
            <a:r>
              <a:rPr sz="1500" spc="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500" spc="5" dirty="0">
                <a:solidFill>
                  <a:srgbClr val="595959"/>
                </a:solidFill>
                <a:latin typeface="Times New Roman"/>
                <a:cs typeface="Times New Roman"/>
              </a:rPr>
              <a:t>dd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500" spc="-5" dirty="0">
                <a:solidFill>
                  <a:srgbClr val="595959"/>
                </a:solidFill>
                <a:latin typeface="Times New Roman"/>
                <a:cs typeface="Times New Roman"/>
              </a:rPr>
              <a:t>es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5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500" spc="-1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1500" spc="2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500" spc="4" dirty="0">
                <a:solidFill>
                  <a:srgbClr val="595959"/>
                </a:solidFill>
                <a:latin typeface="Times New Roman"/>
                <a:cs typeface="Times New Roman"/>
              </a:rPr>
              <a:t>dd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ed to</a:t>
            </a:r>
            <a:r>
              <a:rPr sz="1500" spc="1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500" spc="2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1500" spc="-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tab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e </a:t>
            </a:r>
            <a:r>
              <a:rPr sz="15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endParaRPr sz="1500">
              <a:latin typeface="Times New Roman"/>
              <a:cs typeface="Times New Roman"/>
            </a:endParaRPr>
          </a:p>
          <a:p>
            <a:pPr marL="12700" marR="20158">
              <a:lnSpc>
                <a:spcPct val="95825"/>
              </a:lnSpc>
              <a:spcBef>
                <a:spcPts val="5"/>
              </a:spcBef>
            </a:pPr>
            <a:r>
              <a:rPr sz="150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0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.54.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5.1</a:t>
            </a:r>
            <a:r>
              <a:rPr sz="1500" spc="-4" dirty="0">
                <a:solidFill>
                  <a:srgbClr val="595959"/>
                </a:solidFill>
                <a:latin typeface="Times New Roman"/>
                <a:cs typeface="Times New Roman"/>
              </a:rPr>
              <a:t>0</a:t>
            </a:r>
            <a:r>
              <a:rPr sz="1500" spc="0" dirty="0">
                <a:solidFill>
                  <a:srgbClr val="595959"/>
                </a:solidFill>
                <a:latin typeface="Times New Roman"/>
                <a:cs typeface="Times New Roman"/>
              </a:rPr>
              <a:t>0.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97900" y="3720307"/>
            <a:ext cx="574039" cy="127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15"/>
              </a:lnSpc>
              <a:tabLst>
                <a:tab pos="533400" algn="l"/>
              </a:tabLst>
            </a:pPr>
            <a:r>
              <a:rPr sz="800" u="heavy" dirty="0">
                <a:solidFill>
                  <a:srgbClr val="423B42"/>
                </a:solidFill>
                <a:latin typeface="Times New Roman"/>
                <a:cs typeface="Times New Roman"/>
              </a:rPr>
              <a:t> 	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73237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59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36000" y="2057399"/>
            <a:ext cx="507999" cy="558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3175000" y="1473199"/>
            <a:ext cx="4914900" cy="2209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3175000" y="3682999"/>
            <a:ext cx="4914900" cy="774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75400">
              <a:lnSpc>
                <a:spcPct val="94401"/>
              </a:lnSpc>
              <a:spcBef>
                <a:spcPts val="1369"/>
              </a:spcBef>
            </a:pPr>
            <a:r>
              <a:rPr sz="900" spc="0" dirty="0">
                <a:solidFill>
                  <a:srgbClr val="B1AFB1"/>
                </a:solidFill>
                <a:latin typeface="Courier New"/>
                <a:cs typeface="Courier New"/>
              </a:rPr>
              <a:t>0020</a:t>
            </a:r>
            <a:r>
              <a:rPr sz="900" spc="395" dirty="0">
                <a:solidFill>
                  <a:srgbClr val="B1AFB1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423B42"/>
                </a:solidFill>
                <a:latin typeface="Courier New"/>
                <a:cs typeface="Courier New"/>
              </a:rPr>
              <a:t>2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6</a:t>
            </a:r>
            <a:r>
              <a:rPr sz="900" spc="244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11</a:t>
            </a:r>
            <a:r>
              <a:rPr sz="900" spc="-101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59</a:t>
            </a:r>
            <a:r>
              <a:rPr sz="900" spc="16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88</a:t>
            </a:r>
            <a:r>
              <a:rPr sz="900" spc="-101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53</a:t>
            </a:r>
            <a:r>
              <a:rPr sz="900" spc="10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</a:t>
            </a:r>
            <a:r>
              <a:rPr sz="900" spc="0" dirty="0">
                <a:solidFill>
                  <a:srgbClr val="423B42"/>
                </a:solidFill>
                <a:latin typeface="Courier New"/>
                <a:cs typeface="Courier New"/>
              </a:rPr>
              <a:t>2</a:t>
            </a:r>
            <a:r>
              <a:rPr sz="900" spc="221" dirty="0">
                <a:solidFill>
                  <a:srgbClr val="423B42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</a:t>
            </a:r>
            <a:r>
              <a:rPr sz="900" spc="0" dirty="0">
                <a:solidFill>
                  <a:srgbClr val="423B42"/>
                </a:solidFill>
                <a:latin typeface="Courier New"/>
                <a:cs typeface="Courier New"/>
              </a:rPr>
              <a:t>a</a:t>
            </a:r>
            <a:r>
              <a:rPr sz="900" spc="222" dirty="0">
                <a:solidFill>
                  <a:srgbClr val="423B42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3</a:t>
            </a:r>
            <a:r>
              <a:rPr sz="900" spc="0" dirty="0">
                <a:solidFill>
                  <a:srgbClr val="423B42"/>
                </a:solidFill>
                <a:latin typeface="Courier New"/>
                <a:cs typeface="Courier New"/>
              </a:rPr>
              <a:t>6 </a:t>
            </a:r>
            <a:r>
              <a:rPr sz="900" spc="181" dirty="0">
                <a:solidFill>
                  <a:srgbClr val="423B42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0f</a:t>
            </a:r>
            <a:r>
              <a:rPr sz="900" spc="-42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64</a:t>
            </a:r>
            <a:r>
              <a:rPr sz="900" spc="-211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02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5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02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5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02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 </a:t>
            </a:r>
            <a:r>
              <a:rPr sz="900" spc="372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65056"/>
                </a:solidFill>
                <a:latin typeface="Times New Roman"/>
                <a:cs typeface="Times New Roman"/>
              </a:rPr>
              <a:t>&amp;.Y.S </a:t>
            </a:r>
            <a:r>
              <a:rPr sz="800" spc="199" dirty="0">
                <a:solidFill>
                  <a:srgbClr val="565056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565056"/>
                </a:solidFill>
                <a:latin typeface="Times New Roman"/>
                <a:cs typeface="Times New Roman"/>
              </a:rPr>
              <a:t>.. </a:t>
            </a:r>
            <a:r>
              <a:rPr sz="800" spc="99" dirty="0">
                <a:solidFill>
                  <a:srgbClr val="565056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565056"/>
                </a:solidFill>
                <a:latin typeface="Times New Roman"/>
                <a:cs typeface="Times New Roman"/>
              </a:rPr>
              <a:t>6  </a:t>
            </a:r>
            <a:r>
              <a:rPr sz="800" spc="69" dirty="0">
                <a:solidFill>
                  <a:srgbClr val="565056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565056"/>
                </a:solidFill>
                <a:latin typeface="Times New Roman"/>
                <a:cs typeface="Times New Roman"/>
              </a:rPr>
              <a:t>.</a:t>
            </a:r>
            <a:r>
              <a:rPr sz="800" spc="0" dirty="0">
                <a:solidFill>
                  <a:srgbClr val="423B42"/>
                </a:solidFill>
                <a:latin typeface="Times New Roman"/>
                <a:cs typeface="Times New Roman"/>
              </a:rPr>
              <a:t>d          </a:t>
            </a:r>
            <a:r>
              <a:rPr sz="800" spc="179" dirty="0">
                <a:solidFill>
                  <a:srgbClr val="423B42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423B42"/>
                </a:solidFill>
                <a:latin typeface="Times New Roman"/>
                <a:cs typeface="Times New Roman"/>
              </a:rPr>
              <a:t>..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35224" y="1222247"/>
            <a:ext cx="5393436" cy="34229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 dirty="0"/>
          </a:p>
          <a:p>
            <a:pPr marL="329476">
              <a:lnSpc>
                <a:spcPct val="94401"/>
              </a:lnSpc>
              <a:spcBef>
                <a:spcPts val="1226"/>
              </a:spcBef>
            </a:pPr>
            <a:r>
              <a:rPr sz="900" spc="0" dirty="0">
                <a:latin typeface="Courier New"/>
                <a:cs typeface="Courier New"/>
              </a:rPr>
              <a:t>~</a:t>
            </a:r>
            <a:r>
              <a:rPr sz="900" spc="257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Frame </a:t>
            </a:r>
            <a:r>
              <a:rPr sz="900" spc="89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12: </a:t>
            </a:r>
            <a:r>
              <a:rPr sz="900" spc="-189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60</a:t>
            </a:r>
            <a:r>
              <a:rPr sz="900" spc="-161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bytes</a:t>
            </a:r>
            <a:r>
              <a:rPr sz="900" spc="201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on</a:t>
            </a:r>
            <a:r>
              <a:rPr sz="900" spc="-157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wire</a:t>
            </a:r>
            <a:r>
              <a:rPr sz="900" spc="401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(480</a:t>
            </a:r>
            <a:r>
              <a:rPr sz="900" spc="174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bits), </a:t>
            </a:r>
            <a:r>
              <a:rPr sz="900" spc="139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60</a:t>
            </a:r>
            <a:r>
              <a:rPr sz="900" spc="-161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bytes</a:t>
            </a:r>
            <a:r>
              <a:rPr sz="900" spc="326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captured </a:t>
            </a:r>
            <a:r>
              <a:rPr sz="900" spc="127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(480</a:t>
            </a:r>
            <a:r>
              <a:rPr sz="900" spc="202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bits)</a:t>
            </a:r>
            <a:endParaRPr sz="900" dirty="0">
              <a:latin typeface="Courier New"/>
              <a:cs typeface="Courier New"/>
            </a:endParaRPr>
          </a:p>
          <a:p>
            <a:pPr marL="329476">
              <a:lnSpc>
                <a:spcPct val="94401"/>
              </a:lnSpc>
              <a:spcBef>
                <a:spcPts val="160"/>
              </a:spcBef>
            </a:pPr>
            <a:r>
              <a:rPr sz="900" spc="0" dirty="0">
                <a:latin typeface="Courier New"/>
                <a:cs typeface="Courier New"/>
              </a:rPr>
              <a:t>~</a:t>
            </a:r>
            <a:r>
              <a:rPr sz="900" spc="247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Ethernet </a:t>
            </a:r>
            <a:r>
              <a:rPr sz="900" spc="341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II,</a:t>
            </a:r>
            <a:r>
              <a:rPr sz="900" spc="329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Src: </a:t>
            </a:r>
            <a:r>
              <a:rPr sz="900" spc="12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00:50:56:a1:f4:d0,    </a:t>
            </a:r>
            <a:r>
              <a:rPr sz="900" spc="-214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Ost: </a:t>
            </a:r>
            <a:r>
              <a:rPr sz="900" spc="44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26:11:59:88:53:02</a:t>
            </a:r>
            <a:endParaRPr sz="900" dirty="0">
              <a:latin typeface="Courier New"/>
              <a:cs typeface="Courier New"/>
            </a:endParaRPr>
          </a:p>
          <a:p>
            <a:pPr marL="636651" marR="2765447" indent="-314318">
              <a:lnSpc>
                <a:spcPts val="1027"/>
              </a:lnSpc>
              <a:spcBef>
                <a:spcPts val="105"/>
              </a:spcBef>
            </a:pPr>
            <a:r>
              <a:rPr sz="700" i="1" spc="0" dirty="0">
                <a:latin typeface="Courier New"/>
                <a:cs typeface="Courier New"/>
              </a:rPr>
              <a:t>4</a:t>
            </a:r>
            <a:r>
              <a:rPr sz="700" i="1" spc="226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Address</a:t>
            </a:r>
            <a:r>
              <a:rPr sz="900" spc="409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Resolution </a:t>
            </a:r>
            <a:r>
              <a:rPr sz="900" spc="79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Protocol </a:t>
            </a:r>
            <a:r>
              <a:rPr sz="900" spc="75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(reply) </a:t>
            </a:r>
            <a:endParaRPr sz="900" dirty="0">
              <a:latin typeface="Courier New"/>
              <a:cs typeface="Courier New"/>
            </a:endParaRPr>
          </a:p>
          <a:p>
            <a:pPr marL="636651" marR="2765447">
              <a:lnSpc>
                <a:spcPts val="1019"/>
              </a:lnSpc>
              <a:spcBef>
                <a:spcPts val="143"/>
              </a:spcBef>
            </a:pPr>
            <a:r>
              <a:rPr sz="900" spc="0" dirty="0">
                <a:latin typeface="Courier New"/>
                <a:cs typeface="Courier New"/>
              </a:rPr>
              <a:t>Hardwar-e </a:t>
            </a:r>
            <a:r>
              <a:rPr sz="900" spc="45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type: </a:t>
            </a:r>
            <a:r>
              <a:rPr sz="900" spc="145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Ethernet  </a:t>
            </a:r>
            <a:r>
              <a:rPr sz="900" spc="102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(1) </a:t>
            </a:r>
            <a:endParaRPr sz="900" dirty="0">
              <a:latin typeface="Courier New"/>
              <a:cs typeface="Courier New"/>
            </a:endParaRPr>
          </a:p>
          <a:p>
            <a:pPr marL="636651" marR="2765447">
              <a:lnSpc>
                <a:spcPts val="1019"/>
              </a:lnSpc>
              <a:spcBef>
                <a:spcPts val="142"/>
              </a:spcBef>
            </a:pPr>
            <a:r>
              <a:rPr sz="900" spc="0" dirty="0">
                <a:latin typeface="Courier New"/>
                <a:cs typeface="Courier New"/>
              </a:rPr>
              <a:t>Protocol</a:t>
            </a:r>
            <a:r>
              <a:rPr sz="900" spc="311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type: </a:t>
            </a:r>
            <a:r>
              <a:rPr sz="900" spc="64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IPv4</a:t>
            </a:r>
            <a:r>
              <a:rPr sz="900" spc="318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(0x0800) </a:t>
            </a:r>
            <a:endParaRPr sz="900" dirty="0">
              <a:latin typeface="Courier New"/>
              <a:cs typeface="Courier New"/>
            </a:endParaRPr>
          </a:p>
          <a:p>
            <a:pPr marL="636651" marR="2765447">
              <a:lnSpc>
                <a:spcPts val="1019"/>
              </a:lnSpc>
              <a:spcBef>
                <a:spcPts val="142"/>
              </a:spcBef>
            </a:pPr>
            <a:r>
              <a:rPr sz="900" spc="0" dirty="0">
                <a:latin typeface="Courier New"/>
                <a:cs typeface="Courier New"/>
              </a:rPr>
              <a:t>Hard,~are </a:t>
            </a:r>
            <a:r>
              <a:rPr sz="900" spc="-154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size:</a:t>
            </a:r>
            <a:r>
              <a:rPr sz="900" spc="354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6</a:t>
            </a:r>
            <a:endParaRPr sz="900" dirty="0">
              <a:latin typeface="Courier New"/>
              <a:cs typeface="Courier New"/>
            </a:endParaRPr>
          </a:p>
          <a:p>
            <a:pPr marL="1700885" marR="2654260" algn="ctr">
              <a:lnSpc>
                <a:spcPct val="94401"/>
              </a:lnSpc>
              <a:spcBef>
                <a:spcPts val="2467"/>
              </a:spcBef>
            </a:pPr>
            <a:r>
              <a:rPr sz="900" spc="0" dirty="0">
                <a:latin typeface="Courier New"/>
                <a:cs typeface="Courier New"/>
              </a:rPr>
              <a:t>:      </a:t>
            </a:r>
            <a:r>
              <a:rPr sz="900" spc="110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00:50:56:a1:f4:d0</a:t>
            </a:r>
            <a:endParaRPr sz="900" dirty="0">
              <a:latin typeface="Courier New"/>
              <a:cs typeface="Courier New"/>
            </a:endParaRPr>
          </a:p>
          <a:p>
            <a:pPr marL="643794">
              <a:lnSpc>
                <a:spcPct val="94401"/>
              </a:lnSpc>
              <a:spcBef>
                <a:spcPts val="160"/>
              </a:spcBef>
            </a:pPr>
            <a:r>
              <a:rPr sz="900" spc="0" dirty="0">
                <a:latin typeface="Courier New"/>
                <a:cs typeface="Courier New"/>
              </a:rPr>
              <a:t>Sender </a:t>
            </a:r>
            <a:r>
              <a:rPr sz="900" spc="160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IP</a:t>
            </a:r>
            <a:r>
              <a:rPr sz="900" spc="212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address: </a:t>
            </a:r>
            <a:r>
              <a:rPr sz="900" spc="219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10.54.15.68</a:t>
            </a:r>
            <a:endParaRPr sz="900" dirty="0">
              <a:latin typeface="Courier New"/>
              <a:cs typeface="Courier New"/>
            </a:endParaRPr>
          </a:p>
          <a:p>
            <a:pPr marL="636651">
              <a:lnSpc>
                <a:spcPct val="94401"/>
              </a:lnSpc>
              <a:spcBef>
                <a:spcPts val="105"/>
              </a:spcBef>
            </a:pPr>
            <a:r>
              <a:rPr sz="900" spc="0" dirty="0">
                <a:latin typeface="Courier New"/>
                <a:cs typeface="Courier New"/>
              </a:rPr>
              <a:t>Target</a:t>
            </a:r>
            <a:r>
              <a:rPr sz="900" spc="408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MAC</a:t>
            </a:r>
            <a:r>
              <a:rPr sz="900" spc="134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address: </a:t>
            </a:r>
            <a:r>
              <a:rPr sz="900" spc="50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26:11:59:88:53:02</a:t>
            </a:r>
            <a:endParaRPr sz="900" dirty="0">
              <a:latin typeface="Courier New"/>
              <a:cs typeface="Courier New"/>
            </a:endParaRPr>
          </a:p>
          <a:p>
            <a:pPr marL="636651">
              <a:lnSpc>
                <a:spcPct val="94401"/>
              </a:lnSpc>
              <a:spcBef>
                <a:spcPts val="160"/>
              </a:spcBef>
            </a:pPr>
            <a:r>
              <a:rPr sz="900" spc="0" dirty="0">
                <a:latin typeface="Courier New"/>
                <a:cs typeface="Courier New"/>
              </a:rPr>
              <a:t>Target </a:t>
            </a:r>
            <a:r>
              <a:rPr sz="900" spc="1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IP</a:t>
            </a:r>
            <a:r>
              <a:rPr sz="900" spc="135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address:  </a:t>
            </a:r>
            <a:r>
              <a:rPr sz="900" spc="-254" dirty="0">
                <a:latin typeface="Courier New"/>
                <a:cs typeface="Courier New"/>
              </a:rPr>
              <a:t> </a:t>
            </a:r>
            <a:r>
              <a:rPr sz="900" spc="0" dirty="0">
                <a:latin typeface="Courier New"/>
                <a:cs typeface="Courier New"/>
              </a:rPr>
              <a:t>10.54.15.100</a:t>
            </a:r>
            <a:endParaRPr sz="900" dirty="0">
              <a:latin typeface="Courier New"/>
              <a:cs typeface="Courier New"/>
            </a:endParaRPr>
          </a:p>
          <a:p>
            <a:pPr marL="315175">
              <a:lnSpc>
                <a:spcPts val="755"/>
              </a:lnSpc>
              <a:spcBef>
                <a:spcPts val="3686"/>
              </a:spcBef>
            </a:pPr>
            <a:r>
              <a:rPr sz="1350" spc="0" baseline="-9808" dirty="0">
                <a:latin typeface="Courier New"/>
                <a:cs typeface="Courier New"/>
              </a:rPr>
              <a:t>0000</a:t>
            </a:r>
            <a:r>
              <a:rPr sz="1350" spc="395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26</a:t>
            </a:r>
            <a:r>
              <a:rPr sz="1350" spc="244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11</a:t>
            </a:r>
            <a:r>
              <a:rPr sz="1350" spc="-101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59</a:t>
            </a:r>
            <a:r>
              <a:rPr sz="1350" spc="167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88</a:t>
            </a:r>
            <a:r>
              <a:rPr sz="1350" spc="-101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53</a:t>
            </a:r>
            <a:r>
              <a:rPr sz="1350" spc="107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02</a:t>
            </a:r>
            <a:r>
              <a:rPr sz="1350" spc="-102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00</a:t>
            </a:r>
            <a:r>
              <a:rPr sz="1350" spc="-101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50</a:t>
            </a:r>
            <a:r>
              <a:rPr sz="1350" spc="347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56</a:t>
            </a:r>
            <a:r>
              <a:rPr sz="1350" spc="223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a1</a:t>
            </a:r>
            <a:r>
              <a:rPr sz="1350" spc="167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f4</a:t>
            </a:r>
            <a:r>
              <a:rPr sz="1350" spc="161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d0</a:t>
            </a:r>
            <a:r>
              <a:rPr sz="1350" spc="-157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08</a:t>
            </a:r>
            <a:r>
              <a:rPr sz="1350" spc="-102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06</a:t>
            </a:r>
            <a:r>
              <a:rPr sz="1350" spc="-161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00</a:t>
            </a:r>
            <a:r>
              <a:rPr sz="1350" spc="-102" baseline="-9808" dirty="0">
                <a:latin typeface="Courier New"/>
                <a:cs typeface="Courier New"/>
              </a:rPr>
              <a:t> </a:t>
            </a:r>
            <a:r>
              <a:rPr sz="1350" spc="0" baseline="-9808" dirty="0">
                <a:latin typeface="Courier New"/>
                <a:cs typeface="Courier New"/>
              </a:rPr>
              <a:t>01  </a:t>
            </a:r>
            <a:r>
              <a:rPr sz="1350" spc="210" baseline="-9808" dirty="0">
                <a:latin typeface="Courier New"/>
                <a:cs typeface="Courier New"/>
              </a:rPr>
              <a:t> </a:t>
            </a:r>
            <a:r>
              <a:rPr sz="1200" spc="0" baseline="-10870" dirty="0">
                <a:latin typeface="Times New Roman"/>
                <a:cs typeface="Times New Roman"/>
              </a:rPr>
              <a:t>&amp;.Y.S    </a:t>
            </a:r>
            <a:r>
              <a:rPr sz="1200" spc="26" baseline="-10870" dirty="0">
                <a:latin typeface="Times New Roman"/>
                <a:cs typeface="Times New Roman"/>
              </a:rPr>
              <a:t> </a:t>
            </a:r>
            <a:r>
              <a:rPr sz="1200" spc="0" baseline="-10870" dirty="0">
                <a:latin typeface="Times New Roman"/>
                <a:cs typeface="Times New Roman"/>
              </a:rPr>
              <a:t>..  </a:t>
            </a:r>
            <a:r>
              <a:rPr sz="1200" spc="40" baseline="-10870" dirty="0">
                <a:latin typeface="Times New Roman"/>
                <a:cs typeface="Times New Roman"/>
              </a:rPr>
              <a:t> </a:t>
            </a:r>
            <a:r>
              <a:rPr sz="1200" spc="0" baseline="-10870" dirty="0">
                <a:latin typeface="Times New Roman"/>
                <a:cs typeface="Times New Roman"/>
              </a:rPr>
              <a:t>P </a:t>
            </a:r>
            <a:r>
              <a:rPr sz="1200" spc="53" baseline="-10870" dirty="0">
                <a:latin typeface="Times New Roman"/>
                <a:cs typeface="Times New Roman"/>
              </a:rPr>
              <a:t> </a:t>
            </a:r>
            <a:r>
              <a:rPr sz="1200" spc="0" baseline="-10870" dirty="0">
                <a:latin typeface="Times New Roman"/>
                <a:cs typeface="Times New Roman"/>
              </a:rPr>
              <a:t>V              </a:t>
            </a:r>
            <a:r>
              <a:rPr sz="1200" spc="78" baseline="-10870" dirty="0">
                <a:latin typeface="Times New Roman"/>
                <a:cs typeface="Times New Roman"/>
              </a:rPr>
              <a:t> </a:t>
            </a:r>
            <a:r>
              <a:rPr sz="1200" spc="0" baseline="-10870" dirty="0">
                <a:solidFill>
                  <a:srgbClr val="423B42"/>
                </a:solidFill>
                <a:latin typeface="Times New Roman"/>
                <a:cs typeface="Times New Roman"/>
              </a:rPr>
              <a:t>.</a:t>
            </a:r>
            <a:endParaRPr sz="800" dirty="0">
              <a:latin typeface="Times New Roman"/>
              <a:cs typeface="Times New Roman"/>
            </a:endParaRPr>
          </a:p>
          <a:p>
            <a:pPr marL="315175">
              <a:lnSpc>
                <a:spcPts val="1600"/>
              </a:lnSpc>
              <a:spcBef>
                <a:spcPts val="42"/>
              </a:spcBef>
            </a:pPr>
            <a:r>
              <a:rPr sz="1350" spc="0" baseline="13077" dirty="0">
                <a:solidFill>
                  <a:srgbClr val="858080"/>
                </a:solidFill>
                <a:latin typeface="Courier New"/>
                <a:cs typeface="Courier New"/>
              </a:rPr>
              <a:t>0010</a:t>
            </a:r>
            <a:r>
              <a:rPr sz="1350" spc="335" baseline="13077" dirty="0">
                <a:solidFill>
                  <a:srgbClr val="858080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0</a:t>
            </a:r>
            <a:r>
              <a:rPr sz="1350" spc="0" baseline="13077" dirty="0">
                <a:solidFill>
                  <a:srgbClr val="696467"/>
                </a:solidFill>
                <a:latin typeface="Courier New"/>
                <a:cs typeface="Courier New"/>
              </a:rPr>
              <a:t>8</a:t>
            </a:r>
            <a:r>
              <a:rPr sz="1350" spc="80" baseline="13077" dirty="0">
                <a:solidFill>
                  <a:srgbClr val="696467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1350" spc="-102" baseline="1307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696467"/>
                </a:solidFill>
                <a:latin typeface="Courier New"/>
                <a:cs typeface="Courier New"/>
              </a:rPr>
              <a:t>06</a:t>
            </a:r>
            <a:r>
              <a:rPr sz="1350" spc="-161" baseline="13077" dirty="0">
                <a:solidFill>
                  <a:srgbClr val="696467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04</a:t>
            </a:r>
            <a:r>
              <a:rPr sz="1350" spc="-159" baseline="1307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2700" spc="0" baseline="6538" dirty="0">
                <a:solidFill>
                  <a:srgbClr val="2D93F4"/>
                </a:solidFill>
                <a:latin typeface="Courier New"/>
                <a:cs typeface="Courier New"/>
              </a:rPr>
              <a:t>tmD</a:t>
            </a:r>
            <a:r>
              <a:rPr sz="2700" spc="-664" baseline="6538" dirty="0">
                <a:solidFill>
                  <a:srgbClr val="2D93F4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1350" spc="-101" baseline="1307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50</a:t>
            </a:r>
            <a:r>
              <a:rPr sz="1350" spc="347" baseline="1307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5</a:t>
            </a:r>
            <a:r>
              <a:rPr sz="1350" spc="0" baseline="13077" dirty="0">
                <a:solidFill>
                  <a:srgbClr val="696467"/>
                </a:solidFill>
                <a:latin typeface="Courier New"/>
                <a:cs typeface="Courier New"/>
              </a:rPr>
              <a:t>6</a:t>
            </a:r>
            <a:r>
              <a:rPr sz="1350" spc="222" baseline="13077" dirty="0">
                <a:solidFill>
                  <a:srgbClr val="696467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a1</a:t>
            </a:r>
            <a:r>
              <a:rPr sz="1350" spc="167" baseline="1307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f4</a:t>
            </a:r>
            <a:r>
              <a:rPr sz="1350" spc="-157" baseline="1307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d0</a:t>
            </a:r>
            <a:r>
              <a:rPr sz="1350" spc="-157" baseline="1307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1800" spc="0" baseline="9662" dirty="0">
                <a:solidFill>
                  <a:srgbClr val="565056"/>
                </a:solidFill>
                <a:latin typeface="Times New Roman"/>
                <a:cs typeface="Times New Roman"/>
              </a:rPr>
              <a:t>ea</a:t>
            </a:r>
            <a:r>
              <a:rPr sz="1800" spc="208" baseline="9662" dirty="0">
                <a:solidFill>
                  <a:srgbClr val="565056"/>
                </a:solidFill>
                <a:latin typeface="Times New Roman"/>
                <a:cs typeface="Times New Roman"/>
              </a:rPr>
              <a:t> </a:t>
            </a:r>
            <a:r>
              <a:rPr sz="1350" spc="0" baseline="13077" dirty="0">
                <a:solidFill>
                  <a:srgbClr val="696467"/>
                </a:solidFill>
                <a:latin typeface="Courier New"/>
                <a:cs typeface="Courier New"/>
              </a:rPr>
              <a:t>3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6</a:t>
            </a:r>
            <a:r>
              <a:rPr sz="1350" spc="76" baseline="1307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0</a:t>
            </a:r>
            <a:r>
              <a:rPr sz="1350" spc="0" baseline="13077" dirty="0">
                <a:solidFill>
                  <a:srgbClr val="2A364B"/>
                </a:solidFill>
                <a:latin typeface="Courier New"/>
                <a:cs typeface="Courier New"/>
              </a:rPr>
              <a:t>f</a:t>
            </a:r>
            <a:r>
              <a:rPr sz="1350" spc="188" baseline="13077" dirty="0">
                <a:solidFill>
                  <a:srgbClr val="2A364B"/>
                </a:solidFill>
                <a:latin typeface="Courier New"/>
                <a:cs typeface="Courier New"/>
              </a:rPr>
              <a:t> </a:t>
            </a:r>
            <a:r>
              <a:rPr sz="1350" spc="0" baseline="13077" dirty="0">
                <a:solidFill>
                  <a:srgbClr val="565056"/>
                </a:solidFill>
                <a:latin typeface="Courier New"/>
                <a:cs typeface="Courier New"/>
              </a:rPr>
              <a:t>44 </a:t>
            </a:r>
            <a:r>
              <a:rPr sz="1350" spc="537" baseline="1307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1200" spc="0" baseline="14493" dirty="0">
                <a:solidFill>
                  <a:srgbClr val="565056"/>
                </a:solidFill>
                <a:latin typeface="Arial"/>
                <a:cs typeface="Arial"/>
              </a:rPr>
              <a:t>.•</a:t>
            </a:r>
            <a:r>
              <a:rPr sz="1200" spc="0" baseline="14493" dirty="0">
                <a:solidFill>
                  <a:srgbClr val="364662"/>
                </a:solidFill>
                <a:latin typeface="Arial"/>
                <a:cs typeface="Arial"/>
              </a:rPr>
              <a:t>.</a:t>
            </a:r>
            <a:r>
              <a:rPr sz="1200" spc="0" baseline="14493" dirty="0">
                <a:solidFill>
                  <a:srgbClr val="565056"/>
                </a:solidFill>
                <a:latin typeface="Arial"/>
                <a:cs typeface="Arial"/>
              </a:rPr>
              <a:t>•</a:t>
            </a:r>
            <a:r>
              <a:rPr sz="1200" spc="0" baseline="14493" dirty="0">
                <a:solidFill>
                  <a:srgbClr val="2D93F4"/>
                </a:solidFill>
                <a:latin typeface="Arial"/>
                <a:cs typeface="Arial"/>
              </a:rPr>
              <a:t>•</a:t>
            </a:r>
            <a:r>
              <a:rPr sz="1200" spc="0" baseline="14493" dirty="0">
                <a:solidFill>
                  <a:srgbClr val="565056"/>
                </a:solidFill>
                <a:latin typeface="Arial"/>
                <a:cs typeface="Arial"/>
              </a:rPr>
              <a:t>•    </a:t>
            </a:r>
            <a:r>
              <a:rPr sz="1200" spc="25" baseline="14493" dirty="0">
                <a:solidFill>
                  <a:srgbClr val="565056"/>
                </a:solidFill>
                <a:latin typeface="Arial"/>
                <a:cs typeface="Arial"/>
              </a:rPr>
              <a:t> </a:t>
            </a:r>
            <a:r>
              <a:rPr sz="1200" spc="0" baseline="14493" dirty="0">
                <a:solidFill>
                  <a:srgbClr val="565056"/>
                </a:solidFill>
                <a:latin typeface="Arial"/>
                <a:cs typeface="Arial"/>
              </a:rPr>
              <a:t>P  </a:t>
            </a:r>
            <a:r>
              <a:rPr sz="1200" spc="22" baseline="14493" dirty="0">
                <a:solidFill>
                  <a:srgbClr val="565056"/>
                </a:solidFill>
                <a:latin typeface="Arial"/>
                <a:cs typeface="Arial"/>
              </a:rPr>
              <a:t> </a:t>
            </a:r>
            <a:r>
              <a:rPr sz="1200" spc="0" baseline="14493" dirty="0">
                <a:solidFill>
                  <a:srgbClr val="696467"/>
                </a:solidFill>
                <a:latin typeface="Arial"/>
                <a:cs typeface="Arial"/>
              </a:rPr>
              <a:t>V        </a:t>
            </a:r>
            <a:r>
              <a:rPr sz="1200" spc="2" baseline="14493" dirty="0">
                <a:solidFill>
                  <a:srgbClr val="696467"/>
                </a:solidFill>
                <a:latin typeface="Arial"/>
                <a:cs typeface="Arial"/>
              </a:rPr>
              <a:t> </a:t>
            </a:r>
            <a:r>
              <a:rPr sz="1200" spc="0" baseline="14493" dirty="0">
                <a:solidFill>
                  <a:srgbClr val="696467"/>
                </a:solidFill>
                <a:latin typeface="Arial"/>
                <a:cs typeface="Arial"/>
              </a:rPr>
              <a:t>6</a:t>
            </a:r>
            <a:r>
              <a:rPr sz="1200" spc="0" baseline="14493" dirty="0">
                <a:solidFill>
                  <a:srgbClr val="565056"/>
                </a:solidFill>
                <a:latin typeface="Arial"/>
                <a:cs typeface="Arial"/>
              </a:rPr>
              <a:t>.D</a:t>
            </a:r>
            <a:endParaRPr sz="800" dirty="0">
              <a:latin typeface="Arial"/>
              <a:cs typeface="Arial"/>
            </a:endParaRPr>
          </a:p>
          <a:p>
            <a:pPr marL="315175">
              <a:lnSpc>
                <a:spcPct val="94401"/>
              </a:lnSpc>
              <a:spcBef>
                <a:spcPts val="655"/>
              </a:spcBef>
            </a:pPr>
            <a:r>
              <a:rPr sz="900" spc="0" dirty="0">
                <a:solidFill>
                  <a:srgbClr val="B1AFB1"/>
                </a:solidFill>
                <a:latin typeface="Courier New"/>
                <a:cs typeface="Courier New"/>
              </a:rPr>
              <a:t>0030</a:t>
            </a:r>
            <a:r>
              <a:rPr sz="900" spc="335" dirty="0">
                <a:solidFill>
                  <a:srgbClr val="B1AFB1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5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02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5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02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61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02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61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346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99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57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r>
              <a:rPr sz="900" spc="-102" dirty="0">
                <a:solidFill>
                  <a:srgbClr val="565056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65056"/>
                </a:solidFill>
                <a:latin typeface="Courier New"/>
                <a:cs typeface="Courier New"/>
              </a:rPr>
              <a:t>00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10600" y="3675062"/>
            <a:ext cx="53339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665" y="1875663"/>
            <a:ext cx="5135194" cy="695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2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prev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ous</a:t>
            </a:r>
            <a:r>
              <a:rPr sz="2400" spc="-2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packets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were</a:t>
            </a:r>
            <a:r>
              <a:rPr sz="2400" spc="4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ted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mach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2036" y="1875663"/>
            <a:ext cx="203513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within</a:t>
            </a:r>
            <a:r>
              <a:rPr sz="2400" spc="2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3119503"/>
            <a:ext cx="7506106" cy="695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2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following</a:t>
            </a:r>
            <a:r>
              <a:rPr sz="2400" spc="4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packet</a:t>
            </a:r>
            <a:r>
              <a:rPr sz="2400" spc="-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-2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refle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 </a:t>
            </a:r>
            <a:r>
              <a:rPr sz="2400" spc="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2400" spc="3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400" spc="-1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Request</a:t>
            </a:r>
            <a:r>
              <a:rPr sz="2400" spc="3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within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work </a:t>
            </a:r>
            <a:r>
              <a:rPr sz="2400" spc="1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using</a:t>
            </a:r>
            <a:r>
              <a:rPr sz="2400" spc="5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roa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cast</a:t>
            </a:r>
            <a:r>
              <a:rPr sz="2400" spc="-3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dr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2400" spc="-1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24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destination.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2759" y="3119503"/>
            <a:ext cx="23691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60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bject 53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75842" y="1269491"/>
            <a:ext cx="4530852" cy="2313432"/>
          </a:xfrm>
          <a:custGeom>
            <a:avLst/>
            <a:gdLst/>
            <a:ahLst/>
            <a:cxnLst/>
            <a:rect l="l" t="t" r="r" b="b"/>
            <a:pathLst>
              <a:path w="4530852" h="2313432">
                <a:moveTo>
                  <a:pt x="0" y="2313432"/>
                </a:moveTo>
                <a:lnTo>
                  <a:pt x="4530852" y="2313432"/>
                </a:lnTo>
                <a:lnTo>
                  <a:pt x="4530852" y="0"/>
                </a:lnTo>
                <a:lnTo>
                  <a:pt x="0" y="0"/>
                </a:lnTo>
                <a:lnTo>
                  <a:pt x="0" y="231343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061461" y="2061970"/>
            <a:ext cx="4507993" cy="2313432"/>
          </a:xfrm>
          <a:custGeom>
            <a:avLst/>
            <a:gdLst/>
            <a:ahLst/>
            <a:cxnLst/>
            <a:rect l="l" t="t" r="r" b="b"/>
            <a:pathLst>
              <a:path w="4507993" h="2313432">
                <a:moveTo>
                  <a:pt x="0" y="2313432"/>
                </a:moveTo>
                <a:lnTo>
                  <a:pt x="4507993" y="2313432"/>
                </a:lnTo>
                <a:lnTo>
                  <a:pt x="4507993" y="0"/>
                </a:lnTo>
                <a:lnTo>
                  <a:pt x="0" y="0"/>
                </a:lnTo>
                <a:lnTo>
                  <a:pt x="0" y="231343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70582" y="1421128"/>
            <a:ext cx="1225292" cy="143257"/>
          </a:xfrm>
          <a:custGeom>
            <a:avLst/>
            <a:gdLst/>
            <a:ahLst/>
            <a:cxnLst/>
            <a:rect l="l" t="t" r="r" b="b"/>
            <a:pathLst>
              <a:path w="1225292" h="143257">
                <a:moveTo>
                  <a:pt x="0" y="143257"/>
                </a:moveTo>
                <a:lnTo>
                  <a:pt x="1225292" y="143257"/>
                </a:lnTo>
                <a:lnTo>
                  <a:pt x="1225292" y="0"/>
                </a:lnTo>
                <a:lnTo>
                  <a:pt x="0" y="0"/>
                </a:lnTo>
                <a:lnTo>
                  <a:pt x="0" y="143257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436871" y="3004564"/>
            <a:ext cx="935737" cy="143257"/>
          </a:xfrm>
          <a:custGeom>
            <a:avLst/>
            <a:gdLst/>
            <a:ahLst/>
            <a:cxnLst/>
            <a:rect l="l" t="t" r="r" b="b"/>
            <a:pathLst>
              <a:path w="935737" h="143257">
                <a:moveTo>
                  <a:pt x="0" y="143257"/>
                </a:moveTo>
                <a:lnTo>
                  <a:pt x="935737" y="143257"/>
                </a:lnTo>
                <a:lnTo>
                  <a:pt x="935737" y="0"/>
                </a:lnTo>
                <a:lnTo>
                  <a:pt x="0" y="0"/>
                </a:lnTo>
                <a:lnTo>
                  <a:pt x="0" y="143257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14932" y="2498595"/>
            <a:ext cx="1944624" cy="149354"/>
          </a:xfrm>
          <a:custGeom>
            <a:avLst/>
            <a:gdLst/>
            <a:ahLst/>
            <a:cxnLst/>
            <a:rect l="l" t="t" r="r" b="b"/>
            <a:pathLst>
              <a:path w="1944624" h="149354">
                <a:moveTo>
                  <a:pt x="0" y="149354"/>
                </a:moveTo>
                <a:lnTo>
                  <a:pt x="1944624" y="149354"/>
                </a:lnTo>
                <a:lnTo>
                  <a:pt x="1944624" y="0"/>
                </a:lnTo>
                <a:lnTo>
                  <a:pt x="0" y="0"/>
                </a:lnTo>
                <a:lnTo>
                  <a:pt x="0" y="149354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4800" y="1295400"/>
            <a:ext cx="4495799" cy="0"/>
          </a:xfrm>
          <a:custGeom>
            <a:avLst/>
            <a:gdLst/>
            <a:ahLst/>
            <a:cxnLst/>
            <a:rect l="l" t="t" r="r" b="b"/>
            <a:pathLst>
              <a:path w="4495799">
                <a:moveTo>
                  <a:pt x="0" y="0"/>
                </a:moveTo>
                <a:lnTo>
                  <a:pt x="4495799" y="0"/>
                </a:lnTo>
              </a:path>
            </a:pathLst>
          </a:custGeom>
          <a:ln w="12699">
            <a:solidFill>
              <a:srgbClr val="B6B5B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17500" y="1282700"/>
            <a:ext cx="0" cy="1765299"/>
          </a:xfrm>
          <a:custGeom>
            <a:avLst/>
            <a:gdLst/>
            <a:ahLst/>
            <a:cxnLst/>
            <a:rect l="l" t="t" r="r" b="b"/>
            <a:pathLst>
              <a:path h="1765299">
                <a:moveTo>
                  <a:pt x="0" y="1765299"/>
                </a:moveTo>
                <a:lnTo>
                  <a:pt x="0" y="0"/>
                </a:lnTo>
              </a:path>
            </a:pathLst>
          </a:custGeom>
          <a:ln w="12699">
            <a:solidFill>
              <a:srgbClr val="85808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02099" y="2082800"/>
            <a:ext cx="0" cy="1460499"/>
          </a:xfrm>
          <a:custGeom>
            <a:avLst/>
            <a:gdLst/>
            <a:ahLst/>
            <a:cxnLst/>
            <a:rect l="l" t="t" r="r" b="b"/>
            <a:pathLst>
              <a:path h="1460499">
                <a:moveTo>
                  <a:pt x="0" y="1460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85808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076699" y="2095500"/>
            <a:ext cx="736599" cy="0"/>
          </a:xfrm>
          <a:custGeom>
            <a:avLst/>
            <a:gdLst/>
            <a:ahLst/>
            <a:cxnLst/>
            <a:rect l="l" t="t" r="r" b="b"/>
            <a:pathLst>
              <a:path w="736599">
                <a:moveTo>
                  <a:pt x="0" y="0"/>
                </a:moveTo>
                <a:lnTo>
                  <a:pt x="736599" y="0"/>
                </a:lnTo>
              </a:path>
            </a:pathLst>
          </a:custGeom>
          <a:ln w="12699">
            <a:solidFill>
              <a:srgbClr val="9799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813299" y="2095500"/>
            <a:ext cx="3746499" cy="0"/>
          </a:xfrm>
          <a:custGeom>
            <a:avLst/>
            <a:gdLst/>
            <a:ahLst/>
            <a:cxnLst/>
            <a:rect l="l" t="t" r="r" b="b"/>
            <a:pathLst>
              <a:path w="3746499">
                <a:moveTo>
                  <a:pt x="0" y="0"/>
                </a:moveTo>
                <a:lnTo>
                  <a:pt x="3746499" y="0"/>
                </a:lnTo>
              </a:path>
            </a:pathLst>
          </a:custGeom>
          <a:ln w="12699">
            <a:solidFill>
              <a:srgbClr val="9799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4800" y="3060700"/>
            <a:ext cx="3746499" cy="0"/>
          </a:xfrm>
          <a:custGeom>
            <a:avLst/>
            <a:gdLst/>
            <a:ahLst/>
            <a:cxnLst/>
            <a:rect l="l" t="t" r="r" b="b"/>
            <a:pathLst>
              <a:path w="3746499">
                <a:moveTo>
                  <a:pt x="0" y="0"/>
                </a:moveTo>
                <a:lnTo>
                  <a:pt x="3746499" y="0"/>
                </a:lnTo>
              </a:path>
            </a:pathLst>
          </a:custGeom>
          <a:ln w="25399">
            <a:solidFill>
              <a:srgbClr val="9799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7500" y="3073400"/>
            <a:ext cx="0" cy="507999"/>
          </a:xfrm>
          <a:custGeom>
            <a:avLst/>
            <a:gdLst/>
            <a:ahLst/>
            <a:cxnLst/>
            <a:rect l="l" t="t" r="r" b="b"/>
            <a:pathLst>
              <a:path h="507999">
                <a:moveTo>
                  <a:pt x="0" y="507999"/>
                </a:moveTo>
                <a:lnTo>
                  <a:pt x="0" y="0"/>
                </a:lnTo>
              </a:path>
            </a:pathLst>
          </a:custGeom>
          <a:ln w="12699">
            <a:solidFill>
              <a:srgbClr val="85808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076699" y="3822700"/>
            <a:ext cx="4483099" cy="0"/>
          </a:xfrm>
          <a:custGeom>
            <a:avLst/>
            <a:gdLst/>
            <a:ahLst/>
            <a:cxnLst/>
            <a:rect l="l" t="t" r="r" b="b"/>
            <a:pathLst>
              <a:path w="4483099">
                <a:moveTo>
                  <a:pt x="0" y="0"/>
                </a:moveTo>
                <a:lnTo>
                  <a:pt x="4483099" y="0"/>
                </a:lnTo>
              </a:path>
            </a:pathLst>
          </a:custGeom>
          <a:ln w="25399">
            <a:solidFill>
              <a:srgbClr val="85808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102099" y="3810000"/>
            <a:ext cx="0" cy="558799"/>
          </a:xfrm>
          <a:custGeom>
            <a:avLst/>
            <a:gdLst/>
            <a:ahLst/>
            <a:cxnLst/>
            <a:rect l="l" t="t" r="r" b="b"/>
            <a:pathLst>
              <a:path h="558799">
                <a:moveTo>
                  <a:pt x="0" y="558799"/>
                </a:moveTo>
                <a:lnTo>
                  <a:pt x="0" y="0"/>
                </a:lnTo>
              </a:path>
            </a:pathLst>
          </a:custGeom>
          <a:ln w="12699">
            <a:solidFill>
              <a:srgbClr val="85808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540499" y="4368799"/>
            <a:ext cx="1066799" cy="0"/>
          </a:xfrm>
          <a:custGeom>
            <a:avLst/>
            <a:gdLst/>
            <a:ahLst/>
            <a:cxnLst/>
            <a:rect l="l" t="t" r="r" b="b"/>
            <a:pathLst>
              <a:path w="1066799">
                <a:moveTo>
                  <a:pt x="0" y="0"/>
                </a:moveTo>
                <a:lnTo>
                  <a:pt x="1066799" y="0"/>
                </a:lnTo>
              </a:path>
            </a:pathLst>
          </a:custGeom>
          <a:ln w="12699">
            <a:solidFill>
              <a:srgbClr val="CACAC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0" y="-10160"/>
            <a:ext cx="9136760" cy="10900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622029" y="2604388"/>
            <a:ext cx="426338" cy="2501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610599" y="2057400"/>
            <a:ext cx="507999" cy="0"/>
          </a:xfrm>
          <a:custGeom>
            <a:avLst/>
            <a:gdLst/>
            <a:ahLst/>
            <a:cxnLst/>
            <a:rect l="l" t="t" r="r" b="b"/>
            <a:pathLst>
              <a:path w="507999">
                <a:moveTo>
                  <a:pt x="0" y="0"/>
                </a:moveTo>
                <a:lnTo>
                  <a:pt x="507999" y="0"/>
                </a:lnTo>
              </a:path>
            </a:pathLst>
          </a:custGeom>
          <a:ln w="12699">
            <a:solidFill>
              <a:srgbClr val="9799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610599" y="2044700"/>
            <a:ext cx="0" cy="1803399"/>
          </a:xfrm>
          <a:custGeom>
            <a:avLst/>
            <a:gdLst/>
            <a:ahLst/>
            <a:cxnLst/>
            <a:rect l="l" t="t" r="r" b="b"/>
            <a:pathLst>
              <a:path h="1803399">
                <a:moveTo>
                  <a:pt x="0" y="1803399"/>
                </a:moveTo>
                <a:lnTo>
                  <a:pt x="0" y="0"/>
                </a:lnTo>
              </a:path>
            </a:pathLst>
          </a:custGeom>
          <a:ln w="25399">
            <a:solidFill>
              <a:srgbClr val="9799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10599" y="3835400"/>
            <a:ext cx="507999" cy="0"/>
          </a:xfrm>
          <a:custGeom>
            <a:avLst/>
            <a:gdLst/>
            <a:ahLst/>
            <a:cxnLst/>
            <a:rect l="l" t="t" r="r" b="b"/>
            <a:pathLst>
              <a:path w="507999">
                <a:moveTo>
                  <a:pt x="0" y="0"/>
                </a:moveTo>
                <a:lnTo>
                  <a:pt x="507999" y="0"/>
                </a:lnTo>
              </a:path>
            </a:pathLst>
          </a:custGeom>
          <a:ln w="25399">
            <a:solidFill>
              <a:srgbClr val="9799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152885" y="2107197"/>
            <a:ext cx="4324040" cy="350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7">
              <a:lnSpc>
                <a:spcPct val="94401"/>
              </a:lnSpc>
              <a:spcBef>
                <a:spcPts val="20"/>
              </a:spcBef>
            </a:pPr>
            <a:r>
              <a:rPr sz="800" spc="0" dirty="0">
                <a:solidFill>
                  <a:srgbClr val="B6B5B8"/>
                </a:solidFill>
                <a:latin typeface="Courier New"/>
                <a:cs typeface="Courier New"/>
              </a:rPr>
              <a:t>~</a:t>
            </a:r>
            <a:r>
              <a:rPr sz="800" spc="111" dirty="0">
                <a:solidFill>
                  <a:srgbClr val="B6B5B8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m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e</a:t>
            </a:r>
            <a:r>
              <a:rPr sz="800" spc="237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2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:</a:t>
            </a:r>
            <a:r>
              <a:rPr sz="800" spc="184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6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800" spc="-50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byt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es</a:t>
            </a:r>
            <a:r>
              <a:rPr sz="800" spc="5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n</a:t>
            </a:r>
            <a:r>
              <a:rPr sz="800" spc="-49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w</a:t>
            </a:r>
            <a:r>
              <a:rPr sz="800" spc="0" dirty="0">
                <a:solidFill>
                  <a:srgbClr val="4B3326"/>
                </a:solidFill>
                <a:latin typeface="Courier New"/>
                <a:cs typeface="Courier New"/>
              </a:rPr>
              <a:t>i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800" spc="91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(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4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8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0</a:t>
            </a:r>
            <a:r>
              <a:rPr sz="800" spc="-29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b</a:t>
            </a:r>
            <a:r>
              <a:rPr sz="800" spc="0" dirty="0">
                <a:solidFill>
                  <a:srgbClr val="4B3326"/>
                </a:solidFill>
                <a:latin typeface="Courier New"/>
                <a:cs typeface="Courier New"/>
              </a:rPr>
              <a:t>i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s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),</a:t>
            </a:r>
            <a:r>
              <a:rPr sz="800" spc="10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60</a:t>
            </a:r>
            <a:r>
              <a:rPr sz="800" spc="59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b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ytes</a:t>
            </a:r>
            <a:r>
              <a:rPr sz="800" spc="120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c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p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tu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d</a:t>
            </a:r>
            <a:r>
              <a:rPr sz="800" spc="233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(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4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8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800" spc="-50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bits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)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n</a:t>
            </a:r>
            <a:r>
              <a:rPr sz="800" spc="113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inte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ace</a:t>
            </a:r>
            <a:r>
              <a:rPr sz="800" spc="167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3</a:t>
            </a:r>
            <a:endParaRPr sz="800">
              <a:latin typeface="Courier New"/>
              <a:cs typeface="Courier New"/>
            </a:endParaRPr>
          </a:p>
          <a:p>
            <a:pPr marL="12700" marR="15240">
              <a:lnSpc>
                <a:spcPts val="855"/>
              </a:lnSpc>
              <a:spcBef>
                <a:spcPts val="42"/>
              </a:spcBef>
            </a:pPr>
            <a:r>
              <a:rPr sz="1200" spc="0" baseline="3678" dirty="0">
                <a:solidFill>
                  <a:srgbClr val="B6B5B8"/>
                </a:solidFill>
                <a:latin typeface="Courier New"/>
                <a:cs typeface="Courier New"/>
              </a:rPr>
              <a:t>~</a:t>
            </a:r>
            <a:r>
              <a:rPr sz="1200" spc="130" baseline="3678" dirty="0">
                <a:solidFill>
                  <a:srgbClr val="B6B5B8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E</a:t>
            </a:r>
            <a:r>
              <a:rPr sz="1200" spc="0" baseline="3678" dirty="0">
                <a:solidFill>
                  <a:srgbClr val="4B3326"/>
                </a:solidFill>
                <a:latin typeface="Courier New"/>
                <a:cs typeface="Courier New"/>
              </a:rPr>
              <a:t>t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h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rn</a:t>
            </a:r>
            <a:r>
              <a:rPr sz="1200" spc="0" baseline="3678" dirty="0">
                <a:solidFill>
                  <a:srgbClr val="1C1F24"/>
                </a:solidFill>
                <a:latin typeface="Courier New"/>
                <a:cs typeface="Courier New"/>
              </a:rPr>
              <a:t>e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t </a:t>
            </a:r>
            <a:r>
              <a:rPr sz="1200" spc="80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3D123D"/>
                </a:solidFill>
                <a:latin typeface="Courier New"/>
                <a:cs typeface="Courier New"/>
              </a:rPr>
              <a:t>I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I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,</a:t>
            </a:r>
            <a:r>
              <a:rPr sz="1200" spc="214" baseline="3678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S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rc</a:t>
            </a:r>
            <a:r>
              <a:rPr sz="1200" spc="0" baseline="3678" dirty="0">
                <a:solidFill>
                  <a:srgbClr val="3F5062"/>
                </a:solidFill>
                <a:latin typeface="Courier New"/>
                <a:cs typeface="Courier New"/>
              </a:rPr>
              <a:t>:</a:t>
            </a:r>
            <a:r>
              <a:rPr sz="1200" spc="200" baseline="3678" dirty="0">
                <a:solidFill>
                  <a:srgbClr val="3F5062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4:b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:d9: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a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1200" spc="0" baseline="3678" dirty="0">
                <a:solidFill>
                  <a:srgbClr val="3F5062"/>
                </a:solidFill>
                <a:latin typeface="Courier New"/>
                <a:cs typeface="Courier New"/>
              </a:rPr>
              <a:t>: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3e</a:t>
            </a:r>
            <a:r>
              <a:rPr sz="1200" spc="0" baseline="3678" dirty="0">
                <a:solidFill>
                  <a:srgbClr val="11100E"/>
                </a:solidFill>
                <a:latin typeface="Courier New"/>
                <a:cs typeface="Courier New"/>
              </a:rPr>
              <a:t>: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4d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,  </a:t>
            </a:r>
            <a:r>
              <a:rPr sz="1200" spc="-194" baseline="3678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Ost</a:t>
            </a:r>
            <a:r>
              <a:rPr sz="1200" spc="0" baseline="3678" dirty="0">
                <a:solidFill>
                  <a:srgbClr val="11100E"/>
                </a:solidFill>
                <a:latin typeface="Courier New"/>
                <a:cs typeface="Courier New"/>
              </a:rPr>
              <a:t>:</a:t>
            </a:r>
            <a:r>
              <a:rPr sz="1200" spc="200" baseline="3678" dirty="0">
                <a:solidFill>
                  <a:srgbClr val="11100E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00:15</a:t>
            </a:r>
            <a:r>
              <a:rPr sz="1200" spc="0" baseline="3678" dirty="0">
                <a:solidFill>
                  <a:srgbClr val="3F5062"/>
                </a:solidFill>
                <a:latin typeface="Courier New"/>
                <a:cs typeface="Courier New"/>
              </a:rPr>
              <a:t>: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5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1200" spc="0" baseline="3678" dirty="0">
                <a:solidFill>
                  <a:srgbClr val="3F5062"/>
                </a:solidFill>
                <a:latin typeface="Courier New"/>
                <a:cs typeface="Courier New"/>
              </a:rPr>
              <a:t>: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1200" spc="0" baseline="3678" dirty="0">
                <a:solidFill>
                  <a:srgbClr val="3F5062"/>
                </a:solidFill>
                <a:latin typeface="Courier New"/>
                <a:cs typeface="Courier New"/>
              </a:rPr>
              <a:t>f</a:t>
            </a:r>
            <a:r>
              <a:rPr sz="1200" spc="0" baseline="3678" dirty="0">
                <a:solidFill>
                  <a:srgbClr val="11100E"/>
                </a:solidFill>
                <a:latin typeface="Courier New"/>
                <a:cs typeface="Courier New"/>
              </a:rPr>
              <a:t>: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49</a:t>
            </a:r>
            <a:r>
              <a:rPr sz="1200" spc="0" baseline="3678" dirty="0">
                <a:solidFill>
                  <a:srgbClr val="1C1F24"/>
                </a:solidFill>
                <a:latin typeface="Courier New"/>
                <a:cs typeface="Courier New"/>
              </a:rPr>
              <a:t>: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8</a:t>
            </a:r>
            <a:endParaRPr sz="800">
              <a:latin typeface="Courier New"/>
              <a:cs typeface="Courier New"/>
            </a:endParaRPr>
          </a:p>
          <a:p>
            <a:pPr marL="12700" marR="15240">
              <a:lnSpc>
                <a:spcPct val="94401"/>
              </a:lnSpc>
            </a:pP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~</a:t>
            </a:r>
            <a:r>
              <a:rPr sz="800" spc="119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dr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s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s</a:t>
            </a:r>
            <a:r>
              <a:rPr sz="800" spc="54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so</a:t>
            </a:r>
            <a:r>
              <a:rPr sz="800" spc="0" dirty="0">
                <a:solidFill>
                  <a:srgbClr val="4B3326"/>
                </a:solidFill>
                <a:latin typeface="Courier New"/>
                <a:cs typeface="Courier New"/>
              </a:rPr>
              <a:t>l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u</a:t>
            </a:r>
            <a:r>
              <a:rPr sz="800" spc="0" dirty="0">
                <a:solidFill>
                  <a:srgbClr val="4B3326"/>
                </a:solidFill>
                <a:latin typeface="Courier New"/>
                <a:cs typeface="Courier New"/>
              </a:rPr>
              <a:t>t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ion</a:t>
            </a:r>
            <a:r>
              <a:rPr sz="800" spc="309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P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o</a:t>
            </a:r>
            <a:r>
              <a:rPr sz="800" spc="0" dirty="0">
                <a:solidFill>
                  <a:srgbClr val="4B3326"/>
                </a:solidFill>
                <a:latin typeface="Courier New"/>
                <a:cs typeface="Courier New"/>
              </a:rPr>
              <a:t>t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c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o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l</a:t>
            </a:r>
            <a:r>
              <a:rPr sz="800" spc="265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(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pl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y)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70860" y="2567784"/>
            <a:ext cx="1017497" cy="127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20"/>
              </a:spcBef>
            </a:pP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y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p</a:t>
            </a:r>
            <a:r>
              <a:rPr sz="800" dirty="0">
                <a:solidFill>
                  <a:srgbClr val="524854"/>
                </a:solidFill>
                <a:latin typeface="Courier New"/>
                <a:cs typeface="Courier New"/>
              </a:rPr>
              <a:t>e</a:t>
            </a:r>
            <a:r>
              <a:rPr sz="800" dirty="0">
                <a:solidFill>
                  <a:srgbClr val="1C1F24"/>
                </a:solidFill>
                <a:latin typeface="Courier New"/>
                <a:cs typeface="Courier New"/>
              </a:rPr>
              <a:t>:</a:t>
            </a:r>
            <a:r>
              <a:rPr sz="800" spc="225" dirty="0">
                <a:solidFill>
                  <a:srgbClr val="1C1F2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I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P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v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4</a:t>
            </a:r>
            <a:r>
              <a:rPr sz="800" spc="5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(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800" spc="0" dirty="0">
                <a:solidFill>
                  <a:srgbClr val="3F5062"/>
                </a:solidFill>
                <a:latin typeface="Courier New"/>
                <a:cs typeface="Courier New"/>
              </a:rPr>
              <a:t>x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0800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10275" y="3021597"/>
            <a:ext cx="967438" cy="127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20"/>
              </a:spcBef>
            </a:pP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Sen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-84" dirty="0">
                <a:solidFill>
                  <a:srgbClr val="858082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MAC</a:t>
            </a:r>
            <a:r>
              <a:rPr sz="800" spc="74" dirty="0">
                <a:solidFill>
                  <a:srgbClr val="858082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ss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10275" y="3136744"/>
            <a:ext cx="1524482" cy="127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20"/>
              </a:spcBef>
            </a:pP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Sen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226" dirty="0">
                <a:solidFill>
                  <a:srgbClr val="858082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I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P</a:t>
            </a:r>
            <a:r>
              <a:rPr sz="800" spc="3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ss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: </a:t>
            </a:r>
            <a:r>
              <a:rPr sz="800" spc="-100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17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2.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16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.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2.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2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7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10275" y="3251890"/>
            <a:ext cx="1858408" cy="2421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20"/>
              </a:spcBef>
            </a:pP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Ta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ge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t</a:t>
            </a:r>
            <a:r>
              <a:rPr sz="800" spc="-82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MAC</a:t>
            </a:r>
            <a:r>
              <a:rPr sz="800" spc="74" dirty="0">
                <a:solidFill>
                  <a:srgbClr val="858082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ss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: </a:t>
            </a:r>
            <a:r>
              <a:rPr sz="800" spc="-100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00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: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5:5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d: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0f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:4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9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: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8</a:t>
            </a:r>
            <a:endParaRPr sz="800">
              <a:latin typeface="Courier New"/>
              <a:cs typeface="Courier New"/>
            </a:endParaRPr>
          </a:p>
          <a:p>
            <a:pPr marL="12700" marR="15240">
              <a:lnSpc>
                <a:spcPct val="94401"/>
              </a:lnSpc>
            </a:pP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Ta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g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800" spc="224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I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P</a:t>
            </a:r>
            <a:r>
              <a:rPr sz="800" spc="3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ad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ess:</a:t>
            </a:r>
            <a:r>
              <a:rPr sz="800" spc="265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7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2.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16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.2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.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3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57679" y="3929224"/>
            <a:ext cx="2520509" cy="127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20"/>
              </a:spcBef>
            </a:pP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8</a:t>
            </a:r>
            <a:r>
              <a:rPr sz="800" spc="-13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13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6</a:t>
            </a:r>
            <a:r>
              <a:rPr sz="800" spc="-11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600" spc="0" dirty="0">
                <a:solidFill>
                  <a:srgbClr val="524854"/>
                </a:solidFill>
                <a:latin typeface="Times New Roman"/>
                <a:cs typeface="Times New Roman"/>
              </a:rPr>
              <a:t>04  </a:t>
            </a:r>
            <a:r>
              <a:rPr sz="600" spc="124" dirty="0">
                <a:solidFill>
                  <a:srgbClr val="524854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1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02</a:t>
            </a:r>
            <a:r>
              <a:rPr sz="800" spc="15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4</a:t>
            </a:r>
            <a:r>
              <a:rPr sz="800" spc="1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b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 </a:t>
            </a:r>
            <a:r>
              <a:rPr sz="800" spc="41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d9</a:t>
            </a:r>
            <a:r>
              <a:rPr sz="800" spc="17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800" spc="1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3e</a:t>
            </a:r>
            <a:r>
              <a:rPr sz="800" spc="-37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4</a:t>
            </a:r>
            <a:r>
              <a:rPr sz="800" spc="0" dirty="0">
                <a:solidFill>
                  <a:srgbClr val="2B4156"/>
                </a:solidFill>
                <a:latin typeface="Courier New"/>
                <a:cs typeface="Courier New"/>
              </a:rPr>
              <a:t>f</a:t>
            </a:r>
            <a:r>
              <a:rPr sz="800" spc="15" dirty="0">
                <a:solidFill>
                  <a:srgbClr val="2B4156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c</a:t>
            </a:r>
            <a:r>
              <a:rPr sz="800" spc="17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0</a:t>
            </a:r>
            <a:r>
              <a:rPr sz="800" spc="16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2</a:t>
            </a:r>
            <a:r>
              <a:rPr sz="800" spc="14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l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b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46115" y="3935998"/>
            <a:ext cx="255254" cy="127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20"/>
              </a:spcBef>
            </a:pPr>
            <a:r>
              <a:rPr sz="800" spc="0" dirty="0">
                <a:solidFill>
                  <a:srgbClr val="B6B5B8"/>
                </a:solidFill>
                <a:latin typeface="Courier New"/>
                <a:cs typeface="Courier New"/>
              </a:rPr>
              <a:t>0010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80196" y="3949349"/>
            <a:ext cx="302748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524854"/>
                </a:solidFill>
                <a:latin typeface="Times New Roman"/>
                <a:cs typeface="Times New Roman"/>
              </a:rPr>
              <a:t>••</a:t>
            </a:r>
            <a:r>
              <a:rPr sz="600" spc="122" dirty="0">
                <a:solidFill>
                  <a:srgbClr val="524854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65D67"/>
                </a:solidFill>
                <a:latin typeface="Times New Roman"/>
                <a:cs typeface="Times New Roman"/>
              </a:rPr>
              <a:t>&gt;O</a:t>
            </a:r>
            <a:r>
              <a:rPr sz="600" spc="-14" dirty="0">
                <a:solidFill>
                  <a:srgbClr val="665D6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3F5062"/>
                </a:solidFill>
                <a:latin typeface="Times New Roman"/>
                <a:cs typeface="Times New Roman"/>
              </a:rPr>
              <a:t>•</a:t>
            </a:r>
            <a:r>
              <a:rPr sz="600" spc="0" dirty="0">
                <a:solidFill>
                  <a:srgbClr val="4B3326"/>
                </a:solidFill>
                <a:latin typeface="Times New Roman"/>
                <a:cs typeface="Times New Roman"/>
              </a:rPr>
              <a:t>•</a:t>
            </a:r>
            <a:r>
              <a:rPr sz="600" spc="0" dirty="0">
                <a:solidFill>
                  <a:srgbClr val="524854"/>
                </a:solidFill>
                <a:latin typeface="Times New Roman"/>
                <a:cs typeface="Times New Roman"/>
              </a:rPr>
              <a:t>•</a:t>
            </a:r>
            <a:r>
              <a:rPr sz="600" spc="0" dirty="0">
                <a:solidFill>
                  <a:srgbClr val="11100E"/>
                </a:solidFill>
                <a:latin typeface="Times New Roman"/>
                <a:cs typeface="Times New Roman"/>
              </a:rPr>
              <a:t>•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46115" y="4139197"/>
            <a:ext cx="2211375" cy="127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20"/>
              </a:spcBef>
            </a:pPr>
            <a:r>
              <a:rPr sz="800" spc="0" dirty="0">
                <a:solidFill>
                  <a:srgbClr val="B6B5B8"/>
                </a:solidFill>
                <a:latin typeface="Courier New"/>
                <a:cs typeface="Courier New"/>
              </a:rPr>
              <a:t>0039</a:t>
            </a:r>
            <a:r>
              <a:rPr sz="800" spc="54" dirty="0">
                <a:solidFill>
                  <a:srgbClr val="B6B5B8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12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13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13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63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12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12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12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215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63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12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-12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73239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61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36871" y="3004564"/>
            <a:ext cx="935737" cy="1432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651">
              <a:lnSpc>
                <a:spcPct val="94401"/>
              </a:lnSpc>
              <a:spcBef>
                <a:spcPts val="155"/>
              </a:spcBef>
            </a:pP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d4: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b</a:t>
            </a: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e: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dirty="0">
                <a:solidFill>
                  <a:srgbClr val="858082"/>
                </a:solidFill>
                <a:latin typeface="Courier New"/>
                <a:cs typeface="Courier New"/>
              </a:rPr>
              <a:t>9</a:t>
            </a: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: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a</a:t>
            </a:r>
            <a:r>
              <a:rPr sz="800" dirty="0">
                <a:solidFill>
                  <a:srgbClr val="858082"/>
                </a:solidFill>
                <a:latin typeface="Courier New"/>
                <a:cs typeface="Courier New"/>
              </a:rPr>
              <a:t>f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:</a:t>
            </a:r>
            <a:r>
              <a:rPr sz="800" dirty="0">
                <a:solidFill>
                  <a:srgbClr val="858082"/>
                </a:solidFill>
                <a:latin typeface="Courier New"/>
                <a:cs typeface="Courier New"/>
              </a:rPr>
              <a:t>3</a:t>
            </a: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dirty="0">
                <a:solidFill>
                  <a:srgbClr val="524854"/>
                </a:solidFill>
                <a:latin typeface="Courier New"/>
                <a:cs typeface="Courier New"/>
              </a:rPr>
              <a:t>:</a:t>
            </a: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4f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4932" y="2498595"/>
            <a:ext cx="1944624" cy="1493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8" name="object 18"/>
          <p:cNvSpPr txBox="1"/>
          <p:nvPr/>
        </p:nvSpPr>
        <p:spPr>
          <a:xfrm>
            <a:off x="2370582" y="1421128"/>
            <a:ext cx="1225292" cy="1432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275842" y="1282572"/>
            <a:ext cx="3785618" cy="1778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0237">
              <a:lnSpc>
                <a:spcPct val="94401"/>
              </a:lnSpc>
              <a:spcBef>
                <a:spcPts val="305"/>
              </a:spcBef>
            </a:pPr>
            <a:r>
              <a:rPr sz="700" spc="0" dirty="0">
                <a:solidFill>
                  <a:srgbClr val="B6B5B8"/>
                </a:solidFill>
                <a:latin typeface="Courier New"/>
                <a:cs typeface="Courier New"/>
              </a:rPr>
              <a:t>~</a:t>
            </a:r>
            <a:r>
              <a:rPr sz="700" spc="223" dirty="0">
                <a:solidFill>
                  <a:srgbClr val="B6B5B8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Fr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ame </a:t>
            </a:r>
            <a:r>
              <a:rPr sz="700" spc="247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l:</a:t>
            </a:r>
            <a:r>
              <a:rPr sz="700" spc="22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42</a:t>
            </a:r>
            <a:r>
              <a:rPr sz="700" spc="-35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b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yt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e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s</a:t>
            </a:r>
            <a:r>
              <a:rPr sz="700" spc="259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o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n</a:t>
            </a:r>
            <a:r>
              <a:rPr sz="700" spc="103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wi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e</a:t>
            </a:r>
            <a:r>
              <a:rPr sz="700" spc="347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(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336 </a:t>
            </a:r>
            <a:r>
              <a:rPr sz="700" spc="-200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bi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ts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)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, </a:t>
            </a:r>
            <a:r>
              <a:rPr sz="700" spc="204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42</a:t>
            </a:r>
            <a:r>
              <a:rPr sz="700" spc="195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b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ytes</a:t>
            </a:r>
            <a:r>
              <a:rPr sz="700" spc="331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c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ap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t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u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ed </a:t>
            </a:r>
            <a:r>
              <a:rPr sz="700" spc="287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(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3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36 </a:t>
            </a:r>
            <a:r>
              <a:rPr sz="700" spc="-100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bi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s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) </a:t>
            </a:r>
            <a:r>
              <a:rPr sz="700" spc="25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o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n</a:t>
            </a:r>
            <a:endParaRPr sz="700">
              <a:latin typeface="Courier New"/>
              <a:cs typeface="Courier New"/>
            </a:endParaRPr>
          </a:p>
          <a:p>
            <a:pPr marL="110231">
              <a:lnSpc>
                <a:spcPct val="94401"/>
              </a:lnSpc>
              <a:spcBef>
                <a:spcPts val="110"/>
              </a:spcBef>
            </a:pPr>
            <a:r>
              <a:rPr sz="700" spc="0" dirty="0">
                <a:solidFill>
                  <a:srgbClr val="B6B5B8"/>
                </a:solidFill>
                <a:latin typeface="Courier New"/>
                <a:cs typeface="Courier New"/>
              </a:rPr>
              <a:t>~</a:t>
            </a:r>
            <a:r>
              <a:rPr sz="700" spc="265" dirty="0">
                <a:solidFill>
                  <a:srgbClr val="B6B5B8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E</a:t>
            </a:r>
            <a:r>
              <a:rPr sz="700" spc="0" dirty="0">
                <a:solidFill>
                  <a:srgbClr val="4B3326"/>
                </a:solidFill>
                <a:latin typeface="Courier New"/>
                <a:cs typeface="Courier New"/>
              </a:rPr>
              <a:t>t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h</a:t>
            </a:r>
            <a:r>
              <a:rPr sz="7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net   </a:t>
            </a:r>
            <a:r>
              <a:rPr sz="700" spc="151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I</a:t>
            </a:r>
            <a:r>
              <a:rPr sz="700" spc="0" dirty="0">
                <a:solidFill>
                  <a:srgbClr val="3D123D"/>
                </a:solidFill>
                <a:latin typeface="Courier New"/>
                <a:cs typeface="Courier New"/>
              </a:rPr>
              <a:t>I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, </a:t>
            </a:r>
            <a:r>
              <a:rPr sz="700" spc="129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S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382F3F"/>
                </a:solidFill>
                <a:latin typeface="Courier New"/>
                <a:cs typeface="Courier New"/>
              </a:rPr>
              <a:t>c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:  00</a:t>
            </a:r>
            <a:r>
              <a:rPr sz="700" spc="0" dirty="0">
                <a:solidFill>
                  <a:srgbClr val="11100E"/>
                </a:solidFill>
                <a:latin typeface="Courier New"/>
                <a:cs typeface="Courier New"/>
              </a:rPr>
              <a:t>: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1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5:5d</a:t>
            </a:r>
            <a:r>
              <a:rPr sz="700" spc="0" dirty="0">
                <a:solidFill>
                  <a:srgbClr val="3F5062"/>
                </a:solidFill>
                <a:latin typeface="Courier New"/>
                <a:cs typeface="Courier New"/>
              </a:rPr>
              <a:t>: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0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700" spc="0" dirty="0">
                <a:solidFill>
                  <a:srgbClr val="3F5062"/>
                </a:solidFill>
                <a:latin typeface="Courier New"/>
                <a:cs typeface="Courier New"/>
              </a:rPr>
              <a:t>: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49</a:t>
            </a:r>
            <a:r>
              <a:rPr sz="700" spc="0" dirty="0">
                <a:solidFill>
                  <a:srgbClr val="11100E"/>
                </a:solidFill>
                <a:latin typeface="Courier New"/>
                <a:cs typeface="Courier New"/>
              </a:rPr>
              <a:t>: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1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8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,    </a:t>
            </a:r>
            <a:r>
              <a:rPr sz="700" spc="64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Os</a:t>
            </a:r>
            <a:r>
              <a:rPr sz="700" spc="0" dirty="0">
                <a:solidFill>
                  <a:srgbClr val="4B3326"/>
                </a:solidFill>
                <a:latin typeface="Courier New"/>
                <a:cs typeface="Courier New"/>
              </a:rPr>
              <a:t>t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: 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f</a:t>
            </a:r>
            <a:r>
              <a:rPr sz="700" spc="0" dirty="0">
                <a:solidFill>
                  <a:srgbClr val="11100E"/>
                </a:solidFill>
                <a:latin typeface="Courier New"/>
                <a:cs typeface="Courier New"/>
              </a:rPr>
              <a:t>: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700" spc="0" dirty="0">
                <a:solidFill>
                  <a:srgbClr val="3F5062"/>
                </a:solidFill>
                <a:latin typeface="Courier New"/>
                <a:cs typeface="Courier New"/>
              </a:rPr>
              <a:t>f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:</a:t>
            </a:r>
            <a:r>
              <a:rPr sz="700" spc="0" dirty="0">
                <a:solidFill>
                  <a:srgbClr val="3F5062"/>
                </a:solidFill>
                <a:latin typeface="Courier New"/>
                <a:cs typeface="Courier New"/>
              </a:rPr>
              <a:t>f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f:f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700" spc="0" dirty="0">
                <a:solidFill>
                  <a:srgbClr val="11100E"/>
                </a:solidFill>
                <a:latin typeface="Courier New"/>
                <a:cs typeface="Courier New"/>
              </a:rPr>
              <a:t>: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f</a:t>
            </a:r>
            <a:r>
              <a:rPr sz="700" spc="0" dirty="0">
                <a:solidFill>
                  <a:srgbClr val="1C1F24"/>
                </a:solidFill>
                <a:latin typeface="Courier New"/>
                <a:cs typeface="Courier New"/>
              </a:rPr>
              <a:t>: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f</a:t>
            </a:r>
            <a:endParaRPr sz="700">
              <a:latin typeface="Courier New"/>
              <a:cs typeface="Courier New"/>
            </a:endParaRPr>
          </a:p>
          <a:p>
            <a:pPr marL="367618" marR="1757666" indent="-257383">
              <a:lnSpc>
                <a:spcPts val="792"/>
              </a:lnSpc>
              <a:spcBef>
                <a:spcPts val="165"/>
              </a:spcBef>
            </a:pP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~</a:t>
            </a:r>
            <a:r>
              <a:rPr sz="700" spc="201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Add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ress</a:t>
            </a:r>
            <a:r>
              <a:rPr sz="700" spc="-52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e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sol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u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t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i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o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n </a:t>
            </a:r>
            <a:r>
              <a:rPr sz="700" spc="244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P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ro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ocol </a:t>
            </a:r>
            <a:r>
              <a:rPr sz="700" spc="194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(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re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q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u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e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s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) </a:t>
            </a:r>
            <a:endParaRPr sz="700">
              <a:latin typeface="Courier New"/>
              <a:cs typeface="Courier New"/>
            </a:endParaRPr>
          </a:p>
          <a:p>
            <a:pPr marL="367618" marR="1757666">
              <a:lnSpc>
                <a:spcPts val="792"/>
              </a:lnSpc>
              <a:spcBef>
                <a:spcPts val="131"/>
              </a:spcBef>
            </a:pP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H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a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w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a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e </a:t>
            </a:r>
            <a:r>
              <a:rPr sz="700" spc="30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y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p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e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: </a:t>
            </a:r>
            <a:r>
              <a:rPr sz="700" spc="84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Et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h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e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rn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et </a:t>
            </a:r>
            <a:r>
              <a:rPr sz="700" spc="31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(1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) </a:t>
            </a:r>
            <a:endParaRPr sz="700">
              <a:latin typeface="Courier New"/>
              <a:cs typeface="Courier New"/>
            </a:endParaRPr>
          </a:p>
          <a:p>
            <a:pPr marL="367618" marR="1757666">
              <a:lnSpc>
                <a:spcPts val="792"/>
              </a:lnSpc>
              <a:spcBef>
                <a:spcPts val="131"/>
              </a:spcBef>
            </a:pP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P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t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c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l </a:t>
            </a:r>
            <a:r>
              <a:rPr sz="700" spc="26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typ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e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: </a:t>
            </a:r>
            <a:r>
              <a:rPr sz="700" spc="84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I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Pv4</a:t>
            </a:r>
            <a:r>
              <a:rPr sz="700" spc="242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(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0x0</a:t>
            </a:r>
            <a:r>
              <a:rPr sz="700" spc="0" dirty="0">
                <a:solidFill>
                  <a:srgbClr val="524854"/>
                </a:solidFill>
                <a:latin typeface="Courier New"/>
                <a:cs typeface="Courier New"/>
              </a:rPr>
              <a:t>8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) </a:t>
            </a:r>
            <a:endParaRPr sz="700">
              <a:latin typeface="Courier New"/>
              <a:cs typeface="Courier New"/>
            </a:endParaRPr>
          </a:p>
          <a:p>
            <a:pPr marL="367618" marR="1757666">
              <a:lnSpc>
                <a:spcPts val="792"/>
              </a:lnSpc>
              <a:spcBef>
                <a:spcPts val="131"/>
              </a:spcBef>
            </a:pP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Ha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w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a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e  </a:t>
            </a:r>
            <a:r>
              <a:rPr sz="700" spc="170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s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i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z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e: </a:t>
            </a:r>
            <a:r>
              <a:rPr sz="700" spc="166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6</a:t>
            </a:r>
            <a:endParaRPr sz="700">
              <a:latin typeface="Courier New"/>
              <a:cs typeface="Courier New"/>
            </a:endParaRPr>
          </a:p>
          <a:p>
            <a:pPr marL="367618">
              <a:lnSpc>
                <a:spcPts val="775"/>
              </a:lnSpc>
              <a:spcBef>
                <a:spcPts val="170"/>
              </a:spcBef>
            </a:pPr>
            <a:r>
              <a:rPr sz="1050" b="1" spc="0" baseline="4203" dirty="0">
                <a:solidFill>
                  <a:srgbClr val="524854"/>
                </a:solidFill>
                <a:latin typeface="Courier New"/>
                <a:cs typeface="Courier New"/>
              </a:rPr>
              <a:t>P</a:t>
            </a:r>
            <a:r>
              <a:rPr sz="1050" b="1" spc="0" baseline="4203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1050" b="1" spc="0" baseline="4203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1050" b="1" spc="0" baseline="4203" dirty="0">
                <a:solidFill>
                  <a:srgbClr val="524854"/>
                </a:solidFill>
                <a:latin typeface="Courier New"/>
                <a:cs typeface="Courier New"/>
              </a:rPr>
              <a:t>t</a:t>
            </a:r>
            <a:r>
              <a:rPr sz="1050" b="1" spc="0" baseline="4203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1050" b="1" spc="0" baseline="4203" dirty="0">
                <a:solidFill>
                  <a:srgbClr val="524854"/>
                </a:solidFill>
                <a:latin typeface="Courier New"/>
                <a:cs typeface="Courier New"/>
              </a:rPr>
              <a:t>c</a:t>
            </a:r>
            <a:r>
              <a:rPr sz="1050" b="1" spc="0" baseline="4203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1050" b="1" spc="0" baseline="4203" dirty="0">
                <a:solidFill>
                  <a:srgbClr val="674836"/>
                </a:solidFill>
                <a:latin typeface="Courier New"/>
                <a:cs typeface="Courier New"/>
              </a:rPr>
              <a:t>l </a:t>
            </a:r>
            <a:r>
              <a:rPr sz="1050" b="1" spc="57" baseline="4203" dirty="0">
                <a:solidFill>
                  <a:srgbClr val="674836"/>
                </a:solidFill>
                <a:latin typeface="Courier New"/>
                <a:cs typeface="Courier New"/>
              </a:rPr>
              <a:t> </a:t>
            </a:r>
            <a:r>
              <a:rPr sz="1050" b="1" spc="0" baseline="4203" dirty="0">
                <a:solidFill>
                  <a:srgbClr val="524854"/>
                </a:solidFill>
                <a:latin typeface="Courier New"/>
                <a:cs typeface="Courier New"/>
              </a:rPr>
              <a:t>s</a:t>
            </a:r>
            <a:r>
              <a:rPr sz="1050" b="1" spc="0" baseline="4203" dirty="0">
                <a:solidFill>
                  <a:srgbClr val="4B3326"/>
                </a:solidFill>
                <a:latin typeface="Courier New"/>
                <a:cs typeface="Courier New"/>
              </a:rPr>
              <a:t>i</a:t>
            </a:r>
            <a:r>
              <a:rPr sz="1050" b="1" spc="0" baseline="4203" dirty="0">
                <a:solidFill>
                  <a:srgbClr val="665D67"/>
                </a:solidFill>
                <a:latin typeface="Courier New"/>
                <a:cs typeface="Courier New"/>
              </a:rPr>
              <a:t>z</a:t>
            </a:r>
            <a:r>
              <a:rPr sz="1050" b="1" spc="0" baseline="4203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1050" b="1" spc="0" baseline="4203" dirty="0">
                <a:solidFill>
                  <a:srgbClr val="665D67"/>
                </a:solidFill>
                <a:latin typeface="Courier New"/>
                <a:cs typeface="Courier New"/>
              </a:rPr>
              <a:t>: </a:t>
            </a:r>
            <a:r>
              <a:rPr sz="1050" b="1" spc="94" baseline="4203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050" b="1" spc="0" baseline="4203" dirty="0">
                <a:solidFill>
                  <a:srgbClr val="524854"/>
                </a:solidFill>
                <a:latin typeface="Courier New"/>
                <a:cs typeface="Courier New"/>
              </a:rPr>
              <a:t>4</a:t>
            </a:r>
            <a:endParaRPr sz="700">
              <a:latin typeface="Courier New"/>
              <a:cs typeface="Courier New"/>
            </a:endParaRPr>
          </a:p>
          <a:p>
            <a:pPr marL="360845">
              <a:lnSpc>
                <a:spcPct val="94401"/>
              </a:lnSpc>
              <a:spcBef>
                <a:spcPts val="41"/>
              </a:spcBef>
            </a:pP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Op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c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o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de:</a:t>
            </a:r>
            <a:r>
              <a:rPr sz="800" spc="349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q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u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s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800" spc="297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858082"/>
                </a:solidFill>
                <a:latin typeface="Times New Roman"/>
                <a:cs typeface="Times New Roman"/>
              </a:rPr>
              <a:t>(</a:t>
            </a:r>
            <a:r>
              <a:rPr sz="700" spc="0" dirty="0">
                <a:solidFill>
                  <a:srgbClr val="674836"/>
                </a:solidFill>
                <a:latin typeface="Times New Roman"/>
                <a:cs typeface="Times New Roman"/>
              </a:rPr>
              <a:t>l</a:t>
            </a:r>
            <a:r>
              <a:rPr sz="700" spc="0" dirty="0">
                <a:solidFill>
                  <a:srgbClr val="858082"/>
                </a:solidFill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367618">
              <a:lnSpc>
                <a:spcPct val="94401"/>
              </a:lnSpc>
            </a:pP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S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nd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-82" dirty="0">
                <a:solidFill>
                  <a:srgbClr val="858082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MA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C</a:t>
            </a:r>
            <a:r>
              <a:rPr sz="800" spc="1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ess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:</a:t>
            </a:r>
            <a:r>
              <a:rPr sz="800" spc="219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00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: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5: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5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: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0f</a:t>
            </a:r>
            <a:r>
              <a:rPr sz="800" spc="0" dirty="0">
                <a:solidFill>
                  <a:srgbClr val="1C1F24"/>
                </a:solidFill>
                <a:latin typeface="Courier New"/>
                <a:cs typeface="Courier New"/>
              </a:rPr>
              <a:t>: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49: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8</a:t>
            </a:r>
            <a:endParaRPr sz="800">
              <a:latin typeface="Courier New"/>
              <a:cs typeface="Courier New"/>
            </a:endParaRPr>
          </a:p>
          <a:p>
            <a:pPr marL="367618">
              <a:lnSpc>
                <a:spcPct val="94401"/>
              </a:lnSpc>
              <a:spcBef>
                <a:spcPts val="50"/>
              </a:spcBef>
            </a:pP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S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ende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800" spc="105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3D123D"/>
                </a:solidFill>
                <a:latin typeface="Courier New"/>
                <a:cs typeface="Courier New"/>
              </a:rPr>
              <a:t>I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P</a:t>
            </a:r>
            <a:r>
              <a:rPr sz="800" spc="57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ss</a:t>
            </a:r>
            <a:r>
              <a:rPr sz="800" spc="0" dirty="0">
                <a:solidFill>
                  <a:srgbClr val="1C1F24"/>
                </a:solidFill>
                <a:latin typeface="Courier New"/>
                <a:cs typeface="Courier New"/>
              </a:rPr>
              <a:t>: </a:t>
            </a:r>
            <a:r>
              <a:rPr sz="800" spc="-39" dirty="0">
                <a:solidFill>
                  <a:srgbClr val="1C1F2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4B3326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7</a:t>
            </a:r>
            <a:r>
              <a:rPr sz="800" spc="0" dirty="0">
                <a:solidFill>
                  <a:srgbClr val="3F5062"/>
                </a:solidFill>
                <a:latin typeface="Courier New"/>
                <a:cs typeface="Courier New"/>
              </a:rPr>
              <a:t>2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.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6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.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2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.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3</a:t>
            </a:r>
            <a:endParaRPr sz="800">
              <a:latin typeface="Courier New"/>
              <a:cs typeface="Courier New"/>
            </a:endParaRPr>
          </a:p>
          <a:p>
            <a:pPr marL="367620">
              <a:lnSpc>
                <a:spcPct val="94401"/>
              </a:lnSpc>
            </a:pP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T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ge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800" spc="-84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MA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C</a:t>
            </a:r>
            <a:r>
              <a:rPr sz="800" spc="1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ss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: </a:t>
            </a:r>
            <a:r>
              <a:rPr sz="800" spc="-154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00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: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00:00:00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: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00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: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00</a:t>
            </a:r>
            <a:endParaRPr sz="800">
              <a:latin typeface="Courier New"/>
              <a:cs typeface="Courier New"/>
            </a:endParaRPr>
          </a:p>
          <a:p>
            <a:pPr marL="367620">
              <a:lnSpc>
                <a:spcPct val="94401"/>
              </a:lnSpc>
            </a:pP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Ta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get</a:t>
            </a:r>
            <a:r>
              <a:rPr sz="800" spc="136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3D123D"/>
                </a:solidFill>
                <a:latin typeface="Courier New"/>
                <a:cs typeface="Courier New"/>
              </a:rPr>
              <a:t>I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P</a:t>
            </a:r>
            <a:r>
              <a:rPr sz="800" spc="22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s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s</a:t>
            </a:r>
            <a:r>
              <a:rPr sz="800" spc="0" dirty="0">
                <a:solidFill>
                  <a:srgbClr val="1C1F24"/>
                </a:solidFill>
                <a:latin typeface="Courier New"/>
                <a:cs typeface="Courier New"/>
              </a:rPr>
              <a:t>: </a:t>
            </a:r>
            <a:r>
              <a:rPr sz="800" spc="14" dirty="0">
                <a:solidFill>
                  <a:srgbClr val="1C1F2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74836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7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2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.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16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.2.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27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7500" y="1282572"/>
            <a:ext cx="4489195" cy="7962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62951" algn="r">
              <a:lnSpc>
                <a:spcPct val="94401"/>
              </a:lnSpc>
              <a:spcBef>
                <a:spcPts val="305"/>
              </a:spcBef>
            </a:pP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in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7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700" spc="0" dirty="0">
                <a:solidFill>
                  <a:srgbClr val="665D67"/>
                </a:solidFill>
                <a:latin typeface="Courier New"/>
                <a:cs typeface="Courier New"/>
              </a:rPr>
              <a:t>fa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ce   </a:t>
            </a:r>
            <a:r>
              <a:rPr sz="700" spc="1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Courier New"/>
                <a:cs typeface="Courier New"/>
              </a:rPr>
              <a:t>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06695" y="1269491"/>
            <a:ext cx="4311904" cy="8093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317500" y="2078862"/>
            <a:ext cx="3743961" cy="9818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4061461" y="2078862"/>
            <a:ext cx="40638" cy="15040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4102099" y="2078862"/>
            <a:ext cx="739271" cy="15040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3492" marR="34676">
              <a:lnSpc>
                <a:spcPct val="94401"/>
              </a:lnSpc>
              <a:spcBef>
                <a:spcPts val="245"/>
              </a:spcBef>
            </a:pPr>
            <a:r>
              <a:rPr sz="800" spc="0" dirty="0">
                <a:solidFill>
                  <a:srgbClr val="B6B5B8"/>
                </a:solidFill>
                <a:latin typeface="Courier New"/>
                <a:cs typeface="Courier New"/>
              </a:rPr>
              <a:t>~</a:t>
            </a:r>
            <a:r>
              <a:rPr sz="800" spc="111" dirty="0">
                <a:solidFill>
                  <a:srgbClr val="B6B5B8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m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e</a:t>
            </a:r>
            <a:r>
              <a:rPr sz="800" spc="237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2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:</a:t>
            </a:r>
            <a:r>
              <a:rPr sz="800" spc="184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6</a:t>
            </a:r>
            <a:endParaRPr sz="800">
              <a:latin typeface="Courier New"/>
              <a:cs typeface="Courier New"/>
            </a:endParaRPr>
          </a:p>
          <a:p>
            <a:pPr marL="63485" marR="34676">
              <a:lnSpc>
                <a:spcPts val="855"/>
              </a:lnSpc>
              <a:spcBef>
                <a:spcPts val="42"/>
              </a:spcBef>
            </a:pPr>
            <a:r>
              <a:rPr sz="1200" spc="0" baseline="3678" dirty="0">
                <a:solidFill>
                  <a:srgbClr val="B6B5B8"/>
                </a:solidFill>
                <a:latin typeface="Courier New"/>
                <a:cs typeface="Courier New"/>
              </a:rPr>
              <a:t>~</a:t>
            </a:r>
            <a:r>
              <a:rPr sz="1200" spc="140" baseline="3678" dirty="0">
                <a:solidFill>
                  <a:srgbClr val="B6B5B8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E</a:t>
            </a:r>
            <a:r>
              <a:rPr sz="1200" spc="0" baseline="3678" dirty="0">
                <a:solidFill>
                  <a:srgbClr val="4B3326"/>
                </a:solidFill>
                <a:latin typeface="Courier New"/>
                <a:cs typeface="Courier New"/>
              </a:rPr>
              <a:t>t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h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rn</a:t>
            </a:r>
            <a:r>
              <a:rPr sz="1200" spc="0" baseline="3678" dirty="0">
                <a:solidFill>
                  <a:srgbClr val="1C1F24"/>
                </a:solidFill>
                <a:latin typeface="Courier New"/>
                <a:cs typeface="Courier New"/>
              </a:rPr>
              <a:t>e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t </a:t>
            </a:r>
            <a:r>
              <a:rPr sz="1200" spc="128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3D123D"/>
                </a:solidFill>
                <a:latin typeface="Courier New"/>
                <a:cs typeface="Courier New"/>
              </a:rPr>
              <a:t>I</a:t>
            </a:r>
            <a:endParaRPr sz="800">
              <a:latin typeface="Courier New"/>
              <a:cs typeface="Courier New"/>
            </a:endParaRPr>
          </a:p>
          <a:p>
            <a:pPr marL="314101" indent="-250615">
              <a:lnSpc>
                <a:spcPts val="906"/>
              </a:lnSpc>
            </a:pP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~</a:t>
            </a:r>
            <a:r>
              <a:rPr sz="800" spc="119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dr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s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s</a:t>
            </a:r>
            <a:r>
              <a:rPr sz="800" spc="54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H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w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a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e P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t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o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c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ol </a:t>
            </a:r>
            <a:r>
              <a:rPr sz="700" b="1" spc="0" dirty="0">
                <a:solidFill>
                  <a:srgbClr val="665D67"/>
                </a:solidFill>
                <a:latin typeface="Courier New"/>
                <a:cs typeface="Courier New"/>
              </a:rPr>
              <a:t>Ha</a:t>
            </a:r>
            <a:r>
              <a:rPr sz="700" b="1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700" b="1" spc="0" dirty="0">
                <a:solidFill>
                  <a:srgbClr val="524854"/>
                </a:solidFill>
                <a:latin typeface="Courier New"/>
                <a:cs typeface="Courier New"/>
              </a:rPr>
              <a:t>d</a:t>
            </a:r>
            <a:r>
              <a:rPr sz="700" b="1" spc="0" dirty="0">
                <a:solidFill>
                  <a:srgbClr val="858082"/>
                </a:solidFill>
                <a:latin typeface="Courier New"/>
                <a:cs typeface="Courier New"/>
              </a:rPr>
              <a:t>w</a:t>
            </a:r>
            <a:r>
              <a:rPr sz="700" b="1" spc="0" dirty="0">
                <a:solidFill>
                  <a:srgbClr val="665D67"/>
                </a:solidFill>
                <a:latin typeface="Courier New"/>
                <a:cs typeface="Courier New"/>
              </a:rPr>
              <a:t>a</a:t>
            </a:r>
            <a:r>
              <a:rPr sz="700" b="1" spc="0" dirty="0">
                <a:solidFill>
                  <a:srgbClr val="757075"/>
                </a:solidFill>
                <a:latin typeface="Courier New"/>
                <a:cs typeface="Courier New"/>
              </a:rPr>
              <a:t>r</a:t>
            </a:r>
            <a:r>
              <a:rPr sz="700" b="1" spc="0" dirty="0">
                <a:solidFill>
                  <a:srgbClr val="665D67"/>
                </a:solidFill>
                <a:latin typeface="Courier New"/>
                <a:cs typeface="Courier New"/>
              </a:rPr>
              <a:t>e </a:t>
            </a:r>
            <a:r>
              <a:rPr sz="700" b="1" spc="0" dirty="0">
                <a:solidFill>
                  <a:srgbClr val="524854"/>
                </a:solidFill>
                <a:latin typeface="Courier New"/>
                <a:cs typeface="Courier New"/>
              </a:rPr>
              <a:t>P</a:t>
            </a:r>
            <a:r>
              <a:rPr sz="700" b="1" spc="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700" b="1" spc="0" dirty="0">
                <a:solidFill>
                  <a:srgbClr val="757075"/>
                </a:solidFill>
                <a:latin typeface="Courier New"/>
                <a:cs typeface="Courier New"/>
              </a:rPr>
              <a:t>o</a:t>
            </a:r>
            <a:r>
              <a:rPr sz="700" b="1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700" b="1" spc="0" dirty="0">
                <a:solidFill>
                  <a:srgbClr val="757075"/>
                </a:solidFill>
                <a:latin typeface="Courier New"/>
                <a:cs typeface="Courier New"/>
              </a:rPr>
              <a:t>o</a:t>
            </a:r>
            <a:r>
              <a:rPr sz="700" b="1" spc="0" dirty="0">
                <a:solidFill>
                  <a:srgbClr val="665D67"/>
                </a:solidFill>
                <a:latin typeface="Courier New"/>
                <a:cs typeface="Courier New"/>
              </a:rPr>
              <a:t>c</a:t>
            </a:r>
            <a:r>
              <a:rPr sz="700" b="1" spc="0" dirty="0">
                <a:solidFill>
                  <a:srgbClr val="757075"/>
                </a:solidFill>
                <a:latin typeface="Courier New"/>
                <a:cs typeface="Courier New"/>
              </a:rPr>
              <a:t>ol 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Op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c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ode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:</a:t>
            </a:r>
            <a:endParaRPr sz="800">
              <a:latin typeface="Courier New"/>
              <a:cs typeface="Courier New"/>
            </a:endParaRPr>
          </a:p>
          <a:p>
            <a:pPr marL="320875" marR="102614" algn="just">
              <a:lnSpc>
                <a:spcPts val="790"/>
              </a:lnSpc>
              <a:spcBef>
                <a:spcPts val="101"/>
              </a:spcBef>
            </a:pPr>
            <a:r>
              <a:rPr sz="1200" baseline="7356" dirty="0">
                <a:solidFill>
                  <a:srgbClr val="757075"/>
                </a:solidFill>
                <a:latin typeface="Courier New"/>
                <a:cs typeface="Courier New"/>
              </a:rPr>
              <a:t>Sen</a:t>
            </a:r>
            <a:r>
              <a:rPr sz="1200" baseline="7356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1200" baseline="7356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1200" baseline="7356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endParaRPr sz="800">
              <a:latin typeface="Courier New"/>
              <a:cs typeface="Courier New"/>
            </a:endParaRPr>
          </a:p>
          <a:p>
            <a:pPr marL="320875" marR="100590" algn="just">
              <a:lnSpc>
                <a:spcPct val="94401"/>
              </a:lnSpc>
            </a:pP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Sen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dirty="0">
                <a:solidFill>
                  <a:srgbClr val="858082"/>
                </a:solidFill>
                <a:latin typeface="Courier New"/>
                <a:cs typeface="Courier New"/>
              </a:rPr>
              <a:t>r 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Ta</a:t>
            </a:r>
            <a:r>
              <a:rPr sz="80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ge</a:t>
            </a: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t 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Ta</a:t>
            </a:r>
            <a:r>
              <a:rPr sz="800" dirty="0">
                <a:solidFill>
                  <a:srgbClr val="858082"/>
                </a:solidFill>
                <a:latin typeface="Courier New"/>
                <a:cs typeface="Courier New"/>
              </a:rPr>
              <a:t>r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g</a:t>
            </a: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e</a:t>
            </a: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06695" y="2078862"/>
            <a:ext cx="3762758" cy="150406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00"/>
              </a:lnSpc>
              <a:spcBef>
                <a:spcPts val="11"/>
              </a:spcBef>
            </a:pPr>
            <a:endParaRPr sz="900"/>
          </a:p>
          <a:p>
            <a:pPr marL="76864">
              <a:lnSpc>
                <a:spcPct val="94401"/>
              </a:lnSpc>
              <a:spcBef>
                <a:spcPts val="2000"/>
              </a:spcBef>
            </a:pPr>
            <a:r>
              <a:rPr sz="80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800" dirty="0">
                <a:solidFill>
                  <a:srgbClr val="757075"/>
                </a:solidFill>
                <a:latin typeface="Courier New"/>
                <a:cs typeface="Courier New"/>
              </a:rPr>
              <a:t>y</a:t>
            </a:r>
            <a:r>
              <a:rPr sz="800" dirty="0">
                <a:solidFill>
                  <a:srgbClr val="524854"/>
                </a:solidFill>
                <a:latin typeface="Courier New"/>
                <a:cs typeface="Courier New"/>
              </a:rPr>
              <a:t>pe</a:t>
            </a:r>
            <a:r>
              <a:rPr sz="800" dirty="0">
                <a:solidFill>
                  <a:srgbClr val="11100E"/>
                </a:solidFill>
                <a:latin typeface="Courier New"/>
                <a:cs typeface="Courier New"/>
              </a:rPr>
              <a:t>:</a:t>
            </a:r>
            <a:r>
              <a:rPr sz="800" spc="114" dirty="0">
                <a:solidFill>
                  <a:srgbClr val="11100E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4B3326"/>
                </a:solidFill>
                <a:latin typeface="Courier New"/>
                <a:cs typeface="Courier New"/>
              </a:rPr>
              <a:t>t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h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rn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t</a:t>
            </a:r>
            <a:r>
              <a:rPr sz="800" spc="274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757075"/>
                </a:solidFill>
                <a:latin typeface="Courier New"/>
                <a:cs typeface="Courier New"/>
              </a:rPr>
              <a:t>(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1)</a:t>
            </a:r>
            <a:endParaRPr sz="800">
              <a:latin typeface="Courier New"/>
              <a:cs typeface="Courier New"/>
            </a:endParaRPr>
          </a:p>
          <a:p>
            <a:pPr marL="20821" marR="3283791" indent="18703" algn="ctr">
              <a:lnSpc>
                <a:spcPts val="906"/>
              </a:lnSpc>
              <a:spcBef>
                <a:spcPts val="990"/>
              </a:spcBef>
            </a:pPr>
            <a:r>
              <a:rPr sz="700" b="1" dirty="0">
                <a:solidFill>
                  <a:srgbClr val="665D67"/>
                </a:solidFill>
                <a:latin typeface="Courier New"/>
                <a:cs typeface="Courier New"/>
              </a:rPr>
              <a:t>size</a:t>
            </a:r>
            <a:r>
              <a:rPr sz="700" b="1" dirty="0">
                <a:solidFill>
                  <a:srgbClr val="382F3F"/>
                </a:solidFill>
                <a:latin typeface="Courier New"/>
                <a:cs typeface="Courier New"/>
              </a:rPr>
              <a:t>: </a:t>
            </a:r>
            <a:r>
              <a:rPr sz="700" b="1" spc="-54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700" b="1" spc="0" dirty="0">
                <a:solidFill>
                  <a:srgbClr val="757075"/>
                </a:solidFill>
                <a:latin typeface="Courier New"/>
                <a:cs typeface="Courier New"/>
              </a:rPr>
              <a:t>6 size</a:t>
            </a:r>
            <a:r>
              <a:rPr sz="700" b="1" spc="0" dirty="0">
                <a:solidFill>
                  <a:srgbClr val="382F3F"/>
                </a:solidFill>
                <a:latin typeface="Courier New"/>
                <a:cs typeface="Courier New"/>
              </a:rPr>
              <a:t>: </a:t>
            </a:r>
            <a:r>
              <a:rPr sz="700" b="1" spc="-54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700" b="1" spc="0" dirty="0">
                <a:solidFill>
                  <a:srgbClr val="757075"/>
                </a:solidFill>
                <a:latin typeface="Courier New"/>
                <a:cs typeface="Courier New"/>
              </a:rPr>
              <a:t>4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re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pl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y</a:t>
            </a:r>
            <a:r>
              <a:rPr sz="800" spc="146" dirty="0">
                <a:solidFill>
                  <a:srgbClr val="858082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858082"/>
                </a:solidFill>
                <a:latin typeface="Courier New"/>
                <a:cs typeface="Courier New"/>
              </a:rPr>
              <a:t>(2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69454" y="2078862"/>
            <a:ext cx="41145" cy="17438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8610599" y="2078862"/>
            <a:ext cx="507999" cy="17438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275842" y="3060700"/>
            <a:ext cx="41657" cy="5222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317500" y="3060700"/>
            <a:ext cx="3743961" cy="5222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5016">
              <a:lnSpc>
                <a:spcPts val="890"/>
              </a:lnSpc>
              <a:spcBef>
                <a:spcPts val="239"/>
              </a:spcBef>
            </a:pPr>
            <a:r>
              <a:rPr sz="1050" spc="0" baseline="4141" dirty="0">
                <a:solidFill>
                  <a:srgbClr val="B6B5B8"/>
                </a:solidFill>
                <a:latin typeface="Times New Roman"/>
                <a:cs typeface="Times New Roman"/>
              </a:rPr>
              <a:t>00         </a:t>
            </a:r>
            <a:r>
              <a:rPr sz="1050" spc="109" baseline="4141" dirty="0">
                <a:solidFill>
                  <a:srgbClr val="B6B5B8"/>
                </a:solidFill>
                <a:latin typeface="Times New Roman"/>
                <a:cs typeface="Times New Roman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ff</a:t>
            </a:r>
            <a:r>
              <a:rPr sz="1200" spc="-37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ff</a:t>
            </a:r>
            <a:r>
              <a:rPr sz="1200" spc="15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f</a:t>
            </a:r>
            <a:r>
              <a:rPr sz="1200" spc="14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ff</a:t>
            </a:r>
            <a:r>
              <a:rPr sz="1200" spc="17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ff</a:t>
            </a:r>
            <a:r>
              <a:rPr sz="1200" spc="-37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f</a:t>
            </a:r>
            <a:r>
              <a:rPr sz="1200" spc="17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00</a:t>
            </a:r>
            <a:r>
              <a:rPr sz="1200" spc="15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15</a:t>
            </a:r>
            <a:r>
              <a:rPr sz="1200" spc="392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5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d</a:t>
            </a:r>
            <a:r>
              <a:rPr sz="1200" spc="-37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0f</a:t>
            </a:r>
            <a:r>
              <a:rPr sz="1200" spc="15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49</a:t>
            </a:r>
            <a:r>
              <a:rPr sz="1200" spc="15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858082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8</a:t>
            </a:r>
            <a:r>
              <a:rPr sz="1200" spc="-37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</a:t>
            </a:r>
            <a:r>
              <a:rPr sz="1200" spc="0" baseline="3678" dirty="0">
                <a:solidFill>
                  <a:srgbClr val="858082"/>
                </a:solidFill>
                <a:latin typeface="Courier New"/>
                <a:cs typeface="Courier New"/>
              </a:rPr>
              <a:t>8</a:t>
            </a:r>
            <a:r>
              <a:rPr sz="1200" spc="15" baseline="3678" dirty="0">
                <a:solidFill>
                  <a:srgbClr val="858082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</a:t>
            </a:r>
            <a:r>
              <a:rPr sz="1200" spc="0" baseline="3678" dirty="0">
                <a:solidFill>
                  <a:srgbClr val="858082"/>
                </a:solidFill>
                <a:latin typeface="Courier New"/>
                <a:cs typeface="Courier New"/>
              </a:rPr>
              <a:t>6</a:t>
            </a:r>
            <a:r>
              <a:rPr sz="1200" spc="15" baseline="3678" dirty="0">
                <a:solidFill>
                  <a:srgbClr val="858082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00</a:t>
            </a:r>
            <a:r>
              <a:rPr sz="1200" spc="15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01           </a:t>
            </a:r>
            <a:r>
              <a:rPr sz="1200" spc="117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050" spc="0" baseline="4141" dirty="0">
                <a:solidFill>
                  <a:srgbClr val="858082"/>
                </a:solidFill>
                <a:latin typeface="Times New Roman"/>
                <a:cs typeface="Times New Roman"/>
              </a:rPr>
              <a:t>]</a:t>
            </a:r>
            <a:r>
              <a:rPr sz="1050" spc="73" baseline="4141" dirty="0">
                <a:solidFill>
                  <a:srgbClr val="858082"/>
                </a:solidFill>
                <a:latin typeface="Times New Roman"/>
                <a:cs typeface="Times New Roman"/>
              </a:rPr>
              <a:t> </a:t>
            </a:r>
            <a:r>
              <a:rPr sz="1050" spc="0" baseline="4141" dirty="0">
                <a:solidFill>
                  <a:srgbClr val="665D67"/>
                </a:solidFill>
                <a:latin typeface="Times New Roman"/>
                <a:cs typeface="Times New Roman"/>
              </a:rPr>
              <a:t>. </a:t>
            </a:r>
            <a:r>
              <a:rPr sz="1050" spc="1" baseline="4141" dirty="0">
                <a:solidFill>
                  <a:srgbClr val="665D67"/>
                </a:solidFill>
                <a:latin typeface="Times New Roman"/>
                <a:cs typeface="Times New Roman"/>
              </a:rPr>
              <a:t> </a:t>
            </a:r>
            <a:r>
              <a:rPr sz="1050" spc="0" baseline="4141" dirty="0">
                <a:solidFill>
                  <a:srgbClr val="757075"/>
                </a:solidFill>
                <a:latin typeface="Times New Roman"/>
                <a:cs typeface="Times New Roman"/>
              </a:rPr>
              <a:t>I. </a:t>
            </a:r>
            <a:r>
              <a:rPr sz="1050" spc="150" baseline="4141" dirty="0">
                <a:solidFill>
                  <a:srgbClr val="757075"/>
                </a:solidFill>
                <a:latin typeface="Times New Roman"/>
                <a:cs typeface="Times New Roman"/>
              </a:rPr>
              <a:t> </a:t>
            </a:r>
            <a:r>
              <a:rPr sz="1050" spc="0" baseline="4141" dirty="0">
                <a:solidFill>
                  <a:srgbClr val="665D67"/>
                </a:solidFill>
                <a:latin typeface="Times New Roman"/>
                <a:cs typeface="Times New Roman"/>
              </a:rPr>
              <a:t>.</a:t>
            </a:r>
            <a:r>
              <a:rPr sz="1050" spc="0" baseline="4141" dirty="0">
                <a:solidFill>
                  <a:srgbClr val="858082"/>
                </a:solidFill>
                <a:latin typeface="Times New Roman"/>
                <a:cs typeface="Times New Roman"/>
              </a:rPr>
              <a:t>.</a:t>
            </a:r>
            <a:endParaRPr sz="700">
              <a:latin typeface="Times New Roman"/>
              <a:cs typeface="Times New Roman"/>
            </a:endParaRPr>
          </a:p>
          <a:p>
            <a:pPr marL="61788">
              <a:lnSpc>
                <a:spcPts val="800"/>
              </a:lnSpc>
            </a:pPr>
            <a:r>
              <a:rPr sz="1200" spc="0" baseline="3678" dirty="0">
                <a:solidFill>
                  <a:srgbClr val="B6B5B8"/>
                </a:solidFill>
                <a:latin typeface="Courier New"/>
                <a:cs typeface="Courier New"/>
              </a:rPr>
              <a:t>0010</a:t>
            </a:r>
            <a:r>
              <a:rPr sz="1200" spc="54" baseline="3678" dirty="0">
                <a:solidFill>
                  <a:srgbClr val="B6B5B8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08</a:t>
            </a:r>
            <a:r>
              <a:rPr sz="1200" spc="-13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1200" spc="-13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6</a:t>
            </a:r>
            <a:r>
              <a:rPr sz="1200" spc="-66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050" spc="0" baseline="4141" dirty="0">
                <a:solidFill>
                  <a:srgbClr val="665D67"/>
                </a:solidFill>
                <a:latin typeface="Times New Roman"/>
                <a:cs typeface="Times New Roman"/>
              </a:rPr>
              <a:t>04  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00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</a:t>
            </a:r>
            <a:r>
              <a:rPr sz="1200" spc="0" baseline="3678" dirty="0">
                <a:solidFill>
                  <a:srgbClr val="674836"/>
                </a:solidFill>
                <a:latin typeface="Courier New"/>
                <a:cs typeface="Courier New"/>
              </a:rPr>
              <a:t>1</a:t>
            </a:r>
            <a:r>
              <a:rPr sz="1200" spc="-51" baseline="3678" dirty="0">
                <a:solidFill>
                  <a:srgbClr val="674836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00</a:t>
            </a:r>
            <a:r>
              <a:rPr sz="1200" spc="-159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15 </a:t>
            </a:r>
            <a:r>
              <a:rPr sz="1200" spc="47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5d</a:t>
            </a:r>
            <a:r>
              <a:rPr sz="1200" spc="5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f</a:t>
            </a:r>
            <a:r>
              <a:rPr sz="1200" spc="58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49</a:t>
            </a:r>
            <a:r>
              <a:rPr sz="1200" spc="58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8</a:t>
            </a:r>
            <a:r>
              <a:rPr sz="1200" spc="57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a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c</a:t>
            </a:r>
            <a:r>
              <a:rPr sz="1200" spc="60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</a:t>
            </a:r>
            <a:r>
              <a:rPr sz="1200" spc="7" baseline="3678" dirty="0">
                <a:solidFill>
                  <a:srgbClr val="757075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2</a:t>
            </a:r>
            <a:r>
              <a:rPr sz="1200" spc="58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57075"/>
                </a:solidFill>
                <a:latin typeface="Courier New"/>
                <a:cs typeface="Courier New"/>
              </a:rPr>
              <a:t>0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3           </a:t>
            </a:r>
            <a:r>
              <a:rPr sz="1200" spc="318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050" spc="0" baseline="4141" dirty="0">
                <a:solidFill>
                  <a:srgbClr val="858082"/>
                </a:solidFill>
                <a:latin typeface="Times New Roman"/>
                <a:cs typeface="Times New Roman"/>
              </a:rPr>
              <a:t>]</a:t>
            </a:r>
            <a:r>
              <a:rPr sz="1050" spc="73" baseline="4141" dirty="0">
                <a:solidFill>
                  <a:srgbClr val="858082"/>
                </a:solidFill>
                <a:latin typeface="Times New Roman"/>
                <a:cs typeface="Times New Roman"/>
              </a:rPr>
              <a:t> </a:t>
            </a:r>
            <a:r>
              <a:rPr sz="1050" spc="0" baseline="4141" dirty="0">
                <a:solidFill>
                  <a:srgbClr val="1C1F24"/>
                </a:solidFill>
                <a:latin typeface="Times New Roman"/>
                <a:cs typeface="Times New Roman"/>
              </a:rPr>
              <a:t>. </a:t>
            </a:r>
            <a:r>
              <a:rPr sz="1050" spc="1" baseline="4141" dirty="0">
                <a:solidFill>
                  <a:srgbClr val="1C1F24"/>
                </a:solidFill>
                <a:latin typeface="Times New Roman"/>
                <a:cs typeface="Times New Roman"/>
              </a:rPr>
              <a:t> </a:t>
            </a:r>
            <a:r>
              <a:rPr sz="1050" spc="0" baseline="4141" dirty="0">
                <a:solidFill>
                  <a:srgbClr val="665D67"/>
                </a:solidFill>
                <a:latin typeface="Times New Roman"/>
                <a:cs typeface="Times New Roman"/>
              </a:rPr>
              <a:t>I. </a:t>
            </a:r>
            <a:r>
              <a:rPr sz="1050" spc="150" baseline="4141" dirty="0">
                <a:solidFill>
                  <a:srgbClr val="665D67"/>
                </a:solidFill>
                <a:latin typeface="Times New Roman"/>
                <a:cs typeface="Times New Roman"/>
              </a:rPr>
              <a:t> </a:t>
            </a:r>
            <a:r>
              <a:rPr sz="1050" spc="0" baseline="4141" dirty="0">
                <a:solidFill>
                  <a:srgbClr val="382F3F"/>
                </a:solidFill>
                <a:latin typeface="Times New Roman"/>
                <a:cs typeface="Times New Roman"/>
              </a:rPr>
              <a:t>.</a:t>
            </a:r>
            <a:r>
              <a:rPr sz="1050" spc="0" baseline="4141" dirty="0">
                <a:solidFill>
                  <a:srgbClr val="674836"/>
                </a:solidFill>
                <a:latin typeface="Times New Roman"/>
                <a:cs typeface="Times New Roman"/>
              </a:rPr>
              <a:t>.</a:t>
            </a:r>
            <a:endParaRPr sz="700">
              <a:latin typeface="Times New Roman"/>
              <a:cs typeface="Times New Roman"/>
            </a:endParaRPr>
          </a:p>
          <a:p>
            <a:pPr marL="61785">
              <a:lnSpc>
                <a:spcPts val="815"/>
              </a:lnSpc>
              <a:spcBef>
                <a:spcPts val="0"/>
              </a:spcBef>
            </a:pPr>
            <a:r>
              <a:rPr sz="1200" spc="0" baseline="7356" dirty="0">
                <a:solidFill>
                  <a:srgbClr val="B6B5B8"/>
                </a:solidFill>
                <a:latin typeface="Courier New"/>
                <a:cs typeface="Courier New"/>
              </a:rPr>
              <a:t>002f'</a:t>
            </a:r>
            <a:r>
              <a:rPr sz="1200" spc="92" baseline="7356" dirty="0">
                <a:solidFill>
                  <a:srgbClr val="B6B5B8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1200" spc="43" baseline="735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1200" spc="43" baseline="735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1200" spc="-5" baseline="735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1200" spc="44" baseline="735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1200" spc="43" baseline="735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1200" spc="43" baseline="735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382F3F"/>
                </a:solidFill>
                <a:latin typeface="Courier New"/>
                <a:cs typeface="Courier New"/>
              </a:rPr>
              <a:t>a</a:t>
            </a:r>
            <a:r>
              <a:rPr sz="1200" spc="0" baseline="7356" dirty="0">
                <a:solidFill>
                  <a:srgbClr val="665D67"/>
                </a:solidFill>
                <a:latin typeface="Courier New"/>
                <a:cs typeface="Courier New"/>
              </a:rPr>
              <a:t>c</a:t>
            </a:r>
            <a:r>
              <a:rPr sz="1200" spc="45" baseline="735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74836"/>
                </a:solidFill>
                <a:latin typeface="Courier New"/>
                <a:cs typeface="Courier New"/>
              </a:rPr>
              <a:t>1</a:t>
            </a:r>
            <a:r>
              <a:rPr sz="1200" spc="0" baseline="7356" dirty="0">
                <a:solidFill>
                  <a:srgbClr val="665D67"/>
                </a:solidFill>
                <a:latin typeface="Courier New"/>
                <a:cs typeface="Courier New"/>
              </a:rPr>
              <a:t>0 </a:t>
            </a:r>
            <a:r>
              <a:rPr sz="1200" spc="24" baseline="735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65D67"/>
                </a:solidFill>
                <a:latin typeface="Courier New"/>
                <a:cs typeface="Courier New"/>
              </a:rPr>
              <a:t>02</a:t>
            </a:r>
            <a:r>
              <a:rPr sz="1200" spc="46" baseline="7356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74836"/>
                </a:solidFill>
                <a:latin typeface="Courier New"/>
                <a:cs typeface="Courier New"/>
              </a:rPr>
              <a:t>l</a:t>
            </a:r>
            <a:r>
              <a:rPr sz="1200" spc="0" baseline="7356" dirty="0">
                <a:solidFill>
                  <a:srgbClr val="665D67"/>
                </a:solidFill>
                <a:latin typeface="Courier New"/>
                <a:cs typeface="Courier New"/>
              </a:rPr>
              <a:t>b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5842" y="3582923"/>
            <a:ext cx="3785618" cy="7924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4061461" y="3582923"/>
            <a:ext cx="4507993" cy="2397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061461" y="3822700"/>
            <a:ext cx="40638" cy="5527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4102099" y="3822700"/>
            <a:ext cx="4467354" cy="5527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6715">
              <a:lnSpc>
                <a:spcPts val="983"/>
              </a:lnSpc>
              <a:spcBef>
                <a:spcPts val="65"/>
              </a:spcBef>
            </a:pPr>
            <a:r>
              <a:rPr sz="600" spc="0" dirty="0">
                <a:solidFill>
                  <a:srgbClr val="B6B5B8"/>
                </a:solidFill>
                <a:latin typeface="Times New Roman"/>
                <a:cs typeface="Times New Roman"/>
              </a:rPr>
              <a:t>0000       </a:t>
            </a:r>
            <a:r>
              <a:rPr sz="600" spc="54" dirty="0">
                <a:solidFill>
                  <a:srgbClr val="B6B5B8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30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5</a:t>
            </a:r>
            <a:r>
              <a:rPr sz="800" spc="32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5d</a:t>
            </a:r>
            <a:r>
              <a:rPr sz="800" spc="32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800" spc="0" dirty="0">
                <a:solidFill>
                  <a:srgbClr val="3F5062"/>
                </a:solidFill>
                <a:latin typeface="Courier New"/>
                <a:cs typeface="Courier New"/>
              </a:rPr>
              <a:t>f</a:t>
            </a:r>
            <a:r>
              <a:rPr sz="800" spc="-21" dirty="0">
                <a:solidFill>
                  <a:srgbClr val="3F5062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4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9</a:t>
            </a:r>
            <a:r>
              <a:rPr sz="800" spc="84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4B3326"/>
                </a:solidFill>
                <a:latin typeface="Courier New"/>
                <a:cs typeface="Courier New"/>
              </a:rPr>
              <a:t>1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8</a:t>
            </a:r>
            <a:r>
              <a:rPr sz="800" spc="-20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d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4</a:t>
            </a:r>
            <a:r>
              <a:rPr sz="800" spc="31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b</a:t>
            </a:r>
            <a:r>
              <a:rPr sz="800" spc="0" dirty="0">
                <a:solidFill>
                  <a:srgbClr val="382F3F"/>
                </a:solidFill>
                <a:latin typeface="Courier New"/>
                <a:cs typeface="Courier New"/>
              </a:rPr>
              <a:t>e </a:t>
            </a:r>
            <a:r>
              <a:rPr sz="800" spc="58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d9</a:t>
            </a:r>
            <a:r>
              <a:rPr sz="1200" spc="32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a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f</a:t>
            </a:r>
            <a:r>
              <a:rPr sz="1200" spc="33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382F3F"/>
                </a:solidFill>
                <a:latin typeface="Courier New"/>
                <a:cs typeface="Courier New"/>
              </a:rPr>
              <a:t>3e</a:t>
            </a:r>
            <a:r>
              <a:rPr sz="1200" spc="-22" baseline="3678" dirty="0">
                <a:solidFill>
                  <a:srgbClr val="382F3F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4d</a:t>
            </a:r>
            <a:r>
              <a:rPr sz="1200" spc="29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8</a:t>
            </a:r>
            <a:r>
              <a:rPr sz="1200" spc="29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6</a:t>
            </a:r>
            <a:r>
              <a:rPr sz="1200" spc="32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00</a:t>
            </a:r>
            <a:r>
              <a:rPr sz="1200" spc="-20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01 </a:t>
            </a:r>
            <a:r>
              <a:rPr sz="1200" spc="319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3F5062"/>
                </a:solidFill>
                <a:latin typeface="Times New Roman"/>
                <a:cs typeface="Times New Roman"/>
              </a:rPr>
              <a:t>.</a:t>
            </a:r>
            <a:r>
              <a:rPr sz="700" spc="0" dirty="0">
                <a:solidFill>
                  <a:srgbClr val="4B3326"/>
                </a:solidFill>
                <a:latin typeface="Times New Roman"/>
                <a:cs typeface="Times New Roman"/>
              </a:rPr>
              <a:t>.  </a:t>
            </a:r>
            <a:r>
              <a:rPr sz="700" spc="-44" dirty="0">
                <a:solidFill>
                  <a:srgbClr val="4B3326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57075"/>
                </a:solidFill>
                <a:latin typeface="Times New Roman"/>
                <a:cs typeface="Times New Roman"/>
              </a:rPr>
              <a:t>]</a:t>
            </a:r>
            <a:r>
              <a:rPr sz="700" spc="0" dirty="0">
                <a:solidFill>
                  <a:srgbClr val="11100E"/>
                </a:solidFill>
                <a:latin typeface="Times New Roman"/>
                <a:cs typeface="Times New Roman"/>
              </a:rPr>
              <a:t>.</a:t>
            </a:r>
            <a:r>
              <a:rPr sz="700" spc="0" dirty="0">
                <a:solidFill>
                  <a:srgbClr val="524854"/>
                </a:solidFill>
                <a:latin typeface="Times New Roman"/>
                <a:cs typeface="Times New Roman"/>
              </a:rPr>
              <a:t>I.    </a:t>
            </a:r>
            <a:r>
              <a:rPr sz="700" spc="4" dirty="0">
                <a:solidFill>
                  <a:srgbClr val="524854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4B3326"/>
                </a:solidFill>
                <a:latin typeface="Times New Roman"/>
                <a:cs typeface="Times New Roman"/>
              </a:rPr>
              <a:t>.</a:t>
            </a:r>
            <a:r>
              <a:rPr sz="700" spc="0" dirty="0">
                <a:solidFill>
                  <a:srgbClr val="524854"/>
                </a:solidFill>
                <a:latin typeface="Times New Roman"/>
                <a:cs typeface="Times New Roman"/>
              </a:rPr>
              <a:t>...      </a:t>
            </a:r>
            <a:r>
              <a:rPr sz="700" spc="9" dirty="0">
                <a:solidFill>
                  <a:srgbClr val="524854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57075"/>
                </a:solidFill>
                <a:latin typeface="Arial"/>
                <a:cs typeface="Arial"/>
              </a:rPr>
              <a:t>&gt;M</a:t>
            </a:r>
            <a:r>
              <a:rPr sz="600" spc="-109" dirty="0">
                <a:solidFill>
                  <a:srgbClr val="757075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3F5062"/>
                </a:solidFill>
                <a:latin typeface="Arial"/>
                <a:cs typeface="Arial"/>
              </a:rPr>
              <a:t>•</a:t>
            </a:r>
            <a:r>
              <a:rPr sz="600" spc="0" dirty="0">
                <a:solidFill>
                  <a:srgbClr val="4B3326"/>
                </a:solidFill>
                <a:latin typeface="Arial"/>
                <a:cs typeface="Arial"/>
              </a:rPr>
              <a:t>.</a:t>
            </a:r>
            <a:r>
              <a:rPr sz="600" spc="0" dirty="0">
                <a:solidFill>
                  <a:srgbClr val="524854"/>
                </a:solidFill>
                <a:latin typeface="Arial"/>
                <a:cs typeface="Arial"/>
              </a:rPr>
              <a:t>•</a:t>
            </a:r>
            <a:r>
              <a:rPr sz="600" spc="0" dirty="0">
                <a:solidFill>
                  <a:srgbClr val="11100E"/>
                </a:solidFill>
                <a:latin typeface="Arial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  <a:p>
            <a:pPr marL="56715">
              <a:lnSpc>
                <a:spcPts val="956"/>
              </a:lnSpc>
              <a:spcBef>
                <a:spcPts val="643"/>
              </a:spcBef>
            </a:pPr>
            <a:r>
              <a:rPr sz="800" spc="0" dirty="0">
                <a:solidFill>
                  <a:srgbClr val="B6B5B8"/>
                </a:solidFill>
                <a:latin typeface="Courier New"/>
                <a:cs typeface="Courier New"/>
              </a:rPr>
              <a:t>0020</a:t>
            </a:r>
            <a:r>
              <a:rPr sz="800" spc="54" dirty="0">
                <a:solidFill>
                  <a:srgbClr val="B6B5B8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1200" spc="30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5</a:t>
            </a:r>
            <a:r>
              <a:rPr sz="1200" spc="32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5d</a:t>
            </a:r>
            <a:r>
              <a:rPr sz="1200" spc="32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1050" spc="0" baseline="4203" dirty="0">
                <a:solidFill>
                  <a:srgbClr val="665D67"/>
                </a:solidFill>
                <a:latin typeface="Courier New"/>
                <a:cs typeface="Courier New"/>
              </a:rPr>
              <a:t>0f</a:t>
            </a:r>
            <a:r>
              <a:rPr sz="1050" spc="-84" baseline="4203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49</a:t>
            </a:r>
            <a:r>
              <a:rPr sz="1200" spc="-160" baseline="3678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4B3326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8</a:t>
            </a:r>
            <a:r>
              <a:rPr sz="1200" spc="36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524854"/>
                </a:solidFill>
                <a:latin typeface="Courier New"/>
                <a:cs typeface="Courier New"/>
              </a:rPr>
              <a:t>a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c</a:t>
            </a:r>
            <a:r>
              <a:rPr sz="1200" spc="144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65D67"/>
                </a:solidFill>
                <a:latin typeface="Courier New"/>
                <a:cs typeface="Courier New"/>
              </a:rPr>
              <a:t>10</a:t>
            </a:r>
            <a:r>
              <a:rPr sz="1200" spc="159" baseline="3678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2</a:t>
            </a:r>
            <a:r>
              <a:rPr sz="800" spc="-49" dirty="0">
                <a:solidFill>
                  <a:srgbClr val="524854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524854"/>
                </a:solidFill>
                <a:latin typeface="Courier New"/>
                <a:cs typeface="Courier New"/>
              </a:rPr>
              <a:t>03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1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</a:t>
            </a:r>
            <a:r>
              <a:rPr sz="800" spc="1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00 00 00</a:t>
            </a:r>
            <a:r>
              <a:rPr sz="800" spc="-49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65D67"/>
                </a:solidFill>
                <a:latin typeface="Courier New"/>
                <a:cs typeface="Courier New"/>
              </a:rPr>
              <a:t>00 </a:t>
            </a:r>
            <a:r>
              <a:rPr sz="800" spc="320" dirty="0">
                <a:solidFill>
                  <a:srgbClr val="665D67"/>
                </a:solidFill>
                <a:latin typeface="Courier New"/>
                <a:cs typeface="Courier New"/>
              </a:rPr>
              <a:t> </a:t>
            </a:r>
            <a:r>
              <a:rPr sz="600" spc="0" dirty="0">
                <a:solidFill>
                  <a:srgbClr val="3F5062"/>
                </a:solidFill>
                <a:latin typeface="Arial"/>
                <a:cs typeface="Arial"/>
              </a:rPr>
              <a:t>.</a:t>
            </a:r>
            <a:r>
              <a:rPr sz="600" spc="0" dirty="0">
                <a:solidFill>
                  <a:srgbClr val="524854"/>
                </a:solidFill>
                <a:latin typeface="Arial"/>
                <a:cs typeface="Arial"/>
              </a:rPr>
              <a:t>.  </a:t>
            </a:r>
            <a:r>
              <a:rPr sz="600" spc="-14" dirty="0">
                <a:solidFill>
                  <a:srgbClr val="524854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57075"/>
                </a:solidFill>
                <a:latin typeface="Arial"/>
                <a:cs typeface="Arial"/>
              </a:rPr>
              <a:t>]</a:t>
            </a:r>
            <a:r>
              <a:rPr sz="600" spc="147" dirty="0">
                <a:solidFill>
                  <a:srgbClr val="757075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1100E"/>
                </a:solidFill>
                <a:latin typeface="Arial"/>
                <a:cs typeface="Arial"/>
              </a:rPr>
              <a:t>. </a:t>
            </a:r>
            <a:r>
              <a:rPr sz="600" spc="6" dirty="0">
                <a:solidFill>
                  <a:srgbClr val="11100E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524854"/>
                </a:solidFill>
                <a:latin typeface="Arial"/>
                <a:cs typeface="Arial"/>
              </a:rPr>
              <a:t>I.  </a:t>
            </a:r>
            <a:r>
              <a:rPr sz="600" spc="73" dirty="0">
                <a:solidFill>
                  <a:srgbClr val="524854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1C1F24"/>
                </a:solidFill>
                <a:latin typeface="Arial"/>
                <a:cs typeface="Arial"/>
              </a:rPr>
              <a:t>.</a:t>
            </a:r>
            <a:r>
              <a:rPr sz="600" spc="0" dirty="0">
                <a:solidFill>
                  <a:srgbClr val="524854"/>
                </a:solidFill>
                <a:latin typeface="Arial"/>
                <a:cs typeface="Arial"/>
              </a:rPr>
              <a:t>.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569454" y="3822700"/>
            <a:ext cx="549145" cy="5527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0665" y="1192720"/>
            <a:ext cx="7636068" cy="554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000" spc="2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if</a:t>
            </a:r>
            <a:r>
              <a:rPr sz="2000" spc="-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one</a:t>
            </a:r>
            <a:r>
              <a:rPr sz="2000" spc="3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0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hosts</a:t>
            </a:r>
            <a:r>
              <a:rPr sz="2000" spc="-1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000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ork </a:t>
            </a:r>
            <a:r>
              <a:rPr sz="2000" spc="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asks</a:t>
            </a:r>
            <a:r>
              <a:rPr sz="2000" spc="-1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000" spc="1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;</a:t>
            </a:r>
            <a:endParaRPr sz="2000">
              <a:latin typeface="Times New Roman"/>
              <a:cs typeface="Times New Roman"/>
            </a:endParaRPr>
          </a:p>
          <a:p>
            <a:pPr marL="12700" marR="38176">
              <a:lnSpc>
                <a:spcPts val="2160"/>
              </a:lnSpc>
              <a:spcBef>
                <a:spcPts val="2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however, </a:t>
            </a:r>
            <a:r>
              <a:rPr sz="2000" spc="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3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only</a:t>
            </a:r>
            <a:r>
              <a:rPr sz="2000" spc="10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way</a:t>
            </a:r>
            <a:r>
              <a:rPr sz="2000" spc="1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though.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665" y="2137982"/>
            <a:ext cx="7102074" cy="5542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2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-cal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grat</a:t>
            </a:r>
            <a:r>
              <a:rPr sz="20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 ARP</a:t>
            </a:r>
            <a:r>
              <a:rPr sz="20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que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ts</a:t>
            </a:r>
            <a:r>
              <a:rPr sz="2000" spc="-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spons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3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also</a:t>
            </a:r>
            <a:endParaRPr sz="2000">
              <a:latin typeface="Times New Roman"/>
              <a:cs typeface="Times New Roman"/>
            </a:endParaRPr>
          </a:p>
          <a:p>
            <a:pPr marL="12700" marR="38176">
              <a:lnSpc>
                <a:spcPts val="2160"/>
              </a:lnSpc>
              <a:spcBef>
                <a:spcPts val="2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possi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le,</a:t>
            </a:r>
            <a:r>
              <a:rPr sz="2000" spc="-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they</a:t>
            </a:r>
            <a:r>
              <a:rPr sz="2000" spc="2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r>
              <a:rPr sz="20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abused</a:t>
            </a:r>
            <a:r>
              <a:rPr sz="2000" spc="-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000" spc="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3840" y="2742589"/>
            <a:ext cx="152831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1040" y="2747340"/>
            <a:ext cx="7197307" cy="2802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u="heavy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atu</a:t>
            </a:r>
            <a:r>
              <a:rPr sz="2000" u="heavy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u="heavy" spc="-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u="heavy" spc="-21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u="heavy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u="heavy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u="heavy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qu</a:t>
            </a:r>
            <a:r>
              <a:rPr sz="2000" u="heavy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u="heavy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: 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Ι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request</a:t>
            </a:r>
            <a:r>
              <a:rPr sz="2000" spc="-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pac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2000" spc="-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whe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2000" spc="3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sou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1042" y="3022154"/>
            <a:ext cx="6838197" cy="11639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nat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000" spc="-1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000" spc="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6" dirty="0">
                <a:solidFill>
                  <a:srgbClr val="595959"/>
                </a:solidFill>
                <a:latin typeface="Times New Roman"/>
                <a:cs typeface="Times New Roman"/>
              </a:rPr>
              <a:t>se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1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000" spc="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2000" spc="3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achine</a:t>
            </a:r>
            <a:r>
              <a:rPr sz="2000" spc="-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4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  <a:spcBef>
                <a:spcPts val="2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issuing</a:t>
            </a:r>
            <a:r>
              <a:rPr sz="2000" spc="-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packet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40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nat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000" spc="-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oad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ast addres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ct val="95825"/>
              </a:lnSpc>
              <a:spcBef>
                <a:spcPts val="231"/>
              </a:spcBef>
            </a:pP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u="heavy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atu</a:t>
            </a:r>
            <a:r>
              <a:rPr sz="2000" u="heavy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u="heavy" spc="-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u="heavy" spc="-21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u="heavy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u="heavy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u="heavy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u="heavy" spc="4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:</a:t>
            </a:r>
            <a:r>
              <a:rPr sz="2000" spc="1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000" spc="-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2000" spc="2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1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that</a:t>
            </a:r>
            <a:r>
              <a:rPr sz="2000" spc="4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has </a:t>
            </a:r>
            <a:r>
              <a:rPr sz="2000" spc="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 </a:t>
            </a:r>
            <a:r>
              <a:rPr sz="2000" spc="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842" y="3901106"/>
            <a:ext cx="152831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>
                <a:solidFill>
                  <a:srgbClr val="595959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1039" y="4180723"/>
            <a:ext cx="285314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hout</a:t>
            </a:r>
            <a:r>
              <a:rPr sz="2000" spc="4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ing</a:t>
            </a:r>
            <a:r>
              <a:rPr sz="2000" spc="4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que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3237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62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6237" y="2822068"/>
            <a:ext cx="6073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840847" y="2822068"/>
            <a:ext cx="6244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296238" y="3980585"/>
            <a:ext cx="6073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840848" y="3980585"/>
            <a:ext cx="6244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5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5423" y="2549144"/>
            <a:ext cx="7476743" cy="1772412"/>
          </a:xfrm>
          <a:custGeom>
            <a:avLst/>
            <a:gdLst/>
            <a:ahLst/>
            <a:cxnLst/>
            <a:rect l="l" t="t" r="r" b="b"/>
            <a:pathLst>
              <a:path w="7476743" h="1772412">
                <a:moveTo>
                  <a:pt x="0" y="1772412"/>
                </a:moveTo>
                <a:lnTo>
                  <a:pt x="7476743" y="1772412"/>
                </a:lnTo>
                <a:lnTo>
                  <a:pt x="7476743" y="0"/>
                </a:lnTo>
                <a:lnTo>
                  <a:pt x="0" y="0"/>
                </a:lnTo>
                <a:lnTo>
                  <a:pt x="0" y="177241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90599" y="3692651"/>
            <a:ext cx="3809999" cy="152400"/>
          </a:xfrm>
          <a:custGeom>
            <a:avLst/>
            <a:gdLst/>
            <a:ahLst/>
            <a:cxnLst/>
            <a:rect l="l" t="t" r="r" b="b"/>
            <a:pathLst>
              <a:path w="3809999" h="152400">
                <a:moveTo>
                  <a:pt x="0" y="152400"/>
                </a:moveTo>
                <a:lnTo>
                  <a:pt x="3809999" y="152400"/>
                </a:lnTo>
                <a:lnTo>
                  <a:pt x="380999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90599" y="4005074"/>
            <a:ext cx="3809999" cy="152400"/>
          </a:xfrm>
          <a:custGeom>
            <a:avLst/>
            <a:gdLst/>
            <a:ahLst/>
            <a:cxnLst/>
            <a:rect l="l" t="t" r="r" b="b"/>
            <a:pathLst>
              <a:path w="3809999" h="152400">
                <a:moveTo>
                  <a:pt x="0" y="152400"/>
                </a:moveTo>
                <a:lnTo>
                  <a:pt x="3809999" y="152400"/>
                </a:lnTo>
                <a:lnTo>
                  <a:pt x="380999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90599" y="3845054"/>
            <a:ext cx="3809999" cy="152400"/>
          </a:xfrm>
          <a:custGeom>
            <a:avLst/>
            <a:gdLst/>
            <a:ahLst/>
            <a:cxnLst/>
            <a:rect l="l" t="t" r="r" b="b"/>
            <a:pathLst>
              <a:path w="3809999" h="152400">
                <a:moveTo>
                  <a:pt x="0" y="152400"/>
                </a:moveTo>
                <a:lnTo>
                  <a:pt x="3809999" y="152400"/>
                </a:lnTo>
                <a:lnTo>
                  <a:pt x="380999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5240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90599" y="4157474"/>
            <a:ext cx="3809999" cy="152400"/>
          </a:xfrm>
          <a:custGeom>
            <a:avLst/>
            <a:gdLst/>
            <a:ahLst/>
            <a:cxnLst/>
            <a:rect l="l" t="t" r="r" b="b"/>
            <a:pathLst>
              <a:path w="3809999" h="152400">
                <a:moveTo>
                  <a:pt x="0" y="152400"/>
                </a:moveTo>
                <a:lnTo>
                  <a:pt x="3809999" y="152400"/>
                </a:lnTo>
                <a:lnTo>
                  <a:pt x="380999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5240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90599" y="3523487"/>
            <a:ext cx="3809999" cy="152400"/>
          </a:xfrm>
          <a:custGeom>
            <a:avLst/>
            <a:gdLst/>
            <a:ahLst/>
            <a:cxnLst/>
            <a:rect l="l" t="t" r="r" b="b"/>
            <a:pathLst>
              <a:path w="3809999" h="152400">
                <a:moveTo>
                  <a:pt x="0" y="152400"/>
                </a:moveTo>
                <a:lnTo>
                  <a:pt x="3809999" y="152400"/>
                </a:lnTo>
                <a:lnTo>
                  <a:pt x="380999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2192">
            <a:solidFill>
              <a:srgbClr val="00AF5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81983" y="2185418"/>
            <a:ext cx="4520183" cy="262125"/>
          </a:xfrm>
          <a:custGeom>
            <a:avLst/>
            <a:gdLst/>
            <a:ahLst/>
            <a:cxnLst/>
            <a:rect l="l" t="t" r="r" b="b"/>
            <a:pathLst>
              <a:path w="4520183" h="262125">
                <a:moveTo>
                  <a:pt x="0" y="262125"/>
                </a:moveTo>
                <a:lnTo>
                  <a:pt x="4520183" y="262125"/>
                </a:lnTo>
                <a:lnTo>
                  <a:pt x="4520183" y="0"/>
                </a:lnTo>
                <a:lnTo>
                  <a:pt x="0" y="0"/>
                </a:lnTo>
                <a:lnTo>
                  <a:pt x="0" y="26212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00599" y="2447416"/>
            <a:ext cx="1148079" cy="1666162"/>
          </a:xfrm>
          <a:custGeom>
            <a:avLst/>
            <a:gdLst/>
            <a:ahLst/>
            <a:cxnLst/>
            <a:rect l="l" t="t" r="r" b="b"/>
            <a:pathLst>
              <a:path w="1148079" h="1666162">
                <a:moveTo>
                  <a:pt x="78612" y="1666162"/>
                </a:moveTo>
                <a:lnTo>
                  <a:pt x="76406" y="1633950"/>
                </a:lnTo>
                <a:lnTo>
                  <a:pt x="108203" y="1630349"/>
                </a:lnTo>
                <a:lnTo>
                  <a:pt x="161924" y="1618691"/>
                </a:lnTo>
                <a:lnTo>
                  <a:pt x="215264" y="1602742"/>
                </a:lnTo>
                <a:lnTo>
                  <a:pt x="268096" y="1582561"/>
                </a:lnTo>
                <a:lnTo>
                  <a:pt x="320420" y="1558277"/>
                </a:lnTo>
                <a:lnTo>
                  <a:pt x="372109" y="1530173"/>
                </a:lnTo>
                <a:lnTo>
                  <a:pt x="422909" y="1498254"/>
                </a:lnTo>
                <a:lnTo>
                  <a:pt x="472947" y="1462813"/>
                </a:lnTo>
                <a:lnTo>
                  <a:pt x="521969" y="1423924"/>
                </a:lnTo>
                <a:lnTo>
                  <a:pt x="569975" y="1381760"/>
                </a:lnTo>
                <a:lnTo>
                  <a:pt x="616838" y="1336421"/>
                </a:lnTo>
                <a:lnTo>
                  <a:pt x="662304" y="1288034"/>
                </a:lnTo>
                <a:lnTo>
                  <a:pt x="706500" y="1236853"/>
                </a:lnTo>
                <a:lnTo>
                  <a:pt x="749172" y="1183005"/>
                </a:lnTo>
                <a:lnTo>
                  <a:pt x="790193" y="1126617"/>
                </a:lnTo>
                <a:lnTo>
                  <a:pt x="829690" y="1067816"/>
                </a:lnTo>
                <a:lnTo>
                  <a:pt x="867282" y="1006729"/>
                </a:lnTo>
                <a:lnTo>
                  <a:pt x="903096" y="943610"/>
                </a:lnTo>
                <a:lnTo>
                  <a:pt x="936751" y="878586"/>
                </a:lnTo>
                <a:lnTo>
                  <a:pt x="968374" y="811657"/>
                </a:lnTo>
                <a:lnTo>
                  <a:pt x="997838" y="743077"/>
                </a:lnTo>
                <a:lnTo>
                  <a:pt x="1025016" y="673100"/>
                </a:lnTo>
                <a:lnTo>
                  <a:pt x="1049781" y="601726"/>
                </a:lnTo>
                <a:lnTo>
                  <a:pt x="1071879" y="529209"/>
                </a:lnTo>
                <a:lnTo>
                  <a:pt x="1091437" y="455549"/>
                </a:lnTo>
                <a:lnTo>
                  <a:pt x="1108328" y="381000"/>
                </a:lnTo>
                <a:lnTo>
                  <a:pt x="1122425" y="305689"/>
                </a:lnTo>
                <a:lnTo>
                  <a:pt x="1133474" y="229743"/>
                </a:lnTo>
                <a:lnTo>
                  <a:pt x="1141475" y="153543"/>
                </a:lnTo>
                <a:lnTo>
                  <a:pt x="1146428" y="76835"/>
                </a:lnTo>
                <a:lnTo>
                  <a:pt x="1148079" y="254"/>
                </a:lnTo>
                <a:lnTo>
                  <a:pt x="1135379" y="0"/>
                </a:lnTo>
                <a:lnTo>
                  <a:pt x="1133855" y="76581"/>
                </a:lnTo>
                <a:lnTo>
                  <a:pt x="1128902" y="152654"/>
                </a:lnTo>
                <a:lnTo>
                  <a:pt x="1120901" y="228473"/>
                </a:lnTo>
                <a:lnTo>
                  <a:pt x="1109852" y="303911"/>
                </a:lnTo>
                <a:lnTo>
                  <a:pt x="1095882" y="378587"/>
                </a:lnTo>
                <a:lnTo>
                  <a:pt x="1079118" y="452628"/>
                </a:lnTo>
                <a:lnTo>
                  <a:pt x="1059560" y="525907"/>
                </a:lnTo>
                <a:lnTo>
                  <a:pt x="1037589" y="598043"/>
                </a:lnTo>
                <a:lnTo>
                  <a:pt x="1012951" y="669036"/>
                </a:lnTo>
                <a:lnTo>
                  <a:pt x="986027" y="738505"/>
                </a:lnTo>
                <a:lnTo>
                  <a:pt x="956817" y="806704"/>
                </a:lnTo>
                <a:lnTo>
                  <a:pt x="925321" y="873125"/>
                </a:lnTo>
                <a:lnTo>
                  <a:pt x="891793" y="937768"/>
                </a:lnTo>
                <a:lnTo>
                  <a:pt x="856233" y="1000506"/>
                </a:lnTo>
                <a:lnTo>
                  <a:pt x="818895" y="1061085"/>
                </a:lnTo>
                <a:lnTo>
                  <a:pt x="779652" y="1119505"/>
                </a:lnTo>
                <a:lnTo>
                  <a:pt x="738885" y="1175512"/>
                </a:lnTo>
                <a:lnTo>
                  <a:pt x="696594" y="1228979"/>
                </a:lnTo>
                <a:lnTo>
                  <a:pt x="652652" y="1279779"/>
                </a:lnTo>
                <a:lnTo>
                  <a:pt x="607567" y="1327658"/>
                </a:lnTo>
                <a:lnTo>
                  <a:pt x="561212" y="1372616"/>
                </a:lnTo>
                <a:lnTo>
                  <a:pt x="513587" y="1414399"/>
                </a:lnTo>
                <a:lnTo>
                  <a:pt x="465073" y="1452852"/>
                </a:lnTo>
                <a:lnTo>
                  <a:pt x="415670" y="1487896"/>
                </a:lnTo>
                <a:lnTo>
                  <a:pt x="365378" y="1519412"/>
                </a:lnTo>
                <a:lnTo>
                  <a:pt x="314324" y="1547125"/>
                </a:lnTo>
                <a:lnTo>
                  <a:pt x="262762" y="1571042"/>
                </a:lnTo>
                <a:lnTo>
                  <a:pt x="210692" y="1590865"/>
                </a:lnTo>
                <a:lnTo>
                  <a:pt x="158241" y="1606522"/>
                </a:lnTo>
                <a:lnTo>
                  <a:pt x="105536" y="1617927"/>
                </a:lnTo>
                <a:lnTo>
                  <a:pt x="75538" y="1621283"/>
                </a:lnTo>
                <a:lnTo>
                  <a:pt x="73405" y="1590155"/>
                </a:lnTo>
                <a:lnTo>
                  <a:pt x="0" y="1633475"/>
                </a:lnTo>
                <a:lnTo>
                  <a:pt x="62610" y="1622729"/>
                </a:lnTo>
                <a:lnTo>
                  <a:pt x="64007" y="1635354"/>
                </a:lnTo>
                <a:lnTo>
                  <a:pt x="78612" y="1666162"/>
                </a:lnTo>
                <a:close/>
              </a:path>
              <a:path w="1148079" h="1666162">
                <a:moveTo>
                  <a:pt x="64007" y="1635354"/>
                </a:moveTo>
                <a:lnTo>
                  <a:pt x="62610" y="1622729"/>
                </a:lnTo>
                <a:lnTo>
                  <a:pt x="0" y="1633475"/>
                </a:lnTo>
                <a:lnTo>
                  <a:pt x="78612" y="1666162"/>
                </a:lnTo>
                <a:lnTo>
                  <a:pt x="64007" y="16353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00345" y="2447416"/>
            <a:ext cx="1148333" cy="1355979"/>
          </a:xfrm>
          <a:custGeom>
            <a:avLst/>
            <a:gdLst/>
            <a:ahLst/>
            <a:cxnLst/>
            <a:rect l="l" t="t" r="r" b="b"/>
            <a:pathLst>
              <a:path w="1148333" h="1355979">
                <a:moveTo>
                  <a:pt x="63753" y="1324864"/>
                </a:moveTo>
                <a:lnTo>
                  <a:pt x="62991" y="1312164"/>
                </a:lnTo>
                <a:lnTo>
                  <a:pt x="0" y="1321689"/>
                </a:lnTo>
                <a:lnTo>
                  <a:pt x="77977" y="1355979"/>
                </a:lnTo>
                <a:lnTo>
                  <a:pt x="63753" y="1324864"/>
                </a:lnTo>
                <a:close/>
              </a:path>
              <a:path w="1148333" h="1355979">
                <a:moveTo>
                  <a:pt x="77977" y="1355979"/>
                </a:moveTo>
                <a:lnTo>
                  <a:pt x="76385" y="1324121"/>
                </a:lnTo>
                <a:lnTo>
                  <a:pt x="81025" y="1323848"/>
                </a:lnTo>
                <a:lnTo>
                  <a:pt x="107949" y="1320419"/>
                </a:lnTo>
                <a:lnTo>
                  <a:pt x="161543" y="1311148"/>
                </a:lnTo>
                <a:lnTo>
                  <a:pt x="214756" y="1298194"/>
                </a:lnTo>
                <a:lnTo>
                  <a:pt x="267715" y="1281938"/>
                </a:lnTo>
                <a:lnTo>
                  <a:pt x="320039" y="1262380"/>
                </a:lnTo>
                <a:lnTo>
                  <a:pt x="371601" y="1239647"/>
                </a:lnTo>
                <a:lnTo>
                  <a:pt x="422528" y="1213866"/>
                </a:lnTo>
                <a:lnTo>
                  <a:pt x="472566" y="1185037"/>
                </a:lnTo>
                <a:lnTo>
                  <a:pt x="521588" y="1153668"/>
                </a:lnTo>
                <a:lnTo>
                  <a:pt x="569594" y="1119505"/>
                </a:lnTo>
                <a:lnTo>
                  <a:pt x="616457" y="1082802"/>
                </a:lnTo>
                <a:lnTo>
                  <a:pt x="661923" y="1043686"/>
                </a:lnTo>
                <a:lnTo>
                  <a:pt x="706246" y="1002157"/>
                </a:lnTo>
                <a:lnTo>
                  <a:pt x="748918" y="958596"/>
                </a:lnTo>
                <a:lnTo>
                  <a:pt x="790066" y="912876"/>
                </a:lnTo>
                <a:lnTo>
                  <a:pt x="829563" y="865378"/>
                </a:lnTo>
                <a:lnTo>
                  <a:pt x="867155" y="815848"/>
                </a:lnTo>
                <a:lnTo>
                  <a:pt x="902969" y="764667"/>
                </a:lnTo>
                <a:lnTo>
                  <a:pt x="936751" y="711962"/>
                </a:lnTo>
                <a:lnTo>
                  <a:pt x="968374" y="657860"/>
                </a:lnTo>
                <a:lnTo>
                  <a:pt x="997838" y="602361"/>
                </a:lnTo>
                <a:lnTo>
                  <a:pt x="1025016" y="545592"/>
                </a:lnTo>
                <a:lnTo>
                  <a:pt x="1049781" y="487807"/>
                </a:lnTo>
                <a:lnTo>
                  <a:pt x="1072006" y="429006"/>
                </a:lnTo>
                <a:lnTo>
                  <a:pt x="1091564" y="369316"/>
                </a:lnTo>
                <a:lnTo>
                  <a:pt x="1108582" y="308864"/>
                </a:lnTo>
                <a:lnTo>
                  <a:pt x="1122679" y="247904"/>
                </a:lnTo>
                <a:lnTo>
                  <a:pt x="1133728" y="186436"/>
                </a:lnTo>
                <a:lnTo>
                  <a:pt x="1141729" y="124460"/>
                </a:lnTo>
                <a:lnTo>
                  <a:pt x="1146682" y="62230"/>
                </a:lnTo>
                <a:lnTo>
                  <a:pt x="1148333" y="254"/>
                </a:lnTo>
                <a:lnTo>
                  <a:pt x="1135633" y="0"/>
                </a:lnTo>
                <a:lnTo>
                  <a:pt x="1135252" y="30988"/>
                </a:lnTo>
                <a:lnTo>
                  <a:pt x="1134109" y="61722"/>
                </a:lnTo>
                <a:lnTo>
                  <a:pt x="1129156" y="123317"/>
                </a:lnTo>
                <a:lnTo>
                  <a:pt x="1121155" y="184531"/>
                </a:lnTo>
                <a:lnTo>
                  <a:pt x="1110106" y="245491"/>
                </a:lnTo>
                <a:lnTo>
                  <a:pt x="1096263" y="305943"/>
                </a:lnTo>
                <a:lnTo>
                  <a:pt x="1079499" y="365760"/>
                </a:lnTo>
                <a:lnTo>
                  <a:pt x="1059941" y="424942"/>
                </a:lnTo>
                <a:lnTo>
                  <a:pt x="1037970" y="483235"/>
                </a:lnTo>
                <a:lnTo>
                  <a:pt x="1013459" y="540512"/>
                </a:lnTo>
                <a:lnTo>
                  <a:pt x="986535" y="596773"/>
                </a:lnTo>
                <a:lnTo>
                  <a:pt x="957325" y="651891"/>
                </a:lnTo>
                <a:lnTo>
                  <a:pt x="925829" y="705612"/>
                </a:lnTo>
                <a:lnTo>
                  <a:pt x="892301" y="757809"/>
                </a:lnTo>
                <a:lnTo>
                  <a:pt x="856741" y="808609"/>
                </a:lnTo>
                <a:lnTo>
                  <a:pt x="819403" y="857631"/>
                </a:lnTo>
                <a:lnTo>
                  <a:pt x="780287" y="904748"/>
                </a:lnTo>
                <a:lnTo>
                  <a:pt x="739520" y="950087"/>
                </a:lnTo>
                <a:lnTo>
                  <a:pt x="697102" y="993267"/>
                </a:lnTo>
                <a:lnTo>
                  <a:pt x="653414" y="1034288"/>
                </a:lnTo>
                <a:lnTo>
                  <a:pt x="608202" y="1073023"/>
                </a:lnTo>
                <a:lnTo>
                  <a:pt x="561847" y="1109472"/>
                </a:lnTo>
                <a:lnTo>
                  <a:pt x="514349" y="1143254"/>
                </a:lnTo>
                <a:lnTo>
                  <a:pt x="465835" y="1174369"/>
                </a:lnTo>
                <a:lnTo>
                  <a:pt x="416305" y="1202690"/>
                </a:lnTo>
                <a:lnTo>
                  <a:pt x="366013" y="1228217"/>
                </a:lnTo>
                <a:lnTo>
                  <a:pt x="315086" y="1250569"/>
                </a:lnTo>
                <a:lnTo>
                  <a:pt x="263397" y="1269873"/>
                </a:lnTo>
                <a:lnTo>
                  <a:pt x="211327" y="1286002"/>
                </a:lnTo>
                <a:lnTo>
                  <a:pt x="158749" y="1298702"/>
                </a:lnTo>
                <a:lnTo>
                  <a:pt x="105917" y="1307973"/>
                </a:lnTo>
                <a:lnTo>
                  <a:pt x="75752" y="1311476"/>
                </a:lnTo>
                <a:lnTo>
                  <a:pt x="74167" y="1279779"/>
                </a:lnTo>
                <a:lnTo>
                  <a:pt x="0" y="1321689"/>
                </a:lnTo>
                <a:lnTo>
                  <a:pt x="62991" y="1312164"/>
                </a:lnTo>
                <a:lnTo>
                  <a:pt x="63753" y="1324864"/>
                </a:lnTo>
                <a:lnTo>
                  <a:pt x="77977" y="1355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70600" y="4330700"/>
            <a:ext cx="1511299" cy="0"/>
          </a:xfrm>
          <a:custGeom>
            <a:avLst/>
            <a:gdLst/>
            <a:ahLst/>
            <a:cxnLst/>
            <a:rect l="l" t="t" r="r" b="b"/>
            <a:pathLst>
              <a:path w="1511299">
                <a:moveTo>
                  <a:pt x="0" y="0"/>
                </a:moveTo>
                <a:lnTo>
                  <a:pt x="1511299" y="0"/>
                </a:lnTo>
              </a:path>
            </a:pathLst>
          </a:custGeom>
          <a:ln w="12699">
            <a:solidFill>
              <a:srgbClr val="CACA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204200" y="2705100"/>
            <a:ext cx="0" cy="457199"/>
          </a:xfrm>
          <a:custGeom>
            <a:avLst/>
            <a:gdLst/>
            <a:ahLst/>
            <a:cxnLst/>
            <a:rect l="l" t="t" r="r" b="b"/>
            <a:pathLst>
              <a:path h="457199">
                <a:moveTo>
                  <a:pt x="0" y="457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CACA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-12699"/>
            <a:ext cx="9136125" cy="1092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07425" y="2608199"/>
            <a:ext cx="434974" cy="249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10600" y="2057400"/>
            <a:ext cx="533399" cy="0"/>
          </a:xfrm>
          <a:custGeom>
            <a:avLst/>
            <a:gdLst/>
            <a:ahLst/>
            <a:cxnLst/>
            <a:rect l="l" t="t" r="r" b="b"/>
            <a:pathLst>
              <a:path w="533399">
                <a:moveTo>
                  <a:pt x="533399" y="0"/>
                </a:moveTo>
                <a:lnTo>
                  <a:pt x="0" y="0"/>
                </a:lnTo>
              </a:path>
              <a:path w="533399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36000" y="2997200"/>
            <a:ext cx="0" cy="863599"/>
          </a:xfrm>
          <a:custGeom>
            <a:avLst/>
            <a:gdLst/>
            <a:ahLst/>
            <a:cxnLst/>
            <a:rect l="l" t="t" r="r" b="b"/>
            <a:pathLst>
              <a:path h="863599">
                <a:moveTo>
                  <a:pt x="0" y="8635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10600" y="3835400"/>
            <a:ext cx="533399" cy="0"/>
          </a:xfrm>
          <a:custGeom>
            <a:avLst/>
            <a:gdLst/>
            <a:ahLst/>
            <a:cxnLst/>
            <a:rect l="l" t="t" r="r" b="b"/>
            <a:pathLst>
              <a:path w="533399">
                <a:moveTo>
                  <a:pt x="533399" y="0"/>
                </a:moveTo>
                <a:lnTo>
                  <a:pt x="0" y="0"/>
                </a:lnTo>
              </a:path>
              <a:path w="533399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0665" y="1363217"/>
            <a:ext cx="107699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dirty="0">
                <a:solidFill>
                  <a:srgbClr val="595959"/>
                </a:solidFill>
                <a:latin typeface="Times New Roman"/>
                <a:cs typeface="Times New Roman"/>
              </a:rPr>
              <a:t>Norm</a:t>
            </a:r>
            <a:r>
              <a:rPr sz="2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93921" y="1363217"/>
            <a:ext cx="151028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Gratuitous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09998" y="1363217"/>
            <a:ext cx="66822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73236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63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997" y="2557271"/>
            <a:ext cx="7476743" cy="7729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096">
              <a:lnSpc>
                <a:spcPts val="1230"/>
              </a:lnSpc>
              <a:spcBef>
                <a:spcPts val="61"/>
              </a:spcBef>
            </a:pPr>
            <a:r>
              <a:rPr sz="1650" spc="0" baseline="5350" dirty="0">
                <a:solidFill>
                  <a:srgbClr val="4D4650"/>
                </a:solidFill>
                <a:latin typeface="Courier New"/>
                <a:cs typeface="Courier New"/>
              </a:rPr>
              <a:t>-..Ad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d</a:t>
            </a:r>
            <a:r>
              <a:rPr sz="1650" spc="0" baseline="5350" dirty="0">
                <a:solidFill>
                  <a:srgbClr val="4D4650"/>
                </a:solidFill>
                <a:latin typeface="Courier New"/>
                <a:cs typeface="Courier New"/>
              </a:rPr>
              <a:t>r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e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s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s  </a:t>
            </a:r>
            <a:r>
              <a:rPr sz="1650" spc="52" baseline="5350" dirty="0">
                <a:solidFill>
                  <a:srgbClr val="605962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4D4650"/>
                </a:solidFill>
                <a:latin typeface="Courier New"/>
                <a:cs typeface="Courier New"/>
              </a:rPr>
              <a:t>R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eso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l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ut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i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on </a:t>
            </a:r>
            <a:r>
              <a:rPr sz="1650" spc="-104" baseline="5350" dirty="0">
                <a:solidFill>
                  <a:srgbClr val="605962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4D4650"/>
                </a:solidFill>
                <a:latin typeface="Courier New"/>
                <a:cs typeface="Courier New"/>
              </a:rPr>
              <a:t>P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roto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c</a:t>
            </a:r>
            <a:r>
              <a:rPr sz="1650" spc="0" baseline="5350" dirty="0">
                <a:solidFill>
                  <a:srgbClr val="4D4650"/>
                </a:solidFill>
                <a:latin typeface="Courier New"/>
                <a:cs typeface="Courier New"/>
              </a:rPr>
              <a:t>o</a:t>
            </a:r>
            <a:r>
              <a:rPr sz="1650" spc="0" baseline="5350" dirty="0">
                <a:solidFill>
                  <a:srgbClr val="4B506E"/>
                </a:solidFill>
                <a:latin typeface="Courier New"/>
                <a:cs typeface="Courier New"/>
              </a:rPr>
              <a:t>l </a:t>
            </a:r>
            <a:r>
              <a:rPr sz="1650" spc="350" baseline="5350" dirty="0">
                <a:solidFill>
                  <a:srgbClr val="4B506E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(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re</a:t>
            </a:r>
            <a:r>
              <a:rPr sz="1650" spc="0" baseline="5350" dirty="0">
                <a:solidFill>
                  <a:srgbClr val="4D4650"/>
                </a:solidFill>
                <a:latin typeface="Courier New"/>
                <a:cs typeface="Courier New"/>
              </a:rPr>
              <a:t>q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u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est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/</a:t>
            </a:r>
            <a:r>
              <a:rPr sz="1650" spc="0" baseline="5350" dirty="0">
                <a:solidFill>
                  <a:srgbClr val="4D4650"/>
                </a:solidFill>
                <a:latin typeface="Courier New"/>
                <a:cs typeface="Courier New"/>
              </a:rPr>
              <a:t>g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rat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ui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to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u</a:t>
            </a:r>
            <a:r>
              <a:rPr sz="1650" spc="0" baseline="5350" dirty="0">
                <a:solidFill>
                  <a:srgbClr val="605962"/>
                </a:solidFill>
                <a:latin typeface="Courier New"/>
                <a:cs typeface="Courier New"/>
              </a:rPr>
              <a:t>s  </a:t>
            </a:r>
            <a:r>
              <a:rPr sz="1650" spc="125" baseline="5350" dirty="0">
                <a:solidFill>
                  <a:srgbClr val="605962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4D4650"/>
                </a:solidFill>
                <a:latin typeface="Courier New"/>
                <a:cs typeface="Courier New"/>
              </a:rPr>
              <a:t>ARP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)</a:t>
            </a:r>
            <a:endParaRPr sz="1100" dirty="0">
              <a:latin typeface="Courier New"/>
              <a:cs typeface="Courier New"/>
            </a:endParaRPr>
          </a:p>
          <a:p>
            <a:pPr marL="270127" marR="5452274">
              <a:lnSpc>
                <a:spcPct val="95911"/>
              </a:lnSpc>
            </a:pPr>
            <a:r>
              <a:rPr sz="1100" dirty="0">
                <a:solidFill>
                  <a:srgbClr val="726B72"/>
                </a:solidFill>
                <a:latin typeface="Courier New"/>
                <a:cs typeface="Courier New"/>
              </a:rPr>
              <a:t>Hardwa</a:t>
            </a:r>
            <a:r>
              <a:rPr sz="1100" dirty="0">
                <a:solidFill>
                  <a:srgbClr val="605962"/>
                </a:solidFill>
                <a:latin typeface="Courier New"/>
                <a:cs typeface="Courier New"/>
              </a:rPr>
              <a:t>r</a:t>
            </a:r>
            <a:r>
              <a:rPr sz="1100" dirty="0">
                <a:solidFill>
                  <a:srgbClr val="726B72"/>
                </a:solidFill>
                <a:latin typeface="Courier New"/>
                <a:cs typeface="Courier New"/>
              </a:rPr>
              <a:t>e</a:t>
            </a:r>
            <a:r>
              <a:rPr sz="1100" spc="284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type:</a:t>
            </a:r>
            <a:r>
              <a:rPr sz="1100" spc="298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Ethernet </a:t>
            </a:r>
            <a:r>
              <a:rPr sz="1100" spc="82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(</a:t>
            </a:r>
            <a:r>
              <a:rPr sz="1100" spc="0" dirty="0">
                <a:solidFill>
                  <a:srgbClr val="605962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) </a:t>
            </a:r>
            <a:r>
              <a:rPr sz="1100" spc="0" dirty="0">
                <a:solidFill>
                  <a:srgbClr val="605962"/>
                </a:solidFill>
                <a:latin typeface="Courier New"/>
                <a:cs typeface="Courier New"/>
              </a:rPr>
              <a:t>P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rotoco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l </a:t>
            </a:r>
            <a:r>
              <a:rPr sz="1100" spc="235" dirty="0">
                <a:solidFill>
                  <a:srgbClr val="807C8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type: </a:t>
            </a:r>
            <a:r>
              <a:rPr sz="1100" spc="8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605962"/>
                </a:solidFill>
                <a:latin typeface="Courier New"/>
                <a:cs typeface="Courier New"/>
              </a:rPr>
              <a:t>I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P</a:t>
            </a:r>
            <a:r>
              <a:rPr lang="en-US" sz="1100" spc="0" dirty="0">
                <a:solidFill>
                  <a:srgbClr val="726B72"/>
                </a:solidFill>
                <a:latin typeface="Courier New"/>
                <a:cs typeface="Courier New"/>
              </a:rPr>
              <a:t>           </a:t>
            </a:r>
            <a:r>
              <a:rPr sz="1100" spc="343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(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0x0800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)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Hardware</a:t>
            </a:r>
            <a:r>
              <a:rPr sz="1100" spc="206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size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:</a:t>
            </a:r>
            <a:r>
              <a:rPr sz="1100" spc="269" dirty="0">
                <a:solidFill>
                  <a:srgbClr val="807C8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6</a:t>
            </a:r>
            <a:endParaRPr sz="1100" dirty="0">
              <a:latin typeface="Courier New"/>
              <a:cs typeface="Courier New"/>
            </a:endParaRPr>
          </a:p>
          <a:p>
            <a:pPr marL="277271">
              <a:lnSpc>
                <a:spcPct val="94401"/>
              </a:lnSpc>
              <a:spcBef>
                <a:spcPts val="25"/>
              </a:spcBef>
            </a:pPr>
            <a:r>
              <a:rPr sz="1100" spc="0" dirty="0">
                <a:solidFill>
                  <a:srgbClr val="605962"/>
                </a:solidFill>
                <a:latin typeface="Courier New"/>
                <a:cs typeface="Courier New"/>
              </a:rPr>
              <a:t>P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rotoco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l</a:t>
            </a:r>
            <a:r>
              <a:rPr sz="1100" spc="327" dirty="0">
                <a:solidFill>
                  <a:srgbClr val="807C8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size:</a:t>
            </a:r>
            <a:r>
              <a:rPr sz="1100" spc="164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4</a:t>
            </a:r>
            <a:endParaRPr sz="1100" dirty="0">
              <a:latin typeface="Courier New"/>
              <a:cs typeface="Courier New"/>
            </a:endParaRPr>
          </a:p>
          <a:p>
            <a:pPr marL="270127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Opcode: </a:t>
            </a:r>
            <a:r>
              <a:rPr sz="1650" spc="54" baseline="5350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request</a:t>
            </a:r>
            <a:r>
              <a:rPr sz="1650" spc="414" baseline="5350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807C89"/>
                </a:solidFill>
                <a:latin typeface="Courier New"/>
                <a:cs typeface="Courier New"/>
              </a:rPr>
              <a:t>(</a:t>
            </a:r>
            <a:r>
              <a:rPr sz="1650" spc="0" baseline="5350" dirty="0">
                <a:solidFill>
                  <a:srgbClr val="726B72"/>
                </a:solidFill>
                <a:latin typeface="Courier New"/>
                <a:cs typeface="Courier New"/>
              </a:rPr>
              <a:t>1</a:t>
            </a:r>
            <a:r>
              <a:rPr sz="1650" spc="0" baseline="5350" dirty="0">
                <a:solidFill>
                  <a:srgbClr val="807C89"/>
                </a:solidFill>
                <a:latin typeface="Courier New"/>
                <a:cs typeface="Courier New"/>
              </a:rPr>
              <a:t>)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9997" y="3523487"/>
            <a:ext cx="260602" cy="8061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4826000" y="3618282"/>
            <a:ext cx="3406140" cy="8061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3378201" y="2846495"/>
            <a:ext cx="3809999" cy="1607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524">
              <a:lnSpc>
                <a:spcPts val="1210"/>
              </a:lnSpc>
              <a:spcBef>
                <a:spcPts val="115"/>
              </a:spcBef>
            </a:pP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Sender</a:t>
            </a:r>
            <a:r>
              <a:rPr sz="1650" spc="235" baseline="2675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MAC</a:t>
            </a:r>
            <a:r>
              <a:rPr sz="1650" spc="181" baseline="2675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address:</a:t>
            </a:r>
            <a:r>
              <a:rPr sz="1650" spc="330" baseline="2675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00:50:56:c0:00:01 </a:t>
            </a:r>
            <a:r>
              <a:rPr sz="1650" spc="282" baseline="2675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807C89"/>
                </a:solidFill>
                <a:latin typeface="Courier New"/>
                <a:cs typeface="Courier New"/>
              </a:rPr>
              <a:t>(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00</a:t>
            </a:r>
            <a:r>
              <a:rPr sz="1650" spc="0" baseline="2675" dirty="0">
                <a:solidFill>
                  <a:srgbClr val="605962"/>
                </a:solidFill>
                <a:latin typeface="Courier New"/>
                <a:cs typeface="Courier New"/>
              </a:rPr>
              <a:t>: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599" y="3845054"/>
            <a:ext cx="3809999" cy="1554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518">
              <a:lnSpc>
                <a:spcPts val="1195"/>
              </a:lnSpc>
              <a:spcBef>
                <a:spcPts val="84"/>
              </a:spcBef>
            </a:pP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Sen</a:t>
            </a:r>
            <a:r>
              <a:rPr sz="1650" spc="0" baseline="2675" dirty="0">
                <a:solidFill>
                  <a:srgbClr val="605962"/>
                </a:solidFill>
                <a:latin typeface="Courier New"/>
                <a:cs typeface="Courier New"/>
              </a:rPr>
              <a:t>d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er </a:t>
            </a:r>
            <a:r>
              <a:rPr sz="1650" spc="120" baseline="2675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IP</a:t>
            </a:r>
            <a:r>
              <a:rPr sz="1650" spc="230" baseline="2675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ad</a:t>
            </a:r>
            <a:r>
              <a:rPr sz="1650" spc="0" baseline="2675" dirty="0">
                <a:solidFill>
                  <a:srgbClr val="605962"/>
                </a:solidFill>
                <a:latin typeface="Courier New"/>
                <a:cs typeface="Courier New"/>
              </a:rPr>
              <a:t>d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re</a:t>
            </a:r>
            <a:r>
              <a:rPr sz="1650" spc="0" baseline="2675" dirty="0">
                <a:solidFill>
                  <a:srgbClr val="605962"/>
                </a:solidFill>
                <a:latin typeface="Courier New"/>
                <a:cs typeface="Courier New"/>
              </a:rPr>
              <a:t>s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s: </a:t>
            </a:r>
            <a:r>
              <a:rPr sz="1650" spc="293" baseline="2675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192.168.1</a:t>
            </a:r>
            <a:r>
              <a:rPr sz="1650" spc="0" baseline="2675" dirty="0">
                <a:solidFill>
                  <a:srgbClr val="605962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.200 </a:t>
            </a:r>
            <a:r>
              <a:rPr sz="1650" spc="19" baseline="2675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807C89"/>
                </a:solidFill>
                <a:latin typeface="Courier New"/>
                <a:cs typeface="Courier New"/>
              </a:rPr>
              <a:t>(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192.</a:t>
            </a:r>
            <a:r>
              <a:rPr sz="1650" spc="0" baseline="2675" dirty="0">
                <a:solidFill>
                  <a:srgbClr val="605962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68.11.200</a:t>
            </a:r>
            <a:r>
              <a:rPr sz="1650" spc="0" baseline="2675" dirty="0">
                <a:solidFill>
                  <a:srgbClr val="807C89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0947" y="3550549"/>
            <a:ext cx="2635253" cy="6069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518">
              <a:lnSpc>
                <a:spcPts val="1140"/>
              </a:lnSpc>
              <a:spcBef>
                <a:spcPts val="152"/>
              </a:spcBef>
            </a:pPr>
            <a:r>
              <a:rPr sz="1100" spc="0" dirty="0">
                <a:solidFill>
                  <a:srgbClr val="605962"/>
                </a:solidFill>
                <a:latin typeface="Courier New"/>
                <a:cs typeface="Courier New"/>
              </a:rPr>
              <a:t>T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arge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t</a:t>
            </a:r>
            <a:r>
              <a:rPr sz="1100" spc="237" dirty="0">
                <a:solidFill>
                  <a:srgbClr val="807C8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MAC</a:t>
            </a:r>
            <a:r>
              <a:rPr sz="1100" spc="181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addres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s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: </a:t>
            </a:r>
            <a:r>
              <a:rPr sz="1100" spc="-100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00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50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56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:c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e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00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01   </a:t>
            </a:r>
            <a:r>
              <a:rPr sz="1100" spc="109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807C89"/>
                </a:solidFill>
                <a:latin typeface="Courier New"/>
                <a:cs typeface="Courier New"/>
              </a:rPr>
              <a:t>(</a:t>
            </a:r>
            <a:r>
              <a:rPr sz="1100" spc="0" dirty="0">
                <a:solidFill>
                  <a:srgbClr val="726B72"/>
                </a:solidFill>
                <a:latin typeface="Courier New"/>
                <a:cs typeface="Courier New"/>
              </a:rPr>
              <a:t>00:50:56:c0:00:01)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599" y="4157474"/>
            <a:ext cx="3809999" cy="1722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512">
              <a:lnSpc>
                <a:spcPts val="1200"/>
              </a:lnSpc>
              <a:spcBef>
                <a:spcPts val="215"/>
              </a:spcBef>
            </a:pP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Tar</a:t>
            </a:r>
            <a:r>
              <a:rPr sz="1650" spc="0" baseline="2675" dirty="0">
                <a:solidFill>
                  <a:srgbClr val="605962"/>
                </a:solidFill>
                <a:latin typeface="Courier New"/>
                <a:cs typeface="Courier New"/>
              </a:rPr>
              <a:t>g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e</a:t>
            </a:r>
            <a:r>
              <a:rPr sz="1650" spc="0" baseline="2675" dirty="0">
                <a:solidFill>
                  <a:srgbClr val="807C89"/>
                </a:solidFill>
                <a:latin typeface="Courier New"/>
                <a:cs typeface="Courier New"/>
              </a:rPr>
              <a:t>t</a:t>
            </a:r>
            <a:r>
              <a:rPr sz="1650" spc="384" baseline="2675" dirty="0">
                <a:solidFill>
                  <a:srgbClr val="807C8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IP</a:t>
            </a:r>
            <a:r>
              <a:rPr sz="1650" spc="151" baseline="2675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address: </a:t>
            </a:r>
            <a:r>
              <a:rPr sz="1650" spc="29" baseline="2675" dirty="0">
                <a:solidFill>
                  <a:srgbClr val="726B72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192.</a:t>
            </a:r>
            <a:r>
              <a:rPr sz="1650" spc="0" baseline="2675" dirty="0">
                <a:solidFill>
                  <a:srgbClr val="605962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68.11.200  </a:t>
            </a:r>
            <a:r>
              <a:rPr sz="1650" spc="0" baseline="2675" dirty="0">
                <a:solidFill>
                  <a:srgbClr val="807C89"/>
                </a:solidFill>
                <a:latin typeface="Courier New"/>
                <a:cs typeface="Courier New"/>
              </a:rPr>
              <a:t>(</a:t>
            </a:r>
            <a:r>
              <a:rPr sz="1650" spc="0" baseline="2675" dirty="0">
                <a:solidFill>
                  <a:srgbClr val="605962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92.168.1</a:t>
            </a:r>
            <a:r>
              <a:rPr sz="1650" spc="0" baseline="2675" dirty="0">
                <a:solidFill>
                  <a:srgbClr val="605962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726B72"/>
                </a:solidFill>
                <a:latin typeface="Courier New"/>
                <a:cs typeface="Courier New"/>
              </a:rPr>
              <a:t>.200</a:t>
            </a:r>
            <a:r>
              <a:rPr sz="1650" spc="0" baseline="2675" dirty="0">
                <a:solidFill>
                  <a:srgbClr val="807C89"/>
                </a:solidFill>
                <a:latin typeface="Courier New"/>
                <a:cs typeface="Courier New"/>
              </a:rPr>
              <a:t>)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81983" y="2185418"/>
            <a:ext cx="4520183" cy="2621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328">
              <a:lnSpc>
                <a:spcPct val="95825"/>
              </a:lnSpc>
              <a:spcBef>
                <a:spcPts val="390"/>
              </a:spcBef>
            </a:pPr>
            <a:r>
              <a:rPr sz="1100" spc="-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ake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ure</a:t>
            </a:r>
            <a:r>
              <a:rPr sz="1100" spc="-3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r>
              <a:rPr sz="1100" spc="1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addre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2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is</a:t>
            </a:r>
            <a:r>
              <a:rPr sz="1100" spc="9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le</a:t>
            </a:r>
            <a:r>
              <a:rPr sz="1100" spc="4" dirty="0">
                <a:latin typeface="Times New Roman"/>
                <a:cs typeface="Times New Roman"/>
              </a:rPr>
              <a:t>g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/</a:t>
            </a:r>
            <a:r>
              <a:rPr sz="1100" spc="-144" dirty="0">
                <a:latin typeface="Times New Roman"/>
                <a:cs typeface="Times New Roman"/>
              </a:rPr>
              <a:t> </a:t>
            </a:r>
            <a:r>
              <a:rPr sz="1100" spc="5" dirty="0">
                <a:latin typeface="Times New Roman"/>
                <a:cs typeface="Times New Roman"/>
              </a:rPr>
              <a:t>b</a:t>
            </a:r>
            <a:r>
              <a:rPr sz="1100" spc="0" dirty="0">
                <a:latin typeface="Times New Roman"/>
                <a:cs typeface="Times New Roman"/>
              </a:rPr>
              <a:t>el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5" dirty="0">
                <a:latin typeface="Times New Roman"/>
                <a:cs typeface="Times New Roman"/>
              </a:rPr>
              <a:t>g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4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to</a:t>
            </a:r>
            <a:r>
              <a:rPr sz="1100" spc="118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y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ur</a:t>
            </a:r>
            <a:r>
              <a:rPr sz="1100" spc="102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rganizati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0" y="2057400"/>
            <a:ext cx="507999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bject 35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4380" y="2557270"/>
            <a:ext cx="7427977" cy="1772412"/>
          </a:xfrm>
          <a:custGeom>
            <a:avLst/>
            <a:gdLst/>
            <a:ahLst/>
            <a:cxnLst/>
            <a:rect l="l" t="t" r="r" b="b"/>
            <a:pathLst>
              <a:path w="7427977" h="1772412">
                <a:moveTo>
                  <a:pt x="0" y="1772412"/>
                </a:moveTo>
                <a:lnTo>
                  <a:pt x="7427977" y="1772412"/>
                </a:lnTo>
                <a:lnTo>
                  <a:pt x="7427977" y="0"/>
                </a:lnTo>
                <a:lnTo>
                  <a:pt x="0" y="0"/>
                </a:lnTo>
                <a:lnTo>
                  <a:pt x="0" y="177241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90600" y="3692651"/>
            <a:ext cx="3810000" cy="152400"/>
          </a:xfrm>
          <a:custGeom>
            <a:avLst/>
            <a:gdLst/>
            <a:ahLst/>
            <a:cxnLst/>
            <a:rect l="l" t="t" r="r" b="b"/>
            <a:pathLst>
              <a:path w="3810000" h="152400">
                <a:moveTo>
                  <a:pt x="0" y="152400"/>
                </a:moveTo>
                <a:lnTo>
                  <a:pt x="3810000" y="152400"/>
                </a:lnTo>
                <a:lnTo>
                  <a:pt x="3810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90600" y="4005074"/>
            <a:ext cx="3810000" cy="152400"/>
          </a:xfrm>
          <a:custGeom>
            <a:avLst/>
            <a:gdLst/>
            <a:ahLst/>
            <a:cxnLst/>
            <a:rect l="l" t="t" r="r" b="b"/>
            <a:pathLst>
              <a:path w="3810000" h="152400">
                <a:moveTo>
                  <a:pt x="0" y="152400"/>
                </a:moveTo>
                <a:lnTo>
                  <a:pt x="3810000" y="152400"/>
                </a:lnTo>
                <a:lnTo>
                  <a:pt x="3810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90600" y="3845054"/>
            <a:ext cx="3810000" cy="152400"/>
          </a:xfrm>
          <a:custGeom>
            <a:avLst/>
            <a:gdLst/>
            <a:ahLst/>
            <a:cxnLst/>
            <a:rect l="l" t="t" r="r" b="b"/>
            <a:pathLst>
              <a:path w="3810000" h="152400">
                <a:moveTo>
                  <a:pt x="0" y="152400"/>
                </a:moveTo>
                <a:lnTo>
                  <a:pt x="3810000" y="152400"/>
                </a:lnTo>
                <a:lnTo>
                  <a:pt x="3810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5240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90600" y="4157474"/>
            <a:ext cx="3810000" cy="152400"/>
          </a:xfrm>
          <a:custGeom>
            <a:avLst/>
            <a:gdLst/>
            <a:ahLst/>
            <a:cxnLst/>
            <a:rect l="l" t="t" r="r" b="b"/>
            <a:pathLst>
              <a:path w="3810000" h="152400">
                <a:moveTo>
                  <a:pt x="0" y="152400"/>
                </a:moveTo>
                <a:lnTo>
                  <a:pt x="3810000" y="152400"/>
                </a:lnTo>
                <a:lnTo>
                  <a:pt x="3810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5240">
            <a:solidFill>
              <a:srgbClr val="006FC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90600" y="3523487"/>
            <a:ext cx="3810000" cy="152400"/>
          </a:xfrm>
          <a:custGeom>
            <a:avLst/>
            <a:gdLst/>
            <a:ahLst/>
            <a:cxnLst/>
            <a:rect l="l" t="t" r="r" b="b"/>
            <a:pathLst>
              <a:path w="3810000" h="152400">
                <a:moveTo>
                  <a:pt x="0" y="152400"/>
                </a:moveTo>
                <a:lnTo>
                  <a:pt x="3810000" y="152400"/>
                </a:lnTo>
                <a:lnTo>
                  <a:pt x="3810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2192">
            <a:solidFill>
              <a:srgbClr val="00AF5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25213" y="2139698"/>
            <a:ext cx="3052572" cy="262125"/>
          </a:xfrm>
          <a:custGeom>
            <a:avLst/>
            <a:gdLst/>
            <a:ahLst/>
            <a:cxnLst/>
            <a:rect l="l" t="t" r="r" b="b"/>
            <a:pathLst>
              <a:path w="3052572" h="262125">
                <a:moveTo>
                  <a:pt x="0" y="262125"/>
                </a:moveTo>
                <a:lnTo>
                  <a:pt x="3052572" y="262125"/>
                </a:lnTo>
                <a:lnTo>
                  <a:pt x="3052572" y="0"/>
                </a:lnTo>
                <a:lnTo>
                  <a:pt x="0" y="0"/>
                </a:lnTo>
                <a:lnTo>
                  <a:pt x="0" y="26212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76801" y="2401569"/>
            <a:ext cx="1780794" cy="1708452"/>
          </a:xfrm>
          <a:custGeom>
            <a:avLst/>
            <a:gdLst/>
            <a:ahLst/>
            <a:cxnLst/>
            <a:rect l="l" t="t" r="r" b="b"/>
            <a:pathLst>
              <a:path w="1780794" h="1708452">
                <a:moveTo>
                  <a:pt x="63627" y="1677084"/>
                </a:moveTo>
                <a:lnTo>
                  <a:pt x="63246" y="1664399"/>
                </a:lnTo>
                <a:lnTo>
                  <a:pt x="0" y="1672550"/>
                </a:lnTo>
                <a:lnTo>
                  <a:pt x="77216" y="1708452"/>
                </a:lnTo>
                <a:lnTo>
                  <a:pt x="63627" y="1677084"/>
                </a:lnTo>
                <a:close/>
              </a:path>
              <a:path w="1780794" h="1708452">
                <a:moveTo>
                  <a:pt x="1770634" y="157480"/>
                </a:moveTo>
                <a:lnTo>
                  <a:pt x="1778254" y="78867"/>
                </a:lnTo>
                <a:lnTo>
                  <a:pt x="1780794" y="508"/>
                </a:lnTo>
                <a:lnTo>
                  <a:pt x="1768221" y="0"/>
                </a:lnTo>
                <a:lnTo>
                  <a:pt x="1765554" y="78486"/>
                </a:lnTo>
                <a:lnTo>
                  <a:pt x="1757934" y="156210"/>
                </a:lnTo>
                <a:lnTo>
                  <a:pt x="1745615" y="233807"/>
                </a:lnTo>
                <a:lnTo>
                  <a:pt x="1728470" y="310769"/>
                </a:lnTo>
                <a:lnTo>
                  <a:pt x="1706753" y="387350"/>
                </a:lnTo>
                <a:lnTo>
                  <a:pt x="1680718" y="463042"/>
                </a:lnTo>
                <a:lnTo>
                  <a:pt x="1650492" y="537845"/>
                </a:lnTo>
                <a:lnTo>
                  <a:pt x="1616202" y="611632"/>
                </a:lnTo>
                <a:lnTo>
                  <a:pt x="1578102" y="684276"/>
                </a:lnTo>
                <a:lnTo>
                  <a:pt x="1536192" y="755396"/>
                </a:lnTo>
                <a:lnTo>
                  <a:pt x="1490726" y="825119"/>
                </a:lnTo>
                <a:lnTo>
                  <a:pt x="1441831" y="893191"/>
                </a:lnTo>
                <a:lnTo>
                  <a:pt x="1389761" y="959358"/>
                </a:lnTo>
                <a:lnTo>
                  <a:pt x="1334516" y="1023620"/>
                </a:lnTo>
                <a:lnTo>
                  <a:pt x="1276350" y="1085723"/>
                </a:lnTo>
                <a:lnTo>
                  <a:pt x="1215517" y="1145540"/>
                </a:lnTo>
                <a:lnTo>
                  <a:pt x="1152017" y="1202817"/>
                </a:lnTo>
                <a:lnTo>
                  <a:pt x="1086231" y="1257554"/>
                </a:lnTo>
                <a:lnTo>
                  <a:pt x="1018032" y="1309497"/>
                </a:lnTo>
                <a:lnTo>
                  <a:pt x="947674" y="1358773"/>
                </a:lnTo>
                <a:lnTo>
                  <a:pt x="875538" y="1404747"/>
                </a:lnTo>
                <a:lnTo>
                  <a:pt x="801624" y="1447546"/>
                </a:lnTo>
                <a:lnTo>
                  <a:pt x="725932" y="1487095"/>
                </a:lnTo>
                <a:lnTo>
                  <a:pt x="648970" y="1523072"/>
                </a:lnTo>
                <a:lnTo>
                  <a:pt x="570484" y="1555432"/>
                </a:lnTo>
                <a:lnTo>
                  <a:pt x="491109" y="1583908"/>
                </a:lnTo>
                <a:lnTo>
                  <a:pt x="410718" y="1608480"/>
                </a:lnTo>
                <a:lnTo>
                  <a:pt x="329438" y="1628874"/>
                </a:lnTo>
                <a:lnTo>
                  <a:pt x="247523" y="1644992"/>
                </a:lnTo>
                <a:lnTo>
                  <a:pt x="165227" y="1656650"/>
                </a:lnTo>
                <a:lnTo>
                  <a:pt x="82550" y="1663853"/>
                </a:lnTo>
                <a:lnTo>
                  <a:pt x="75957" y="1664040"/>
                </a:lnTo>
                <a:lnTo>
                  <a:pt x="75057" y="1632292"/>
                </a:lnTo>
                <a:lnTo>
                  <a:pt x="0" y="1672550"/>
                </a:lnTo>
                <a:lnTo>
                  <a:pt x="63246" y="1664399"/>
                </a:lnTo>
                <a:lnTo>
                  <a:pt x="63627" y="1677084"/>
                </a:lnTo>
                <a:lnTo>
                  <a:pt x="77216" y="1708452"/>
                </a:lnTo>
                <a:lnTo>
                  <a:pt x="76316" y="1676714"/>
                </a:lnTo>
                <a:lnTo>
                  <a:pt x="83693" y="1676499"/>
                </a:lnTo>
                <a:lnTo>
                  <a:pt x="167005" y="1669227"/>
                </a:lnTo>
                <a:lnTo>
                  <a:pt x="250063" y="1657449"/>
                </a:lnTo>
                <a:lnTo>
                  <a:pt x="332486" y="1641182"/>
                </a:lnTo>
                <a:lnTo>
                  <a:pt x="414401" y="1620619"/>
                </a:lnTo>
                <a:lnTo>
                  <a:pt x="495300" y="1595854"/>
                </a:lnTo>
                <a:lnTo>
                  <a:pt x="575310" y="1567180"/>
                </a:lnTo>
                <a:lnTo>
                  <a:pt x="654304" y="1534576"/>
                </a:lnTo>
                <a:lnTo>
                  <a:pt x="731774" y="1498357"/>
                </a:lnTo>
                <a:lnTo>
                  <a:pt x="807974" y="1458595"/>
                </a:lnTo>
                <a:lnTo>
                  <a:pt x="882396" y="1415542"/>
                </a:lnTo>
                <a:lnTo>
                  <a:pt x="955040" y="1369187"/>
                </a:lnTo>
                <a:lnTo>
                  <a:pt x="1025652" y="1319657"/>
                </a:lnTo>
                <a:lnTo>
                  <a:pt x="1094232" y="1267333"/>
                </a:lnTo>
                <a:lnTo>
                  <a:pt x="1160653" y="1212215"/>
                </a:lnTo>
                <a:lnTo>
                  <a:pt x="1224407" y="1154557"/>
                </a:lnTo>
                <a:lnTo>
                  <a:pt x="1285621" y="1094359"/>
                </a:lnTo>
                <a:lnTo>
                  <a:pt x="1344168" y="1031875"/>
                </a:lnTo>
                <a:lnTo>
                  <a:pt x="1399794" y="967105"/>
                </a:lnTo>
                <a:lnTo>
                  <a:pt x="1452118" y="900557"/>
                </a:lnTo>
                <a:lnTo>
                  <a:pt x="1501267" y="831977"/>
                </a:lnTo>
                <a:lnTo>
                  <a:pt x="1547114" y="761873"/>
                </a:lnTo>
                <a:lnTo>
                  <a:pt x="1589405" y="690118"/>
                </a:lnTo>
                <a:lnTo>
                  <a:pt x="1627759" y="616966"/>
                </a:lnTo>
                <a:lnTo>
                  <a:pt x="1662303" y="542544"/>
                </a:lnTo>
                <a:lnTo>
                  <a:pt x="1692783" y="467106"/>
                </a:lnTo>
                <a:lnTo>
                  <a:pt x="1718945" y="390779"/>
                </a:lnTo>
                <a:lnTo>
                  <a:pt x="1740916" y="313563"/>
                </a:lnTo>
                <a:lnTo>
                  <a:pt x="1758061" y="235712"/>
                </a:lnTo>
                <a:lnTo>
                  <a:pt x="1770634" y="157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76801" y="2401569"/>
            <a:ext cx="1780794" cy="1403985"/>
          </a:xfrm>
          <a:custGeom>
            <a:avLst/>
            <a:gdLst/>
            <a:ahLst/>
            <a:cxnLst/>
            <a:rect l="l" t="t" r="r" b="b"/>
            <a:pathLst>
              <a:path w="1780794" h="1403985">
                <a:moveTo>
                  <a:pt x="63627" y="1372616"/>
                </a:moveTo>
                <a:lnTo>
                  <a:pt x="63373" y="1359916"/>
                </a:lnTo>
                <a:lnTo>
                  <a:pt x="0" y="1367790"/>
                </a:lnTo>
                <a:lnTo>
                  <a:pt x="77089" y="1403985"/>
                </a:lnTo>
                <a:lnTo>
                  <a:pt x="63627" y="1372616"/>
                </a:lnTo>
                <a:close/>
              </a:path>
              <a:path w="1780794" h="1403985">
                <a:moveTo>
                  <a:pt x="1770634" y="129032"/>
                </a:moveTo>
                <a:lnTo>
                  <a:pt x="1778254" y="64643"/>
                </a:lnTo>
                <a:lnTo>
                  <a:pt x="1780794" y="508"/>
                </a:lnTo>
                <a:lnTo>
                  <a:pt x="1768221" y="0"/>
                </a:lnTo>
                <a:lnTo>
                  <a:pt x="1765554" y="64135"/>
                </a:lnTo>
                <a:lnTo>
                  <a:pt x="1758061" y="127508"/>
                </a:lnTo>
                <a:lnTo>
                  <a:pt x="1745615" y="190754"/>
                </a:lnTo>
                <a:lnTo>
                  <a:pt x="1728597" y="253619"/>
                </a:lnTo>
                <a:lnTo>
                  <a:pt x="1706880" y="316103"/>
                </a:lnTo>
                <a:lnTo>
                  <a:pt x="1680972" y="377952"/>
                </a:lnTo>
                <a:lnTo>
                  <a:pt x="1650746" y="439039"/>
                </a:lnTo>
                <a:lnTo>
                  <a:pt x="1616456" y="499237"/>
                </a:lnTo>
                <a:lnTo>
                  <a:pt x="1578356" y="558546"/>
                </a:lnTo>
                <a:lnTo>
                  <a:pt x="1536446" y="616712"/>
                </a:lnTo>
                <a:lnTo>
                  <a:pt x="1490980" y="673608"/>
                </a:lnTo>
                <a:lnTo>
                  <a:pt x="1442212" y="729234"/>
                </a:lnTo>
                <a:lnTo>
                  <a:pt x="1390142" y="783336"/>
                </a:lnTo>
                <a:lnTo>
                  <a:pt x="1334897" y="835787"/>
                </a:lnTo>
                <a:lnTo>
                  <a:pt x="1276858" y="886587"/>
                </a:lnTo>
                <a:lnTo>
                  <a:pt x="1216025" y="935482"/>
                </a:lnTo>
                <a:lnTo>
                  <a:pt x="1152525" y="982472"/>
                </a:lnTo>
                <a:lnTo>
                  <a:pt x="1086612" y="1027176"/>
                </a:lnTo>
                <a:lnTo>
                  <a:pt x="1018540" y="1069721"/>
                </a:lnTo>
                <a:lnTo>
                  <a:pt x="948182" y="1109853"/>
                </a:lnTo>
                <a:lnTo>
                  <a:pt x="876046" y="1147572"/>
                </a:lnTo>
                <a:lnTo>
                  <a:pt x="802005" y="1182624"/>
                </a:lnTo>
                <a:lnTo>
                  <a:pt x="726313" y="1214882"/>
                </a:lnTo>
                <a:lnTo>
                  <a:pt x="649351" y="1244346"/>
                </a:lnTo>
                <a:lnTo>
                  <a:pt x="570865" y="1270762"/>
                </a:lnTo>
                <a:lnTo>
                  <a:pt x="491363" y="1294003"/>
                </a:lnTo>
                <a:lnTo>
                  <a:pt x="410972" y="1314196"/>
                </a:lnTo>
                <a:lnTo>
                  <a:pt x="329692" y="1330833"/>
                </a:lnTo>
                <a:lnTo>
                  <a:pt x="247777" y="1344041"/>
                </a:lnTo>
                <a:lnTo>
                  <a:pt x="165354" y="1353693"/>
                </a:lnTo>
                <a:lnTo>
                  <a:pt x="82677" y="1359408"/>
                </a:lnTo>
                <a:lnTo>
                  <a:pt x="76052" y="1359582"/>
                </a:lnTo>
                <a:lnTo>
                  <a:pt x="75311" y="1327785"/>
                </a:lnTo>
                <a:lnTo>
                  <a:pt x="0" y="1367790"/>
                </a:lnTo>
                <a:lnTo>
                  <a:pt x="63373" y="1359916"/>
                </a:lnTo>
                <a:lnTo>
                  <a:pt x="63627" y="1372616"/>
                </a:lnTo>
                <a:lnTo>
                  <a:pt x="77089" y="1403985"/>
                </a:lnTo>
                <a:lnTo>
                  <a:pt x="76349" y="1372291"/>
                </a:lnTo>
                <a:lnTo>
                  <a:pt x="83566" y="1372108"/>
                </a:lnTo>
                <a:lnTo>
                  <a:pt x="166878" y="1366266"/>
                </a:lnTo>
                <a:lnTo>
                  <a:pt x="249809" y="1356614"/>
                </a:lnTo>
                <a:lnTo>
                  <a:pt x="332232" y="1343279"/>
                </a:lnTo>
                <a:lnTo>
                  <a:pt x="414020" y="1326515"/>
                </a:lnTo>
                <a:lnTo>
                  <a:pt x="495046" y="1306195"/>
                </a:lnTo>
                <a:lnTo>
                  <a:pt x="574929" y="1282827"/>
                </a:lnTo>
                <a:lnTo>
                  <a:pt x="653923" y="1256157"/>
                </a:lnTo>
                <a:lnTo>
                  <a:pt x="731393" y="1226566"/>
                </a:lnTo>
                <a:lnTo>
                  <a:pt x="807466" y="1194054"/>
                </a:lnTo>
                <a:lnTo>
                  <a:pt x="881888" y="1158748"/>
                </a:lnTo>
                <a:lnTo>
                  <a:pt x="954532" y="1120902"/>
                </a:lnTo>
                <a:lnTo>
                  <a:pt x="1025144" y="1080389"/>
                </a:lnTo>
                <a:lnTo>
                  <a:pt x="1093851" y="1037590"/>
                </a:lnTo>
                <a:lnTo>
                  <a:pt x="1160145" y="992632"/>
                </a:lnTo>
                <a:lnTo>
                  <a:pt x="1223899" y="945388"/>
                </a:lnTo>
                <a:lnTo>
                  <a:pt x="1285240" y="896239"/>
                </a:lnTo>
                <a:lnTo>
                  <a:pt x="1343660" y="845058"/>
                </a:lnTo>
                <a:lnTo>
                  <a:pt x="1399286" y="792226"/>
                </a:lnTo>
                <a:lnTo>
                  <a:pt x="1451737" y="737616"/>
                </a:lnTo>
                <a:lnTo>
                  <a:pt x="1501013" y="681482"/>
                </a:lnTo>
                <a:lnTo>
                  <a:pt x="1546733" y="624078"/>
                </a:lnTo>
                <a:lnTo>
                  <a:pt x="1589024" y="565404"/>
                </a:lnTo>
                <a:lnTo>
                  <a:pt x="1627505" y="505587"/>
                </a:lnTo>
                <a:lnTo>
                  <a:pt x="1662049" y="444627"/>
                </a:lnTo>
                <a:lnTo>
                  <a:pt x="1692656" y="382905"/>
                </a:lnTo>
                <a:lnTo>
                  <a:pt x="1718818" y="320294"/>
                </a:lnTo>
                <a:lnTo>
                  <a:pt x="1740789" y="257048"/>
                </a:lnTo>
                <a:lnTo>
                  <a:pt x="1758061" y="193167"/>
                </a:lnTo>
                <a:lnTo>
                  <a:pt x="1770634" y="129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70600" y="4330700"/>
            <a:ext cx="1511300" cy="0"/>
          </a:xfrm>
          <a:custGeom>
            <a:avLst/>
            <a:gdLst/>
            <a:ahLst/>
            <a:cxnLst/>
            <a:rect l="l" t="t" r="r" b="b"/>
            <a:pathLst>
              <a:path w="1511300">
                <a:moveTo>
                  <a:pt x="0" y="0"/>
                </a:moveTo>
                <a:lnTo>
                  <a:pt x="1511300" y="0"/>
                </a:lnTo>
              </a:path>
            </a:pathLst>
          </a:custGeom>
          <a:ln w="12699">
            <a:solidFill>
              <a:srgbClr val="CACA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191500" y="2705100"/>
            <a:ext cx="0" cy="469899"/>
          </a:xfrm>
          <a:custGeom>
            <a:avLst/>
            <a:gdLst/>
            <a:ahLst/>
            <a:cxnLst/>
            <a:rect l="l" t="t" r="r" b="b"/>
            <a:pathLst>
              <a:path h="469899">
                <a:moveTo>
                  <a:pt x="0" y="469899"/>
                </a:moveTo>
                <a:lnTo>
                  <a:pt x="0" y="0"/>
                </a:lnTo>
              </a:path>
            </a:pathLst>
          </a:custGeom>
          <a:ln w="25400">
            <a:solidFill>
              <a:srgbClr val="CACAC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-12699"/>
            <a:ext cx="9136126" cy="1092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07425" y="2608199"/>
            <a:ext cx="434974" cy="249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10600" y="2057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36000" y="2997200"/>
            <a:ext cx="0" cy="863599"/>
          </a:xfrm>
          <a:custGeom>
            <a:avLst/>
            <a:gdLst/>
            <a:ahLst/>
            <a:cxnLst/>
            <a:rect l="l" t="t" r="r" b="b"/>
            <a:pathLst>
              <a:path h="863599">
                <a:moveTo>
                  <a:pt x="0" y="8635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10600" y="3835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A9C9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0665" y="1363217"/>
            <a:ext cx="234578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b="1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tacke</a:t>
            </a:r>
            <a:r>
              <a:rPr sz="2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r-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crafted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60424" y="1363217"/>
            <a:ext cx="151028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Gratuitous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5280" y="1363217"/>
            <a:ext cx="66883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b="1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73238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64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4380" y="2557270"/>
            <a:ext cx="7427977" cy="9662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74320" marR="3843115" indent="-257175">
              <a:lnSpc>
                <a:spcPct val="97988"/>
              </a:lnSpc>
              <a:spcBef>
                <a:spcPts val="40"/>
              </a:spcBef>
            </a:pPr>
            <a:r>
              <a:rPr sz="1100" dirty="0">
                <a:solidFill>
                  <a:srgbClr val="5D5660"/>
                </a:solidFill>
                <a:latin typeface="Courier New"/>
                <a:cs typeface="Courier New"/>
              </a:rPr>
              <a:t>..-</a:t>
            </a:r>
            <a:r>
              <a:rPr sz="1100" spc="-284" dirty="0">
                <a:solidFill>
                  <a:srgbClr val="5D5660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454"/>
                </a:solidFill>
                <a:latin typeface="Courier New"/>
                <a:cs typeface="Courier New"/>
              </a:rPr>
              <a:t>A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ddre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s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s </a:t>
            </a:r>
            <a:r>
              <a:rPr sz="1100" spc="-319" dirty="0">
                <a:solidFill>
                  <a:srgbClr val="5D5660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Reso</a:t>
            </a:r>
            <a:r>
              <a:rPr sz="1100" spc="0" dirty="0">
                <a:solidFill>
                  <a:srgbClr val="494454"/>
                </a:solidFill>
                <a:latin typeface="Courier New"/>
                <a:cs typeface="Courier New"/>
              </a:rPr>
              <a:t>l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ution </a:t>
            </a:r>
            <a:r>
              <a:rPr sz="1100" spc="34" dirty="0">
                <a:solidFill>
                  <a:srgbClr val="5D5660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P</a:t>
            </a:r>
            <a:r>
              <a:rPr sz="1100" spc="0" dirty="0">
                <a:solidFill>
                  <a:srgbClr val="494454"/>
                </a:solidFill>
                <a:latin typeface="Courier New"/>
                <a:cs typeface="Courier New"/>
              </a:rPr>
              <a:t>r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otoco</a:t>
            </a:r>
            <a:r>
              <a:rPr sz="1100" spc="0" dirty="0">
                <a:solidFill>
                  <a:srgbClr val="494454"/>
                </a:solidFill>
                <a:latin typeface="Courier New"/>
                <a:cs typeface="Courier New"/>
              </a:rPr>
              <a:t>l </a:t>
            </a:r>
            <a:r>
              <a:rPr sz="1100" spc="-189" dirty="0">
                <a:solidFill>
                  <a:srgbClr val="494454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(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request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/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gratuitous </a:t>
            </a:r>
            <a:r>
              <a:rPr sz="1100" spc="175" dirty="0">
                <a:solidFill>
                  <a:srgbClr val="5D5660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454"/>
                </a:solidFill>
                <a:latin typeface="Courier New"/>
                <a:cs typeface="Courier New"/>
              </a:rPr>
              <a:t>ARP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)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Hardware </a:t>
            </a:r>
            <a:r>
              <a:rPr sz="1100" spc="36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type:</a:t>
            </a:r>
            <a:r>
              <a:rPr sz="1100" spc="279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Ethernet </a:t>
            </a:r>
            <a:r>
              <a:rPr sz="1100" spc="148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(1</a:t>
            </a:r>
            <a:r>
              <a:rPr sz="1100" spc="0" dirty="0">
                <a:solidFill>
                  <a:srgbClr val="898590"/>
                </a:solidFill>
                <a:latin typeface="Courier New"/>
                <a:cs typeface="Courier New"/>
              </a:rPr>
              <a:t>)</a:t>
            </a:r>
            <a:endParaRPr sz="1100" dirty="0">
              <a:latin typeface="Courier New"/>
              <a:cs typeface="Courier New"/>
            </a:endParaRPr>
          </a:p>
          <a:p>
            <a:pPr marL="274313">
              <a:lnSpc>
                <a:spcPts val="1190"/>
              </a:lnSpc>
              <a:spcBef>
                <a:spcPts val="59"/>
              </a:spcBef>
            </a:pPr>
            <a:r>
              <a:rPr sz="1650" spc="0" baseline="5350" dirty="0">
                <a:solidFill>
                  <a:srgbClr val="756E77"/>
                </a:solidFill>
                <a:latin typeface="Courier New"/>
                <a:cs typeface="Courier New"/>
              </a:rPr>
              <a:t>Protocol </a:t>
            </a:r>
            <a:r>
              <a:rPr sz="1650" spc="112" baseline="5350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756E77"/>
                </a:solidFill>
                <a:latin typeface="Courier New"/>
                <a:cs typeface="Courier New"/>
              </a:rPr>
              <a:t>type:</a:t>
            </a:r>
            <a:r>
              <a:rPr sz="1650" spc="419" baseline="5350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660"/>
                </a:solidFill>
                <a:latin typeface="Courier New"/>
                <a:cs typeface="Courier New"/>
              </a:rPr>
              <a:t>I</a:t>
            </a:r>
            <a:r>
              <a:rPr sz="1650" spc="0" baseline="5350" dirty="0">
                <a:solidFill>
                  <a:srgbClr val="756E77"/>
                </a:solidFill>
                <a:latin typeface="Courier New"/>
                <a:cs typeface="Courier New"/>
              </a:rPr>
              <a:t>P</a:t>
            </a:r>
            <a:r>
              <a:rPr sz="1650" spc="321" baseline="5350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898590"/>
                </a:solidFill>
                <a:latin typeface="Courier New"/>
                <a:cs typeface="Courier New"/>
              </a:rPr>
              <a:t>(</a:t>
            </a:r>
            <a:r>
              <a:rPr sz="1650" spc="0" baseline="5350" dirty="0">
                <a:solidFill>
                  <a:srgbClr val="756E77"/>
                </a:solidFill>
                <a:latin typeface="Courier New"/>
                <a:cs typeface="Courier New"/>
              </a:rPr>
              <a:t>0x0800</a:t>
            </a:r>
            <a:r>
              <a:rPr sz="1650" spc="0" baseline="5350" dirty="0">
                <a:solidFill>
                  <a:srgbClr val="898590"/>
                </a:solidFill>
                <a:latin typeface="Courier New"/>
                <a:cs typeface="Courier New"/>
              </a:rPr>
              <a:t>)</a:t>
            </a:r>
            <a:endParaRPr sz="1100" dirty="0">
              <a:latin typeface="Courier New"/>
              <a:cs typeface="Courier New"/>
            </a:endParaRPr>
          </a:p>
          <a:p>
            <a:pPr marL="274313">
              <a:lnSpc>
                <a:spcPct val="94401"/>
              </a:lnSpc>
            </a:pP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Hardware </a:t>
            </a:r>
            <a:r>
              <a:rPr sz="1100" spc="300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s</a:t>
            </a:r>
            <a:r>
              <a:rPr sz="1100" spc="0" dirty="0">
                <a:solidFill>
                  <a:srgbClr val="898590"/>
                </a:solidFill>
                <a:latin typeface="Courier New"/>
                <a:cs typeface="Courier New"/>
              </a:rPr>
              <a:t>i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ze:</a:t>
            </a:r>
            <a:r>
              <a:rPr sz="1100" spc="441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6</a:t>
            </a:r>
            <a:endParaRPr sz="1100" dirty="0">
              <a:latin typeface="Courier New"/>
              <a:cs typeface="Courier New"/>
            </a:endParaRPr>
          </a:p>
          <a:p>
            <a:pPr marL="274313">
              <a:lnSpc>
                <a:spcPct val="94401"/>
              </a:lnSpc>
              <a:spcBef>
                <a:spcPts val="45"/>
              </a:spcBef>
            </a:pPr>
            <a:r>
              <a:rPr sz="1100" dirty="0">
                <a:solidFill>
                  <a:srgbClr val="756E77"/>
                </a:solidFill>
                <a:latin typeface="Courier New"/>
                <a:cs typeface="Courier New"/>
              </a:rPr>
              <a:t>Pro</a:t>
            </a:r>
            <a:r>
              <a:rPr sz="1100" dirty="0">
                <a:solidFill>
                  <a:srgbClr val="5D5660"/>
                </a:solidFill>
                <a:latin typeface="Courier New"/>
                <a:cs typeface="Courier New"/>
              </a:rPr>
              <a:t>t</a:t>
            </a:r>
            <a:r>
              <a:rPr sz="1100" dirty="0">
                <a:solidFill>
                  <a:srgbClr val="756E77"/>
                </a:solidFill>
                <a:latin typeface="Courier New"/>
                <a:cs typeface="Courier New"/>
              </a:rPr>
              <a:t>ocol </a:t>
            </a:r>
            <a:r>
              <a:rPr sz="1100" spc="-289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s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i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z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e: </a:t>
            </a:r>
            <a:r>
              <a:rPr sz="1100" spc="319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4</a:t>
            </a:r>
            <a:endParaRPr sz="1100" dirty="0">
              <a:latin typeface="Courier New"/>
              <a:cs typeface="Courier New"/>
            </a:endParaRPr>
          </a:p>
          <a:p>
            <a:pPr marL="274313">
              <a:lnSpc>
                <a:spcPts val="1200"/>
              </a:lnSpc>
              <a:spcBef>
                <a:spcPts val="60"/>
              </a:spcBef>
            </a:pP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Opcode: </a:t>
            </a:r>
            <a:r>
              <a:rPr sz="1650" spc="60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request </a:t>
            </a:r>
            <a:r>
              <a:rPr sz="1650" spc="62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(1</a:t>
            </a:r>
            <a:r>
              <a:rPr sz="1650" spc="0" baseline="2675" dirty="0">
                <a:solidFill>
                  <a:srgbClr val="898590"/>
                </a:solidFill>
                <a:latin typeface="Courier New"/>
                <a:cs typeface="Courier New"/>
              </a:rPr>
              <a:t>)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380" y="3523487"/>
            <a:ext cx="236220" cy="8061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990600" y="3523487"/>
            <a:ext cx="3810000" cy="1607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2381">
              <a:lnSpc>
                <a:spcPts val="1240"/>
              </a:lnSpc>
              <a:spcBef>
                <a:spcPts val="87"/>
              </a:spcBef>
            </a:pPr>
            <a:r>
              <a:rPr sz="1650" baseline="2675" dirty="0">
                <a:solidFill>
                  <a:srgbClr val="756E77"/>
                </a:solidFill>
                <a:latin typeface="Courier New"/>
                <a:cs typeface="Courier New"/>
              </a:rPr>
              <a:t>[</a:t>
            </a:r>
            <a:r>
              <a:rPr sz="1650" baseline="2675" dirty="0">
                <a:solidFill>
                  <a:srgbClr val="5D5660"/>
                </a:solidFill>
                <a:latin typeface="Courier New"/>
                <a:cs typeface="Courier New"/>
              </a:rPr>
              <a:t>I</a:t>
            </a:r>
            <a:r>
              <a:rPr sz="1650" baseline="2675" dirty="0">
                <a:solidFill>
                  <a:srgbClr val="756E77"/>
                </a:solidFill>
                <a:latin typeface="Courier New"/>
                <a:cs typeface="Courier New"/>
              </a:rPr>
              <a:t>s</a:t>
            </a:r>
            <a:r>
              <a:rPr sz="1650" spc="304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gr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at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u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it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ou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s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: </a:t>
            </a:r>
            <a:r>
              <a:rPr sz="1650" spc="275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T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r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ue)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0601" y="3523487"/>
            <a:ext cx="3381756" cy="8061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 rot="10800000" flipV="1">
            <a:off x="6201121" y="2809195"/>
            <a:ext cx="1905000" cy="5557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8093">
              <a:lnSpc>
                <a:spcPts val="1210"/>
              </a:lnSpc>
              <a:spcBef>
                <a:spcPts val="115"/>
              </a:spcBef>
            </a:pP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Sender</a:t>
            </a:r>
            <a:r>
              <a:rPr sz="1650" spc="273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MA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C</a:t>
            </a:r>
            <a:r>
              <a:rPr sz="1650" spc="234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address:</a:t>
            </a:r>
            <a:r>
              <a:rPr sz="1650" spc="391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aa:bb:cc</a:t>
            </a:r>
            <a:r>
              <a:rPr sz="1650" spc="0" baseline="2675" dirty="0">
                <a:solidFill>
                  <a:srgbClr val="898590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dd:ee:ff </a:t>
            </a:r>
            <a:r>
              <a:rPr sz="1650" spc="319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(aa:bb:cc:dd:ee:ff</a:t>
            </a:r>
            <a:r>
              <a:rPr sz="1650" spc="0" baseline="2675" dirty="0">
                <a:solidFill>
                  <a:srgbClr val="898590"/>
                </a:solidFill>
                <a:latin typeface="Courier New"/>
                <a:cs typeface="Courier New"/>
              </a:rPr>
              <a:t>)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0" y="3845054"/>
            <a:ext cx="3810000" cy="1554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8087">
              <a:lnSpc>
                <a:spcPts val="1195"/>
              </a:lnSpc>
              <a:spcBef>
                <a:spcPts val="84"/>
              </a:spcBef>
            </a:pP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Sender </a:t>
            </a:r>
            <a:r>
              <a:rPr sz="1650" spc="117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I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P</a:t>
            </a:r>
            <a:r>
              <a:rPr sz="1650" spc="248" baseline="2675" dirty="0">
                <a:solidFill>
                  <a:srgbClr val="5D5660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address: </a:t>
            </a:r>
            <a:r>
              <a:rPr sz="1650" spc="304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92.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68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.1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200  </a:t>
            </a:r>
            <a:r>
              <a:rPr sz="1650" spc="19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898590"/>
                </a:solidFill>
                <a:latin typeface="Courier New"/>
                <a:cs typeface="Courier New"/>
              </a:rPr>
              <a:t>(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192.168.1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.200</a:t>
            </a:r>
            <a:r>
              <a:rPr sz="1650" spc="0" baseline="2675" dirty="0">
                <a:solidFill>
                  <a:srgbClr val="898590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70600" y="3364987"/>
            <a:ext cx="1905000" cy="7924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943">
              <a:lnSpc>
                <a:spcPts val="1140"/>
              </a:lnSpc>
              <a:spcBef>
                <a:spcPts val="152"/>
              </a:spcBef>
            </a:pP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Target</a:t>
            </a:r>
            <a:r>
              <a:rPr sz="1100" spc="328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MA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C</a:t>
            </a:r>
            <a:r>
              <a:rPr sz="1100" spc="234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address:</a:t>
            </a:r>
            <a:r>
              <a:rPr sz="1100" spc="391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aa:bb:cc:dd:ee:ff  </a:t>
            </a:r>
            <a:r>
              <a:rPr sz="1100" spc="58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(aa:bb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756E77"/>
                </a:solidFill>
                <a:latin typeface="Courier New"/>
                <a:cs typeface="Courier New"/>
              </a:rPr>
              <a:t>cc:dd:ee:</a:t>
            </a:r>
            <a:r>
              <a:rPr sz="1100" spc="0" dirty="0">
                <a:solidFill>
                  <a:srgbClr val="5D5660"/>
                </a:solidFill>
                <a:latin typeface="Courier New"/>
                <a:cs typeface="Courier New"/>
              </a:rPr>
              <a:t>ff</a:t>
            </a:r>
            <a:r>
              <a:rPr sz="1100" spc="0" dirty="0">
                <a:solidFill>
                  <a:srgbClr val="898590"/>
                </a:solidFill>
                <a:latin typeface="Courier New"/>
                <a:cs typeface="Courier New"/>
              </a:rPr>
              <a:t>)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4157474"/>
            <a:ext cx="3810000" cy="1722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943">
              <a:lnSpc>
                <a:spcPts val="1200"/>
              </a:lnSpc>
              <a:spcBef>
                <a:spcPts val="215"/>
              </a:spcBef>
            </a:pP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Target </a:t>
            </a:r>
            <a:r>
              <a:rPr sz="1650" spc="172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I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P</a:t>
            </a:r>
            <a:r>
              <a:rPr sz="1650" spc="193" baseline="2675" dirty="0">
                <a:solidFill>
                  <a:srgbClr val="5D5660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address: </a:t>
            </a:r>
            <a:r>
              <a:rPr sz="1650" spc="356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92.</a:t>
            </a:r>
            <a:r>
              <a:rPr sz="1650" spc="0" baseline="2675" dirty="0">
                <a:solidFill>
                  <a:srgbClr val="5D5660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68.11.200 </a:t>
            </a:r>
            <a:r>
              <a:rPr sz="1650" spc="84" baseline="2675" dirty="0">
                <a:solidFill>
                  <a:srgbClr val="756E77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898590"/>
                </a:solidFill>
                <a:latin typeface="Courier New"/>
                <a:cs typeface="Courier New"/>
              </a:rPr>
              <a:t>(</a:t>
            </a:r>
            <a:r>
              <a:rPr sz="1650" spc="0" baseline="2675" dirty="0">
                <a:solidFill>
                  <a:srgbClr val="756E77"/>
                </a:solidFill>
                <a:latin typeface="Courier New"/>
                <a:cs typeface="Courier New"/>
              </a:rPr>
              <a:t>192.168.11.200</a:t>
            </a:r>
            <a:r>
              <a:rPr sz="1650" spc="0" baseline="2675" dirty="0">
                <a:solidFill>
                  <a:srgbClr val="898590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5213" y="2139698"/>
            <a:ext cx="3052572" cy="2621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075">
              <a:lnSpc>
                <a:spcPct val="95825"/>
              </a:lnSpc>
              <a:spcBef>
                <a:spcPts val="390"/>
              </a:spcBef>
            </a:pPr>
            <a:r>
              <a:rPr sz="1100" spc="4" dirty="0">
                <a:latin typeface="Times New Roman"/>
                <a:cs typeface="Times New Roman"/>
              </a:rPr>
              <a:t>L</a:t>
            </a:r>
            <a:r>
              <a:rPr sz="1100" spc="-4" dirty="0">
                <a:latin typeface="Times New Roman"/>
                <a:cs typeface="Times New Roman"/>
              </a:rPr>
              <a:t>oo</a:t>
            </a:r>
            <a:r>
              <a:rPr sz="1100" spc="4" dirty="0">
                <a:latin typeface="Times New Roman"/>
                <a:cs typeface="Times New Roman"/>
              </a:rPr>
              <a:t>k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4" dirty="0">
                <a:latin typeface="Times New Roman"/>
                <a:cs typeface="Times New Roman"/>
              </a:rPr>
              <a:t>k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11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crafted/</a:t>
            </a:r>
            <a:r>
              <a:rPr sz="1100" spc="-4" dirty="0">
                <a:latin typeface="Times New Roman"/>
                <a:cs typeface="Times New Roman"/>
              </a:rPr>
              <a:t>ill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4" dirty="0">
                <a:latin typeface="Times New Roman"/>
                <a:cs typeface="Times New Roman"/>
              </a:rPr>
              <a:t>g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ate</a:t>
            </a:r>
            <a:r>
              <a:rPr sz="1100" spc="-1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r>
              <a:rPr sz="1100" spc="1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addre</a:t>
            </a:r>
            <a:r>
              <a:rPr sz="1100" spc="-4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6000" y="2057400"/>
            <a:ext cx="507999" cy="1777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665" y="1692160"/>
            <a:ext cx="8164025" cy="6965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Grat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itous</a:t>
            </a:r>
            <a:r>
              <a:rPr sz="2400" spc="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may</a:t>
            </a:r>
            <a:r>
              <a:rPr sz="2400" spc="4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use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ul </a:t>
            </a:r>
            <a:r>
              <a:rPr sz="2400" spc="9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detect</a:t>
            </a:r>
            <a:r>
              <a:rPr sz="2400" spc="-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400" spc="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flict </a:t>
            </a:r>
            <a:r>
              <a:rPr sz="2400" spc="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1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endParaRPr sz="2400">
              <a:latin typeface="Times New Roman"/>
              <a:cs typeface="Times New Roman"/>
            </a:endParaRPr>
          </a:p>
          <a:p>
            <a:pPr marL="12700" marR="45765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inform</a:t>
            </a:r>
            <a:r>
              <a:rPr sz="2400" spc="4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 </a:t>
            </a:r>
            <a:r>
              <a:rPr sz="2400" spc="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/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switches</a:t>
            </a:r>
            <a:r>
              <a:rPr sz="2400" spc="-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</a:t>
            </a:r>
            <a:r>
              <a:rPr sz="2400" spc="8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add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ess</a:t>
            </a:r>
            <a:r>
              <a:rPr sz="2400" spc="-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665" y="2424299"/>
            <a:ext cx="3649815" cy="696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work,</a:t>
            </a:r>
            <a:r>
              <a:rPr sz="2400" spc="5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but</a:t>
            </a:r>
            <a:r>
              <a:rPr sz="2400" spc="3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ackers</a:t>
            </a:r>
            <a:r>
              <a:rPr sz="2400" spc="-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poiso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ing</a:t>
            </a:r>
            <a:r>
              <a:rPr sz="2400" spc="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64909" y="2424299"/>
            <a:ext cx="64280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lso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12303" y="2424299"/>
            <a:ext cx="55778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76793" y="2424299"/>
            <a:ext cx="81793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0973" y="2424299"/>
            <a:ext cx="114015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packets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48239" y="2424299"/>
            <a:ext cx="34451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8457" y="2424299"/>
            <a:ext cx="94640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mou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667923"/>
            <a:ext cx="3312404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2400" spc="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-1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see </a:t>
            </a:r>
            <a:r>
              <a:rPr sz="2400" spc="1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400" spc="3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ortly.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7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65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665" y="1216088"/>
            <a:ext cx="7359421" cy="3042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,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e’ll</a:t>
            </a:r>
            <a:r>
              <a:rPr sz="2200" spc="-2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ok</a:t>
            </a:r>
            <a:r>
              <a:rPr sz="2200" spc="2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200" spc="3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examples</a:t>
            </a:r>
            <a:r>
              <a:rPr sz="2200" spc="-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200" spc="1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200" spc="-1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tr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200" spc="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ic</a:t>
            </a:r>
            <a:r>
              <a:rPr sz="2200" spc="4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us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ng </a:t>
            </a:r>
            <a:r>
              <a:rPr sz="22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reshar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665" y="2021144"/>
            <a:ext cx="7757090" cy="3042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Remember</a:t>
            </a:r>
            <a:r>
              <a:rPr sz="2200" spc="-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200" spc="4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fol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owing</a:t>
            </a:r>
            <a:r>
              <a:rPr sz="2200" spc="3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tips</a:t>
            </a:r>
            <a:r>
              <a:rPr sz="22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reg</a:t>
            </a:r>
            <a:r>
              <a:rPr sz="2200" spc="1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rdi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200" spc="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normal </a:t>
            </a:r>
            <a:r>
              <a:rPr sz="2200" spc="9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200" spc="4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su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pici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us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5" y="2356424"/>
            <a:ext cx="596829" cy="3042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0840" y="2356424"/>
            <a:ext cx="886982" cy="3042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tr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200" spc="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ic.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4380" y="2753313"/>
            <a:ext cx="165025" cy="3045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50"/>
              </a:lnSpc>
              <a:spcBef>
                <a:spcPts val="117"/>
              </a:spcBef>
            </a:pPr>
            <a:r>
              <a:rPr sz="2200" spc="0" dirty="0">
                <a:solidFill>
                  <a:srgbClr val="595959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1630" y="2758520"/>
            <a:ext cx="6829038" cy="17132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7908">
              <a:lnSpc>
                <a:spcPts val="2315"/>
              </a:lnSpc>
              <a:spcBef>
                <a:spcPts val="115"/>
              </a:spcBef>
            </a:pPr>
            <a:r>
              <a:rPr sz="2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2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rm</a:t>
            </a:r>
            <a:r>
              <a:rPr sz="22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b="1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:</a:t>
            </a:r>
            <a:r>
              <a:rPr sz="2200" spc="-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200" spc="-1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broadcasts</a:t>
            </a:r>
            <a:r>
              <a:rPr sz="2200" spc="-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200" spc="4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rmal </a:t>
            </a:r>
            <a:r>
              <a:rPr sz="2200" spc="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from</a:t>
            </a:r>
            <a:r>
              <a:rPr sz="2200" spc="3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both</a:t>
            </a:r>
            <a:r>
              <a:rPr sz="2200" spc="4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nts</a:t>
            </a:r>
            <a:endParaRPr sz="2200">
              <a:latin typeface="Times New Roman"/>
              <a:cs typeface="Times New Roman"/>
            </a:endParaRPr>
          </a:p>
          <a:p>
            <a:pPr marL="12700" marR="12416">
              <a:lnSpc>
                <a:spcPct val="100041"/>
              </a:lnSpc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200" spc="4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servers,</a:t>
            </a:r>
            <a:r>
              <a:rPr sz="22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inc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uding </a:t>
            </a:r>
            <a:r>
              <a:rPr sz="2200" spc="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net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ork </a:t>
            </a:r>
            <a:r>
              <a:rPr sz="2200" spc="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dev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ces</a:t>
            </a:r>
            <a:r>
              <a:rPr sz="2200" spc="-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200" spc="3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na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le flow.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31"/>
              </a:spcBef>
            </a:pPr>
            <a:r>
              <a:rPr sz="2200" b="1" dirty="0">
                <a:solidFill>
                  <a:srgbClr val="595959"/>
                </a:solidFill>
                <a:latin typeface="Times New Roman"/>
                <a:cs typeface="Times New Roman"/>
              </a:rPr>
              <a:t>Sus</a:t>
            </a:r>
            <a:r>
              <a:rPr sz="22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icio</a:t>
            </a:r>
            <a:r>
              <a:rPr sz="22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:</a:t>
            </a:r>
            <a:r>
              <a:rPr sz="2200" spc="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Te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s,</a:t>
            </a:r>
            <a:r>
              <a:rPr sz="2200" spc="3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hundre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s,</a:t>
            </a:r>
            <a:r>
              <a:rPr sz="2200" spc="-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200" spc="1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even</a:t>
            </a:r>
            <a:r>
              <a:rPr sz="2200" spc="4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usan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-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200" spc="1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endParaRPr sz="2200">
              <a:latin typeface="Times New Roman"/>
              <a:cs typeface="Times New Roman"/>
            </a:endParaRPr>
          </a:p>
          <a:p>
            <a:pPr marL="12700" marR="47908">
              <a:lnSpc>
                <a:spcPct val="95825"/>
              </a:lnSpc>
              <a:spcBef>
                <a:spcPts val="110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bro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dcast</a:t>
            </a:r>
            <a:r>
              <a:rPr sz="2200" spc="-1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me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sages</a:t>
            </a:r>
            <a:r>
              <a:rPr sz="2200" spc="1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ith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200" spc="2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all </a:t>
            </a:r>
            <a:r>
              <a:rPr sz="2200" spc="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ti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200" spc="4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ow.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4380" y="3826487"/>
            <a:ext cx="165025" cy="3045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50"/>
              </a:lnSpc>
              <a:spcBef>
                <a:spcPts val="117"/>
              </a:spcBef>
            </a:pPr>
            <a:r>
              <a:rPr sz="2200" spc="0" dirty="0">
                <a:solidFill>
                  <a:srgbClr val="595959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6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66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object 88"/>
          <p:cNvSpPr txBox="1"/>
          <p:nvPr/>
        </p:nvSpPr>
        <p:spPr>
          <a:xfrm>
            <a:off x="6221475" y="2581336"/>
            <a:ext cx="853521" cy="4840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6896">
              <a:lnSpc>
                <a:spcPts val="2020"/>
              </a:lnSpc>
              <a:spcBef>
                <a:spcPts val="101"/>
              </a:spcBef>
            </a:pPr>
            <a:r>
              <a:rPr sz="3000" spc="0" baseline="1449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3000" spc="225" baseline="14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1449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8517" y="3268978"/>
            <a:ext cx="8282943" cy="1365504"/>
          </a:xfrm>
          <a:custGeom>
            <a:avLst/>
            <a:gdLst/>
            <a:ahLst/>
            <a:cxnLst/>
            <a:rect l="l" t="t" r="r" b="b"/>
            <a:pathLst>
              <a:path w="8282943" h="1365504">
                <a:moveTo>
                  <a:pt x="0" y="1365504"/>
                </a:moveTo>
                <a:lnTo>
                  <a:pt x="8282943" y="1365504"/>
                </a:lnTo>
                <a:lnTo>
                  <a:pt x="8282943" y="0"/>
                </a:lnTo>
                <a:lnTo>
                  <a:pt x="0" y="0"/>
                </a:lnTo>
                <a:lnTo>
                  <a:pt x="0" y="1365504"/>
                </a:lnTo>
                <a:close/>
              </a:path>
            </a:pathLst>
          </a:custGeom>
          <a:ln w="9144">
            <a:solidFill>
              <a:srgbClr val="4965A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68300" y="3263900"/>
            <a:ext cx="292099" cy="0"/>
          </a:xfrm>
          <a:custGeom>
            <a:avLst/>
            <a:gdLst/>
            <a:ahLst/>
            <a:cxnLst/>
            <a:rect l="l" t="t" r="r" b="b"/>
            <a:pathLst>
              <a:path w="292099">
                <a:moveTo>
                  <a:pt x="0" y="0"/>
                </a:moveTo>
                <a:lnTo>
                  <a:pt x="2920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0400" y="3263900"/>
            <a:ext cx="990599" cy="0"/>
          </a:xfrm>
          <a:custGeom>
            <a:avLst/>
            <a:gdLst/>
            <a:ahLst/>
            <a:cxnLst/>
            <a:rect l="l" t="t" r="r" b="b"/>
            <a:pathLst>
              <a:path w="990599">
                <a:moveTo>
                  <a:pt x="0" y="0"/>
                </a:moveTo>
                <a:lnTo>
                  <a:pt x="9905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51000" y="3263900"/>
            <a:ext cx="1422399" cy="0"/>
          </a:xfrm>
          <a:custGeom>
            <a:avLst/>
            <a:gdLst/>
            <a:ahLst/>
            <a:cxnLst/>
            <a:rect l="l" t="t" r="r" b="b"/>
            <a:pathLst>
              <a:path w="1422399">
                <a:moveTo>
                  <a:pt x="0" y="0"/>
                </a:moveTo>
                <a:lnTo>
                  <a:pt x="14223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73400" y="3263900"/>
            <a:ext cx="1282699" cy="0"/>
          </a:xfrm>
          <a:custGeom>
            <a:avLst/>
            <a:gdLst/>
            <a:ahLst/>
            <a:cxnLst/>
            <a:rect l="l" t="t" r="r" b="b"/>
            <a:pathLst>
              <a:path w="1282699">
                <a:moveTo>
                  <a:pt x="0" y="0"/>
                </a:moveTo>
                <a:lnTo>
                  <a:pt x="12826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56100" y="3263900"/>
            <a:ext cx="1028699" cy="0"/>
          </a:xfrm>
          <a:custGeom>
            <a:avLst/>
            <a:gdLst/>
            <a:ahLst/>
            <a:cxnLst/>
            <a:rect l="l" t="t" r="r" b="b"/>
            <a:pathLst>
              <a:path w="1028699">
                <a:moveTo>
                  <a:pt x="0" y="0"/>
                </a:moveTo>
                <a:lnTo>
                  <a:pt x="10286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84800" y="3263900"/>
            <a:ext cx="939799" cy="0"/>
          </a:xfrm>
          <a:custGeom>
            <a:avLst/>
            <a:gdLst/>
            <a:ahLst/>
            <a:cxnLst/>
            <a:rect l="l" t="t" r="r" b="b"/>
            <a:pathLst>
              <a:path w="939799">
                <a:moveTo>
                  <a:pt x="0" y="0"/>
                </a:moveTo>
                <a:lnTo>
                  <a:pt x="9397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24600" y="3263900"/>
            <a:ext cx="1015999" cy="0"/>
          </a:xfrm>
          <a:custGeom>
            <a:avLst/>
            <a:gdLst/>
            <a:ahLst/>
            <a:cxnLst/>
            <a:rect l="l" t="t" r="r" b="b"/>
            <a:pathLst>
              <a:path w="1015999">
                <a:moveTo>
                  <a:pt x="0" y="0"/>
                </a:moveTo>
                <a:lnTo>
                  <a:pt x="10159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40600" y="3263900"/>
            <a:ext cx="330199" cy="0"/>
          </a:xfrm>
          <a:custGeom>
            <a:avLst/>
            <a:gdLst/>
            <a:ahLst/>
            <a:cxnLst/>
            <a:rect l="l" t="t" r="r" b="b"/>
            <a:pathLst>
              <a:path w="330199">
                <a:moveTo>
                  <a:pt x="0" y="0"/>
                </a:moveTo>
                <a:lnTo>
                  <a:pt x="3301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623300" y="3048000"/>
            <a:ext cx="0" cy="50799"/>
          </a:xfrm>
          <a:custGeom>
            <a:avLst/>
            <a:gdLst/>
            <a:ahLst/>
            <a:cxnLst/>
            <a:rect l="l" t="t" r="r" b="b"/>
            <a:pathLst>
              <a:path h="50799">
                <a:moveTo>
                  <a:pt x="0" y="50799"/>
                </a:moveTo>
                <a:lnTo>
                  <a:pt x="0" y="0"/>
                </a:lnTo>
              </a:path>
            </a:pathLst>
          </a:custGeom>
          <a:ln w="253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623300" y="3048000"/>
            <a:ext cx="0" cy="50799"/>
          </a:xfrm>
          <a:custGeom>
            <a:avLst/>
            <a:gdLst/>
            <a:ahLst/>
            <a:cxnLst/>
            <a:rect l="l" t="t" r="r" b="b"/>
            <a:pathLst>
              <a:path h="50799">
                <a:moveTo>
                  <a:pt x="0" y="50799"/>
                </a:moveTo>
                <a:lnTo>
                  <a:pt x="0" y="0"/>
                </a:lnTo>
              </a:path>
            </a:pathLst>
          </a:custGeom>
          <a:ln w="253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23300" y="3098800"/>
            <a:ext cx="0" cy="165099"/>
          </a:xfrm>
          <a:custGeom>
            <a:avLst/>
            <a:gdLst/>
            <a:ahLst/>
            <a:cxnLst/>
            <a:rect l="l" t="t" r="r" b="b"/>
            <a:pathLst>
              <a:path h="165099">
                <a:moveTo>
                  <a:pt x="0" y="165099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670800" y="3263900"/>
            <a:ext cx="952499" cy="0"/>
          </a:xfrm>
          <a:custGeom>
            <a:avLst/>
            <a:gdLst/>
            <a:ahLst/>
            <a:cxnLst/>
            <a:rect l="l" t="t" r="r" b="b"/>
            <a:pathLst>
              <a:path w="952499">
                <a:moveTo>
                  <a:pt x="0" y="0"/>
                </a:moveTo>
                <a:lnTo>
                  <a:pt x="952499" y="0"/>
                </a:lnTo>
              </a:path>
            </a:pathLst>
          </a:custGeom>
          <a:ln w="12699">
            <a:solidFill>
              <a:srgbClr val="70777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623300" y="3098800"/>
            <a:ext cx="0" cy="165099"/>
          </a:xfrm>
          <a:custGeom>
            <a:avLst/>
            <a:gdLst/>
            <a:ahLst/>
            <a:cxnLst/>
            <a:rect l="l" t="t" r="r" b="b"/>
            <a:pathLst>
              <a:path h="165099">
                <a:moveTo>
                  <a:pt x="0" y="165099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68300" y="3263900"/>
            <a:ext cx="292099" cy="0"/>
          </a:xfrm>
          <a:custGeom>
            <a:avLst/>
            <a:gdLst/>
            <a:ahLst/>
            <a:cxnLst/>
            <a:rect l="l" t="t" r="r" b="b"/>
            <a:pathLst>
              <a:path w="292099">
                <a:moveTo>
                  <a:pt x="0" y="0"/>
                </a:moveTo>
                <a:lnTo>
                  <a:pt x="2920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68300" y="3467100"/>
            <a:ext cx="292099" cy="0"/>
          </a:xfrm>
          <a:custGeom>
            <a:avLst/>
            <a:gdLst/>
            <a:ahLst/>
            <a:cxnLst/>
            <a:rect l="l" t="t" r="r" b="b"/>
            <a:pathLst>
              <a:path w="292099">
                <a:moveTo>
                  <a:pt x="0" y="0"/>
                </a:moveTo>
                <a:lnTo>
                  <a:pt x="2920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0400" y="3263900"/>
            <a:ext cx="990599" cy="0"/>
          </a:xfrm>
          <a:custGeom>
            <a:avLst/>
            <a:gdLst/>
            <a:ahLst/>
            <a:cxnLst/>
            <a:rect l="l" t="t" r="r" b="b"/>
            <a:pathLst>
              <a:path w="990599">
                <a:moveTo>
                  <a:pt x="0" y="0"/>
                </a:moveTo>
                <a:lnTo>
                  <a:pt x="9905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0400" y="3467100"/>
            <a:ext cx="990599" cy="0"/>
          </a:xfrm>
          <a:custGeom>
            <a:avLst/>
            <a:gdLst/>
            <a:ahLst/>
            <a:cxnLst/>
            <a:rect l="l" t="t" r="r" b="b"/>
            <a:pathLst>
              <a:path w="990599">
                <a:moveTo>
                  <a:pt x="0" y="0"/>
                </a:moveTo>
                <a:lnTo>
                  <a:pt x="9905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651000" y="3263900"/>
            <a:ext cx="1422399" cy="0"/>
          </a:xfrm>
          <a:custGeom>
            <a:avLst/>
            <a:gdLst/>
            <a:ahLst/>
            <a:cxnLst/>
            <a:rect l="l" t="t" r="r" b="b"/>
            <a:pathLst>
              <a:path w="1422399">
                <a:moveTo>
                  <a:pt x="0" y="0"/>
                </a:moveTo>
                <a:lnTo>
                  <a:pt x="14223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651000" y="3467100"/>
            <a:ext cx="1422399" cy="0"/>
          </a:xfrm>
          <a:custGeom>
            <a:avLst/>
            <a:gdLst/>
            <a:ahLst/>
            <a:cxnLst/>
            <a:rect l="l" t="t" r="r" b="b"/>
            <a:pathLst>
              <a:path w="1422399">
                <a:moveTo>
                  <a:pt x="0" y="0"/>
                </a:moveTo>
                <a:lnTo>
                  <a:pt x="14223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73400" y="3263900"/>
            <a:ext cx="1282699" cy="0"/>
          </a:xfrm>
          <a:custGeom>
            <a:avLst/>
            <a:gdLst/>
            <a:ahLst/>
            <a:cxnLst/>
            <a:rect l="l" t="t" r="r" b="b"/>
            <a:pathLst>
              <a:path w="1282699">
                <a:moveTo>
                  <a:pt x="0" y="0"/>
                </a:moveTo>
                <a:lnTo>
                  <a:pt x="12826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073400" y="3467100"/>
            <a:ext cx="1282699" cy="0"/>
          </a:xfrm>
          <a:custGeom>
            <a:avLst/>
            <a:gdLst/>
            <a:ahLst/>
            <a:cxnLst/>
            <a:rect l="l" t="t" r="r" b="b"/>
            <a:pathLst>
              <a:path w="1282699">
                <a:moveTo>
                  <a:pt x="0" y="0"/>
                </a:moveTo>
                <a:lnTo>
                  <a:pt x="12826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56100" y="3263900"/>
            <a:ext cx="1028699" cy="0"/>
          </a:xfrm>
          <a:custGeom>
            <a:avLst/>
            <a:gdLst/>
            <a:ahLst/>
            <a:cxnLst/>
            <a:rect l="l" t="t" r="r" b="b"/>
            <a:pathLst>
              <a:path w="1028699">
                <a:moveTo>
                  <a:pt x="0" y="0"/>
                </a:moveTo>
                <a:lnTo>
                  <a:pt x="10286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356100" y="3467100"/>
            <a:ext cx="1028699" cy="0"/>
          </a:xfrm>
          <a:custGeom>
            <a:avLst/>
            <a:gdLst/>
            <a:ahLst/>
            <a:cxnLst/>
            <a:rect l="l" t="t" r="r" b="b"/>
            <a:pathLst>
              <a:path w="1028699">
                <a:moveTo>
                  <a:pt x="0" y="0"/>
                </a:moveTo>
                <a:lnTo>
                  <a:pt x="10286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384800" y="3263900"/>
            <a:ext cx="939799" cy="0"/>
          </a:xfrm>
          <a:custGeom>
            <a:avLst/>
            <a:gdLst/>
            <a:ahLst/>
            <a:cxnLst/>
            <a:rect l="l" t="t" r="r" b="b"/>
            <a:pathLst>
              <a:path w="939799">
                <a:moveTo>
                  <a:pt x="0" y="0"/>
                </a:moveTo>
                <a:lnTo>
                  <a:pt x="9397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384800" y="3467100"/>
            <a:ext cx="939799" cy="0"/>
          </a:xfrm>
          <a:custGeom>
            <a:avLst/>
            <a:gdLst/>
            <a:ahLst/>
            <a:cxnLst/>
            <a:rect l="l" t="t" r="r" b="b"/>
            <a:pathLst>
              <a:path w="939799">
                <a:moveTo>
                  <a:pt x="0" y="0"/>
                </a:moveTo>
                <a:lnTo>
                  <a:pt x="9397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324600" y="3263900"/>
            <a:ext cx="1015999" cy="0"/>
          </a:xfrm>
          <a:custGeom>
            <a:avLst/>
            <a:gdLst/>
            <a:ahLst/>
            <a:cxnLst/>
            <a:rect l="l" t="t" r="r" b="b"/>
            <a:pathLst>
              <a:path w="1015999">
                <a:moveTo>
                  <a:pt x="0" y="0"/>
                </a:moveTo>
                <a:lnTo>
                  <a:pt x="10159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324600" y="3467100"/>
            <a:ext cx="1015999" cy="0"/>
          </a:xfrm>
          <a:custGeom>
            <a:avLst/>
            <a:gdLst/>
            <a:ahLst/>
            <a:cxnLst/>
            <a:rect l="l" t="t" r="r" b="b"/>
            <a:pathLst>
              <a:path w="1015999">
                <a:moveTo>
                  <a:pt x="0" y="0"/>
                </a:moveTo>
                <a:lnTo>
                  <a:pt x="10159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340600" y="3263900"/>
            <a:ext cx="330199" cy="0"/>
          </a:xfrm>
          <a:custGeom>
            <a:avLst/>
            <a:gdLst/>
            <a:ahLst/>
            <a:cxnLst/>
            <a:rect l="l" t="t" r="r" b="b"/>
            <a:pathLst>
              <a:path w="330199">
                <a:moveTo>
                  <a:pt x="0" y="0"/>
                </a:moveTo>
                <a:lnTo>
                  <a:pt x="330199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340600" y="3467100"/>
            <a:ext cx="330199" cy="0"/>
          </a:xfrm>
          <a:custGeom>
            <a:avLst/>
            <a:gdLst/>
            <a:ahLst/>
            <a:cxnLst/>
            <a:rect l="l" t="t" r="r" b="b"/>
            <a:pathLst>
              <a:path w="330199">
                <a:moveTo>
                  <a:pt x="0" y="0"/>
                </a:moveTo>
                <a:lnTo>
                  <a:pt x="3301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623300" y="3263900"/>
            <a:ext cx="0" cy="203199"/>
          </a:xfrm>
          <a:custGeom>
            <a:avLst/>
            <a:gdLst/>
            <a:ahLst/>
            <a:cxnLst/>
            <a:rect l="l" t="t" r="r" b="b"/>
            <a:pathLst>
              <a:path h="203199">
                <a:moveTo>
                  <a:pt x="0" y="203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670800" y="3263900"/>
            <a:ext cx="952499" cy="0"/>
          </a:xfrm>
          <a:custGeom>
            <a:avLst/>
            <a:gdLst/>
            <a:ahLst/>
            <a:cxnLst/>
            <a:rect l="l" t="t" r="r" b="b"/>
            <a:pathLst>
              <a:path w="952499">
                <a:moveTo>
                  <a:pt x="0" y="0"/>
                </a:moveTo>
                <a:lnTo>
                  <a:pt x="952499" y="0"/>
                </a:lnTo>
              </a:path>
            </a:pathLst>
          </a:custGeom>
          <a:ln w="12699">
            <a:solidFill>
              <a:srgbClr val="70777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670800" y="3467100"/>
            <a:ext cx="952499" cy="0"/>
          </a:xfrm>
          <a:custGeom>
            <a:avLst/>
            <a:gdLst/>
            <a:ahLst/>
            <a:cxnLst/>
            <a:rect l="l" t="t" r="r" b="b"/>
            <a:pathLst>
              <a:path w="952499">
                <a:moveTo>
                  <a:pt x="0" y="0"/>
                </a:moveTo>
                <a:lnTo>
                  <a:pt x="9524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623300" y="3263900"/>
            <a:ext cx="0" cy="203199"/>
          </a:xfrm>
          <a:custGeom>
            <a:avLst/>
            <a:gdLst/>
            <a:ahLst/>
            <a:cxnLst/>
            <a:rect l="l" t="t" r="r" b="b"/>
            <a:pathLst>
              <a:path h="203199">
                <a:moveTo>
                  <a:pt x="0" y="203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68300" y="3467100"/>
            <a:ext cx="292099" cy="0"/>
          </a:xfrm>
          <a:custGeom>
            <a:avLst/>
            <a:gdLst/>
            <a:ahLst/>
            <a:cxnLst/>
            <a:rect l="l" t="t" r="r" b="b"/>
            <a:pathLst>
              <a:path w="292099">
                <a:moveTo>
                  <a:pt x="0" y="0"/>
                </a:moveTo>
                <a:lnTo>
                  <a:pt x="2920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68300" y="3619500"/>
            <a:ext cx="292099" cy="0"/>
          </a:xfrm>
          <a:custGeom>
            <a:avLst/>
            <a:gdLst/>
            <a:ahLst/>
            <a:cxnLst/>
            <a:rect l="l" t="t" r="r" b="b"/>
            <a:pathLst>
              <a:path w="292099">
                <a:moveTo>
                  <a:pt x="0" y="0"/>
                </a:moveTo>
                <a:lnTo>
                  <a:pt x="2920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60400" y="3467100"/>
            <a:ext cx="990599" cy="0"/>
          </a:xfrm>
          <a:custGeom>
            <a:avLst/>
            <a:gdLst/>
            <a:ahLst/>
            <a:cxnLst/>
            <a:rect l="l" t="t" r="r" b="b"/>
            <a:pathLst>
              <a:path w="990599">
                <a:moveTo>
                  <a:pt x="0" y="0"/>
                </a:moveTo>
                <a:lnTo>
                  <a:pt x="9905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60400" y="3619500"/>
            <a:ext cx="990599" cy="0"/>
          </a:xfrm>
          <a:custGeom>
            <a:avLst/>
            <a:gdLst/>
            <a:ahLst/>
            <a:cxnLst/>
            <a:rect l="l" t="t" r="r" b="b"/>
            <a:pathLst>
              <a:path w="990599">
                <a:moveTo>
                  <a:pt x="0" y="0"/>
                </a:moveTo>
                <a:lnTo>
                  <a:pt x="9905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651000" y="3467100"/>
            <a:ext cx="1422399" cy="0"/>
          </a:xfrm>
          <a:custGeom>
            <a:avLst/>
            <a:gdLst/>
            <a:ahLst/>
            <a:cxnLst/>
            <a:rect l="l" t="t" r="r" b="b"/>
            <a:pathLst>
              <a:path w="1422399">
                <a:moveTo>
                  <a:pt x="0" y="0"/>
                </a:moveTo>
                <a:lnTo>
                  <a:pt x="14223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651000" y="3619500"/>
            <a:ext cx="1422399" cy="0"/>
          </a:xfrm>
          <a:custGeom>
            <a:avLst/>
            <a:gdLst/>
            <a:ahLst/>
            <a:cxnLst/>
            <a:rect l="l" t="t" r="r" b="b"/>
            <a:pathLst>
              <a:path w="1422399">
                <a:moveTo>
                  <a:pt x="0" y="0"/>
                </a:moveTo>
                <a:lnTo>
                  <a:pt x="14223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073400" y="3467100"/>
            <a:ext cx="1282699" cy="0"/>
          </a:xfrm>
          <a:custGeom>
            <a:avLst/>
            <a:gdLst/>
            <a:ahLst/>
            <a:cxnLst/>
            <a:rect l="l" t="t" r="r" b="b"/>
            <a:pathLst>
              <a:path w="1282699">
                <a:moveTo>
                  <a:pt x="0" y="0"/>
                </a:moveTo>
                <a:lnTo>
                  <a:pt x="12826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073400" y="3619500"/>
            <a:ext cx="1282699" cy="0"/>
          </a:xfrm>
          <a:custGeom>
            <a:avLst/>
            <a:gdLst/>
            <a:ahLst/>
            <a:cxnLst/>
            <a:rect l="l" t="t" r="r" b="b"/>
            <a:pathLst>
              <a:path w="1282699">
                <a:moveTo>
                  <a:pt x="0" y="0"/>
                </a:moveTo>
                <a:lnTo>
                  <a:pt x="12826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356100" y="3467100"/>
            <a:ext cx="1028699" cy="0"/>
          </a:xfrm>
          <a:custGeom>
            <a:avLst/>
            <a:gdLst/>
            <a:ahLst/>
            <a:cxnLst/>
            <a:rect l="l" t="t" r="r" b="b"/>
            <a:pathLst>
              <a:path w="1028699">
                <a:moveTo>
                  <a:pt x="0" y="0"/>
                </a:moveTo>
                <a:lnTo>
                  <a:pt x="10286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356100" y="3619500"/>
            <a:ext cx="1028699" cy="0"/>
          </a:xfrm>
          <a:custGeom>
            <a:avLst/>
            <a:gdLst/>
            <a:ahLst/>
            <a:cxnLst/>
            <a:rect l="l" t="t" r="r" b="b"/>
            <a:pathLst>
              <a:path w="1028699">
                <a:moveTo>
                  <a:pt x="0" y="0"/>
                </a:moveTo>
                <a:lnTo>
                  <a:pt x="10286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384800" y="3467100"/>
            <a:ext cx="939799" cy="0"/>
          </a:xfrm>
          <a:custGeom>
            <a:avLst/>
            <a:gdLst/>
            <a:ahLst/>
            <a:cxnLst/>
            <a:rect l="l" t="t" r="r" b="b"/>
            <a:pathLst>
              <a:path w="939799">
                <a:moveTo>
                  <a:pt x="0" y="0"/>
                </a:moveTo>
                <a:lnTo>
                  <a:pt x="9397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384800" y="3619500"/>
            <a:ext cx="939799" cy="0"/>
          </a:xfrm>
          <a:custGeom>
            <a:avLst/>
            <a:gdLst/>
            <a:ahLst/>
            <a:cxnLst/>
            <a:rect l="l" t="t" r="r" b="b"/>
            <a:pathLst>
              <a:path w="939799">
                <a:moveTo>
                  <a:pt x="0" y="0"/>
                </a:moveTo>
                <a:lnTo>
                  <a:pt x="9397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324600" y="3467100"/>
            <a:ext cx="1346199" cy="0"/>
          </a:xfrm>
          <a:custGeom>
            <a:avLst/>
            <a:gdLst/>
            <a:ahLst/>
            <a:cxnLst/>
            <a:rect l="l" t="t" r="r" b="b"/>
            <a:pathLst>
              <a:path w="1346199">
                <a:moveTo>
                  <a:pt x="0" y="0"/>
                </a:moveTo>
                <a:lnTo>
                  <a:pt x="13461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24600" y="3619500"/>
            <a:ext cx="1346199" cy="0"/>
          </a:xfrm>
          <a:custGeom>
            <a:avLst/>
            <a:gdLst/>
            <a:ahLst/>
            <a:cxnLst/>
            <a:rect l="l" t="t" r="r" b="b"/>
            <a:pathLst>
              <a:path w="1346199">
                <a:moveTo>
                  <a:pt x="0" y="0"/>
                </a:moveTo>
                <a:lnTo>
                  <a:pt x="13461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8623300" y="3467100"/>
            <a:ext cx="0" cy="152399"/>
          </a:xfrm>
          <a:custGeom>
            <a:avLst/>
            <a:gdLst/>
            <a:ahLst/>
            <a:cxnLst/>
            <a:rect l="l" t="t" r="r" b="b"/>
            <a:pathLst>
              <a:path h="152399">
                <a:moveTo>
                  <a:pt x="0" y="1523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670800" y="3467100"/>
            <a:ext cx="952499" cy="0"/>
          </a:xfrm>
          <a:custGeom>
            <a:avLst/>
            <a:gdLst/>
            <a:ahLst/>
            <a:cxnLst/>
            <a:rect l="l" t="t" r="r" b="b"/>
            <a:pathLst>
              <a:path w="952499">
                <a:moveTo>
                  <a:pt x="0" y="0"/>
                </a:moveTo>
                <a:lnTo>
                  <a:pt x="9524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670800" y="3619500"/>
            <a:ext cx="952499" cy="0"/>
          </a:xfrm>
          <a:custGeom>
            <a:avLst/>
            <a:gdLst/>
            <a:ahLst/>
            <a:cxnLst/>
            <a:rect l="l" t="t" r="r" b="b"/>
            <a:pathLst>
              <a:path w="952499">
                <a:moveTo>
                  <a:pt x="0" y="0"/>
                </a:moveTo>
                <a:lnTo>
                  <a:pt x="9524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8623300" y="3467100"/>
            <a:ext cx="0" cy="152399"/>
          </a:xfrm>
          <a:custGeom>
            <a:avLst/>
            <a:gdLst/>
            <a:ahLst/>
            <a:cxnLst/>
            <a:rect l="l" t="t" r="r" b="b"/>
            <a:pathLst>
              <a:path h="152399">
                <a:moveTo>
                  <a:pt x="0" y="1523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68300" y="3619500"/>
            <a:ext cx="292099" cy="0"/>
          </a:xfrm>
          <a:custGeom>
            <a:avLst/>
            <a:gdLst/>
            <a:ahLst/>
            <a:cxnLst/>
            <a:rect l="l" t="t" r="r" b="b"/>
            <a:pathLst>
              <a:path w="292099">
                <a:moveTo>
                  <a:pt x="0" y="0"/>
                </a:moveTo>
                <a:lnTo>
                  <a:pt x="2920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60400" y="3619500"/>
            <a:ext cx="990599" cy="0"/>
          </a:xfrm>
          <a:custGeom>
            <a:avLst/>
            <a:gdLst/>
            <a:ahLst/>
            <a:cxnLst/>
            <a:rect l="l" t="t" r="r" b="b"/>
            <a:pathLst>
              <a:path w="990599">
                <a:moveTo>
                  <a:pt x="0" y="0"/>
                </a:moveTo>
                <a:lnTo>
                  <a:pt x="9905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651000" y="3619500"/>
            <a:ext cx="1422399" cy="0"/>
          </a:xfrm>
          <a:custGeom>
            <a:avLst/>
            <a:gdLst/>
            <a:ahLst/>
            <a:cxnLst/>
            <a:rect l="l" t="t" r="r" b="b"/>
            <a:pathLst>
              <a:path w="1422399">
                <a:moveTo>
                  <a:pt x="0" y="0"/>
                </a:moveTo>
                <a:lnTo>
                  <a:pt x="14223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073400" y="3619500"/>
            <a:ext cx="1282699" cy="0"/>
          </a:xfrm>
          <a:custGeom>
            <a:avLst/>
            <a:gdLst/>
            <a:ahLst/>
            <a:cxnLst/>
            <a:rect l="l" t="t" r="r" b="b"/>
            <a:pathLst>
              <a:path w="1282699">
                <a:moveTo>
                  <a:pt x="0" y="0"/>
                </a:moveTo>
                <a:lnTo>
                  <a:pt x="12826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356100" y="3619500"/>
            <a:ext cx="1028699" cy="0"/>
          </a:xfrm>
          <a:custGeom>
            <a:avLst/>
            <a:gdLst/>
            <a:ahLst/>
            <a:cxnLst/>
            <a:rect l="l" t="t" r="r" b="b"/>
            <a:pathLst>
              <a:path w="1028699">
                <a:moveTo>
                  <a:pt x="0" y="0"/>
                </a:moveTo>
                <a:lnTo>
                  <a:pt x="10286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384800" y="3619500"/>
            <a:ext cx="939799" cy="0"/>
          </a:xfrm>
          <a:custGeom>
            <a:avLst/>
            <a:gdLst/>
            <a:ahLst/>
            <a:cxnLst/>
            <a:rect l="l" t="t" r="r" b="b"/>
            <a:pathLst>
              <a:path w="939799">
                <a:moveTo>
                  <a:pt x="0" y="0"/>
                </a:moveTo>
                <a:lnTo>
                  <a:pt x="9397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623300" y="3619500"/>
            <a:ext cx="0" cy="177799"/>
          </a:xfrm>
          <a:custGeom>
            <a:avLst/>
            <a:gdLst/>
            <a:ahLst/>
            <a:cxnLst/>
            <a:rect l="l" t="t" r="r" b="b"/>
            <a:pathLst>
              <a:path h="177799">
                <a:moveTo>
                  <a:pt x="0" y="1777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324600" y="3619500"/>
            <a:ext cx="2298699" cy="0"/>
          </a:xfrm>
          <a:custGeom>
            <a:avLst/>
            <a:gdLst/>
            <a:ahLst/>
            <a:cxnLst/>
            <a:rect l="l" t="t" r="r" b="b"/>
            <a:pathLst>
              <a:path w="2298699">
                <a:moveTo>
                  <a:pt x="0" y="0"/>
                </a:moveTo>
                <a:lnTo>
                  <a:pt x="2298699" y="0"/>
                </a:lnTo>
              </a:path>
            </a:pathLst>
          </a:custGeom>
          <a:ln w="12699">
            <a:solidFill>
              <a:srgbClr val="95B3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623300" y="3619500"/>
            <a:ext cx="0" cy="177799"/>
          </a:xfrm>
          <a:custGeom>
            <a:avLst/>
            <a:gdLst/>
            <a:ahLst/>
            <a:cxnLst/>
            <a:rect l="l" t="t" r="r" b="b"/>
            <a:pathLst>
              <a:path h="177799">
                <a:moveTo>
                  <a:pt x="0" y="1777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17500" y="3263900"/>
            <a:ext cx="0" cy="1384299"/>
          </a:xfrm>
          <a:custGeom>
            <a:avLst/>
            <a:gdLst/>
            <a:ahLst/>
            <a:cxnLst/>
            <a:rect l="l" t="t" r="r" b="b"/>
            <a:pathLst>
              <a:path h="1384299">
                <a:moveTo>
                  <a:pt x="0" y="1384299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9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610600" y="3835400"/>
            <a:ext cx="533399" cy="0"/>
          </a:xfrm>
          <a:custGeom>
            <a:avLst/>
            <a:gdLst/>
            <a:ahLst/>
            <a:cxnLst/>
            <a:rect l="l" t="t" r="r" b="b"/>
            <a:pathLst>
              <a:path w="533399">
                <a:moveTo>
                  <a:pt x="533399" y="0"/>
                </a:moveTo>
                <a:lnTo>
                  <a:pt x="0" y="0"/>
                </a:lnTo>
              </a:path>
              <a:path w="533399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21475" y="2630423"/>
            <a:ext cx="835024" cy="434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-12700"/>
            <a:ext cx="9136125" cy="1092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07424" y="2608198"/>
            <a:ext cx="434974" cy="2493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10600" y="2057400"/>
            <a:ext cx="533399" cy="0"/>
          </a:xfrm>
          <a:custGeom>
            <a:avLst/>
            <a:gdLst/>
            <a:ahLst/>
            <a:cxnLst/>
            <a:rect l="l" t="t" r="r" b="b"/>
            <a:pathLst>
              <a:path w="533399">
                <a:moveTo>
                  <a:pt x="533399" y="0"/>
                </a:moveTo>
                <a:lnTo>
                  <a:pt x="0" y="0"/>
                </a:lnTo>
              </a:path>
              <a:path w="533399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399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36000" y="2044700"/>
            <a:ext cx="0" cy="939799"/>
          </a:xfrm>
          <a:custGeom>
            <a:avLst/>
            <a:gdLst/>
            <a:ahLst/>
            <a:cxnLst/>
            <a:rect l="l" t="t" r="r" b="b"/>
            <a:pathLst>
              <a:path h="939799">
                <a:moveTo>
                  <a:pt x="0" y="939799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1276" y="1349184"/>
            <a:ext cx="7342734" cy="5847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3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2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6" dirty="0">
                <a:solidFill>
                  <a:srgbClr val="595959"/>
                </a:solidFill>
                <a:latin typeface="Times New Roman"/>
                <a:cs typeface="Times New Roman"/>
              </a:rPr>
              <a:t>se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-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apshot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packet</a:t>
            </a:r>
            <a:r>
              <a:rPr sz="2000" spc="-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cap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000" spc="-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hich</a:t>
            </a:r>
            <a:r>
              <a:rPr sz="2000" spc="3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shows</a:t>
            </a:r>
            <a:r>
              <a:rPr sz="2000" spc="-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7</a:t>
            </a:r>
            <a:r>
              <a:rPr sz="2000" spc="1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endParaRPr sz="2000">
              <a:latin typeface="Times New Roman"/>
              <a:cs typeface="Times New Roman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qu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</a:t>
            </a:r>
            <a:r>
              <a:rPr sz="2000" spc="-2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pack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ts</a:t>
            </a:r>
            <a:r>
              <a:rPr sz="2000" spc="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nt</a:t>
            </a:r>
            <a:r>
              <a:rPr sz="2000" spc="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via</a:t>
            </a:r>
            <a:r>
              <a:rPr sz="2000" spc="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oa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1276" y="2263836"/>
            <a:ext cx="7516792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Via</a:t>
            </a:r>
            <a:r>
              <a:rPr sz="2000" spc="-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physical </a:t>
            </a:r>
            <a:r>
              <a:rPr sz="2000" spc="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ad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2000" spc="2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name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olu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ion</a:t>
            </a:r>
            <a:r>
              <a:rPr sz="2000" spc="-2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hin</a:t>
            </a:r>
            <a:r>
              <a:rPr sz="2000" spc="1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sha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k,</a:t>
            </a:r>
            <a:r>
              <a:rPr sz="2000" spc="4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source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1276" y="2568636"/>
            <a:ext cx="3942271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ce </a:t>
            </a:r>
            <a:r>
              <a:rPr sz="20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12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ms</a:t>
            </a:r>
            <a:r>
              <a:rPr sz="2000" spc="-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4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device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4359" y="2568636"/>
            <a:ext cx="1950752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’s</a:t>
            </a:r>
            <a:r>
              <a:rPr sz="2000" spc="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cking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73775" y="2568636"/>
            <a:ext cx="1066337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sta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us</a:t>
            </a:r>
            <a:r>
              <a:rPr sz="2000" spc="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276" y="2873195"/>
            <a:ext cx="1813322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ious</a:t>
            </a:r>
            <a:r>
              <a:rPr sz="2000" spc="-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vic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27581" y="2873195"/>
            <a:ext cx="1809272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000" spc="2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ork.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50300" y="2949781"/>
            <a:ext cx="42544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tabLst>
                <a:tab pos="381000" algn="l"/>
              </a:tabLst>
            </a:pPr>
            <a:r>
              <a:rPr sz="1000" dirty="0">
                <a:solidFill>
                  <a:srgbClr val="89898C"/>
                </a:solidFill>
                <a:latin typeface="Times New Roman"/>
                <a:cs typeface="Times New Roman"/>
              </a:rPr>
              <a:t> </a:t>
            </a:r>
            <a:r>
              <a:rPr sz="1000" spc="-144" dirty="0">
                <a:solidFill>
                  <a:srgbClr val="89898C"/>
                </a:solidFill>
                <a:latin typeface="Times New Roman"/>
                <a:cs typeface="Times New Roman"/>
              </a:rPr>
              <a:t> </a:t>
            </a:r>
            <a:r>
              <a:rPr sz="1000" spc="0" dirty="0">
                <a:solidFill>
                  <a:srgbClr val="89898C"/>
                </a:solidFill>
                <a:latin typeface="Times New Roman"/>
                <a:cs typeface="Times New Roman"/>
              </a:rPr>
              <a:t>.,,,,. 	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3240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67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500" y="3048000"/>
            <a:ext cx="8283960" cy="2209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8601460" y="3048000"/>
            <a:ext cx="542539" cy="787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7900" marR="174773" algn="ctr">
              <a:lnSpc>
                <a:spcPts val="1675"/>
              </a:lnSpc>
              <a:spcBef>
                <a:spcPts val="83"/>
              </a:spcBef>
            </a:pPr>
            <a:r>
              <a:rPr sz="2550" spc="0" baseline="1705" dirty="0">
                <a:solidFill>
                  <a:srgbClr val="89898C"/>
                </a:solidFill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500" y="3268978"/>
            <a:ext cx="8283960" cy="1981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6837">
              <a:lnSpc>
                <a:spcPct val="94401"/>
              </a:lnSpc>
              <a:spcBef>
                <a:spcPts val="370"/>
              </a:spcBef>
            </a:pPr>
            <a:r>
              <a:rPr sz="1000" dirty="0">
                <a:solidFill>
                  <a:srgbClr val="4F4B4B"/>
                </a:solidFill>
                <a:latin typeface="Courier New"/>
                <a:cs typeface="Courier New"/>
              </a:rPr>
              <a:t>No</a:t>
            </a:r>
            <a:r>
              <a:rPr sz="1000" dirty="0">
                <a:solidFill>
                  <a:srgbClr val="5D5D5D"/>
                </a:solidFill>
                <a:latin typeface="Courier New"/>
                <a:cs typeface="Courier New"/>
              </a:rPr>
              <a:t>.     </a:t>
            </a:r>
            <a:r>
              <a:rPr sz="1000" spc="-69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li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me        </a:t>
            </a:r>
            <a:r>
              <a:rPr sz="1000" spc="89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So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e             </a:t>
            </a:r>
            <a:r>
              <a:rPr sz="1000" spc="-100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De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2F2F46"/>
                </a:solidFill>
                <a:latin typeface="Courier New"/>
                <a:cs typeface="Courier New"/>
              </a:rPr>
              <a:t>ti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na</a:t>
            </a:r>
            <a:r>
              <a:rPr sz="1000" spc="0" dirty="0">
                <a:solidFill>
                  <a:srgbClr val="2F2F46"/>
                </a:solidFill>
                <a:latin typeface="Courier New"/>
                <a:cs typeface="Courier New"/>
              </a:rPr>
              <a:t>ti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on               </a:t>
            </a:r>
            <a:r>
              <a:rPr sz="1000" spc="200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Proto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ol  </a:t>
            </a:r>
            <a:r>
              <a:rPr sz="1000" spc="0" dirty="0">
                <a:solidFill>
                  <a:srgbClr val="2F2F46"/>
                </a:solidFill>
                <a:latin typeface="Courier New"/>
                <a:cs typeface="Courier New"/>
              </a:rPr>
              <a:t>L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en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gth</a:t>
            </a:r>
            <a:r>
              <a:rPr sz="1000" spc="349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nfo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500" y="3467100"/>
            <a:ext cx="8283960" cy="152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11188">
              <a:lnSpc>
                <a:spcPts val="1090"/>
              </a:lnSpc>
              <a:spcBef>
                <a:spcPts val="164"/>
              </a:spcBef>
            </a:pP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1</a:t>
            </a:r>
            <a:r>
              <a:rPr sz="1000" spc="-58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0.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000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0     </a:t>
            </a:r>
            <a:r>
              <a:rPr sz="1000" spc="421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is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co251</a:t>
            </a:r>
            <a:r>
              <a:rPr sz="1000" spc="237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f:f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54   </a:t>
            </a:r>
            <a:r>
              <a:rPr sz="1000" spc="14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Bro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dc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t                  </a:t>
            </a:r>
            <a:r>
              <a:rPr sz="1000" spc="282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AR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P       </a:t>
            </a:r>
            <a:r>
              <a:rPr sz="1000" spc="466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60</a:t>
            </a:r>
            <a:r>
              <a:rPr sz="1500" spc="-14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\</a:t>
            </a:r>
            <a:r>
              <a:rPr sz="1500" spc="0" baseline="2942" dirty="0">
                <a:solidFill>
                  <a:srgbClr val="707774"/>
                </a:solidFill>
                <a:latin typeface="Courier New"/>
                <a:cs typeface="Courier New"/>
              </a:rPr>
              <a:t>~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ho</a:t>
            </a:r>
            <a:r>
              <a:rPr sz="1500" spc="-119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ha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s</a:t>
            </a:r>
            <a:r>
              <a:rPr sz="1500" spc="131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24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.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66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.1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73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.15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9? </a:t>
            </a:r>
            <a:r>
              <a:rPr sz="1000" spc="-9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el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l</a:t>
            </a:r>
            <a:r>
              <a:rPr sz="1000" spc="97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24.1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66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.172.1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500" y="3619500"/>
            <a:ext cx="8283960" cy="10149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11188">
              <a:lnSpc>
                <a:spcPct val="94401"/>
              </a:lnSpc>
              <a:spcBef>
                <a:spcPts val="195"/>
              </a:spcBef>
            </a:pP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</a:t>
            </a:r>
            <a:r>
              <a:rPr sz="1000" spc="19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0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.09859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4      </a:t>
            </a:r>
            <a:r>
              <a:rPr sz="1000" spc="68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isco2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5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1_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f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f4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:5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4    </a:t>
            </a:r>
            <a:r>
              <a:rPr sz="1000" spc="-164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Broadca</a:t>
            </a:r>
            <a:r>
              <a:rPr sz="1000" spc="0" dirty="0">
                <a:solidFill>
                  <a:srgbClr val="707774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t              </a:t>
            </a:r>
            <a:r>
              <a:rPr sz="1000" spc="175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P       </a:t>
            </a:r>
            <a:r>
              <a:rPr sz="1000" spc="71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60</a:t>
            </a:r>
            <a:r>
              <a:rPr sz="1000" spc="-12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\</a:t>
            </a:r>
            <a:r>
              <a:rPr sz="1000" spc="0" dirty="0">
                <a:solidFill>
                  <a:srgbClr val="707774"/>
                </a:solidFill>
                <a:latin typeface="Courier New"/>
                <a:cs typeface="Courier New"/>
              </a:rPr>
              <a:t>~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ho</a:t>
            </a:r>
            <a:r>
              <a:rPr sz="1000" spc="-119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h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707774"/>
                </a:solidFill>
                <a:latin typeface="Courier New"/>
                <a:cs typeface="Courier New"/>
              </a:rPr>
              <a:t>s</a:t>
            </a:r>
            <a:r>
              <a:rPr sz="1000" spc="198" dirty="0">
                <a:solidFill>
                  <a:srgbClr val="70777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.166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.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7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2.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141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? </a:t>
            </a:r>
            <a:r>
              <a:rPr sz="1000" spc="189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e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l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l</a:t>
            </a:r>
            <a:r>
              <a:rPr sz="1000" spc="188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24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.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6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6.1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7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2.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1</a:t>
            </a:r>
            <a:endParaRPr sz="1000">
              <a:latin typeface="Courier New"/>
              <a:cs typeface="Courier New"/>
            </a:endParaRPr>
          </a:p>
          <a:p>
            <a:pPr marL="518344">
              <a:lnSpc>
                <a:spcPts val="1182"/>
              </a:lnSpc>
              <a:spcBef>
                <a:spcPts val="110"/>
              </a:spcBef>
            </a:pP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3</a:t>
            </a:r>
            <a:r>
              <a:rPr sz="1000" spc="53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0.110617  </a:t>
            </a:r>
            <a:r>
              <a:rPr sz="1000" spc="5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Cis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c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o251_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af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:f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4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:5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4    </a:t>
            </a:r>
            <a:r>
              <a:rPr sz="1500" spc="449" baseline="2942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Bro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ad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t                  </a:t>
            </a:r>
            <a:r>
              <a:rPr sz="1000" spc="450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ARP     </a:t>
            </a:r>
            <a:r>
              <a:rPr sz="1000" spc="28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60</a:t>
            </a:r>
            <a:r>
              <a:rPr sz="1500" spc="-140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\</a:t>
            </a:r>
            <a:r>
              <a:rPr sz="1500" spc="0" baseline="2942" dirty="0">
                <a:solidFill>
                  <a:srgbClr val="707774"/>
                </a:solidFill>
                <a:latin typeface="Courier New"/>
                <a:cs typeface="Courier New"/>
              </a:rPr>
              <a:t>~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ho</a:t>
            </a:r>
            <a:r>
              <a:rPr sz="1500" spc="-119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ha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s</a:t>
            </a:r>
            <a:r>
              <a:rPr sz="1500" spc="126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4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.166.173.161? </a:t>
            </a:r>
            <a:r>
              <a:rPr sz="1500" spc="41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T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e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l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l</a:t>
            </a:r>
            <a:r>
              <a:rPr sz="1500" spc="158" baseline="2942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2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4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.166.172.1</a:t>
            </a:r>
            <a:endParaRPr sz="1000">
              <a:latin typeface="Courier New"/>
              <a:cs typeface="Courier New"/>
            </a:endParaRPr>
          </a:p>
          <a:p>
            <a:pPr marL="504069">
              <a:lnSpc>
                <a:spcPts val="1182"/>
              </a:lnSpc>
              <a:spcBef>
                <a:spcPts val="55"/>
              </a:spcBef>
            </a:pP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</a:t>
            </a:r>
            <a:r>
              <a:rPr sz="1000" spc="27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0.211791  </a:t>
            </a:r>
            <a:r>
              <a:rPr sz="1000" spc="486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is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2</a:t>
            </a:r>
            <a:r>
              <a:rPr sz="1000" spc="0" dirty="0">
                <a:solidFill>
                  <a:srgbClr val="3B2828"/>
                </a:solidFill>
                <a:latin typeface="Courier New"/>
                <a:cs typeface="Courier New"/>
              </a:rPr>
              <a:t>5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1 </a:t>
            </a:r>
            <a:r>
              <a:rPr sz="1000" spc="178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f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f4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3B2828"/>
                </a:solidFill>
                <a:latin typeface="Courier New"/>
                <a:cs typeface="Courier New"/>
              </a:rPr>
              <a:t>5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4    </a:t>
            </a:r>
            <a:r>
              <a:rPr sz="1000" spc="29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B</a:t>
            </a:r>
            <a:r>
              <a:rPr sz="1000" spc="0" dirty="0">
                <a:solidFill>
                  <a:srgbClr val="6B5744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oadcas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t              </a:t>
            </a:r>
            <a:r>
              <a:rPr sz="1000" spc="169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RP       </a:t>
            </a:r>
            <a:r>
              <a:rPr sz="1000" spc="71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60</a:t>
            </a:r>
            <a:r>
              <a:rPr sz="1500" spc="-122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\</a:t>
            </a:r>
            <a:r>
              <a:rPr sz="1500" spc="0" baseline="2942" dirty="0">
                <a:solidFill>
                  <a:srgbClr val="707774"/>
                </a:solidFill>
                <a:latin typeface="Courier New"/>
                <a:cs typeface="Courier New"/>
              </a:rPr>
              <a:t>~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ho</a:t>
            </a:r>
            <a:r>
              <a:rPr sz="1500" spc="-175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has</a:t>
            </a:r>
            <a:r>
              <a:rPr sz="1500" spc="129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65.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8.78.76?</a:t>
            </a:r>
            <a:r>
              <a:rPr sz="1000" spc="418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Tel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l</a:t>
            </a:r>
            <a:r>
              <a:rPr sz="1000" spc="161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65.28.78.1</a:t>
            </a:r>
            <a:endParaRPr sz="1000">
              <a:latin typeface="Courier New"/>
              <a:cs typeface="Courier New"/>
            </a:endParaRPr>
          </a:p>
          <a:p>
            <a:pPr marL="518350">
              <a:lnSpc>
                <a:spcPct val="94401"/>
              </a:lnSpc>
              <a:spcBef>
                <a:spcPts val="105"/>
              </a:spcBef>
            </a:pP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5</a:t>
            </a:r>
            <a:r>
              <a:rPr sz="1000" spc="108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0.2167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44  </a:t>
            </a:r>
            <a:r>
              <a:rPr sz="1000" spc="488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o25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af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f4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:5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    </a:t>
            </a:r>
            <a:r>
              <a:rPr sz="1000" spc="-39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B</a:t>
            </a:r>
            <a:r>
              <a:rPr sz="1000" spc="0" dirty="0">
                <a:solidFill>
                  <a:srgbClr val="6B5744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ad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t                    </a:t>
            </a:r>
            <a:r>
              <a:rPr sz="1000" spc="413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ARP     </a:t>
            </a:r>
            <a:r>
              <a:rPr sz="1000" spc="28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60</a:t>
            </a:r>
            <a:r>
              <a:rPr sz="1000" spc="-140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\</a:t>
            </a:r>
            <a:r>
              <a:rPr sz="1000" spc="0" dirty="0">
                <a:solidFill>
                  <a:srgbClr val="707774"/>
                </a:solidFill>
                <a:latin typeface="Courier New"/>
                <a:cs typeface="Courier New"/>
              </a:rPr>
              <a:t>~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ho</a:t>
            </a:r>
            <a:r>
              <a:rPr sz="1000" spc="-175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h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as</a:t>
            </a:r>
            <a:r>
              <a:rPr sz="1000" spc="83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.166.173.163?</a:t>
            </a:r>
            <a:r>
              <a:rPr sz="1000" spc="323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ell</a:t>
            </a:r>
            <a:r>
              <a:rPr sz="1000" spc="101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.166.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72.1</a:t>
            </a:r>
            <a:endParaRPr sz="1000">
              <a:latin typeface="Courier New"/>
              <a:cs typeface="Courier New"/>
            </a:endParaRPr>
          </a:p>
          <a:p>
            <a:pPr marL="511213">
              <a:lnSpc>
                <a:spcPts val="1182"/>
              </a:lnSpc>
              <a:spcBef>
                <a:spcPts val="110"/>
              </a:spcBef>
            </a:pP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6</a:t>
            </a:r>
            <a:r>
              <a:rPr sz="1000" spc="-75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0.</a:t>
            </a:r>
            <a:r>
              <a:rPr sz="1000" spc="-379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307909   </a:t>
            </a:r>
            <a:r>
              <a:rPr sz="1000" spc="73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sco251</a:t>
            </a:r>
            <a:r>
              <a:rPr sz="1000" spc="127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f:f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54   </a:t>
            </a:r>
            <a:r>
              <a:rPr sz="1000" spc="69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B</a:t>
            </a:r>
            <a:r>
              <a:rPr sz="1000" spc="0" dirty="0">
                <a:solidFill>
                  <a:srgbClr val="6B5744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ad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t                  </a:t>
            </a:r>
            <a:r>
              <a:rPr sz="1000" spc="226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RP       </a:t>
            </a:r>
            <a:r>
              <a:rPr sz="1000" spc="467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60</a:t>
            </a:r>
            <a:r>
              <a:rPr sz="1500" spc="-14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\</a:t>
            </a:r>
            <a:r>
              <a:rPr sz="1500" spc="0" baseline="2942" dirty="0">
                <a:solidFill>
                  <a:srgbClr val="707774"/>
                </a:solidFill>
                <a:latin typeface="Courier New"/>
                <a:cs typeface="Courier New"/>
              </a:rPr>
              <a:t>~</a:t>
            </a:r>
            <a:r>
              <a:rPr sz="1500" spc="0" baseline="2942" dirty="0">
                <a:solidFill>
                  <a:srgbClr val="5D5D5D"/>
                </a:solidFill>
                <a:latin typeface="Courier New"/>
                <a:cs typeface="Courier New"/>
              </a:rPr>
              <a:t>ho</a:t>
            </a:r>
            <a:r>
              <a:rPr sz="1500" spc="-175" baseline="2942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500" spc="0" baseline="2942" dirty="0">
                <a:solidFill>
                  <a:srgbClr val="4F4B4B"/>
                </a:solidFill>
                <a:latin typeface="Courier New"/>
                <a:cs typeface="Courier New"/>
              </a:rPr>
              <a:t>has</a:t>
            </a:r>
            <a:r>
              <a:rPr sz="1500" spc="57" baseline="2942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24.1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66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.175.123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?</a:t>
            </a:r>
            <a:r>
              <a:rPr sz="1000" spc="184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Tell</a:t>
            </a:r>
            <a:r>
              <a:rPr sz="1000" spc="41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24.1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6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6.172.1</a:t>
            </a:r>
            <a:endParaRPr sz="1000">
              <a:latin typeface="Courier New"/>
              <a:cs typeface="Courier New"/>
            </a:endParaRPr>
          </a:p>
          <a:p>
            <a:pPr marL="511207">
              <a:lnSpc>
                <a:spcPct val="94401"/>
              </a:lnSpc>
              <a:spcBef>
                <a:spcPts val="105"/>
              </a:spcBef>
            </a:pP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7</a:t>
            </a:r>
            <a:r>
              <a:rPr sz="1000" spc="43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0.330433  </a:t>
            </a:r>
            <a:r>
              <a:rPr sz="1000" spc="486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Ci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s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o2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51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_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f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: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f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4:54    </a:t>
            </a:r>
            <a:r>
              <a:rPr sz="1000" spc="-244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B</a:t>
            </a:r>
            <a:r>
              <a:rPr sz="1000" spc="0" dirty="0">
                <a:solidFill>
                  <a:srgbClr val="6B5744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a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dcas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t                  </a:t>
            </a:r>
            <a:r>
              <a:rPr sz="1000" spc="452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ARP     </a:t>
            </a:r>
            <a:r>
              <a:rPr sz="1000" spc="283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60</a:t>
            </a:r>
            <a:r>
              <a:rPr sz="1000" spc="-140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\</a:t>
            </a:r>
            <a:r>
              <a:rPr sz="1000" spc="0" dirty="0">
                <a:solidFill>
                  <a:srgbClr val="707774"/>
                </a:solidFill>
                <a:latin typeface="Courier New"/>
                <a:cs typeface="Courier New"/>
              </a:rPr>
              <a:t>~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ho</a:t>
            </a:r>
            <a:r>
              <a:rPr sz="1000" spc="-119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h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as</a:t>
            </a:r>
            <a:r>
              <a:rPr sz="1000" spc="131" dirty="0">
                <a:solidFill>
                  <a:srgbClr val="5D5D5D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4.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166.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17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3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.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16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5? </a:t>
            </a:r>
            <a:r>
              <a:rPr sz="1000" spc="59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Te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l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l</a:t>
            </a:r>
            <a:r>
              <a:rPr sz="1000" spc="188" dirty="0">
                <a:solidFill>
                  <a:srgbClr val="4F4B4B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4.1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66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.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1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7</a:t>
            </a:r>
            <a:r>
              <a:rPr sz="1000" spc="0" dirty="0">
                <a:solidFill>
                  <a:srgbClr val="5D5D5D"/>
                </a:solidFill>
                <a:latin typeface="Courier New"/>
                <a:cs typeface="Courier New"/>
              </a:rPr>
              <a:t>2</a:t>
            </a:r>
            <a:r>
              <a:rPr sz="1000" spc="0" dirty="0">
                <a:solidFill>
                  <a:srgbClr val="4F4B4B"/>
                </a:solidFill>
                <a:latin typeface="Courier New"/>
                <a:cs typeface="Courier New"/>
              </a:rPr>
              <a:t>.1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01460" y="3835400"/>
            <a:ext cx="542539" cy="812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8636000" y="2057400"/>
            <a:ext cx="507999" cy="927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1637296"/>
            <a:ext cx="8147848" cy="13184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Now,</a:t>
            </a:r>
            <a:r>
              <a:rPr sz="2400" spc="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400" spc="3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ld</a:t>
            </a:r>
            <a:r>
              <a:rPr sz="2400" spc="3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ow</a:t>
            </a:r>
            <a:r>
              <a:rPr sz="2400" spc="3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if</a:t>
            </a:r>
            <a:r>
              <a:rPr sz="2400" spc="-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2400" spc="4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sus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ious</a:t>
            </a:r>
            <a:r>
              <a:rPr sz="24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traf</a:t>
            </a:r>
            <a:r>
              <a:rPr sz="2400" spc="-1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ic</a:t>
            </a:r>
            <a:r>
              <a:rPr sz="2400" spc="5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1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t?</a:t>
            </a:r>
            <a:endParaRPr sz="2400">
              <a:latin typeface="Times New Roman"/>
              <a:cs typeface="Times New Roman"/>
            </a:endParaRPr>
          </a:p>
          <a:p>
            <a:pPr marL="12700" marR="172103">
              <a:lnSpc>
                <a:spcPts val="2590"/>
              </a:lnSpc>
              <a:spcBef>
                <a:spcPts val="3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4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do</a:t>
            </a:r>
            <a:r>
              <a:rPr sz="2400" spc="3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2400" spc="2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ow</a:t>
            </a:r>
            <a:r>
              <a:rPr sz="2400" spc="3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it’s not</a:t>
            </a:r>
            <a:r>
              <a:rPr sz="2400" spc="4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just</a:t>
            </a:r>
            <a:r>
              <a:rPr sz="2400" spc="4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con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igur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tion</a:t>
            </a:r>
            <a:r>
              <a:rPr sz="2400" spc="-1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issue</a:t>
            </a:r>
            <a:r>
              <a:rPr sz="2400" spc="2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within 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Cisco</a:t>
            </a:r>
            <a:r>
              <a:rPr sz="2400" spc="5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dev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ce</a:t>
            </a:r>
            <a:r>
              <a:rPr sz="2400" spc="5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1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it’s normal </a:t>
            </a:r>
            <a:r>
              <a:rPr sz="2400" spc="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behavio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?</a:t>
            </a:r>
            <a:r>
              <a:rPr sz="2400" spc="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Do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you</a:t>
            </a:r>
            <a:r>
              <a:rPr sz="2400" spc="2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even</a:t>
            </a:r>
            <a:r>
              <a:rPr sz="2400" spc="5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have Cisco</a:t>
            </a:r>
            <a:r>
              <a:rPr sz="2400" spc="5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equipme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ork?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430405"/>
            <a:ext cx="7945600" cy="98889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65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sed</a:t>
            </a:r>
            <a:r>
              <a:rPr sz="2400" spc="-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your</a:t>
            </a:r>
            <a:r>
              <a:rPr sz="2400" spc="2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respon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-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ese</a:t>
            </a:r>
            <a:r>
              <a:rPr sz="2400" spc="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questions</a:t>
            </a:r>
            <a:r>
              <a:rPr sz="2400" spc="-1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hers,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90"/>
              </a:lnSpc>
              <a:spcBef>
                <a:spcPts val="3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you’ll</a:t>
            </a:r>
            <a:r>
              <a:rPr sz="24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ow</a:t>
            </a:r>
            <a:r>
              <a:rPr sz="2400" spc="3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47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eds</a:t>
            </a:r>
            <a:r>
              <a:rPr sz="2400" spc="-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looked</a:t>
            </a:r>
            <a:r>
              <a:rPr sz="2400" spc="5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3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rther. </a:t>
            </a:r>
            <a:r>
              <a:rPr sz="2400" spc="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L="12700" marR="45765">
              <a:lnSpc>
                <a:spcPts val="2595"/>
              </a:lnSpc>
              <a:spcBef>
                <a:spcPts val="0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our</a:t>
            </a:r>
            <a:r>
              <a:rPr sz="2400" spc="2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case,</a:t>
            </a:r>
            <a:r>
              <a:rPr sz="2400" spc="-1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we’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-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assume</a:t>
            </a:r>
            <a:r>
              <a:rPr sz="2400" spc="-1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its</a:t>
            </a:r>
            <a:r>
              <a:rPr sz="2400" spc="3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normal.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15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68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bject 61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3757" y="1824229"/>
            <a:ext cx="8281414" cy="2784348"/>
          </a:xfrm>
          <a:custGeom>
            <a:avLst/>
            <a:gdLst/>
            <a:ahLst/>
            <a:cxnLst/>
            <a:rect l="l" t="t" r="r" b="b"/>
            <a:pathLst>
              <a:path w="8281414" h="2784348">
                <a:moveTo>
                  <a:pt x="0" y="2784348"/>
                </a:moveTo>
                <a:lnTo>
                  <a:pt x="8281414" y="2784348"/>
                </a:lnTo>
                <a:lnTo>
                  <a:pt x="8281414" y="0"/>
                </a:lnTo>
                <a:lnTo>
                  <a:pt x="0" y="0"/>
                </a:lnTo>
                <a:lnTo>
                  <a:pt x="0" y="27843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21776" y="2608198"/>
            <a:ext cx="420751" cy="2493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23299" y="21335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623299" y="21335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623299" y="22605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623299" y="2260599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623299" y="2336799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508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623299" y="238759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623299" y="238759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623299" y="2527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623299" y="2527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623299" y="2654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623299" y="2654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623299" y="2781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77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623299" y="2781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77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623299" y="2908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77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623299" y="2908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77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623299" y="3035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77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623299" y="3035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77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623299" y="3162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77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623299" y="3162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89877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623299" y="3289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623299" y="32892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23299" y="341629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623299" y="341629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623299" y="35559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623299" y="3555999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623299" y="36829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623299" y="36829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30199" y="1816099"/>
            <a:ext cx="8280399" cy="0"/>
          </a:xfrm>
          <a:custGeom>
            <a:avLst/>
            <a:gdLst/>
            <a:ahLst/>
            <a:cxnLst/>
            <a:rect l="l" t="t" r="r" b="b"/>
            <a:pathLst>
              <a:path w="8280399">
                <a:moveTo>
                  <a:pt x="0" y="0"/>
                </a:moveTo>
                <a:lnTo>
                  <a:pt x="8280399" y="0"/>
                </a:lnTo>
              </a:path>
            </a:pathLst>
          </a:custGeom>
          <a:ln w="12700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30199" y="2082799"/>
            <a:ext cx="1142999" cy="0"/>
          </a:xfrm>
          <a:custGeom>
            <a:avLst/>
            <a:gdLst/>
            <a:ahLst/>
            <a:cxnLst/>
            <a:rect l="l" t="t" r="r" b="b"/>
            <a:pathLst>
              <a:path w="1142999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114300">
            <a:solidFill>
              <a:srgbClr val="237CB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610599" y="3835399"/>
            <a:ext cx="533399" cy="0"/>
          </a:xfrm>
          <a:custGeom>
            <a:avLst/>
            <a:gdLst/>
            <a:ahLst/>
            <a:cxnLst/>
            <a:rect l="l" t="t" r="r" b="b"/>
            <a:pathLst>
              <a:path w="533399">
                <a:moveTo>
                  <a:pt x="0" y="0"/>
                </a:moveTo>
                <a:lnTo>
                  <a:pt x="533399" y="0"/>
                </a:lnTo>
              </a:path>
            </a:pathLst>
          </a:custGeom>
          <a:ln w="25400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0" y="-12700"/>
            <a:ext cx="9136126" cy="1092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10665" y="1336992"/>
            <a:ext cx="7830836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000" spc="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about</a:t>
            </a:r>
            <a:r>
              <a:rPr sz="2000" spc="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aff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c? </a:t>
            </a:r>
            <a:r>
              <a:rPr sz="2000" spc="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Would</a:t>
            </a:r>
            <a:r>
              <a:rPr sz="2000" spc="1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000" spc="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consid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susp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cious</a:t>
            </a:r>
            <a:r>
              <a:rPr sz="2000" spc="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000" spc="1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normal?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80455" y="1720233"/>
            <a:ext cx="163595" cy="469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679"/>
              </a:lnSpc>
              <a:spcBef>
                <a:spcPts val="184"/>
              </a:spcBef>
            </a:pPr>
            <a:r>
              <a:rPr sz="3500" spc="0" dirty="0">
                <a:solidFill>
                  <a:srgbClr val="4285AF"/>
                </a:solidFill>
                <a:latin typeface="Arial"/>
                <a:cs typeface="Arial"/>
              </a:rPr>
              <a:t>.</a:t>
            </a:r>
            <a:r>
              <a:rPr sz="3500" spc="0" dirty="0">
                <a:solidFill>
                  <a:srgbClr val="237CB3"/>
                </a:solidFill>
                <a:latin typeface="Arial"/>
                <a:cs typeface="Arial"/>
              </a:rPr>
              <a:t>.</a:t>
            </a:r>
            <a:endParaRPr sz="3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37730" y="1741664"/>
            <a:ext cx="335445" cy="469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679"/>
              </a:lnSpc>
              <a:spcBef>
                <a:spcPts val="184"/>
              </a:spcBef>
            </a:pPr>
            <a:r>
              <a:rPr sz="1000" spc="0" dirty="0">
                <a:solidFill>
                  <a:srgbClr val="237CB3"/>
                </a:solidFill>
                <a:latin typeface="Times New Roman"/>
                <a:cs typeface="Times New Roman"/>
              </a:rPr>
              <a:t>:  </a:t>
            </a:r>
            <a:r>
              <a:rPr sz="1000" spc="97" dirty="0">
                <a:solidFill>
                  <a:srgbClr val="237CB3"/>
                </a:solidFill>
                <a:latin typeface="Times New Roman"/>
                <a:cs typeface="Times New Roman"/>
              </a:rPr>
              <a:t> </a:t>
            </a:r>
            <a:r>
              <a:rPr sz="3500" spc="0" dirty="0">
                <a:solidFill>
                  <a:srgbClr val="237CB3"/>
                </a:solidFill>
                <a:latin typeface="Arial"/>
                <a:cs typeface="Arial"/>
              </a:rPr>
              <a:t>.</a:t>
            </a:r>
            <a:r>
              <a:rPr sz="3500" spc="-684" dirty="0">
                <a:solidFill>
                  <a:srgbClr val="237CB3"/>
                </a:solidFill>
                <a:latin typeface="Arial"/>
                <a:cs typeface="Arial"/>
              </a:rPr>
              <a:t> </a:t>
            </a:r>
            <a:r>
              <a:rPr sz="1900" spc="0" dirty="0">
                <a:solidFill>
                  <a:srgbClr val="237CB3"/>
                </a:solidFill>
                <a:latin typeface="Arial"/>
                <a:cs typeface="Arial"/>
              </a:rPr>
              <a:t>.</a:t>
            </a:r>
            <a:endParaRPr sz="1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73199" y="1847722"/>
            <a:ext cx="39206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1000" spc="0" dirty="0">
                <a:solidFill>
                  <a:srgbClr val="237CB3"/>
                </a:solidFill>
                <a:latin typeface="Times New Roman"/>
                <a:cs typeface="Times New Roman"/>
              </a:rPr>
              <a:t>•oo    </a:t>
            </a:r>
            <a:r>
              <a:rPr sz="1000" spc="114" dirty="0">
                <a:solidFill>
                  <a:srgbClr val="237CB3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237CB3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16486" y="1870602"/>
            <a:ext cx="242605" cy="266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9"/>
              </a:lnSpc>
              <a:spcBef>
                <a:spcPts val="102"/>
              </a:spcBef>
            </a:pPr>
            <a:r>
              <a:rPr sz="1900" spc="0" dirty="0">
                <a:solidFill>
                  <a:srgbClr val="237CB3"/>
                </a:solidFill>
                <a:latin typeface="Arial"/>
                <a:cs typeface="Arial"/>
              </a:rPr>
              <a:t>...</a:t>
            </a:r>
            <a:endParaRPr sz="1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94768" y="1986350"/>
            <a:ext cx="151518" cy="203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0"/>
              </a:lnSpc>
              <a:spcBef>
                <a:spcPts val="76"/>
              </a:spcBef>
            </a:pPr>
            <a:r>
              <a:rPr sz="1200" spc="0" dirty="0">
                <a:solidFill>
                  <a:srgbClr val="237CB3"/>
                </a:solidFill>
                <a:latin typeface="Arial"/>
                <a:cs typeface="Arial"/>
              </a:rPr>
              <a:t>•</a:t>
            </a:r>
            <a:r>
              <a:rPr sz="1200" spc="158" dirty="0">
                <a:solidFill>
                  <a:srgbClr val="237CB3"/>
                </a:solidFill>
                <a:latin typeface="Arial"/>
                <a:cs typeface="Arial"/>
              </a:rPr>
              <a:t> </a:t>
            </a:r>
            <a:r>
              <a:rPr sz="1400" spc="0" dirty="0">
                <a:solidFill>
                  <a:srgbClr val="237CB3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01937" y="2040533"/>
            <a:ext cx="63499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237CB3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95536" y="2175076"/>
            <a:ext cx="225424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dirty="0">
                <a:solidFill>
                  <a:srgbClr val="9C9EA1"/>
                </a:solidFill>
                <a:latin typeface="Times New Roman"/>
                <a:cs typeface="Times New Roman"/>
              </a:rPr>
              <a:t>,.,</a:t>
            </a:r>
            <a:r>
              <a:rPr sz="1800" spc="-29" dirty="0">
                <a:solidFill>
                  <a:srgbClr val="9C9EA1"/>
                </a:solidFill>
                <a:latin typeface="Times New Roman"/>
                <a:cs typeface="Times New Roman"/>
              </a:rPr>
              <a:t>,</a:t>
            </a:r>
            <a:r>
              <a:rPr sz="1500" spc="-300" baseline="23190" dirty="0">
                <a:solidFill>
                  <a:srgbClr val="9C9EA1"/>
                </a:solidFill>
                <a:latin typeface="Arial"/>
                <a:cs typeface="Arial"/>
              </a:rPr>
              <a:t>~</a:t>
            </a:r>
            <a:r>
              <a:rPr sz="1800" spc="0" dirty="0">
                <a:solidFill>
                  <a:srgbClr val="9C9EA1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237" y="2392088"/>
            <a:ext cx="1095277" cy="20796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2" marR="20955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>
                <a:solidFill>
                  <a:srgbClr val="1D1C18"/>
                </a:solidFill>
                <a:latin typeface="Courier New"/>
                <a:cs typeface="Courier New"/>
              </a:rPr>
              <a:t>1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8</a:t>
            </a:r>
            <a:r>
              <a:rPr sz="1650" spc="56" baseline="53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0" baseline="535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0" baseline="5350" dirty="0">
                <a:latin typeface="Courier New"/>
                <a:cs typeface="Courier New"/>
              </a:rPr>
              <a:t>.</a:t>
            </a:r>
            <a:r>
              <a:rPr sz="1650" spc="-139" baseline="5350" dirty="0"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7169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66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84</a:t>
            </a:r>
            <a:endParaRPr sz="1100">
              <a:latin typeface="Courier New"/>
              <a:cs typeface="Courier New"/>
            </a:endParaRPr>
          </a:p>
          <a:p>
            <a:pPr marL="12706" marR="20955">
              <a:lnSpc>
                <a:spcPct val="94401"/>
              </a:lnSpc>
              <a:spcBef>
                <a:spcPts val="660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20</a:t>
            </a:r>
            <a:r>
              <a:rPr sz="1100" spc="-12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-419" dirty="0">
                <a:solidFill>
                  <a:srgbClr val="33332D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latin typeface="Courier New"/>
                <a:cs typeface="Courier New"/>
              </a:rPr>
              <a:t>.</a:t>
            </a:r>
            <a:r>
              <a:rPr sz="1100" spc="-379" dirty="0"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7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48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25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9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endParaRPr sz="1100">
              <a:latin typeface="Courier New"/>
              <a:cs typeface="Courier New"/>
            </a:endParaRPr>
          </a:p>
          <a:p>
            <a:pPr marL="12706" marR="20955">
              <a:lnSpc>
                <a:spcPts val="1185"/>
              </a:lnSpc>
              <a:spcBef>
                <a:spcPts val="838"/>
              </a:spcBef>
            </a:pP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22</a:t>
            </a:r>
            <a:r>
              <a:rPr sz="1650" spc="-122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-139" baseline="2675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79428423</a:t>
            </a:r>
            <a:endParaRPr sz="1100">
              <a:latin typeface="Courier New"/>
              <a:cs typeface="Courier New"/>
            </a:endParaRPr>
          </a:p>
          <a:p>
            <a:pPr marL="12706" marR="20955">
              <a:lnSpc>
                <a:spcPts val="1075"/>
              </a:lnSpc>
            </a:pP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23</a:t>
            </a:r>
            <a:r>
              <a:rPr sz="1650" spc="-122" baseline="53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61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.1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8140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311</a:t>
            </a:r>
            <a:endParaRPr sz="1100">
              <a:latin typeface="Courier New"/>
              <a:cs typeface="Courier New"/>
            </a:endParaRPr>
          </a:p>
          <a:p>
            <a:pPr marL="12700" marR="20955">
              <a:lnSpc>
                <a:spcPct val="94401"/>
              </a:lnSpc>
              <a:spcBef>
                <a:spcPts val="725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25</a:t>
            </a:r>
            <a:r>
              <a:rPr sz="1100" spc="-12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61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185470650</a:t>
            </a:r>
            <a:endParaRPr sz="1100">
              <a:latin typeface="Courier New"/>
              <a:cs typeface="Courier New"/>
            </a:endParaRPr>
          </a:p>
          <a:p>
            <a:pPr marL="12700" marR="5878">
              <a:lnSpc>
                <a:spcPct val="94401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100" spc="-23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61</a:t>
            </a:r>
            <a:r>
              <a:rPr sz="1100" spc="-419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spc="-379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89625522</a:t>
            </a:r>
            <a:endParaRPr sz="1100">
              <a:latin typeface="Courier New"/>
              <a:cs typeface="Courier New"/>
            </a:endParaRPr>
          </a:p>
          <a:p>
            <a:pPr marL="12700" marR="20955">
              <a:lnSpc>
                <a:spcPct val="94401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9</a:t>
            </a:r>
            <a:r>
              <a:rPr sz="1100" spc="-23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-419" dirty="0">
                <a:solidFill>
                  <a:srgbClr val="33332D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latin typeface="Courier New"/>
                <a:cs typeface="Courier New"/>
              </a:rPr>
              <a:t>.</a:t>
            </a:r>
            <a:r>
              <a:rPr sz="1100" spc="-379" dirty="0"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9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338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76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56</a:t>
            </a:r>
            <a:endParaRPr sz="1100">
              <a:latin typeface="Courier New"/>
              <a:cs typeface="Courier New"/>
            </a:endParaRPr>
          </a:p>
          <a:p>
            <a:pPr marL="12700" marR="20955">
              <a:lnSpc>
                <a:spcPct val="94401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3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1</a:t>
            </a:r>
            <a:r>
              <a:rPr sz="1100" spc="-23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6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9738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775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722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33</a:t>
            </a:r>
            <a:r>
              <a:rPr sz="1100" spc="-12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-419" dirty="0">
                <a:solidFill>
                  <a:srgbClr val="33332D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spc="-379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201395568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1811" y="2392088"/>
            <a:ext cx="971892" cy="20796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2" marR="11038">
              <a:lnSpc>
                <a:spcPts val="1240"/>
              </a:lnSpc>
              <a:spcBef>
                <a:spcPts val="62"/>
              </a:spcBef>
            </a:pP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b2</a:t>
            </a:r>
            <a:r>
              <a:rPr sz="1650" baseline="535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fe</a:t>
            </a:r>
            <a:r>
              <a:rPr sz="1650" baseline="535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650" baseline="535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650" baseline="535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0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2</a:t>
            </a:r>
            <a:r>
              <a:rPr sz="1650" baseline="5350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32</a:t>
            </a:r>
            <a:endParaRPr sz="1100">
              <a:latin typeface="Courier New"/>
              <a:cs typeface="Courier New"/>
            </a:endParaRPr>
          </a:p>
          <a:p>
            <a:pPr marL="12706" marR="31845">
              <a:lnSpc>
                <a:spcPts val="2030"/>
              </a:lnSpc>
              <a:spcBef>
                <a:spcPts val="54"/>
              </a:spcBef>
            </a:pP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b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2:fe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02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32 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2:fe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ed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02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32</a:t>
            </a:r>
            <a:endParaRPr sz="1100">
              <a:latin typeface="Courier New"/>
              <a:cs typeface="Courier New"/>
            </a:endParaRPr>
          </a:p>
          <a:p>
            <a:pPr marL="12706" marR="11038">
              <a:lnSpc>
                <a:spcPts val="935"/>
              </a:lnSpc>
            </a:pPr>
            <a:r>
              <a:rPr sz="1650" baseline="8025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650" baseline="8025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baseline="8025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baseline="8025" dirty="0">
                <a:solidFill>
                  <a:srgbClr val="5D5E59"/>
                </a:solidFill>
                <a:latin typeface="Courier New"/>
                <a:cs typeface="Courier New"/>
              </a:rPr>
              <a:t>fe</a:t>
            </a:r>
            <a:r>
              <a:rPr sz="1650" baseline="8025" dirty="0">
                <a:solidFill>
                  <a:srgbClr val="494944"/>
                </a:solidFill>
                <a:latin typeface="Courier New"/>
                <a:cs typeface="Courier New"/>
              </a:rPr>
              <a:t>:</a:t>
            </a:r>
            <a:r>
              <a:rPr sz="1650" baseline="8025" dirty="0">
                <a:solidFill>
                  <a:srgbClr val="5D5E59"/>
                </a:solidFill>
                <a:latin typeface="Courier New"/>
                <a:cs typeface="Courier New"/>
              </a:rPr>
              <a:t>ed</a:t>
            </a:r>
            <a:r>
              <a:rPr sz="1650" baseline="8025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baseline="8025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650" baseline="8025" dirty="0">
                <a:solidFill>
                  <a:srgbClr val="494944"/>
                </a:solidFill>
                <a:latin typeface="Courier New"/>
                <a:cs typeface="Courier New"/>
              </a:rPr>
              <a:t>b:</a:t>
            </a:r>
            <a:r>
              <a:rPr sz="1650" baseline="8025" dirty="0">
                <a:solidFill>
                  <a:srgbClr val="5D5E59"/>
                </a:solidFill>
                <a:latin typeface="Courier New"/>
                <a:cs typeface="Courier New"/>
              </a:rPr>
              <a:t>02</a:t>
            </a:r>
            <a:r>
              <a:rPr sz="1650" baseline="8025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650" baseline="8025" dirty="0">
                <a:solidFill>
                  <a:srgbClr val="5D5E59"/>
                </a:solidFill>
                <a:latin typeface="Courier New"/>
                <a:cs typeface="Courier New"/>
              </a:rPr>
              <a:t>32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6"/>
              </a:lnSpc>
              <a:spcBef>
                <a:spcPts val="732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b2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fe:ed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db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02</a:t>
            </a:r>
            <a:r>
              <a:rPr sz="1100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32 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6"/>
              </a:lnSpc>
              <a:spcBef>
                <a:spcPts val="778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b2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fe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100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db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02</a:t>
            </a:r>
            <a:r>
              <a:rPr sz="1100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32 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6"/>
              </a:lnSpc>
              <a:spcBef>
                <a:spcPts val="778"/>
              </a:spcBef>
            </a:pP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b2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fe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0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2</a:t>
            </a:r>
            <a:r>
              <a:rPr sz="1100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32 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6"/>
              </a:lnSpc>
              <a:spcBef>
                <a:spcPts val="778"/>
              </a:spcBef>
            </a:pP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fe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02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32</a:t>
            </a:r>
            <a:endParaRPr sz="1100">
              <a:latin typeface="Courier New"/>
              <a:cs typeface="Courier New"/>
            </a:endParaRPr>
          </a:p>
          <a:p>
            <a:pPr marL="12700" marR="11038">
              <a:lnSpc>
                <a:spcPts val="1190"/>
              </a:lnSpc>
              <a:spcBef>
                <a:spcPts val="838"/>
              </a:spcBef>
            </a:pPr>
            <a:r>
              <a:rPr sz="1650" baseline="5350" dirty="0">
                <a:solidFill>
                  <a:srgbClr val="33332D"/>
                </a:solidFill>
                <a:latin typeface="Courier New"/>
                <a:cs typeface="Courier New"/>
              </a:rPr>
              <a:t>b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2:fe</a:t>
            </a:r>
            <a:r>
              <a:rPr sz="1650" baseline="535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650" baseline="535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650" baseline="535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0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baseline="535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32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3424" y="2392088"/>
            <a:ext cx="652524" cy="20867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2" marR="32108" algn="just">
              <a:lnSpc>
                <a:spcPts val="1240"/>
              </a:lnSpc>
              <a:spcBef>
                <a:spcPts val="62"/>
              </a:spcBef>
            </a:pP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Br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o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ad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650" baseline="5350" dirty="0">
                <a:solidFill>
                  <a:srgbClr val="1D1C18"/>
                </a:solidFill>
                <a:latin typeface="Courier New"/>
                <a:cs typeface="Courier New"/>
              </a:rPr>
              <a:t>t</a:t>
            </a:r>
            <a:endParaRPr sz="1100">
              <a:latin typeface="Courier New"/>
              <a:cs typeface="Courier New"/>
            </a:endParaRPr>
          </a:p>
          <a:p>
            <a:pPr marL="12706" marR="7538" algn="just">
              <a:lnSpc>
                <a:spcPct val="94401"/>
              </a:lnSpc>
              <a:spcBef>
                <a:spcPts val="716"/>
              </a:spcBef>
            </a:pP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Broad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100" dirty="0">
                <a:solidFill>
                  <a:srgbClr val="1D1C18"/>
                </a:solidFill>
                <a:latin typeface="Courier New"/>
                <a:cs typeface="Courier New"/>
              </a:rPr>
              <a:t>t</a:t>
            </a:r>
            <a:endParaRPr sz="1100">
              <a:latin typeface="Courier New"/>
              <a:cs typeface="Courier New"/>
            </a:endParaRPr>
          </a:p>
          <a:p>
            <a:pPr marL="12706" marR="7538" algn="just">
              <a:lnSpc>
                <a:spcPts val="1155"/>
              </a:lnSpc>
              <a:spcBef>
                <a:spcPts val="836"/>
              </a:spcBef>
            </a:pP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Broad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100" dirty="0">
                <a:solidFill>
                  <a:srgbClr val="1D1C18"/>
                </a:solidFill>
                <a:latin typeface="Courier New"/>
                <a:cs typeface="Courier New"/>
              </a:rPr>
              <a:t>t</a:t>
            </a:r>
            <a:endParaRPr sz="1100">
              <a:latin typeface="Courier New"/>
              <a:cs typeface="Courier New"/>
            </a:endParaRPr>
          </a:p>
          <a:p>
            <a:pPr marL="12706" marR="25409" algn="just">
              <a:lnSpc>
                <a:spcPts val="1045"/>
              </a:lnSpc>
            </a:pP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B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r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oadcas</a:t>
            </a:r>
            <a:r>
              <a:rPr sz="1650" baseline="5350" dirty="0">
                <a:solidFill>
                  <a:srgbClr val="33332D"/>
                </a:solidFill>
                <a:latin typeface="Courier New"/>
                <a:cs typeface="Courier New"/>
              </a:rPr>
              <a:t>t</a:t>
            </a:r>
            <a:endParaRPr sz="1100">
              <a:latin typeface="Courier New"/>
              <a:cs typeface="Courier New"/>
            </a:endParaRPr>
          </a:p>
          <a:p>
            <a:pPr marL="12700" indent="0" algn="just">
              <a:lnSpc>
                <a:spcPct val="151515"/>
              </a:lnSpc>
              <a:spcBef>
                <a:spcPts val="470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Broad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c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as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t 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Broa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c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as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t B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ro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ad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t 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Broad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100" dirty="0">
                <a:solidFill>
                  <a:srgbClr val="1D1C18"/>
                </a:solidFill>
                <a:latin typeface="Courier New"/>
                <a:cs typeface="Courier New"/>
              </a:rPr>
              <a:t>t 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Broad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100" dirty="0">
                <a:solidFill>
                  <a:srgbClr val="1D1C18"/>
                </a:solidFill>
                <a:latin typeface="Courier New"/>
                <a:cs typeface="Courier New"/>
              </a:rPr>
              <a:t>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95036" y="2392088"/>
            <a:ext cx="242675" cy="20796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2" marR="2776" algn="just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ARP</a:t>
            </a:r>
            <a:endParaRPr sz="1100">
              <a:latin typeface="Courier New"/>
              <a:cs typeface="Courier New"/>
            </a:endParaRPr>
          </a:p>
          <a:p>
            <a:pPr marL="12706" algn="just">
              <a:lnSpc>
                <a:spcPct val="147727"/>
              </a:lnSpc>
              <a:spcBef>
                <a:spcPts val="510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ARP ARP</a:t>
            </a:r>
            <a:endParaRPr sz="1100">
              <a:latin typeface="Courier New"/>
              <a:cs typeface="Courier New"/>
            </a:endParaRPr>
          </a:p>
          <a:p>
            <a:pPr marL="12706" marR="2783" algn="just">
              <a:lnSpc>
                <a:spcPts val="1015"/>
              </a:lnSpc>
            </a:pPr>
            <a:r>
              <a:rPr sz="1650" spc="0" baseline="8025" dirty="0">
                <a:solidFill>
                  <a:srgbClr val="5D5E59"/>
                </a:solidFill>
                <a:latin typeface="Courier New"/>
                <a:cs typeface="Courier New"/>
              </a:rPr>
              <a:t>ARP</a:t>
            </a:r>
            <a:endParaRPr sz="1100">
              <a:latin typeface="Courier New"/>
              <a:cs typeface="Courier New"/>
            </a:endParaRPr>
          </a:p>
          <a:p>
            <a:pPr marL="12700" marR="6" algn="just">
              <a:lnSpc>
                <a:spcPts val="1246"/>
              </a:lnSpc>
              <a:spcBef>
                <a:spcPts val="72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ARP </a:t>
            </a:r>
            <a:endParaRPr sz="1100">
              <a:latin typeface="Courier New"/>
              <a:cs typeface="Courier New"/>
            </a:endParaRPr>
          </a:p>
          <a:p>
            <a:pPr marL="12700" marR="6" algn="just">
              <a:lnSpc>
                <a:spcPts val="1246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ARP </a:t>
            </a:r>
            <a:endParaRPr sz="1100">
              <a:latin typeface="Courier New"/>
              <a:cs typeface="Courier New"/>
            </a:endParaRPr>
          </a:p>
          <a:p>
            <a:pPr marL="12700" marR="6" algn="just">
              <a:lnSpc>
                <a:spcPts val="1246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ARP </a:t>
            </a:r>
            <a:endParaRPr sz="1100">
              <a:latin typeface="Courier New"/>
              <a:cs typeface="Courier New"/>
            </a:endParaRPr>
          </a:p>
          <a:p>
            <a:pPr marL="12700" marR="6" algn="just">
              <a:lnSpc>
                <a:spcPts val="1246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ARP</a:t>
            </a:r>
            <a:endParaRPr sz="1100">
              <a:latin typeface="Courier New"/>
              <a:cs typeface="Courier New"/>
            </a:endParaRPr>
          </a:p>
          <a:p>
            <a:pPr marL="12700" marR="2789" algn="just">
              <a:lnSpc>
                <a:spcPts val="1190"/>
              </a:lnSpc>
              <a:spcBef>
                <a:spcPts val="838"/>
              </a:spcBef>
            </a:pP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ARP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95136" y="2392088"/>
            <a:ext cx="441252" cy="20796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2">
              <a:lnSpc>
                <a:spcPts val="1240"/>
              </a:lnSpc>
              <a:spcBef>
                <a:spcPts val="62"/>
              </a:spcBef>
            </a:pP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650" spc="-364" baseline="53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endParaRPr sz="1100">
              <a:latin typeface="Courier New"/>
              <a:cs typeface="Courier New"/>
            </a:endParaRPr>
          </a:p>
          <a:p>
            <a:pPr marL="12706" marR="6">
              <a:lnSpc>
                <a:spcPct val="94401"/>
              </a:lnSpc>
              <a:spcBef>
                <a:spcPts val="660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endParaRPr sz="1100">
              <a:latin typeface="Courier New"/>
              <a:cs typeface="Courier New"/>
            </a:endParaRPr>
          </a:p>
          <a:p>
            <a:pPr marL="19850" marR="20955">
              <a:lnSpc>
                <a:spcPts val="1185"/>
              </a:lnSpc>
              <a:spcBef>
                <a:spcPts val="838"/>
              </a:spcBef>
            </a:pPr>
            <a:r>
              <a:rPr sz="1650" baseline="2675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650" spc="-364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W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h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o</a:t>
            </a:r>
            <a:endParaRPr sz="1100">
              <a:latin typeface="Courier New"/>
              <a:cs typeface="Courier New"/>
            </a:endParaRPr>
          </a:p>
          <a:p>
            <a:pPr marL="19850" marR="20955">
              <a:lnSpc>
                <a:spcPts val="1075"/>
              </a:lnSpc>
            </a:pP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650" spc="-364" baseline="53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W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h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o</a:t>
            </a:r>
            <a:endParaRPr sz="1100">
              <a:latin typeface="Courier New"/>
              <a:cs typeface="Courier New"/>
            </a:endParaRPr>
          </a:p>
          <a:p>
            <a:pPr marL="12700" marR="12">
              <a:lnSpc>
                <a:spcPct val="94401"/>
              </a:lnSpc>
              <a:spcBef>
                <a:spcPts val="725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endParaRPr sz="1100">
              <a:latin typeface="Courier New"/>
              <a:cs typeface="Courier New"/>
            </a:endParaRPr>
          </a:p>
          <a:p>
            <a:pPr marL="12700" marR="12">
              <a:lnSpc>
                <a:spcPct val="94401"/>
              </a:lnSpc>
              <a:spcBef>
                <a:spcPts val="778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endParaRPr sz="1100">
              <a:latin typeface="Courier New"/>
              <a:cs typeface="Courier New"/>
            </a:endParaRPr>
          </a:p>
          <a:p>
            <a:pPr marL="12700" marR="12">
              <a:lnSpc>
                <a:spcPct val="94401"/>
              </a:lnSpc>
              <a:spcBef>
                <a:spcPts val="778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endParaRPr sz="1100">
              <a:latin typeface="Courier New"/>
              <a:cs typeface="Courier New"/>
            </a:endParaRPr>
          </a:p>
          <a:p>
            <a:pPr marL="12700" marR="12">
              <a:lnSpc>
                <a:spcPct val="94401"/>
              </a:lnSpc>
              <a:spcBef>
                <a:spcPts val="778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endParaRPr sz="1100">
              <a:latin typeface="Courier New"/>
              <a:cs typeface="Courier New"/>
            </a:endParaRPr>
          </a:p>
          <a:p>
            <a:pPr marL="12700" marR="12">
              <a:lnSpc>
                <a:spcPct val="94401"/>
              </a:lnSpc>
              <a:spcBef>
                <a:spcPts val="722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6623" y="2392088"/>
            <a:ext cx="237645" cy="20796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2" marR="2776" algn="just">
              <a:lnSpc>
                <a:spcPts val="1240"/>
              </a:lnSpc>
              <a:spcBef>
                <a:spcPts val="62"/>
              </a:spcBef>
            </a:pP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endParaRPr sz="1100">
              <a:latin typeface="Courier New"/>
              <a:cs typeface="Courier New"/>
            </a:endParaRPr>
          </a:p>
          <a:p>
            <a:pPr marL="12706" algn="just">
              <a:lnSpc>
                <a:spcPct val="147727"/>
              </a:lnSpc>
              <a:spcBef>
                <a:spcPts val="510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h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a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s has</a:t>
            </a:r>
            <a:endParaRPr sz="1100">
              <a:latin typeface="Courier New"/>
              <a:cs typeface="Courier New"/>
            </a:endParaRPr>
          </a:p>
          <a:p>
            <a:pPr marL="12706" marR="2783" algn="just">
              <a:lnSpc>
                <a:spcPts val="1015"/>
              </a:lnSpc>
            </a:pPr>
            <a:r>
              <a:rPr sz="1650" spc="0" baseline="8025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endParaRPr sz="1100">
              <a:latin typeface="Courier New"/>
              <a:cs typeface="Courier New"/>
            </a:endParaRPr>
          </a:p>
          <a:p>
            <a:pPr marL="12700" marR="6" algn="just">
              <a:lnSpc>
                <a:spcPts val="1246"/>
              </a:lnSpc>
              <a:spcBef>
                <a:spcPts val="72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has </a:t>
            </a:r>
            <a:endParaRPr sz="1100">
              <a:latin typeface="Courier New"/>
              <a:cs typeface="Courier New"/>
            </a:endParaRPr>
          </a:p>
          <a:p>
            <a:pPr marL="12700" marR="6" algn="just">
              <a:lnSpc>
                <a:spcPts val="1246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has </a:t>
            </a:r>
            <a:endParaRPr sz="1100">
              <a:latin typeface="Courier New"/>
              <a:cs typeface="Courier New"/>
            </a:endParaRPr>
          </a:p>
          <a:p>
            <a:pPr marL="12700" marR="6" algn="just">
              <a:lnSpc>
                <a:spcPts val="1246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has </a:t>
            </a:r>
            <a:endParaRPr sz="1100">
              <a:latin typeface="Courier New"/>
              <a:cs typeface="Courier New"/>
            </a:endParaRPr>
          </a:p>
          <a:p>
            <a:pPr marL="12700" marR="6" algn="just">
              <a:lnSpc>
                <a:spcPts val="1246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h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a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s</a:t>
            </a:r>
            <a:endParaRPr sz="1100">
              <a:latin typeface="Courier New"/>
              <a:cs typeface="Courier New"/>
            </a:endParaRPr>
          </a:p>
          <a:p>
            <a:pPr marL="12700" marR="2789" algn="just">
              <a:lnSpc>
                <a:spcPts val="1190"/>
              </a:lnSpc>
              <a:spcBef>
                <a:spcPts val="838"/>
              </a:spcBef>
            </a:pP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45230" y="2392088"/>
            <a:ext cx="857754" cy="20796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12" marR="20955">
              <a:lnSpc>
                <a:spcPts val="1240"/>
              </a:lnSpc>
              <a:spcBef>
                <a:spcPts val="62"/>
              </a:spcBef>
            </a:pPr>
            <a:r>
              <a:rPr sz="1650" baseline="535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72.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650" baseline="535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650" baseline="535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4</a:t>
            </a:r>
            <a:r>
              <a:rPr sz="1650" baseline="5350" dirty="0">
                <a:solidFill>
                  <a:srgbClr val="79796E"/>
                </a:solidFill>
                <a:latin typeface="Courier New"/>
                <a:cs typeface="Courier New"/>
              </a:rPr>
              <a:t>?</a:t>
            </a:r>
            <a:endParaRPr sz="1100">
              <a:latin typeface="Courier New"/>
              <a:cs typeface="Courier New"/>
            </a:endParaRPr>
          </a:p>
          <a:p>
            <a:pPr marL="12706" marR="20955">
              <a:lnSpc>
                <a:spcPct val="94401"/>
              </a:lnSpc>
              <a:spcBef>
                <a:spcPts val="716"/>
              </a:spcBef>
            </a:pP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.5</a:t>
            </a:r>
            <a:r>
              <a:rPr sz="110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6?</a:t>
            </a:r>
            <a:endParaRPr sz="1100">
              <a:latin typeface="Courier New"/>
              <a:cs typeface="Courier New"/>
            </a:endParaRPr>
          </a:p>
          <a:p>
            <a:pPr marL="12706" marR="20955">
              <a:lnSpc>
                <a:spcPts val="1185"/>
              </a:lnSpc>
              <a:spcBef>
                <a:spcPts val="781"/>
              </a:spcBef>
            </a:pPr>
            <a:r>
              <a:rPr sz="1650" baseline="2675" dirty="0">
                <a:solidFill>
                  <a:srgbClr val="494944"/>
                </a:solidFill>
                <a:latin typeface="Courier New"/>
                <a:cs typeface="Courier New"/>
              </a:rPr>
              <a:t>17</a:t>
            </a:r>
            <a:r>
              <a:rPr sz="1650" baseline="2675" dirty="0">
                <a:solidFill>
                  <a:srgbClr val="5D5E59"/>
                </a:solidFill>
                <a:latin typeface="Courier New"/>
                <a:cs typeface="Courier New"/>
              </a:rPr>
              <a:t>2.16</a:t>
            </a:r>
            <a:r>
              <a:rPr sz="1650" baseline="2675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650" baseline="2675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650" baseline="2675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baseline="2675" dirty="0">
                <a:solidFill>
                  <a:srgbClr val="5D5E59"/>
                </a:solidFill>
                <a:latin typeface="Courier New"/>
                <a:cs typeface="Courier New"/>
              </a:rPr>
              <a:t>8</a:t>
            </a:r>
            <a:r>
              <a:rPr sz="1650" baseline="2675" dirty="0">
                <a:solidFill>
                  <a:srgbClr val="79796E"/>
                </a:solidFill>
                <a:latin typeface="Courier New"/>
                <a:cs typeface="Courier New"/>
              </a:rPr>
              <a:t>?</a:t>
            </a:r>
            <a:endParaRPr sz="1100">
              <a:latin typeface="Courier New"/>
              <a:cs typeface="Courier New"/>
            </a:endParaRPr>
          </a:p>
          <a:p>
            <a:pPr marL="12706" marR="20955">
              <a:lnSpc>
                <a:spcPts val="1075"/>
              </a:lnSpc>
            </a:pP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172</a:t>
            </a:r>
            <a:r>
              <a:rPr sz="1650" baseline="5350" dirty="0">
                <a:solidFill>
                  <a:srgbClr val="79796E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16.5.9</a:t>
            </a:r>
            <a:r>
              <a:rPr sz="1650" baseline="5350" dirty="0">
                <a:solidFill>
                  <a:srgbClr val="79796E"/>
                </a:solidFill>
                <a:latin typeface="Courier New"/>
                <a:cs typeface="Courier New"/>
              </a:rPr>
              <a:t>?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94401"/>
              </a:lnSpc>
              <a:spcBef>
                <a:spcPts val="725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172.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6.5.1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1?</a:t>
            </a:r>
            <a:endParaRPr sz="1100">
              <a:latin typeface="Courier New"/>
              <a:cs typeface="Courier New"/>
            </a:endParaRPr>
          </a:p>
          <a:p>
            <a:pPr marL="12700" marR="20955">
              <a:lnSpc>
                <a:spcPct val="94401"/>
              </a:lnSpc>
              <a:spcBef>
                <a:spcPts val="778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2.16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13</a:t>
            </a:r>
            <a:r>
              <a:rPr sz="1100" dirty="0">
                <a:solidFill>
                  <a:srgbClr val="89877E"/>
                </a:solidFill>
                <a:latin typeface="Courier New"/>
                <a:cs typeface="Courier New"/>
              </a:rPr>
              <a:t>?</a:t>
            </a:r>
            <a:endParaRPr sz="1100">
              <a:latin typeface="Courier New"/>
              <a:cs typeface="Courier New"/>
            </a:endParaRPr>
          </a:p>
          <a:p>
            <a:pPr marL="12700" marR="20955">
              <a:lnSpc>
                <a:spcPct val="94401"/>
              </a:lnSpc>
              <a:spcBef>
                <a:spcPts val="778"/>
              </a:spcBef>
            </a:pP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72.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?</a:t>
            </a:r>
            <a:endParaRPr sz="1100">
              <a:latin typeface="Courier New"/>
              <a:cs typeface="Courier New"/>
            </a:endParaRPr>
          </a:p>
          <a:p>
            <a:pPr marL="12700" marR="20955">
              <a:lnSpc>
                <a:spcPct val="94401"/>
              </a:lnSpc>
              <a:spcBef>
                <a:spcPts val="722"/>
              </a:spcBef>
            </a:pP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72.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7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?</a:t>
            </a:r>
            <a:endParaRPr sz="1100">
              <a:latin typeface="Courier New"/>
              <a:cs typeface="Courier New"/>
            </a:endParaRPr>
          </a:p>
          <a:p>
            <a:pPr marL="12700" marR="20955">
              <a:lnSpc>
                <a:spcPct val="94401"/>
              </a:lnSpc>
              <a:spcBef>
                <a:spcPts val="778"/>
              </a:spcBef>
            </a:pP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9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?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88198" y="2392088"/>
            <a:ext cx="376127" cy="20796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87085" algn="ctr">
              <a:lnSpc>
                <a:spcPts val="1240"/>
              </a:lnSpc>
              <a:spcBef>
                <a:spcPts val="62"/>
              </a:spcBef>
            </a:pPr>
            <a:r>
              <a:rPr sz="1650" baseline="5350" dirty="0">
                <a:solidFill>
                  <a:srgbClr val="1D1C18"/>
                </a:solidFill>
                <a:latin typeface="Courier New"/>
                <a:cs typeface="Courier New"/>
              </a:rPr>
              <a:t>T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baseline="5350" dirty="0">
                <a:solidFill>
                  <a:srgbClr val="33332D"/>
                </a:solidFill>
                <a:latin typeface="Courier New"/>
                <a:cs typeface="Courier New"/>
              </a:rPr>
              <a:t>ll</a:t>
            </a:r>
            <a:endParaRPr sz="1100">
              <a:latin typeface="Courier New"/>
              <a:cs typeface="Courier New"/>
            </a:endParaRPr>
          </a:p>
          <a:p>
            <a:pPr marR="85699" algn="ctr">
              <a:lnSpc>
                <a:spcPct val="94401"/>
              </a:lnSpc>
              <a:spcBef>
                <a:spcPts val="716"/>
              </a:spcBef>
            </a:pP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T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ll</a:t>
            </a:r>
            <a:endParaRPr sz="1100">
              <a:latin typeface="Courier New"/>
              <a:cs typeface="Courier New"/>
            </a:endParaRPr>
          </a:p>
          <a:p>
            <a:pPr marR="57177" algn="ctr">
              <a:lnSpc>
                <a:spcPts val="1185"/>
              </a:lnSpc>
              <a:spcBef>
                <a:spcPts val="781"/>
              </a:spcBef>
            </a:pP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Tell</a:t>
            </a:r>
            <a:endParaRPr sz="1100">
              <a:latin typeface="Courier New"/>
              <a:cs typeface="Courier New"/>
            </a:endParaRPr>
          </a:p>
          <a:p>
            <a:pPr marL="12700" marR="11038">
              <a:lnSpc>
                <a:spcPts val="1075"/>
              </a:lnSpc>
            </a:pP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Te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l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l</a:t>
            </a:r>
            <a:endParaRPr sz="1100">
              <a:latin typeface="Courier New"/>
              <a:cs typeface="Courier New"/>
            </a:endParaRPr>
          </a:p>
          <a:p>
            <a:pPr marL="84131" algn="just">
              <a:lnSpc>
                <a:spcPts val="1246"/>
              </a:lnSpc>
              <a:spcBef>
                <a:spcPts val="725"/>
              </a:spcBef>
            </a:pP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T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el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l </a:t>
            </a:r>
            <a:endParaRPr sz="1100">
              <a:latin typeface="Courier New"/>
              <a:cs typeface="Courier New"/>
            </a:endParaRPr>
          </a:p>
          <a:p>
            <a:pPr marL="84131" algn="just">
              <a:lnSpc>
                <a:spcPts val="1246"/>
              </a:lnSpc>
              <a:spcBef>
                <a:spcPts val="760"/>
              </a:spcBef>
            </a:pP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T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ell </a:t>
            </a:r>
            <a:endParaRPr sz="1100">
              <a:latin typeface="Courier New"/>
              <a:cs typeface="Courier New"/>
            </a:endParaRPr>
          </a:p>
          <a:p>
            <a:pPr marL="84131" algn="just">
              <a:lnSpc>
                <a:spcPts val="1246"/>
              </a:lnSpc>
              <a:spcBef>
                <a:spcPts val="760"/>
              </a:spcBef>
            </a:pP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T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l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l </a:t>
            </a:r>
            <a:endParaRPr sz="1100">
              <a:latin typeface="Courier New"/>
              <a:cs typeface="Courier New"/>
            </a:endParaRPr>
          </a:p>
          <a:p>
            <a:pPr marL="84131" algn="just">
              <a:lnSpc>
                <a:spcPts val="1246"/>
              </a:lnSpc>
              <a:spcBef>
                <a:spcPts val="760"/>
              </a:spcBef>
            </a:pP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T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l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l</a:t>
            </a:r>
            <a:endParaRPr sz="1100">
              <a:latin typeface="Courier New"/>
              <a:cs typeface="Courier New"/>
            </a:endParaRPr>
          </a:p>
          <a:p>
            <a:pPr marL="84131" marR="40526" algn="just">
              <a:lnSpc>
                <a:spcPct val="94401"/>
              </a:lnSpc>
              <a:spcBef>
                <a:spcPts val="775"/>
              </a:spcBef>
            </a:pPr>
            <a:r>
              <a:rPr sz="1100" dirty="0">
                <a:solidFill>
                  <a:srgbClr val="1D1C18"/>
                </a:solidFill>
                <a:latin typeface="Courier New"/>
                <a:cs typeface="Courier New"/>
              </a:rPr>
              <a:t>T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l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45392" y="2392088"/>
            <a:ext cx="624734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40"/>
              </a:lnSpc>
              <a:spcBef>
                <a:spcPts val="62"/>
              </a:spcBef>
            </a:pP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1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72</a:t>
            </a:r>
            <a:r>
              <a:rPr sz="1650" baseline="535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baseline="5350" dirty="0">
                <a:solidFill>
                  <a:srgbClr val="79796E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650" baseline="535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38242" y="2642119"/>
            <a:ext cx="852897" cy="18295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0955">
              <a:lnSpc>
                <a:spcPts val="1240"/>
              </a:lnSpc>
              <a:spcBef>
                <a:spcPts val="62"/>
              </a:spcBef>
            </a:pP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1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baseline="535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baseline="5350" dirty="0">
                <a:solidFill>
                  <a:srgbClr val="79796E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650" baseline="535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R="222714" algn="ctr">
              <a:lnSpc>
                <a:spcPts val="1185"/>
              </a:lnSpc>
              <a:spcBef>
                <a:spcPts val="776"/>
              </a:spcBef>
            </a:pPr>
            <a:r>
              <a:rPr sz="1650" baseline="2675" dirty="0">
                <a:solidFill>
                  <a:srgbClr val="5D5E59"/>
                </a:solidFill>
                <a:latin typeface="Courier New"/>
                <a:cs typeface="Courier New"/>
              </a:rPr>
              <a:t>172</a:t>
            </a:r>
            <a:r>
              <a:rPr sz="1650" baseline="2675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baseline="2675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baseline="2675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baseline="2675" dirty="0">
                <a:solidFill>
                  <a:srgbClr val="89877E"/>
                </a:solidFill>
                <a:latin typeface="Courier New"/>
                <a:cs typeface="Courier New"/>
              </a:rPr>
              <a:t>.</a:t>
            </a:r>
            <a:r>
              <a:rPr sz="1650" baseline="2675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650" baseline="2675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baseline="2675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R="147276" algn="ctr">
              <a:lnSpc>
                <a:spcPts val="1075"/>
              </a:lnSpc>
            </a:pP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172.16</a:t>
            </a:r>
            <a:r>
              <a:rPr sz="1650" baseline="5350" dirty="0">
                <a:solidFill>
                  <a:srgbClr val="89877E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650" baseline="535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650" baseline="535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84131">
              <a:lnSpc>
                <a:spcPct val="94401"/>
              </a:lnSpc>
              <a:spcBef>
                <a:spcPts val="725"/>
              </a:spcBef>
            </a:pP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172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.1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6.5.6</a:t>
            </a:r>
            <a:r>
              <a:rPr sz="1100" dirty="0">
                <a:solidFill>
                  <a:srgbClr val="79796E"/>
                </a:solidFill>
                <a:latin typeface="Courier New"/>
                <a:cs typeface="Courier New"/>
              </a:rPr>
              <a:t>7</a:t>
            </a:r>
            <a:endParaRPr sz="1100">
              <a:latin typeface="Courier New"/>
              <a:cs typeface="Courier New"/>
            </a:endParaRPr>
          </a:p>
          <a:p>
            <a:pPr marL="60953" marR="100989" algn="ctr">
              <a:lnSpc>
                <a:spcPct val="94401"/>
              </a:lnSpc>
              <a:spcBef>
                <a:spcPts val="778"/>
              </a:spcBef>
            </a:pP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17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2.16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60953" marR="121944" algn="ctr">
              <a:lnSpc>
                <a:spcPct val="94401"/>
              </a:lnSpc>
              <a:spcBef>
                <a:spcPts val="778"/>
              </a:spcBef>
            </a:pP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72.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60953" marR="167207" algn="ctr">
              <a:lnSpc>
                <a:spcPct val="94401"/>
              </a:lnSpc>
              <a:spcBef>
                <a:spcPts val="778"/>
              </a:spcBef>
            </a:pP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17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60953" marR="100989" algn="ctr">
              <a:lnSpc>
                <a:spcPct val="94401"/>
              </a:lnSpc>
              <a:spcBef>
                <a:spcPts val="722"/>
              </a:spcBef>
            </a:pP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2.16</a:t>
            </a:r>
            <a:r>
              <a:rPr sz="110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10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3235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69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757" y="1819275"/>
            <a:ext cx="8281414" cy="2063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3430">
              <a:lnSpc>
                <a:spcPct val="94401"/>
              </a:lnSpc>
              <a:spcBef>
                <a:spcPts val="365"/>
              </a:spcBef>
            </a:pPr>
            <a:r>
              <a:rPr sz="1000" dirty="0">
                <a:solidFill>
                  <a:srgbClr val="494944"/>
                </a:solidFill>
                <a:latin typeface="Courier New"/>
                <a:cs typeface="Courier New"/>
              </a:rPr>
              <a:t>No</a:t>
            </a:r>
            <a:r>
              <a:rPr sz="1000" dirty="0">
                <a:solidFill>
                  <a:srgbClr val="5D5E59"/>
                </a:solidFill>
                <a:latin typeface="Courier New"/>
                <a:cs typeface="Courier New"/>
              </a:rPr>
              <a:t>.     </a:t>
            </a:r>
            <a:r>
              <a:rPr sz="1000" spc="-4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33332D"/>
                </a:solidFill>
                <a:latin typeface="Courier New"/>
                <a:cs typeface="Courier New"/>
              </a:rPr>
              <a:t>Ti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me         </a:t>
            </a:r>
            <a:r>
              <a:rPr sz="1000" spc="175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So</a:t>
            </a:r>
            <a:r>
              <a:rPr sz="1000" spc="0" dirty="0">
                <a:solidFill>
                  <a:srgbClr val="5D5E59"/>
                </a:solidFill>
                <a:latin typeface="Courier New"/>
                <a:cs typeface="Courier New"/>
              </a:rPr>
              <a:t>u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r</a:t>
            </a:r>
            <a:r>
              <a:rPr sz="1000" spc="0" dirty="0">
                <a:solidFill>
                  <a:srgbClr val="5D5E59"/>
                </a:solidFill>
                <a:latin typeface="Courier New"/>
                <a:cs typeface="Courier New"/>
              </a:rPr>
              <a:t>c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e              </a:t>
            </a:r>
            <a:r>
              <a:rPr sz="1000" spc="139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33332D"/>
                </a:solidFill>
                <a:latin typeface="Courier New"/>
                <a:cs typeface="Courier New"/>
              </a:rPr>
              <a:t>D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est</a:t>
            </a:r>
            <a:r>
              <a:rPr sz="1000" spc="0" dirty="0">
                <a:solidFill>
                  <a:srgbClr val="1D1C18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5D5E59"/>
                </a:solidFill>
                <a:latin typeface="Courier New"/>
                <a:cs typeface="Courier New"/>
              </a:rPr>
              <a:t>na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t</a:t>
            </a:r>
            <a:r>
              <a:rPr sz="1000" spc="0" dirty="0">
                <a:solidFill>
                  <a:srgbClr val="33332D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o</a:t>
            </a:r>
            <a:r>
              <a:rPr sz="1000" spc="0" dirty="0">
                <a:solidFill>
                  <a:srgbClr val="5D5E59"/>
                </a:solidFill>
                <a:latin typeface="Courier New"/>
                <a:cs typeface="Courier New"/>
              </a:rPr>
              <a:t>n           </a:t>
            </a:r>
            <a:r>
              <a:rPr sz="1000" spc="29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Protoco</a:t>
            </a:r>
            <a:r>
              <a:rPr sz="1000" spc="0" dirty="0">
                <a:solidFill>
                  <a:srgbClr val="5D5E59"/>
                </a:solidFill>
                <a:latin typeface="Courier New"/>
                <a:cs typeface="Courier New"/>
              </a:rPr>
              <a:t>l  </a:t>
            </a:r>
            <a:r>
              <a:rPr sz="1000" spc="0" dirty="0">
                <a:solidFill>
                  <a:srgbClr val="33332D"/>
                </a:solidFill>
                <a:latin typeface="Courier New"/>
                <a:cs typeface="Courier New"/>
              </a:rPr>
              <a:t>L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en</a:t>
            </a:r>
            <a:r>
              <a:rPr sz="1000" spc="0" dirty="0">
                <a:solidFill>
                  <a:srgbClr val="5D5E59"/>
                </a:solidFill>
                <a:latin typeface="Courier New"/>
                <a:cs typeface="Courier New"/>
              </a:rPr>
              <a:t>g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th </a:t>
            </a:r>
            <a:r>
              <a:rPr sz="1000" spc="53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000" spc="0" dirty="0">
                <a:solidFill>
                  <a:srgbClr val="33332D"/>
                </a:solidFill>
                <a:latin typeface="Courier New"/>
                <a:cs typeface="Courier New"/>
              </a:rPr>
              <a:t>I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n</a:t>
            </a:r>
            <a:r>
              <a:rPr sz="1000" spc="0" dirty="0">
                <a:solidFill>
                  <a:srgbClr val="33332D"/>
                </a:solidFill>
                <a:latin typeface="Courier New"/>
                <a:cs typeface="Courier New"/>
              </a:rPr>
              <a:t>f</a:t>
            </a:r>
            <a:r>
              <a:rPr sz="1000" spc="0" dirty="0">
                <a:solidFill>
                  <a:srgbClr val="494944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15172" y="1824229"/>
            <a:ext cx="573912" cy="20111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5121" marR="205557" algn="ctr">
              <a:lnSpc>
                <a:spcPct val="95825"/>
              </a:lnSpc>
              <a:spcBef>
                <a:spcPts val="459"/>
              </a:spcBef>
            </a:pPr>
            <a:r>
              <a:rPr sz="1900" spc="-54" dirty="0">
                <a:solidFill>
                  <a:srgbClr val="9C9EA1"/>
                </a:solidFill>
                <a:latin typeface="Arial"/>
                <a:cs typeface="Arial"/>
              </a:rPr>
              <a:t>,</a:t>
            </a:r>
            <a:r>
              <a:rPr sz="3700" spc="0" dirty="0">
                <a:solidFill>
                  <a:srgbClr val="9C9EA1"/>
                </a:solidFill>
                <a:latin typeface="Times New Roman"/>
                <a:cs typeface="Times New Roman"/>
              </a:rPr>
              <a:t>..</a:t>
            </a:r>
            <a:endParaRPr sz="3700">
              <a:latin typeface="Times New Roman"/>
              <a:cs typeface="Times New Roman"/>
            </a:endParaRPr>
          </a:p>
          <a:p>
            <a:pPr marL="158326" marR="160418" algn="ctr">
              <a:lnSpc>
                <a:spcPts val="2280"/>
              </a:lnSpc>
              <a:spcBef>
                <a:spcPts val="3062"/>
              </a:spcBef>
            </a:pPr>
            <a:r>
              <a:rPr sz="3450" baseline="-8822" dirty="0">
                <a:solidFill>
                  <a:srgbClr val="89877E"/>
                </a:solidFill>
                <a:latin typeface="Arial"/>
                <a:cs typeface="Arial"/>
              </a:rPr>
              <a:t>.</a:t>
            </a:r>
            <a:r>
              <a:rPr sz="3450" spc="-104" baseline="-8822" dirty="0">
                <a:solidFill>
                  <a:srgbClr val="89877E"/>
                </a:solidFill>
                <a:latin typeface="Arial"/>
                <a:cs typeface="Arial"/>
              </a:rPr>
              <a:t>.</a:t>
            </a:r>
            <a:r>
              <a:rPr sz="1800" spc="0" baseline="-16909" dirty="0">
                <a:solidFill>
                  <a:srgbClr val="89877E"/>
                </a:solidFill>
                <a:latin typeface="Arial"/>
                <a:cs typeface="Arial"/>
              </a:rPr>
              <a:t>,</a:t>
            </a:r>
            <a:r>
              <a:rPr sz="1800" spc="-134" baseline="-16909" dirty="0">
                <a:solidFill>
                  <a:srgbClr val="89877E"/>
                </a:solidFill>
                <a:latin typeface="Arial"/>
                <a:cs typeface="Arial"/>
              </a:rPr>
              <a:t> </a:t>
            </a:r>
            <a:r>
              <a:rPr sz="3450" spc="0" baseline="-8822" dirty="0">
                <a:solidFill>
                  <a:srgbClr val="89877E"/>
                </a:solidFill>
                <a:latin typeface="Times New Roman"/>
                <a:cs typeface="Times New Roman"/>
              </a:rPr>
              <a:t>..</a:t>
            </a:r>
            <a:endParaRPr sz="2300">
              <a:latin typeface="Times New Roman"/>
              <a:cs typeface="Times New Roman"/>
            </a:endParaRPr>
          </a:p>
          <a:p>
            <a:pPr marL="147828">
              <a:lnSpc>
                <a:spcPts val="1365"/>
              </a:lnSpc>
              <a:tabLst>
                <a:tab pos="520700" algn="l"/>
              </a:tabLst>
            </a:pPr>
            <a:r>
              <a:rPr sz="2550" spc="-114" baseline="3410" dirty="0">
                <a:solidFill>
                  <a:srgbClr val="89877E"/>
                </a:solidFill>
                <a:latin typeface="Arial"/>
                <a:cs typeface="Arial"/>
              </a:rPr>
              <a:t> </a:t>
            </a:r>
            <a:r>
              <a:rPr sz="2550" spc="0" baseline="3410" dirty="0">
                <a:solidFill>
                  <a:srgbClr val="89877E"/>
                </a:solidFill>
                <a:latin typeface="Arial"/>
                <a:cs typeface="Arial"/>
              </a:rPr>
              <a:t>a 	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757" y="2025649"/>
            <a:ext cx="1139442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0"/>
              </a:spcBef>
            </a:pPr>
            <a:endParaRPr sz="900"/>
          </a:p>
        </p:txBody>
      </p:sp>
      <p:sp>
        <p:nvSpPr>
          <p:cNvPr id="4" name="object 4"/>
          <p:cNvSpPr txBox="1"/>
          <p:nvPr/>
        </p:nvSpPr>
        <p:spPr>
          <a:xfrm>
            <a:off x="1473199" y="2025649"/>
            <a:ext cx="7141972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900"/>
              </a:lnSpc>
              <a:spcBef>
                <a:spcPts val="0"/>
              </a:spcBef>
            </a:pPr>
            <a:endParaRPr sz="900"/>
          </a:p>
        </p:txBody>
      </p:sp>
      <p:sp>
        <p:nvSpPr>
          <p:cNvPr id="3" name="object 3"/>
          <p:cNvSpPr txBox="1"/>
          <p:nvPr/>
        </p:nvSpPr>
        <p:spPr>
          <a:xfrm>
            <a:off x="333757" y="2139949"/>
            <a:ext cx="8281414" cy="24686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9192">
              <a:lnSpc>
                <a:spcPts val="1135"/>
              </a:lnSpc>
              <a:spcBef>
                <a:spcPts val="56"/>
              </a:spcBef>
            </a:pP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56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-79" baseline="2675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64533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30 </a:t>
            </a:r>
            <a:r>
              <a:rPr sz="1650" spc="123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fe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b: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02</a:t>
            </a:r>
            <a:r>
              <a:rPr sz="1650" spc="0" baseline="2675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32       </a:t>
            </a:r>
            <a:r>
              <a:rPr sz="1650" spc="-279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ro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ad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c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as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t          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ARP       </a:t>
            </a:r>
            <a:r>
              <a:rPr sz="1650" spc="345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650" spc="-364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r>
              <a:rPr sz="1650" spc="116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r>
              <a:rPr sz="1650" spc="2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17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?  </a:t>
            </a:r>
            <a:r>
              <a:rPr sz="1650" spc="275" baseline="2675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T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ll</a:t>
            </a:r>
            <a:r>
              <a:rPr sz="1650" spc="104" baseline="2675" dirty="0">
                <a:solidFill>
                  <a:srgbClr val="33332D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172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650" spc="0" baseline="2675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459192">
              <a:lnSpc>
                <a:spcPts val="1075"/>
              </a:lnSpc>
            </a:pPr>
            <a:r>
              <a:rPr sz="1650" spc="0" baseline="535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650" spc="56" baseline="5350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-419" baseline="5350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latin typeface="Courier New"/>
                <a:cs typeface="Courier New"/>
              </a:rPr>
              <a:t>.</a:t>
            </a:r>
            <a:r>
              <a:rPr sz="1650" spc="-379" baseline="5350" dirty="0"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66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89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00 </a:t>
            </a:r>
            <a:r>
              <a:rPr sz="1650" spc="338" baseline="53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spc="0" baseline="535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fe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: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650" spc="0" baseline="535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b:02</a:t>
            </a:r>
            <a:r>
              <a:rPr sz="1650" spc="0" baseline="5350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32      </a:t>
            </a:r>
            <a:r>
              <a:rPr sz="1650" spc="89" baseline="53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ro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ad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t          </a:t>
            </a:r>
            <a:r>
              <a:rPr sz="1650" spc="-119" baseline="5350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ARP       </a:t>
            </a:r>
            <a:r>
              <a:rPr sz="1650" spc="345" baseline="53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650" spc="-364" baseline="53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r>
              <a:rPr sz="1650" spc="116" baseline="53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r>
              <a:rPr sz="1650" spc="2" baseline="53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172.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.5</a:t>
            </a:r>
            <a:r>
              <a:rPr sz="1650" spc="0" baseline="535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3</a:t>
            </a:r>
            <a:r>
              <a:rPr sz="1650" spc="0" baseline="5350" dirty="0">
                <a:solidFill>
                  <a:srgbClr val="79796E"/>
                </a:solidFill>
                <a:latin typeface="Courier New"/>
                <a:cs typeface="Courier New"/>
              </a:rPr>
              <a:t>? </a:t>
            </a:r>
            <a:r>
              <a:rPr sz="1650" spc="94" baseline="5350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33332D"/>
                </a:solidFill>
                <a:latin typeface="Courier New"/>
                <a:cs typeface="Courier New"/>
              </a:rPr>
              <a:t>T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spc="0" baseline="5350" dirty="0">
                <a:solidFill>
                  <a:srgbClr val="33332D"/>
                </a:solidFill>
                <a:latin typeface="Courier New"/>
                <a:cs typeface="Courier New"/>
              </a:rPr>
              <a:t>ll</a:t>
            </a:r>
            <a:r>
              <a:rPr sz="1650" spc="159" baseline="5350" dirty="0">
                <a:solidFill>
                  <a:srgbClr val="33332D"/>
                </a:solidFill>
                <a:latin typeface="Courier New"/>
                <a:cs typeface="Courier New"/>
              </a:rPr>
              <a:t> 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1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72</a:t>
            </a:r>
            <a:r>
              <a:rPr sz="1650" spc="0" baseline="535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0" baseline="5350" dirty="0">
                <a:solidFill>
                  <a:srgbClr val="79796E"/>
                </a:solidFill>
                <a:latin typeface="Courier New"/>
                <a:cs typeface="Courier New"/>
              </a:rPr>
              <a:t>.</a:t>
            </a:r>
            <a:r>
              <a:rPr sz="1650" spc="0" baseline="535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650" spc="0" baseline="535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0" baseline="535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459186">
              <a:lnSpc>
                <a:spcPct val="94401"/>
              </a:lnSpc>
              <a:spcBef>
                <a:spcPts val="725"/>
              </a:spcBef>
            </a:pP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9</a:t>
            </a:r>
            <a:r>
              <a:rPr sz="1100" spc="-23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1</a:t>
            </a:r>
            <a:r>
              <a:rPr sz="1100" spc="-419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latin typeface="Courier New"/>
                <a:cs typeface="Courier New"/>
              </a:rPr>
              <a:t>.</a:t>
            </a:r>
            <a:r>
              <a:rPr sz="1100" spc="-379" dirty="0"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73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595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93 </a:t>
            </a:r>
            <a:r>
              <a:rPr sz="1100" spc="339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b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2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:fe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0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2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32       </a:t>
            </a:r>
            <a:r>
              <a:rPr sz="1100" spc="-22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Broad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t           </a:t>
            </a:r>
            <a:r>
              <a:rPr sz="1100" spc="359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ARP       </a:t>
            </a:r>
            <a:r>
              <a:rPr sz="1100" spc="417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r>
              <a:rPr sz="1100" spc="35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h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a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s</a:t>
            </a:r>
            <a:r>
              <a:rPr sz="1100" spc="24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17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2.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?  </a:t>
            </a:r>
            <a:r>
              <a:rPr sz="1100" spc="-134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T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ll</a:t>
            </a:r>
            <a:r>
              <a:rPr sz="1100" spc="104" dirty="0">
                <a:solidFill>
                  <a:srgbClr val="33332D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72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459186">
              <a:lnSpc>
                <a:spcPts val="1296"/>
              </a:lnSpc>
              <a:spcBef>
                <a:spcPts val="728"/>
              </a:spcBef>
            </a:pP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spc="0" baseline="2675" dirty="0">
                <a:solidFill>
                  <a:srgbClr val="1D1C18"/>
                </a:solidFill>
                <a:latin typeface="Courier New"/>
                <a:cs typeface="Courier New"/>
              </a:rPr>
              <a:t>1</a:t>
            </a:r>
            <a:r>
              <a:rPr sz="1650" spc="-23" baseline="2675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-419" baseline="2675" dirty="0">
                <a:solidFill>
                  <a:srgbClr val="33332D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-379" baseline="2675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7</a:t>
            </a:r>
            <a:r>
              <a:rPr sz="1650" spc="84" baseline="2675" dirty="0">
                <a:solidFill>
                  <a:srgbClr val="5D5E59"/>
                </a:solidFill>
                <a:latin typeface="Courier New"/>
                <a:cs typeface="Courier New"/>
              </a:rPr>
              <a:t>7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43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44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05 </a:t>
            </a:r>
            <a:r>
              <a:rPr sz="1650" spc="107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b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2:fe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0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32      </a:t>
            </a:r>
            <a:r>
              <a:rPr sz="1650" spc="144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Bro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t           </a:t>
            </a:r>
            <a:r>
              <a:rPr sz="1100" spc="499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ARP       </a:t>
            </a:r>
            <a:r>
              <a:rPr sz="1650" spc="490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650" spc="-364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W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h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o</a:t>
            </a:r>
            <a:r>
              <a:rPr sz="1650" spc="191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h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a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s</a:t>
            </a:r>
            <a:r>
              <a:rPr sz="1650" spc="321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7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?  </a:t>
            </a:r>
            <a:r>
              <a:rPr sz="1650" spc="275" baseline="2675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T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ll</a:t>
            </a:r>
            <a:r>
              <a:rPr sz="1650" spc="104" baseline="2675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172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650" spc="0" baseline="2675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459179">
              <a:lnSpc>
                <a:spcPct val="94401"/>
              </a:lnSpc>
              <a:spcBef>
                <a:spcPts val="1735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4</a:t>
            </a:r>
            <a:r>
              <a:rPr sz="1100" spc="-23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61</a:t>
            </a:r>
            <a:r>
              <a:rPr sz="1100" spc="-4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spc="-379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183387692</a:t>
            </a:r>
            <a:r>
              <a:rPr sz="1100" spc="397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b2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fe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ed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db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02</a:t>
            </a:r>
            <a:r>
              <a:rPr sz="1100" spc="0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32      </a:t>
            </a:r>
            <a:r>
              <a:rPr sz="1100" spc="20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B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r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o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a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dcas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t          </a:t>
            </a:r>
            <a:r>
              <a:rPr sz="1100" spc="-175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ARP       </a:t>
            </a:r>
            <a:r>
              <a:rPr sz="1100" spc="40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r>
              <a:rPr sz="1100" spc="169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r>
              <a:rPr sz="1100" spc="5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172.16.5.10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?</a:t>
            </a:r>
            <a:r>
              <a:rPr sz="1100" spc="251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T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el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l</a:t>
            </a:r>
            <a:r>
              <a:rPr sz="1100" spc="85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172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16.5.6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7</a:t>
            </a:r>
            <a:endParaRPr sz="1100">
              <a:latin typeface="Courier New"/>
              <a:cs typeface="Courier New"/>
            </a:endParaRPr>
          </a:p>
          <a:p>
            <a:pPr marL="459179">
              <a:lnSpc>
                <a:spcPct val="94401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26</a:t>
            </a:r>
            <a:r>
              <a:rPr sz="1100" spc="-12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61</a:t>
            </a:r>
            <a:r>
              <a:rPr sz="1100" spc="-4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spc="-379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187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3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79238 </a:t>
            </a:r>
            <a:r>
              <a:rPr sz="1100" spc="5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b2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fe:ed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db:02</a:t>
            </a:r>
            <a:r>
              <a:rPr sz="1100" spc="0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3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2     </a:t>
            </a:r>
            <a:r>
              <a:rPr sz="1100" spc="-264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Broad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c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as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t          </a:t>
            </a:r>
            <a:r>
              <a:rPr sz="1100" spc="-284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ARP       </a:t>
            </a:r>
            <a:r>
              <a:rPr sz="1100" spc="34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r>
              <a:rPr sz="1100" spc="116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r>
              <a:rPr sz="1100" spc="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172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.1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5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2</a:t>
            </a:r>
            <a:r>
              <a:rPr sz="1100" spc="0" dirty="0">
                <a:solidFill>
                  <a:srgbClr val="89877E"/>
                </a:solidFill>
                <a:latin typeface="Courier New"/>
                <a:cs typeface="Courier New"/>
              </a:rPr>
              <a:t>?  </a:t>
            </a:r>
            <a:r>
              <a:rPr sz="1100" spc="-100" dirty="0">
                <a:solidFill>
                  <a:srgbClr val="89877E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T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el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l</a:t>
            </a:r>
            <a:r>
              <a:rPr sz="1100" spc="283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172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.1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5.67</a:t>
            </a:r>
            <a:endParaRPr sz="1100">
              <a:latin typeface="Courier New"/>
              <a:cs typeface="Courier New"/>
            </a:endParaRPr>
          </a:p>
          <a:p>
            <a:pPr marL="459179">
              <a:lnSpc>
                <a:spcPct val="94401"/>
              </a:lnSpc>
              <a:spcBef>
                <a:spcPts val="77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28</a:t>
            </a:r>
            <a:r>
              <a:rPr sz="1100" spc="-12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19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145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4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9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  </a:t>
            </a:r>
            <a:r>
              <a:rPr sz="1100" spc="-19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fe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b: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02</a:t>
            </a:r>
            <a:r>
              <a:rPr sz="1100" spc="0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32       </a:t>
            </a:r>
            <a:r>
              <a:rPr sz="1100" spc="-279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ro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ad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t          </a:t>
            </a:r>
            <a:r>
              <a:rPr sz="1100" spc="-119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ARP       </a:t>
            </a:r>
            <a:r>
              <a:rPr sz="1100" spc="34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r>
              <a:rPr sz="1100" spc="116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r>
              <a:rPr sz="1100" spc="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17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.5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4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?  </a:t>
            </a:r>
            <a:r>
              <a:rPr sz="1100" spc="14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T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l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l </a:t>
            </a:r>
            <a:r>
              <a:rPr sz="1100" spc="6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172.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459179">
              <a:lnSpc>
                <a:spcPts val="1296"/>
              </a:lnSpc>
              <a:spcBef>
                <a:spcPts val="728"/>
              </a:spcBef>
            </a:pP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30</a:t>
            </a:r>
            <a:r>
              <a:rPr sz="1100" spc="-12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95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423342 </a:t>
            </a:r>
            <a:r>
              <a:rPr sz="1100" spc="289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b2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:fe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0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2</a:t>
            </a:r>
            <a:r>
              <a:rPr sz="1100" spc="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32      </a:t>
            </a:r>
            <a:r>
              <a:rPr sz="1100" spc="19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Broad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t           </a:t>
            </a:r>
            <a:r>
              <a:rPr sz="1100" spc="359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ARP       </a:t>
            </a:r>
            <a:r>
              <a:rPr sz="1100" spc="417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100" spc="-364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r>
              <a:rPr sz="1100" spc="116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r>
              <a:rPr sz="1100" spc="2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72.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650" spc="0" baseline="2675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?  </a:t>
            </a:r>
            <a:r>
              <a:rPr sz="1650" spc="-104" baseline="2675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latin typeface="Courier New"/>
                <a:cs typeface="Courier New"/>
              </a:rPr>
              <a:t>T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l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l </a:t>
            </a:r>
            <a:r>
              <a:rPr sz="1650" spc="62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72.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100" spc="0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459179">
              <a:lnSpc>
                <a:spcPts val="1296"/>
              </a:lnSpc>
              <a:spcBef>
                <a:spcPts val="728"/>
              </a:spcBef>
            </a:pP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32</a:t>
            </a:r>
            <a:r>
              <a:rPr sz="1650" spc="-122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-419" baseline="2675" dirty="0">
                <a:solidFill>
                  <a:srgbClr val="33332D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-379" baseline="2675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99389322</a:t>
            </a:r>
            <a:r>
              <a:rPr sz="1650" spc="462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b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2:fe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0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32      </a:t>
            </a:r>
            <a:r>
              <a:rPr sz="1650" spc="144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100" spc="0" dirty="0">
                <a:solidFill>
                  <a:srgbClr val="494944"/>
                </a:solidFill>
                <a:latin typeface="Courier New"/>
                <a:cs typeface="Courier New"/>
              </a:rPr>
              <a:t>Broad</a:t>
            </a:r>
            <a:r>
              <a:rPr sz="1100" spc="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100" spc="0" dirty="0">
                <a:solidFill>
                  <a:srgbClr val="1D1C18"/>
                </a:solidFill>
                <a:latin typeface="Courier New"/>
                <a:cs typeface="Courier New"/>
              </a:rPr>
              <a:t>t         </a:t>
            </a:r>
            <a:r>
              <a:rPr sz="1100" spc="194" dirty="0">
                <a:solidFill>
                  <a:srgbClr val="1D1C18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ARP       </a:t>
            </a:r>
            <a:r>
              <a:rPr sz="1650" spc="345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650" spc="-364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Who</a:t>
            </a:r>
            <a:r>
              <a:rPr sz="1650" spc="116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r>
              <a:rPr sz="1650" spc="2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.5</a:t>
            </a:r>
            <a:r>
              <a:rPr sz="1650" spc="0" baseline="2675" dirty="0">
                <a:solidFill>
                  <a:srgbClr val="1D1C18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8</a:t>
            </a:r>
            <a:r>
              <a:rPr sz="1650" spc="0" baseline="2675" dirty="0">
                <a:solidFill>
                  <a:srgbClr val="79796E"/>
                </a:solidFill>
                <a:latin typeface="Courier New"/>
                <a:cs typeface="Courier New"/>
              </a:rPr>
              <a:t>?  </a:t>
            </a:r>
            <a:r>
              <a:rPr sz="1650" spc="14" baseline="2675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1D1C18"/>
                </a:solidFill>
                <a:latin typeface="Courier New"/>
                <a:cs typeface="Courier New"/>
              </a:rPr>
              <a:t>T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l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l </a:t>
            </a:r>
            <a:r>
              <a:rPr sz="1650" spc="62" baseline="2675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1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7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2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16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494944"/>
                </a:solidFill>
                <a:latin typeface="Courier New"/>
                <a:cs typeface="Courier New"/>
              </a:rPr>
              <a:t>5</a:t>
            </a:r>
            <a:r>
              <a:rPr sz="1650" spc="0" baseline="2675" dirty="0">
                <a:solidFill>
                  <a:srgbClr val="33332D"/>
                </a:solidFill>
                <a:latin typeface="Courier New"/>
                <a:cs typeface="Courier New"/>
              </a:rPr>
              <a:t>.</a:t>
            </a:r>
            <a:r>
              <a:rPr sz="1650" spc="0" baseline="2675" dirty="0">
                <a:solidFill>
                  <a:srgbClr val="5D5E59"/>
                </a:solidFill>
                <a:latin typeface="Courier New"/>
                <a:cs typeface="Courier New"/>
              </a:rPr>
              <a:t>67</a:t>
            </a:r>
            <a:endParaRPr sz="1100">
              <a:latin typeface="Courier New"/>
              <a:cs typeface="Courier New"/>
            </a:endParaRPr>
          </a:p>
          <a:p>
            <a:pPr marL="459179">
              <a:lnSpc>
                <a:spcPts val="1375"/>
              </a:lnSpc>
              <a:spcBef>
                <a:spcPts val="791"/>
              </a:spcBef>
            </a:pPr>
            <a:r>
              <a:rPr sz="1650" spc="0" baseline="10700" dirty="0">
                <a:solidFill>
                  <a:srgbClr val="79796E"/>
                </a:solidFill>
                <a:latin typeface="Courier New"/>
                <a:cs typeface="Courier New"/>
              </a:rPr>
              <a:t>3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4</a:t>
            </a:r>
            <a:r>
              <a:rPr sz="1650" spc="-23" baseline="10700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6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1.</a:t>
            </a:r>
            <a:r>
              <a:rPr sz="1650" spc="-369" baseline="10700" dirty="0">
                <a:solidFill>
                  <a:srgbClr val="494944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203388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4</a:t>
            </a:r>
            <a:r>
              <a:rPr sz="1650" spc="0" baseline="10700" dirty="0">
                <a:solidFill>
                  <a:srgbClr val="79796E"/>
                </a:solidFill>
                <a:latin typeface="Courier New"/>
                <a:cs typeface="Courier New"/>
              </a:rPr>
              <a:t>7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4 </a:t>
            </a:r>
            <a:r>
              <a:rPr sz="1650" spc="341" baseline="1070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b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2:fe</a:t>
            </a:r>
            <a:r>
              <a:rPr sz="1650" spc="0" baseline="10700" dirty="0">
                <a:solidFill>
                  <a:srgbClr val="33332D"/>
                </a:solidFill>
                <a:latin typeface="Courier New"/>
                <a:cs typeface="Courier New"/>
              </a:rPr>
              <a:t>: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e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d</a:t>
            </a:r>
            <a:r>
              <a:rPr sz="1650" spc="0" baseline="10700" dirty="0">
                <a:solidFill>
                  <a:srgbClr val="79796E"/>
                </a:solidFill>
                <a:latin typeface="Courier New"/>
                <a:cs typeface="Courier New"/>
              </a:rPr>
              <a:t>: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b: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02</a:t>
            </a:r>
            <a:r>
              <a:rPr sz="1650" spc="0" baseline="10700" dirty="0">
                <a:solidFill>
                  <a:srgbClr val="89877E"/>
                </a:solidFill>
                <a:latin typeface="Courier New"/>
                <a:cs typeface="Courier New"/>
              </a:rPr>
              <a:t>:</a:t>
            </a:r>
            <a:r>
              <a:rPr sz="1650" spc="0" baseline="10700" dirty="0">
                <a:solidFill>
                  <a:srgbClr val="79796E"/>
                </a:solidFill>
                <a:latin typeface="Courier New"/>
                <a:cs typeface="Courier New"/>
              </a:rPr>
              <a:t>3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2      </a:t>
            </a:r>
            <a:r>
              <a:rPr sz="1650" spc="-275" baseline="1070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B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r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o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a</a:t>
            </a:r>
            <a:r>
              <a:rPr sz="1650" spc="-355" baseline="10700" dirty="0">
                <a:solidFill>
                  <a:srgbClr val="5D5E59"/>
                </a:solidFill>
                <a:latin typeface="Courier New"/>
                <a:cs typeface="Courier New"/>
              </a:rPr>
              <a:t>d</a:t>
            </a:r>
            <a:r>
              <a:rPr sz="1650" spc="0" baseline="-13176" dirty="0">
                <a:solidFill>
                  <a:srgbClr val="33332D"/>
                </a:solidFill>
                <a:latin typeface="Arial"/>
                <a:cs typeface="Arial"/>
              </a:rPr>
              <a:t>.</a:t>
            </a:r>
            <a:r>
              <a:rPr sz="1650" spc="87" baseline="-13176" dirty="0">
                <a:solidFill>
                  <a:srgbClr val="33332D"/>
                </a:solidFill>
                <a:latin typeface="Arial"/>
                <a:cs typeface="Arial"/>
              </a:rPr>
              <a:t> 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cas</a:t>
            </a:r>
            <a:r>
              <a:rPr sz="1650" spc="0" baseline="10700" dirty="0">
                <a:solidFill>
                  <a:srgbClr val="33332D"/>
                </a:solidFill>
                <a:latin typeface="Courier New"/>
                <a:cs typeface="Courier New"/>
              </a:rPr>
              <a:t>t          </a:t>
            </a:r>
            <a:r>
              <a:rPr sz="1650" spc="-175" baseline="10700" dirty="0">
                <a:solidFill>
                  <a:srgbClr val="33332D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ARP       </a:t>
            </a:r>
            <a:r>
              <a:rPr sz="1650" spc="400" baseline="1070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42</a:t>
            </a:r>
            <a:r>
              <a:rPr sz="1650" spc="-364" baseline="1070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W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h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o</a:t>
            </a:r>
            <a:r>
              <a:rPr sz="1650" spc="191" baseline="1070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has</a:t>
            </a:r>
            <a:r>
              <a:rPr sz="1650" spc="81" baseline="10700" dirty="0">
                <a:solidFill>
                  <a:srgbClr val="5D5E59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72.16.5.20</a:t>
            </a:r>
            <a:r>
              <a:rPr sz="1650" spc="0" baseline="10700" dirty="0">
                <a:solidFill>
                  <a:srgbClr val="79796E"/>
                </a:solidFill>
                <a:latin typeface="Courier New"/>
                <a:cs typeface="Courier New"/>
              </a:rPr>
              <a:t>?</a:t>
            </a:r>
            <a:r>
              <a:rPr sz="1650" spc="337" baseline="10700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T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el</a:t>
            </a:r>
            <a:r>
              <a:rPr sz="1650" spc="0" baseline="10700" dirty="0">
                <a:solidFill>
                  <a:srgbClr val="79796E"/>
                </a:solidFill>
                <a:latin typeface="Courier New"/>
                <a:cs typeface="Courier New"/>
              </a:rPr>
              <a:t>l</a:t>
            </a:r>
            <a:r>
              <a:rPr sz="1650" spc="118" baseline="10700" dirty="0">
                <a:solidFill>
                  <a:srgbClr val="79796E"/>
                </a:solidFill>
                <a:latin typeface="Courier New"/>
                <a:cs typeface="Courier New"/>
              </a:rPr>
              <a:t> 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1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72.16</a:t>
            </a:r>
            <a:r>
              <a:rPr sz="1650" spc="0" baseline="10700" dirty="0">
                <a:solidFill>
                  <a:srgbClr val="494944"/>
                </a:solidFill>
                <a:latin typeface="Courier New"/>
                <a:cs typeface="Courier New"/>
              </a:rPr>
              <a:t>.</a:t>
            </a:r>
            <a:r>
              <a:rPr sz="1650" spc="0" baseline="10700" dirty="0">
                <a:solidFill>
                  <a:srgbClr val="5D5E59"/>
                </a:solidFill>
                <a:latin typeface="Courier New"/>
                <a:cs typeface="Courier New"/>
              </a:rPr>
              <a:t>5.6</a:t>
            </a:r>
            <a:r>
              <a:rPr sz="1650" spc="0" baseline="10700" dirty="0">
                <a:solidFill>
                  <a:srgbClr val="79796E"/>
                </a:solidFill>
                <a:latin typeface="Courier New"/>
                <a:cs typeface="Courier New"/>
              </a:rPr>
              <a:t>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15172" y="3835399"/>
            <a:ext cx="528827" cy="773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5" y="1182560"/>
            <a:ext cx="4412458" cy="3042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That</a:t>
            </a:r>
            <a:r>
              <a:rPr sz="2200" spc="4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200" spc="1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defin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tely</a:t>
            </a:r>
            <a:r>
              <a:rPr sz="22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su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pici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us</a:t>
            </a:r>
            <a:r>
              <a:rPr sz="22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tr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200" spc="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ic.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665" y="1920560"/>
            <a:ext cx="4556183" cy="3042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Even</a:t>
            </a:r>
            <a:r>
              <a:rPr sz="2200" spc="1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ithout</a:t>
            </a:r>
            <a:r>
              <a:rPr sz="2200" spc="5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nowing</a:t>
            </a:r>
            <a:r>
              <a:rPr sz="2200" spc="4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off</a:t>
            </a:r>
            <a:r>
              <a:rPr sz="2200" spc="2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hand 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8875" y="1920560"/>
            <a:ext cx="3346487" cy="3042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egit</a:t>
            </a:r>
            <a:r>
              <a:rPr sz="2200" spc="2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device </a:t>
            </a:r>
            <a:r>
              <a:rPr sz="2200" spc="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200" spc="4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potential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2222309"/>
            <a:ext cx="7743408" cy="907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ve</a:t>
            </a:r>
            <a:r>
              <a:rPr sz="2200" spc="4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200" spc="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200" spc="5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2200" spc="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address</a:t>
            </a:r>
            <a:r>
              <a:rPr sz="2200" spc="-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200" spc="2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our</a:t>
            </a:r>
            <a:r>
              <a:rPr sz="2200" spc="1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net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ork,</a:t>
            </a:r>
            <a:r>
              <a:rPr sz="2200" spc="4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but</a:t>
            </a:r>
            <a:r>
              <a:rPr sz="2200" spc="3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just</a:t>
            </a:r>
            <a:r>
              <a:rPr sz="2200" spc="3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sed</a:t>
            </a:r>
            <a:r>
              <a:rPr sz="2200" spc="-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200" spc="2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200">
              <a:latin typeface="Times New Roman"/>
              <a:cs typeface="Times New Roman"/>
            </a:endParaRPr>
          </a:p>
          <a:p>
            <a:pPr marL="12700" marR="41833">
              <a:lnSpc>
                <a:spcPts val="2375"/>
              </a:lnSpc>
              <a:spcBef>
                <a:spcPts val="3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flow</a:t>
            </a:r>
            <a:r>
              <a:rPr sz="2200" spc="1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200" spc="4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speed</a:t>
            </a:r>
            <a:r>
              <a:rPr sz="2200" spc="-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200" spc="1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200" spc="4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200" spc="-1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Requests,</a:t>
            </a:r>
            <a:r>
              <a:rPr sz="2200" spc="-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200" spc="2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2200" spc="4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tell</a:t>
            </a:r>
            <a:r>
              <a:rPr sz="2200" spc="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mething</a:t>
            </a:r>
            <a:r>
              <a:rPr sz="2200" spc="-1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endParaRPr sz="2200">
              <a:latin typeface="Times New Roman"/>
              <a:cs typeface="Times New Roman"/>
            </a:endParaRPr>
          </a:p>
          <a:p>
            <a:pPr marL="12700" marR="41833">
              <a:lnSpc>
                <a:spcPts val="2375"/>
              </a:lnSpc>
            </a:pP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563678"/>
            <a:ext cx="7627912" cy="908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ting</a:t>
            </a:r>
            <a:r>
              <a:rPr sz="2200" spc="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from</a:t>
            </a:r>
            <a:r>
              <a:rPr sz="2200" spc="3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cket</a:t>
            </a:r>
            <a:r>
              <a:rPr sz="2200" spc="-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15,</a:t>
            </a:r>
            <a:r>
              <a:rPr sz="2200" spc="1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200" spc="4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2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addres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es</a:t>
            </a:r>
            <a:r>
              <a:rPr sz="2200" spc="4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increment</a:t>
            </a:r>
            <a:r>
              <a:rPr sz="2200" spc="-2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2200" spc="1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endParaRPr sz="2200">
              <a:latin typeface="Times New Roman"/>
              <a:cs typeface="Times New Roman"/>
            </a:endParaRPr>
          </a:p>
          <a:p>
            <a:pPr marL="12700" marR="41833">
              <a:lnSpc>
                <a:spcPts val="2375"/>
              </a:lnSpc>
              <a:spcBef>
                <a:spcPts val="3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ti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200" spc="4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interv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ls</a:t>
            </a:r>
            <a:r>
              <a:rPr sz="2200" spc="-2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bet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een</a:t>
            </a:r>
            <a:r>
              <a:rPr sz="2200" spc="-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ckets</a:t>
            </a:r>
            <a:r>
              <a:rPr sz="2200" spc="2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200" spc="4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atively</a:t>
            </a:r>
            <a:r>
              <a:rPr sz="2200" spc="3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-1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all </a:t>
            </a:r>
            <a:r>
              <a:rPr sz="2200" spc="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which</a:t>
            </a:r>
            <a:endParaRPr sz="2200">
              <a:latin typeface="Times New Roman"/>
              <a:cs typeface="Times New Roman"/>
            </a:endParaRPr>
          </a:p>
          <a:p>
            <a:pPr marL="12700" marR="41833">
              <a:lnSpc>
                <a:spcPts val="2380"/>
              </a:lnSpc>
              <a:spcBef>
                <a:spcPts val="0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icates</a:t>
            </a:r>
            <a:r>
              <a:rPr sz="2200" spc="-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2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scan.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6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70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11276" y="359537"/>
            <a:ext cx="103627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53083" y="359537"/>
            <a:ext cx="66732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25167" y="359537"/>
            <a:ext cx="112602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55673" y="359537"/>
            <a:ext cx="2711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31517" y="359537"/>
            <a:ext cx="138750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665" y="2314575"/>
            <a:ext cx="5129936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2400" spc="1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dy </a:t>
            </a:r>
            <a:r>
              <a:rPr sz="2400" spc="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me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tioned,</a:t>
            </a:r>
            <a:r>
              <a:rPr sz="2400" spc="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ere </a:t>
            </a:r>
            <a:r>
              <a:rPr sz="2400" spc="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4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48985" y="2314575"/>
            <a:ext cx="156179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tech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q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8095" y="2314575"/>
            <a:ext cx="1189171" cy="696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which</a:t>
            </a:r>
            <a:endParaRPr sz="2400">
              <a:latin typeface="Times New Roman"/>
              <a:cs typeface="Times New Roman"/>
            </a:endParaRPr>
          </a:p>
          <a:p>
            <a:pPr marL="20954" marR="45720">
              <a:lnSpc>
                <a:spcPct val="95825"/>
              </a:lnSpc>
            </a:pP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665" y="2680093"/>
            <a:ext cx="557718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2400" spc="5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2400" spc="-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400" spc="20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farious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rpose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6834" y="2680093"/>
            <a:ext cx="723549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26648" y="2680093"/>
            <a:ext cx="394445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65" y="3046347"/>
            <a:ext cx="228108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dirty="0">
                <a:solidFill>
                  <a:srgbClr val="595959"/>
                </a:solidFill>
                <a:latin typeface="Times New Roman"/>
                <a:cs typeface="Times New Roman"/>
              </a:rPr>
              <a:t>Spoo</a:t>
            </a:r>
            <a:r>
              <a:rPr sz="2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ing/Cache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9101" y="3046347"/>
            <a:ext cx="144614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Poisoning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5692" y="3046347"/>
            <a:ext cx="115255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71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45736" y="3762755"/>
            <a:ext cx="2206752" cy="2378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89170" y="3825240"/>
            <a:ext cx="2047112" cy="77722"/>
          </a:xfrm>
          <a:custGeom>
            <a:avLst/>
            <a:gdLst/>
            <a:ahLst/>
            <a:cxnLst/>
            <a:rect l="l" t="t" r="r" b="b"/>
            <a:pathLst>
              <a:path w="2047112" h="77722">
                <a:moveTo>
                  <a:pt x="1982342" y="51818"/>
                </a:moveTo>
                <a:lnTo>
                  <a:pt x="1969388" y="51818"/>
                </a:lnTo>
                <a:lnTo>
                  <a:pt x="1969388" y="77722"/>
                </a:lnTo>
                <a:lnTo>
                  <a:pt x="2047112" y="38862"/>
                </a:lnTo>
                <a:lnTo>
                  <a:pt x="1982342" y="51818"/>
                </a:lnTo>
                <a:close/>
              </a:path>
              <a:path w="2047112" h="77722">
                <a:moveTo>
                  <a:pt x="1982342" y="25908"/>
                </a:moveTo>
                <a:lnTo>
                  <a:pt x="1969388" y="0"/>
                </a:lnTo>
                <a:lnTo>
                  <a:pt x="1969388" y="25908"/>
                </a:lnTo>
                <a:lnTo>
                  <a:pt x="1982342" y="25908"/>
                </a:lnTo>
                <a:close/>
              </a:path>
              <a:path w="2047112" h="77722">
                <a:moveTo>
                  <a:pt x="0" y="25908"/>
                </a:moveTo>
                <a:lnTo>
                  <a:pt x="0" y="51818"/>
                </a:lnTo>
                <a:lnTo>
                  <a:pt x="1982342" y="51818"/>
                </a:lnTo>
                <a:lnTo>
                  <a:pt x="2047112" y="38862"/>
                </a:lnTo>
                <a:lnTo>
                  <a:pt x="1969388" y="0"/>
                </a:lnTo>
                <a:lnTo>
                  <a:pt x="1982342" y="25908"/>
                </a:lnTo>
                <a:lnTo>
                  <a:pt x="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96105" y="3603625"/>
            <a:ext cx="96659" cy="530086"/>
          </a:xfrm>
          <a:custGeom>
            <a:avLst/>
            <a:gdLst/>
            <a:ahLst/>
            <a:cxnLst/>
            <a:rect l="l" t="t" r="r" b="b"/>
            <a:pathLst>
              <a:path w="96659" h="530086">
                <a:moveTo>
                  <a:pt x="96659" y="530086"/>
                </a:moveTo>
                <a:lnTo>
                  <a:pt x="22898" y="0"/>
                </a:lnTo>
                <a:lnTo>
                  <a:pt x="0" y="1701"/>
                </a:lnTo>
                <a:lnTo>
                  <a:pt x="72923" y="516384"/>
                </a:lnTo>
                <a:lnTo>
                  <a:pt x="96659" y="5300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13911" y="3487153"/>
            <a:ext cx="741070" cy="6431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08628" y="3481666"/>
            <a:ext cx="751636" cy="654077"/>
          </a:xfrm>
          <a:custGeom>
            <a:avLst/>
            <a:gdLst/>
            <a:ahLst/>
            <a:cxnLst/>
            <a:rect l="l" t="t" r="r" b="b"/>
            <a:pathLst>
              <a:path w="751636" h="654077">
                <a:moveTo>
                  <a:pt x="745566" y="528363"/>
                </a:moveTo>
                <a:lnTo>
                  <a:pt x="673112" y="0"/>
                </a:lnTo>
                <a:lnTo>
                  <a:pt x="670013" y="10121"/>
                </a:lnTo>
                <a:lnTo>
                  <a:pt x="664590" y="6172"/>
                </a:lnTo>
                <a:lnTo>
                  <a:pt x="673112" y="0"/>
                </a:lnTo>
                <a:lnTo>
                  <a:pt x="0" y="119824"/>
                </a:lnTo>
                <a:lnTo>
                  <a:pt x="79387" y="654077"/>
                </a:lnTo>
                <a:lnTo>
                  <a:pt x="82499" y="643972"/>
                </a:lnTo>
                <a:lnTo>
                  <a:pt x="87909" y="647922"/>
                </a:lnTo>
                <a:lnTo>
                  <a:pt x="741743" y="533695"/>
                </a:lnTo>
                <a:lnTo>
                  <a:pt x="751636" y="536865"/>
                </a:lnTo>
                <a:lnTo>
                  <a:pt x="673112" y="0"/>
                </a:lnTo>
                <a:lnTo>
                  <a:pt x="745566" y="528363"/>
                </a:lnTo>
                <a:lnTo>
                  <a:pt x="741078" y="529145"/>
                </a:lnTo>
                <a:lnTo>
                  <a:pt x="87200" y="643152"/>
                </a:lnTo>
                <a:lnTo>
                  <a:pt x="10565" y="127499"/>
                </a:lnTo>
                <a:lnTo>
                  <a:pt x="6095" y="128295"/>
                </a:lnTo>
                <a:lnTo>
                  <a:pt x="9893" y="122974"/>
                </a:lnTo>
                <a:lnTo>
                  <a:pt x="10565" y="127499"/>
                </a:lnTo>
                <a:lnTo>
                  <a:pt x="665291" y="10962"/>
                </a:lnTo>
                <a:lnTo>
                  <a:pt x="741078" y="529145"/>
                </a:lnTo>
                <a:lnTo>
                  <a:pt x="745566" y="528363"/>
                </a:lnTo>
                <a:close/>
              </a:path>
              <a:path w="751636" h="654077">
                <a:moveTo>
                  <a:pt x="87909" y="647922"/>
                </a:moveTo>
                <a:lnTo>
                  <a:pt x="82499" y="643972"/>
                </a:lnTo>
                <a:lnTo>
                  <a:pt x="79387" y="654077"/>
                </a:lnTo>
                <a:lnTo>
                  <a:pt x="751636" y="536865"/>
                </a:lnTo>
                <a:lnTo>
                  <a:pt x="741743" y="533695"/>
                </a:lnTo>
                <a:lnTo>
                  <a:pt x="87909" y="647922"/>
                </a:lnTo>
                <a:close/>
              </a:path>
              <a:path w="751636" h="654077">
                <a:moveTo>
                  <a:pt x="10565" y="127499"/>
                </a:moveTo>
                <a:lnTo>
                  <a:pt x="9893" y="122974"/>
                </a:lnTo>
                <a:lnTo>
                  <a:pt x="6095" y="128295"/>
                </a:lnTo>
                <a:lnTo>
                  <a:pt x="10565" y="127499"/>
                </a:lnTo>
                <a:close/>
              </a:path>
              <a:path w="751636" h="654077">
                <a:moveTo>
                  <a:pt x="673112" y="0"/>
                </a:moveTo>
                <a:lnTo>
                  <a:pt x="664590" y="6172"/>
                </a:lnTo>
                <a:lnTo>
                  <a:pt x="670013" y="10121"/>
                </a:lnTo>
                <a:lnTo>
                  <a:pt x="673112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1741" y="3552240"/>
            <a:ext cx="607110" cy="517240"/>
          </a:xfrm>
          <a:custGeom>
            <a:avLst/>
            <a:gdLst/>
            <a:ahLst/>
            <a:cxnLst/>
            <a:rect l="l" t="t" r="r" b="b"/>
            <a:pathLst>
              <a:path w="607110" h="517240">
                <a:moveTo>
                  <a:pt x="607110" y="417903"/>
                </a:moveTo>
                <a:lnTo>
                  <a:pt x="547751" y="0"/>
                </a:lnTo>
                <a:lnTo>
                  <a:pt x="0" y="94195"/>
                </a:lnTo>
                <a:lnTo>
                  <a:pt x="61899" y="517240"/>
                </a:lnTo>
                <a:lnTo>
                  <a:pt x="607110" y="417903"/>
                </a:lnTo>
                <a:close/>
              </a:path>
            </a:pathLst>
          </a:custGeom>
          <a:solidFill>
            <a:srgbClr val="1B3D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14126" y="4136280"/>
            <a:ext cx="657974" cy="1481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92765" y="4014678"/>
            <a:ext cx="986116" cy="2346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94518" y="4010040"/>
            <a:ext cx="661263" cy="124881"/>
          </a:xfrm>
          <a:custGeom>
            <a:avLst/>
            <a:gdLst/>
            <a:ahLst/>
            <a:cxnLst/>
            <a:rect l="l" t="t" r="r" b="b"/>
            <a:pathLst>
              <a:path w="661263" h="124881">
                <a:moveTo>
                  <a:pt x="0" y="115609"/>
                </a:moveTo>
                <a:lnTo>
                  <a:pt x="1600" y="124881"/>
                </a:lnTo>
                <a:lnTo>
                  <a:pt x="661263" y="9271"/>
                </a:lnTo>
                <a:lnTo>
                  <a:pt x="659663" y="0"/>
                </a:lnTo>
                <a:lnTo>
                  <a:pt x="0" y="115609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86885" y="4123437"/>
            <a:ext cx="105994" cy="24833"/>
          </a:xfrm>
          <a:custGeom>
            <a:avLst/>
            <a:gdLst/>
            <a:ahLst/>
            <a:cxnLst/>
            <a:rect l="l" t="t" r="r" b="b"/>
            <a:pathLst>
              <a:path w="105994" h="24833">
                <a:moveTo>
                  <a:pt x="56807" y="0"/>
                </a:moveTo>
                <a:lnTo>
                  <a:pt x="0" y="5993"/>
                </a:lnTo>
                <a:lnTo>
                  <a:pt x="49174" y="24833"/>
                </a:lnTo>
                <a:lnTo>
                  <a:pt x="105994" y="17983"/>
                </a:lnTo>
                <a:lnTo>
                  <a:pt x="5680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75074" y="4108018"/>
            <a:ext cx="104292" cy="25693"/>
          </a:xfrm>
          <a:custGeom>
            <a:avLst/>
            <a:gdLst/>
            <a:ahLst/>
            <a:cxnLst/>
            <a:rect l="l" t="t" r="r" b="b"/>
            <a:pathLst>
              <a:path w="104292" h="25693">
                <a:moveTo>
                  <a:pt x="54267" y="0"/>
                </a:moveTo>
                <a:lnTo>
                  <a:pt x="0" y="10279"/>
                </a:lnTo>
                <a:lnTo>
                  <a:pt x="47485" y="25693"/>
                </a:lnTo>
                <a:lnTo>
                  <a:pt x="104292" y="17983"/>
                </a:lnTo>
                <a:lnTo>
                  <a:pt x="5426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360710" y="4092604"/>
            <a:ext cx="105143" cy="26546"/>
          </a:xfrm>
          <a:custGeom>
            <a:avLst/>
            <a:gdLst/>
            <a:ahLst/>
            <a:cxnLst/>
            <a:rect l="l" t="t" r="r" b="b"/>
            <a:pathLst>
              <a:path w="105143" h="26546">
                <a:moveTo>
                  <a:pt x="56807" y="0"/>
                </a:moveTo>
                <a:lnTo>
                  <a:pt x="0" y="9420"/>
                </a:lnTo>
                <a:lnTo>
                  <a:pt x="49174" y="26546"/>
                </a:lnTo>
                <a:lnTo>
                  <a:pt x="105143" y="16272"/>
                </a:lnTo>
                <a:lnTo>
                  <a:pt x="5680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47197" y="4079760"/>
            <a:ext cx="105981" cy="26545"/>
          </a:xfrm>
          <a:custGeom>
            <a:avLst/>
            <a:gdLst/>
            <a:ahLst/>
            <a:cxnLst/>
            <a:rect l="l" t="t" r="r" b="b"/>
            <a:pathLst>
              <a:path w="105981" h="26545">
                <a:moveTo>
                  <a:pt x="56807" y="0"/>
                </a:moveTo>
                <a:lnTo>
                  <a:pt x="0" y="6851"/>
                </a:lnTo>
                <a:lnTo>
                  <a:pt x="49174" y="26545"/>
                </a:lnTo>
                <a:lnTo>
                  <a:pt x="105981" y="14555"/>
                </a:lnTo>
                <a:lnTo>
                  <a:pt x="5680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31982" y="4063489"/>
            <a:ext cx="108534" cy="25692"/>
          </a:xfrm>
          <a:custGeom>
            <a:avLst/>
            <a:gdLst/>
            <a:ahLst/>
            <a:cxnLst/>
            <a:rect l="l" t="t" r="r" b="b"/>
            <a:pathLst>
              <a:path w="108534" h="25692">
                <a:moveTo>
                  <a:pt x="56807" y="0"/>
                </a:moveTo>
                <a:lnTo>
                  <a:pt x="0" y="6850"/>
                </a:lnTo>
                <a:lnTo>
                  <a:pt x="50876" y="25692"/>
                </a:lnTo>
                <a:lnTo>
                  <a:pt x="108534" y="17983"/>
                </a:lnTo>
                <a:lnTo>
                  <a:pt x="5680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20171" y="4048075"/>
            <a:ext cx="105130" cy="26545"/>
          </a:xfrm>
          <a:custGeom>
            <a:avLst/>
            <a:gdLst/>
            <a:ahLst/>
            <a:cxnLst/>
            <a:rect l="l" t="t" r="r" b="b"/>
            <a:pathLst>
              <a:path w="105130" h="26545">
                <a:moveTo>
                  <a:pt x="54267" y="0"/>
                </a:moveTo>
                <a:lnTo>
                  <a:pt x="0" y="11132"/>
                </a:lnTo>
                <a:lnTo>
                  <a:pt x="50863" y="26545"/>
                </a:lnTo>
                <a:lnTo>
                  <a:pt x="105130" y="18836"/>
                </a:lnTo>
                <a:lnTo>
                  <a:pt x="5426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06658" y="4033514"/>
            <a:ext cx="107683" cy="26545"/>
          </a:xfrm>
          <a:custGeom>
            <a:avLst/>
            <a:gdLst/>
            <a:ahLst/>
            <a:cxnLst/>
            <a:rect l="l" t="t" r="r" b="b"/>
            <a:pathLst>
              <a:path w="107683" h="26545">
                <a:moveTo>
                  <a:pt x="55956" y="0"/>
                </a:moveTo>
                <a:lnTo>
                  <a:pt x="0" y="9420"/>
                </a:lnTo>
                <a:lnTo>
                  <a:pt x="50876" y="26545"/>
                </a:lnTo>
                <a:lnTo>
                  <a:pt x="107683" y="16272"/>
                </a:lnTo>
                <a:lnTo>
                  <a:pt x="55956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58957" y="4148270"/>
            <a:ext cx="105143" cy="26546"/>
          </a:xfrm>
          <a:custGeom>
            <a:avLst/>
            <a:gdLst/>
            <a:ahLst/>
            <a:cxnLst/>
            <a:rect l="l" t="t" r="r" b="b"/>
            <a:pathLst>
              <a:path w="105143" h="26546">
                <a:moveTo>
                  <a:pt x="55956" y="0"/>
                </a:moveTo>
                <a:lnTo>
                  <a:pt x="0" y="6851"/>
                </a:lnTo>
                <a:lnTo>
                  <a:pt x="48336" y="26546"/>
                </a:lnTo>
                <a:lnTo>
                  <a:pt x="105143" y="16267"/>
                </a:lnTo>
                <a:lnTo>
                  <a:pt x="55956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53903" y="4146956"/>
            <a:ext cx="115392" cy="29185"/>
          </a:xfrm>
          <a:custGeom>
            <a:avLst/>
            <a:gdLst/>
            <a:ahLst/>
            <a:cxnLst/>
            <a:rect l="l" t="t" r="r" b="b"/>
            <a:pathLst>
              <a:path w="115392" h="29185">
                <a:moveTo>
                  <a:pt x="104996" y="17216"/>
                </a:moveTo>
                <a:lnTo>
                  <a:pt x="61175" y="2589"/>
                </a:lnTo>
                <a:lnTo>
                  <a:pt x="60629" y="2534"/>
                </a:lnTo>
                <a:lnTo>
                  <a:pt x="61137" y="0"/>
                </a:lnTo>
                <a:lnTo>
                  <a:pt x="0" y="7491"/>
                </a:lnTo>
                <a:lnTo>
                  <a:pt x="53251" y="29185"/>
                </a:lnTo>
                <a:lnTo>
                  <a:pt x="53162" y="26591"/>
                </a:lnTo>
                <a:lnTo>
                  <a:pt x="53860" y="26675"/>
                </a:lnTo>
                <a:lnTo>
                  <a:pt x="109804" y="18807"/>
                </a:lnTo>
                <a:lnTo>
                  <a:pt x="115392" y="17948"/>
                </a:lnTo>
                <a:lnTo>
                  <a:pt x="61137" y="0"/>
                </a:lnTo>
                <a:lnTo>
                  <a:pt x="109969" y="16316"/>
                </a:lnTo>
                <a:lnTo>
                  <a:pt x="104996" y="17216"/>
                </a:lnTo>
                <a:lnTo>
                  <a:pt x="53503" y="26529"/>
                </a:lnTo>
                <a:lnTo>
                  <a:pt x="10116" y="8841"/>
                </a:lnTo>
                <a:lnTo>
                  <a:pt x="5219" y="9441"/>
                </a:lnTo>
                <a:lnTo>
                  <a:pt x="5537" y="6974"/>
                </a:lnTo>
                <a:lnTo>
                  <a:pt x="10116" y="8841"/>
                </a:lnTo>
                <a:lnTo>
                  <a:pt x="60897" y="2623"/>
                </a:lnTo>
                <a:lnTo>
                  <a:pt x="104996" y="17216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314532" y="4146956"/>
            <a:ext cx="49339" cy="17216"/>
          </a:xfrm>
          <a:custGeom>
            <a:avLst/>
            <a:gdLst/>
            <a:ahLst/>
            <a:cxnLst/>
            <a:rect l="l" t="t" r="r" b="b"/>
            <a:pathLst>
              <a:path w="49339" h="17216">
                <a:moveTo>
                  <a:pt x="546" y="2589"/>
                </a:moveTo>
                <a:lnTo>
                  <a:pt x="44366" y="17216"/>
                </a:lnTo>
                <a:lnTo>
                  <a:pt x="49339" y="16316"/>
                </a:lnTo>
                <a:lnTo>
                  <a:pt x="508" y="0"/>
                </a:lnTo>
                <a:lnTo>
                  <a:pt x="0" y="2534"/>
                </a:lnTo>
                <a:lnTo>
                  <a:pt x="546" y="2589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307065" y="4164905"/>
            <a:ext cx="62229" cy="11236"/>
          </a:xfrm>
          <a:custGeom>
            <a:avLst/>
            <a:gdLst/>
            <a:ahLst/>
            <a:cxnLst/>
            <a:rect l="l" t="t" r="r" b="b"/>
            <a:pathLst>
              <a:path w="62229" h="11236">
                <a:moveTo>
                  <a:pt x="88" y="11236"/>
                </a:moveTo>
                <a:lnTo>
                  <a:pt x="62229" y="0"/>
                </a:lnTo>
                <a:lnTo>
                  <a:pt x="56641" y="858"/>
                </a:lnTo>
                <a:lnTo>
                  <a:pt x="698" y="8726"/>
                </a:lnTo>
                <a:lnTo>
                  <a:pt x="0" y="8642"/>
                </a:lnTo>
                <a:lnTo>
                  <a:pt x="88" y="11236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59122" y="4153931"/>
            <a:ext cx="4896" cy="2466"/>
          </a:xfrm>
          <a:custGeom>
            <a:avLst/>
            <a:gdLst/>
            <a:ahLst/>
            <a:cxnLst/>
            <a:rect l="l" t="t" r="r" b="b"/>
            <a:pathLst>
              <a:path w="4896" h="2466">
                <a:moveTo>
                  <a:pt x="4896" y="1866"/>
                </a:moveTo>
                <a:lnTo>
                  <a:pt x="317" y="0"/>
                </a:lnTo>
                <a:lnTo>
                  <a:pt x="0" y="2466"/>
                </a:lnTo>
                <a:lnTo>
                  <a:pt x="4896" y="1866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47146" y="4133711"/>
            <a:ext cx="102590" cy="26545"/>
          </a:xfrm>
          <a:custGeom>
            <a:avLst/>
            <a:gdLst/>
            <a:ahLst/>
            <a:cxnLst/>
            <a:rect l="l" t="t" r="r" b="b"/>
            <a:pathLst>
              <a:path w="102590" h="26545">
                <a:moveTo>
                  <a:pt x="54267" y="0"/>
                </a:moveTo>
                <a:lnTo>
                  <a:pt x="0" y="6850"/>
                </a:lnTo>
                <a:lnTo>
                  <a:pt x="46634" y="26545"/>
                </a:lnTo>
                <a:lnTo>
                  <a:pt x="102590" y="18841"/>
                </a:lnTo>
                <a:lnTo>
                  <a:pt x="5426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42244" y="4132395"/>
            <a:ext cx="112560" cy="29185"/>
          </a:xfrm>
          <a:custGeom>
            <a:avLst/>
            <a:gdLst/>
            <a:ahLst/>
            <a:cxnLst/>
            <a:rect l="l" t="t" r="r" b="b"/>
            <a:pathLst>
              <a:path w="112560" h="29185">
                <a:moveTo>
                  <a:pt x="107327" y="18887"/>
                </a:moveTo>
                <a:lnTo>
                  <a:pt x="59321" y="0"/>
                </a:lnTo>
                <a:lnTo>
                  <a:pt x="59321" y="2594"/>
                </a:lnTo>
                <a:lnTo>
                  <a:pt x="58699" y="2515"/>
                </a:lnTo>
                <a:lnTo>
                  <a:pt x="59321" y="0"/>
                </a:lnTo>
                <a:lnTo>
                  <a:pt x="0" y="7491"/>
                </a:lnTo>
                <a:lnTo>
                  <a:pt x="51358" y="29185"/>
                </a:lnTo>
                <a:lnTo>
                  <a:pt x="51358" y="26596"/>
                </a:lnTo>
                <a:lnTo>
                  <a:pt x="52019" y="26675"/>
                </a:lnTo>
                <a:lnTo>
                  <a:pt x="107035" y="21352"/>
                </a:lnTo>
                <a:lnTo>
                  <a:pt x="112560" y="20746"/>
                </a:lnTo>
                <a:lnTo>
                  <a:pt x="59321" y="0"/>
                </a:lnTo>
                <a:lnTo>
                  <a:pt x="107327" y="18887"/>
                </a:lnTo>
                <a:lnTo>
                  <a:pt x="102438" y="19560"/>
                </a:lnTo>
                <a:lnTo>
                  <a:pt x="51716" y="26547"/>
                </a:lnTo>
                <a:lnTo>
                  <a:pt x="9802" y="8846"/>
                </a:lnTo>
                <a:lnTo>
                  <a:pt x="5054" y="9446"/>
                </a:lnTo>
                <a:lnTo>
                  <a:pt x="5384" y="6981"/>
                </a:lnTo>
                <a:lnTo>
                  <a:pt x="9802" y="8846"/>
                </a:lnTo>
                <a:lnTo>
                  <a:pt x="59004" y="2634"/>
                </a:lnTo>
                <a:lnTo>
                  <a:pt x="102438" y="19560"/>
                </a:lnTo>
                <a:lnTo>
                  <a:pt x="107327" y="18887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93603" y="4153142"/>
            <a:ext cx="61201" cy="8439"/>
          </a:xfrm>
          <a:custGeom>
            <a:avLst/>
            <a:gdLst/>
            <a:ahLst/>
            <a:cxnLst/>
            <a:rect l="l" t="t" r="r" b="b"/>
            <a:pathLst>
              <a:path w="61201" h="8439">
                <a:moveTo>
                  <a:pt x="0" y="8439"/>
                </a:moveTo>
                <a:lnTo>
                  <a:pt x="61201" y="0"/>
                </a:lnTo>
                <a:lnTo>
                  <a:pt x="55676" y="605"/>
                </a:lnTo>
                <a:lnTo>
                  <a:pt x="660" y="5928"/>
                </a:lnTo>
                <a:lnTo>
                  <a:pt x="0" y="5849"/>
                </a:lnTo>
                <a:lnTo>
                  <a:pt x="0" y="8439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47298" y="4139377"/>
            <a:ext cx="4747" cy="2465"/>
          </a:xfrm>
          <a:custGeom>
            <a:avLst/>
            <a:gdLst/>
            <a:ahLst/>
            <a:cxnLst/>
            <a:rect l="l" t="t" r="r" b="b"/>
            <a:pathLst>
              <a:path w="4747" h="2465">
                <a:moveTo>
                  <a:pt x="4747" y="1865"/>
                </a:moveTo>
                <a:lnTo>
                  <a:pt x="330" y="0"/>
                </a:lnTo>
                <a:lnTo>
                  <a:pt x="0" y="2465"/>
                </a:lnTo>
                <a:lnTo>
                  <a:pt x="4747" y="1865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00943" y="4132395"/>
            <a:ext cx="622" cy="2594"/>
          </a:xfrm>
          <a:custGeom>
            <a:avLst/>
            <a:gdLst/>
            <a:ahLst/>
            <a:cxnLst/>
            <a:rect l="l" t="t" r="r" b="b"/>
            <a:pathLst>
              <a:path w="622" h="2594">
                <a:moveTo>
                  <a:pt x="622" y="0"/>
                </a:moveTo>
                <a:lnTo>
                  <a:pt x="0" y="2515"/>
                </a:lnTo>
                <a:lnTo>
                  <a:pt x="622" y="2594"/>
                </a:lnTo>
                <a:lnTo>
                  <a:pt x="622" y="0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32782" y="4119151"/>
            <a:ext cx="104292" cy="23981"/>
          </a:xfrm>
          <a:custGeom>
            <a:avLst/>
            <a:gdLst/>
            <a:ahLst/>
            <a:cxnLst/>
            <a:rect l="l" t="t" r="r" b="b"/>
            <a:pathLst>
              <a:path w="104292" h="23981">
                <a:moveTo>
                  <a:pt x="56807" y="0"/>
                </a:moveTo>
                <a:lnTo>
                  <a:pt x="0" y="8567"/>
                </a:lnTo>
                <a:lnTo>
                  <a:pt x="49174" y="23981"/>
                </a:lnTo>
                <a:lnTo>
                  <a:pt x="104292" y="16271"/>
                </a:lnTo>
                <a:lnTo>
                  <a:pt x="5680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27080" y="4117841"/>
            <a:ext cx="115481" cy="26605"/>
          </a:xfrm>
          <a:custGeom>
            <a:avLst/>
            <a:gdLst/>
            <a:ahLst/>
            <a:cxnLst/>
            <a:rect l="l" t="t" r="r" b="b"/>
            <a:pathLst>
              <a:path w="115481" h="26605">
                <a:moveTo>
                  <a:pt x="104492" y="17060"/>
                </a:moveTo>
                <a:lnTo>
                  <a:pt x="62699" y="2579"/>
                </a:lnTo>
                <a:lnTo>
                  <a:pt x="62103" y="2534"/>
                </a:lnTo>
                <a:lnTo>
                  <a:pt x="62623" y="0"/>
                </a:lnTo>
                <a:lnTo>
                  <a:pt x="0" y="9429"/>
                </a:lnTo>
                <a:lnTo>
                  <a:pt x="54775" y="26605"/>
                </a:lnTo>
                <a:lnTo>
                  <a:pt x="54711" y="24020"/>
                </a:lnTo>
                <a:lnTo>
                  <a:pt x="55245" y="24070"/>
                </a:lnTo>
                <a:lnTo>
                  <a:pt x="109588" y="18806"/>
                </a:lnTo>
                <a:lnTo>
                  <a:pt x="115481" y="18106"/>
                </a:lnTo>
                <a:lnTo>
                  <a:pt x="62623" y="0"/>
                </a:lnTo>
                <a:lnTo>
                  <a:pt x="109816" y="16315"/>
                </a:lnTo>
                <a:lnTo>
                  <a:pt x="104492" y="17060"/>
                </a:lnTo>
                <a:lnTo>
                  <a:pt x="54971" y="23984"/>
                </a:lnTo>
                <a:lnTo>
                  <a:pt x="11377" y="10315"/>
                </a:lnTo>
                <a:lnTo>
                  <a:pt x="5892" y="11141"/>
                </a:lnTo>
                <a:lnTo>
                  <a:pt x="6070" y="8651"/>
                </a:lnTo>
                <a:lnTo>
                  <a:pt x="11377" y="10315"/>
                </a:lnTo>
                <a:lnTo>
                  <a:pt x="62375" y="2628"/>
                </a:lnTo>
                <a:lnTo>
                  <a:pt x="104492" y="17060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489183" y="4117841"/>
            <a:ext cx="47713" cy="17060"/>
          </a:xfrm>
          <a:custGeom>
            <a:avLst/>
            <a:gdLst/>
            <a:ahLst/>
            <a:cxnLst/>
            <a:rect l="l" t="t" r="r" b="b"/>
            <a:pathLst>
              <a:path w="47713" h="17060">
                <a:moveTo>
                  <a:pt x="596" y="2579"/>
                </a:moveTo>
                <a:lnTo>
                  <a:pt x="42389" y="17060"/>
                </a:lnTo>
                <a:lnTo>
                  <a:pt x="47713" y="16315"/>
                </a:lnTo>
                <a:lnTo>
                  <a:pt x="520" y="0"/>
                </a:lnTo>
                <a:lnTo>
                  <a:pt x="0" y="2534"/>
                </a:lnTo>
                <a:lnTo>
                  <a:pt x="596" y="2579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481791" y="4135948"/>
            <a:ext cx="60769" cy="8498"/>
          </a:xfrm>
          <a:custGeom>
            <a:avLst/>
            <a:gdLst/>
            <a:ahLst/>
            <a:cxnLst/>
            <a:rect l="l" t="t" r="r" b="b"/>
            <a:pathLst>
              <a:path w="60769" h="8498">
                <a:moveTo>
                  <a:pt x="63" y="8498"/>
                </a:moveTo>
                <a:lnTo>
                  <a:pt x="60769" y="0"/>
                </a:lnTo>
                <a:lnTo>
                  <a:pt x="54876" y="699"/>
                </a:lnTo>
                <a:lnTo>
                  <a:pt x="533" y="5963"/>
                </a:lnTo>
                <a:lnTo>
                  <a:pt x="0" y="5914"/>
                </a:lnTo>
                <a:lnTo>
                  <a:pt x="63" y="8498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432973" y="4126492"/>
            <a:ext cx="5484" cy="2490"/>
          </a:xfrm>
          <a:custGeom>
            <a:avLst/>
            <a:gdLst/>
            <a:ahLst/>
            <a:cxnLst/>
            <a:rect l="l" t="t" r="r" b="b"/>
            <a:pathLst>
              <a:path w="5484" h="2490">
                <a:moveTo>
                  <a:pt x="5484" y="1663"/>
                </a:moveTo>
                <a:lnTo>
                  <a:pt x="177" y="0"/>
                </a:lnTo>
                <a:lnTo>
                  <a:pt x="0" y="2490"/>
                </a:lnTo>
                <a:lnTo>
                  <a:pt x="5484" y="1663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519269" y="4102025"/>
            <a:ext cx="105981" cy="26546"/>
          </a:xfrm>
          <a:custGeom>
            <a:avLst/>
            <a:gdLst/>
            <a:ahLst/>
            <a:cxnLst/>
            <a:rect l="l" t="t" r="r" b="b"/>
            <a:pathLst>
              <a:path w="105981" h="26546">
                <a:moveTo>
                  <a:pt x="56807" y="0"/>
                </a:moveTo>
                <a:lnTo>
                  <a:pt x="0" y="11132"/>
                </a:lnTo>
                <a:lnTo>
                  <a:pt x="49174" y="26546"/>
                </a:lnTo>
                <a:lnTo>
                  <a:pt x="105981" y="18841"/>
                </a:lnTo>
                <a:lnTo>
                  <a:pt x="5680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603203" y="4089181"/>
            <a:ext cx="108534" cy="26545"/>
          </a:xfrm>
          <a:custGeom>
            <a:avLst/>
            <a:gdLst/>
            <a:ahLst/>
            <a:cxnLst/>
            <a:rect l="l" t="t" r="r" b="b"/>
            <a:pathLst>
              <a:path w="108534" h="26545">
                <a:moveTo>
                  <a:pt x="58508" y="0"/>
                </a:moveTo>
                <a:lnTo>
                  <a:pt x="0" y="6851"/>
                </a:lnTo>
                <a:lnTo>
                  <a:pt x="50876" y="26545"/>
                </a:lnTo>
                <a:lnTo>
                  <a:pt x="108534" y="16267"/>
                </a:lnTo>
                <a:lnTo>
                  <a:pt x="58508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692243" y="4074621"/>
            <a:ext cx="105130" cy="25693"/>
          </a:xfrm>
          <a:custGeom>
            <a:avLst/>
            <a:gdLst/>
            <a:ahLst/>
            <a:cxnLst/>
            <a:rect l="l" t="t" r="r" b="b"/>
            <a:pathLst>
              <a:path w="105130" h="25693">
                <a:moveTo>
                  <a:pt x="54267" y="0"/>
                </a:moveTo>
                <a:lnTo>
                  <a:pt x="0" y="6851"/>
                </a:lnTo>
                <a:lnTo>
                  <a:pt x="50863" y="25693"/>
                </a:lnTo>
                <a:lnTo>
                  <a:pt x="105130" y="17983"/>
                </a:lnTo>
                <a:lnTo>
                  <a:pt x="5426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777879" y="4060060"/>
            <a:ext cx="108534" cy="23122"/>
          </a:xfrm>
          <a:custGeom>
            <a:avLst/>
            <a:gdLst/>
            <a:ahLst/>
            <a:cxnLst/>
            <a:rect l="l" t="t" r="r" b="b"/>
            <a:pathLst>
              <a:path w="108534" h="23122">
                <a:moveTo>
                  <a:pt x="56807" y="0"/>
                </a:moveTo>
                <a:lnTo>
                  <a:pt x="0" y="8568"/>
                </a:lnTo>
                <a:lnTo>
                  <a:pt x="50876" y="23122"/>
                </a:lnTo>
                <a:lnTo>
                  <a:pt x="108534" y="15419"/>
                </a:lnTo>
                <a:lnTo>
                  <a:pt x="5680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498911" y="4109735"/>
            <a:ext cx="364604" cy="89058"/>
          </a:xfrm>
          <a:custGeom>
            <a:avLst/>
            <a:gdLst/>
            <a:ahLst/>
            <a:cxnLst/>
            <a:rect l="l" t="t" r="r" b="b"/>
            <a:pathLst>
              <a:path w="364604" h="89058">
                <a:moveTo>
                  <a:pt x="364604" y="44528"/>
                </a:moveTo>
                <a:lnTo>
                  <a:pt x="243357" y="0"/>
                </a:lnTo>
                <a:lnTo>
                  <a:pt x="0" y="41959"/>
                </a:lnTo>
                <a:lnTo>
                  <a:pt x="122097" y="89058"/>
                </a:lnTo>
                <a:lnTo>
                  <a:pt x="364604" y="44528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091076" y="4130287"/>
            <a:ext cx="327291" cy="155858"/>
          </a:xfrm>
          <a:custGeom>
            <a:avLst/>
            <a:gdLst/>
            <a:ahLst/>
            <a:cxnLst/>
            <a:rect l="l" t="t" r="r" b="b"/>
            <a:pathLst>
              <a:path w="327291" h="155858">
                <a:moveTo>
                  <a:pt x="0" y="35109"/>
                </a:moveTo>
                <a:lnTo>
                  <a:pt x="327291" y="155858"/>
                </a:lnTo>
                <a:lnTo>
                  <a:pt x="327291" y="118174"/>
                </a:lnTo>
                <a:lnTo>
                  <a:pt x="0" y="0"/>
                </a:lnTo>
                <a:lnTo>
                  <a:pt x="0" y="3510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985069" y="3476713"/>
            <a:ext cx="1101864" cy="819586"/>
          </a:xfrm>
          <a:custGeom>
            <a:avLst/>
            <a:gdLst/>
            <a:ahLst/>
            <a:cxnLst/>
            <a:rect l="l" t="t" r="r" b="b"/>
            <a:pathLst>
              <a:path w="1101864" h="819586">
                <a:moveTo>
                  <a:pt x="669848" y="21856"/>
                </a:moveTo>
                <a:lnTo>
                  <a:pt x="683945" y="11823"/>
                </a:lnTo>
                <a:lnTo>
                  <a:pt x="700439" y="1017"/>
                </a:lnTo>
                <a:lnTo>
                  <a:pt x="686919" y="1017"/>
                </a:lnTo>
                <a:lnTo>
                  <a:pt x="666991" y="2362"/>
                </a:lnTo>
                <a:lnTo>
                  <a:pt x="668807" y="21983"/>
                </a:lnTo>
                <a:lnTo>
                  <a:pt x="669848" y="21856"/>
                </a:lnTo>
                <a:close/>
              </a:path>
              <a:path w="1101864" h="819586">
                <a:moveTo>
                  <a:pt x="96989" y="647848"/>
                </a:moveTo>
                <a:lnTo>
                  <a:pt x="91046" y="640179"/>
                </a:lnTo>
                <a:lnTo>
                  <a:pt x="78524" y="656277"/>
                </a:lnTo>
                <a:lnTo>
                  <a:pt x="96253" y="663605"/>
                </a:lnTo>
                <a:lnTo>
                  <a:pt x="102311" y="666109"/>
                </a:lnTo>
                <a:lnTo>
                  <a:pt x="96989" y="647848"/>
                </a:lnTo>
                <a:close/>
              </a:path>
              <a:path w="1101864" h="819586">
                <a:moveTo>
                  <a:pt x="22077" y="136658"/>
                </a:moveTo>
                <a:lnTo>
                  <a:pt x="20688" y="127177"/>
                </a:lnTo>
                <a:lnTo>
                  <a:pt x="12725" y="138315"/>
                </a:lnTo>
                <a:lnTo>
                  <a:pt x="22077" y="136658"/>
                </a:lnTo>
                <a:close/>
              </a:path>
              <a:path w="1101864" h="819586">
                <a:moveTo>
                  <a:pt x="694245" y="20269"/>
                </a:moveTo>
                <a:lnTo>
                  <a:pt x="685211" y="20878"/>
                </a:lnTo>
                <a:lnTo>
                  <a:pt x="757669" y="539104"/>
                </a:lnTo>
                <a:lnTo>
                  <a:pt x="694245" y="20269"/>
                </a:lnTo>
                <a:close/>
              </a:path>
              <a:path w="1101864" h="819586">
                <a:moveTo>
                  <a:pt x="702134" y="1017"/>
                </a:moveTo>
                <a:lnTo>
                  <a:pt x="769988" y="522763"/>
                </a:lnTo>
                <a:lnTo>
                  <a:pt x="775381" y="524834"/>
                </a:lnTo>
                <a:lnTo>
                  <a:pt x="702134" y="1017"/>
                </a:lnTo>
                <a:close/>
              </a:path>
              <a:path w="1101864" h="819586">
                <a:moveTo>
                  <a:pt x="429947" y="799271"/>
                </a:moveTo>
                <a:lnTo>
                  <a:pt x="115747" y="682659"/>
                </a:lnTo>
                <a:lnTo>
                  <a:pt x="427367" y="799727"/>
                </a:lnTo>
                <a:lnTo>
                  <a:pt x="429947" y="799271"/>
                </a:lnTo>
                <a:close/>
              </a:path>
              <a:path w="1101864" h="819586">
                <a:moveTo>
                  <a:pt x="115747" y="689541"/>
                </a:moveTo>
                <a:lnTo>
                  <a:pt x="109359" y="680288"/>
                </a:lnTo>
                <a:lnTo>
                  <a:pt x="115747" y="682659"/>
                </a:lnTo>
                <a:lnTo>
                  <a:pt x="115747" y="650384"/>
                </a:lnTo>
                <a:lnTo>
                  <a:pt x="96176" y="642298"/>
                </a:lnTo>
                <a:lnTo>
                  <a:pt x="22077" y="136658"/>
                </a:lnTo>
                <a:lnTo>
                  <a:pt x="12725" y="138315"/>
                </a:lnTo>
                <a:lnTo>
                  <a:pt x="20688" y="127177"/>
                </a:lnTo>
                <a:lnTo>
                  <a:pt x="22077" y="136658"/>
                </a:lnTo>
                <a:lnTo>
                  <a:pt x="669331" y="21948"/>
                </a:lnTo>
                <a:lnTo>
                  <a:pt x="685211" y="20878"/>
                </a:lnTo>
                <a:lnTo>
                  <a:pt x="694245" y="20269"/>
                </a:lnTo>
                <a:lnTo>
                  <a:pt x="757669" y="539104"/>
                </a:lnTo>
                <a:lnTo>
                  <a:pt x="776185" y="530586"/>
                </a:lnTo>
                <a:lnTo>
                  <a:pt x="1082370" y="656997"/>
                </a:lnTo>
                <a:lnTo>
                  <a:pt x="1101864" y="650205"/>
                </a:lnTo>
                <a:lnTo>
                  <a:pt x="775381" y="524834"/>
                </a:lnTo>
                <a:lnTo>
                  <a:pt x="769988" y="522763"/>
                </a:lnTo>
                <a:lnTo>
                  <a:pt x="702124" y="1017"/>
                </a:lnTo>
                <a:lnTo>
                  <a:pt x="700439" y="1017"/>
                </a:lnTo>
                <a:lnTo>
                  <a:pt x="683945" y="11823"/>
                </a:lnTo>
                <a:lnTo>
                  <a:pt x="669848" y="21856"/>
                </a:lnTo>
                <a:lnTo>
                  <a:pt x="668807" y="21983"/>
                </a:lnTo>
                <a:lnTo>
                  <a:pt x="666991" y="2362"/>
                </a:lnTo>
                <a:lnTo>
                  <a:pt x="1714" y="120282"/>
                </a:lnTo>
                <a:lnTo>
                  <a:pt x="1714" y="132282"/>
                </a:lnTo>
                <a:lnTo>
                  <a:pt x="78524" y="656277"/>
                </a:lnTo>
                <a:lnTo>
                  <a:pt x="91046" y="640179"/>
                </a:lnTo>
                <a:lnTo>
                  <a:pt x="96989" y="647848"/>
                </a:lnTo>
                <a:lnTo>
                  <a:pt x="102311" y="666109"/>
                </a:lnTo>
                <a:lnTo>
                  <a:pt x="96253" y="663605"/>
                </a:lnTo>
                <a:lnTo>
                  <a:pt x="96253" y="696412"/>
                </a:lnTo>
                <a:lnTo>
                  <a:pt x="428155" y="819586"/>
                </a:lnTo>
                <a:lnTo>
                  <a:pt x="115747" y="689541"/>
                </a:lnTo>
                <a:close/>
              </a:path>
              <a:path w="1101864" h="819586">
                <a:moveTo>
                  <a:pt x="1101864" y="700385"/>
                </a:moveTo>
                <a:lnTo>
                  <a:pt x="432409" y="800185"/>
                </a:lnTo>
                <a:lnTo>
                  <a:pt x="1082370" y="683829"/>
                </a:lnTo>
                <a:lnTo>
                  <a:pt x="429947" y="799271"/>
                </a:lnTo>
                <a:lnTo>
                  <a:pt x="427367" y="799727"/>
                </a:lnTo>
                <a:lnTo>
                  <a:pt x="115747" y="682659"/>
                </a:lnTo>
                <a:lnTo>
                  <a:pt x="109359" y="680288"/>
                </a:lnTo>
                <a:lnTo>
                  <a:pt x="115747" y="689541"/>
                </a:lnTo>
                <a:lnTo>
                  <a:pt x="428155" y="819586"/>
                </a:lnTo>
                <a:lnTo>
                  <a:pt x="1101864" y="700385"/>
                </a:lnTo>
                <a:close/>
              </a:path>
              <a:path w="1101864" h="819586">
                <a:moveTo>
                  <a:pt x="1101864" y="700385"/>
                </a:moveTo>
                <a:lnTo>
                  <a:pt x="1101864" y="650205"/>
                </a:lnTo>
                <a:lnTo>
                  <a:pt x="1082370" y="656997"/>
                </a:lnTo>
                <a:lnTo>
                  <a:pt x="776185" y="530586"/>
                </a:lnTo>
                <a:lnTo>
                  <a:pt x="757669" y="539104"/>
                </a:lnTo>
                <a:lnTo>
                  <a:pt x="1082370" y="663790"/>
                </a:lnTo>
                <a:lnTo>
                  <a:pt x="1088644" y="666200"/>
                </a:lnTo>
                <a:lnTo>
                  <a:pt x="1090434" y="682402"/>
                </a:lnTo>
                <a:lnTo>
                  <a:pt x="1082370" y="692110"/>
                </a:lnTo>
                <a:lnTo>
                  <a:pt x="1082370" y="683829"/>
                </a:lnTo>
                <a:lnTo>
                  <a:pt x="432409" y="800185"/>
                </a:lnTo>
                <a:lnTo>
                  <a:pt x="1101864" y="700385"/>
                </a:lnTo>
                <a:close/>
              </a:path>
              <a:path w="1101864" h="819586">
                <a:moveTo>
                  <a:pt x="1090434" y="682402"/>
                </a:moveTo>
                <a:lnTo>
                  <a:pt x="1088644" y="666200"/>
                </a:lnTo>
                <a:lnTo>
                  <a:pt x="1082370" y="663790"/>
                </a:lnTo>
                <a:lnTo>
                  <a:pt x="1082370" y="692110"/>
                </a:lnTo>
                <a:lnTo>
                  <a:pt x="1090434" y="682402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083443" y="3565931"/>
            <a:ext cx="594385" cy="5018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235094" y="4486686"/>
            <a:ext cx="605980" cy="96252"/>
          </a:xfrm>
          <a:custGeom>
            <a:avLst/>
            <a:gdLst/>
            <a:ahLst/>
            <a:cxnLst/>
            <a:rect l="l" t="t" r="r" b="b"/>
            <a:pathLst>
              <a:path w="605980" h="96252">
                <a:moveTo>
                  <a:pt x="306400" y="71918"/>
                </a:moveTo>
                <a:lnTo>
                  <a:pt x="308381" y="76408"/>
                </a:lnTo>
                <a:lnTo>
                  <a:pt x="310362" y="80897"/>
                </a:lnTo>
                <a:lnTo>
                  <a:pt x="313143" y="84618"/>
                </a:lnTo>
                <a:lnTo>
                  <a:pt x="316763" y="87575"/>
                </a:lnTo>
                <a:lnTo>
                  <a:pt x="320408" y="90526"/>
                </a:lnTo>
                <a:lnTo>
                  <a:pt x="324675" y="92715"/>
                </a:lnTo>
                <a:lnTo>
                  <a:pt x="329590" y="94128"/>
                </a:lnTo>
                <a:lnTo>
                  <a:pt x="334505" y="95543"/>
                </a:lnTo>
                <a:lnTo>
                  <a:pt x="339928" y="96252"/>
                </a:lnTo>
                <a:lnTo>
                  <a:pt x="350418" y="96252"/>
                </a:lnTo>
                <a:lnTo>
                  <a:pt x="354558" y="95775"/>
                </a:lnTo>
                <a:lnTo>
                  <a:pt x="358292" y="94828"/>
                </a:lnTo>
                <a:lnTo>
                  <a:pt x="362038" y="93875"/>
                </a:lnTo>
                <a:lnTo>
                  <a:pt x="365633" y="92590"/>
                </a:lnTo>
                <a:lnTo>
                  <a:pt x="369062" y="90973"/>
                </a:lnTo>
                <a:lnTo>
                  <a:pt x="369062" y="72340"/>
                </a:lnTo>
                <a:lnTo>
                  <a:pt x="365975" y="72340"/>
                </a:lnTo>
                <a:lnTo>
                  <a:pt x="365086" y="73188"/>
                </a:lnTo>
                <a:lnTo>
                  <a:pt x="364109" y="74062"/>
                </a:lnTo>
                <a:lnTo>
                  <a:pt x="363080" y="74950"/>
                </a:lnTo>
                <a:lnTo>
                  <a:pt x="362013" y="75843"/>
                </a:lnTo>
                <a:lnTo>
                  <a:pt x="360794" y="76691"/>
                </a:lnTo>
                <a:lnTo>
                  <a:pt x="359435" y="77500"/>
                </a:lnTo>
                <a:lnTo>
                  <a:pt x="357974" y="78348"/>
                </a:lnTo>
                <a:lnTo>
                  <a:pt x="356146" y="79087"/>
                </a:lnTo>
                <a:lnTo>
                  <a:pt x="353949" y="79712"/>
                </a:lnTo>
                <a:lnTo>
                  <a:pt x="351751" y="80342"/>
                </a:lnTo>
                <a:lnTo>
                  <a:pt x="349275" y="80655"/>
                </a:lnTo>
                <a:lnTo>
                  <a:pt x="340626" y="80655"/>
                </a:lnTo>
                <a:lnTo>
                  <a:pt x="336067" y="78958"/>
                </a:lnTo>
                <a:lnTo>
                  <a:pt x="332854" y="75559"/>
                </a:lnTo>
                <a:lnTo>
                  <a:pt x="329653" y="72157"/>
                </a:lnTo>
                <a:lnTo>
                  <a:pt x="328041" y="67181"/>
                </a:lnTo>
                <a:lnTo>
                  <a:pt x="328041" y="54277"/>
                </a:lnTo>
                <a:lnTo>
                  <a:pt x="329603" y="49248"/>
                </a:lnTo>
                <a:lnTo>
                  <a:pt x="332740" y="45546"/>
                </a:lnTo>
                <a:lnTo>
                  <a:pt x="335864" y="41845"/>
                </a:lnTo>
                <a:lnTo>
                  <a:pt x="340334" y="39994"/>
                </a:lnTo>
                <a:lnTo>
                  <a:pt x="348792" y="39994"/>
                </a:lnTo>
                <a:lnTo>
                  <a:pt x="351078" y="40288"/>
                </a:lnTo>
                <a:lnTo>
                  <a:pt x="353072" y="40873"/>
                </a:lnTo>
                <a:lnTo>
                  <a:pt x="355053" y="41459"/>
                </a:lnTo>
                <a:lnTo>
                  <a:pt x="356870" y="42198"/>
                </a:lnTo>
                <a:lnTo>
                  <a:pt x="358521" y="43091"/>
                </a:lnTo>
                <a:lnTo>
                  <a:pt x="360260" y="44018"/>
                </a:lnTo>
                <a:lnTo>
                  <a:pt x="361734" y="44970"/>
                </a:lnTo>
                <a:lnTo>
                  <a:pt x="362915" y="45943"/>
                </a:lnTo>
                <a:lnTo>
                  <a:pt x="364109" y="46911"/>
                </a:lnTo>
                <a:lnTo>
                  <a:pt x="365125" y="47764"/>
                </a:lnTo>
                <a:lnTo>
                  <a:pt x="365975" y="48488"/>
                </a:lnTo>
                <a:lnTo>
                  <a:pt x="369062" y="48488"/>
                </a:lnTo>
                <a:lnTo>
                  <a:pt x="369062" y="29860"/>
                </a:lnTo>
                <a:lnTo>
                  <a:pt x="365671" y="28242"/>
                </a:lnTo>
                <a:lnTo>
                  <a:pt x="362013" y="26927"/>
                </a:lnTo>
                <a:lnTo>
                  <a:pt x="358076" y="25915"/>
                </a:lnTo>
                <a:lnTo>
                  <a:pt x="354152" y="24904"/>
                </a:lnTo>
                <a:lnTo>
                  <a:pt x="349859" y="24397"/>
                </a:lnTo>
                <a:lnTo>
                  <a:pt x="340029" y="24397"/>
                </a:lnTo>
                <a:lnTo>
                  <a:pt x="335051" y="25063"/>
                </a:lnTo>
                <a:lnTo>
                  <a:pt x="330238" y="26396"/>
                </a:lnTo>
                <a:lnTo>
                  <a:pt x="325424" y="27736"/>
                </a:lnTo>
                <a:lnTo>
                  <a:pt x="321170" y="29839"/>
                </a:lnTo>
                <a:lnTo>
                  <a:pt x="317474" y="32712"/>
                </a:lnTo>
                <a:lnTo>
                  <a:pt x="313677" y="35749"/>
                </a:lnTo>
                <a:lnTo>
                  <a:pt x="310718" y="39568"/>
                </a:lnTo>
                <a:lnTo>
                  <a:pt x="308597" y="44182"/>
                </a:lnTo>
                <a:lnTo>
                  <a:pt x="306463" y="48795"/>
                </a:lnTo>
                <a:lnTo>
                  <a:pt x="305409" y="54277"/>
                </a:lnTo>
                <a:lnTo>
                  <a:pt x="305409" y="66655"/>
                </a:lnTo>
                <a:lnTo>
                  <a:pt x="306400" y="71918"/>
                </a:lnTo>
                <a:close/>
              </a:path>
              <a:path w="605980" h="96252">
                <a:moveTo>
                  <a:pt x="241998" y="70956"/>
                </a:moveTo>
                <a:lnTo>
                  <a:pt x="242582" y="69235"/>
                </a:lnTo>
                <a:lnTo>
                  <a:pt x="243725" y="67925"/>
                </a:lnTo>
                <a:lnTo>
                  <a:pt x="247637" y="51341"/>
                </a:lnTo>
                <a:lnTo>
                  <a:pt x="241655" y="52109"/>
                </a:lnTo>
                <a:lnTo>
                  <a:pt x="236626" y="53409"/>
                </a:lnTo>
                <a:lnTo>
                  <a:pt x="232587" y="55229"/>
                </a:lnTo>
                <a:lnTo>
                  <a:pt x="228498" y="57045"/>
                </a:lnTo>
                <a:lnTo>
                  <a:pt x="225348" y="59536"/>
                </a:lnTo>
                <a:lnTo>
                  <a:pt x="223113" y="62691"/>
                </a:lnTo>
                <a:lnTo>
                  <a:pt x="220903" y="65846"/>
                </a:lnTo>
                <a:lnTo>
                  <a:pt x="219786" y="69914"/>
                </a:lnTo>
                <a:lnTo>
                  <a:pt x="219786" y="81121"/>
                </a:lnTo>
                <a:lnTo>
                  <a:pt x="221983" y="86240"/>
                </a:lnTo>
                <a:lnTo>
                  <a:pt x="226352" y="90244"/>
                </a:lnTo>
                <a:lnTo>
                  <a:pt x="230720" y="94247"/>
                </a:lnTo>
                <a:lnTo>
                  <a:pt x="236118" y="96252"/>
                </a:lnTo>
                <a:lnTo>
                  <a:pt x="245351" y="96252"/>
                </a:lnTo>
                <a:lnTo>
                  <a:pt x="247891" y="96019"/>
                </a:lnTo>
                <a:lnTo>
                  <a:pt x="250177" y="95552"/>
                </a:lnTo>
                <a:lnTo>
                  <a:pt x="252501" y="95086"/>
                </a:lnTo>
                <a:lnTo>
                  <a:pt x="254711" y="94372"/>
                </a:lnTo>
                <a:lnTo>
                  <a:pt x="256870" y="93399"/>
                </a:lnTo>
                <a:lnTo>
                  <a:pt x="258419" y="92670"/>
                </a:lnTo>
                <a:lnTo>
                  <a:pt x="260032" y="91678"/>
                </a:lnTo>
                <a:lnTo>
                  <a:pt x="261785" y="90427"/>
                </a:lnTo>
                <a:lnTo>
                  <a:pt x="263512" y="89173"/>
                </a:lnTo>
                <a:lnTo>
                  <a:pt x="264972" y="88101"/>
                </a:lnTo>
                <a:lnTo>
                  <a:pt x="266153" y="87208"/>
                </a:lnTo>
                <a:lnTo>
                  <a:pt x="266153" y="94432"/>
                </a:lnTo>
                <a:lnTo>
                  <a:pt x="287807" y="94432"/>
                </a:lnTo>
                <a:lnTo>
                  <a:pt x="287807" y="39890"/>
                </a:lnTo>
                <a:lnTo>
                  <a:pt x="285051" y="33898"/>
                </a:lnTo>
                <a:lnTo>
                  <a:pt x="279527" y="30073"/>
                </a:lnTo>
                <a:lnTo>
                  <a:pt x="267611" y="25559"/>
                </a:lnTo>
                <a:lnTo>
                  <a:pt x="252615" y="24338"/>
                </a:lnTo>
                <a:lnTo>
                  <a:pt x="247396" y="24338"/>
                </a:lnTo>
                <a:lnTo>
                  <a:pt x="242201" y="24749"/>
                </a:lnTo>
                <a:lnTo>
                  <a:pt x="236994" y="25579"/>
                </a:lnTo>
                <a:lnTo>
                  <a:pt x="231787" y="26412"/>
                </a:lnTo>
                <a:lnTo>
                  <a:pt x="228041" y="27131"/>
                </a:lnTo>
                <a:lnTo>
                  <a:pt x="225742" y="27736"/>
                </a:lnTo>
                <a:lnTo>
                  <a:pt x="225742" y="44182"/>
                </a:lnTo>
                <a:lnTo>
                  <a:pt x="227736" y="44182"/>
                </a:lnTo>
                <a:lnTo>
                  <a:pt x="229527" y="43492"/>
                </a:lnTo>
                <a:lnTo>
                  <a:pt x="232448" y="42515"/>
                </a:lnTo>
                <a:lnTo>
                  <a:pt x="236524" y="41235"/>
                </a:lnTo>
                <a:lnTo>
                  <a:pt x="240614" y="39965"/>
                </a:lnTo>
                <a:lnTo>
                  <a:pt x="244475" y="39325"/>
                </a:lnTo>
                <a:lnTo>
                  <a:pt x="254038" y="39325"/>
                </a:lnTo>
                <a:lnTo>
                  <a:pt x="258572" y="40044"/>
                </a:lnTo>
                <a:lnTo>
                  <a:pt x="261658" y="41483"/>
                </a:lnTo>
                <a:lnTo>
                  <a:pt x="264731" y="42917"/>
                </a:lnTo>
                <a:lnTo>
                  <a:pt x="266280" y="45516"/>
                </a:lnTo>
                <a:lnTo>
                  <a:pt x="266280" y="49644"/>
                </a:lnTo>
                <a:lnTo>
                  <a:pt x="259829" y="50006"/>
                </a:lnTo>
                <a:lnTo>
                  <a:pt x="253631" y="50576"/>
                </a:lnTo>
                <a:lnTo>
                  <a:pt x="250507" y="64363"/>
                </a:lnTo>
                <a:lnTo>
                  <a:pt x="253136" y="63872"/>
                </a:lnTo>
                <a:lnTo>
                  <a:pt x="256565" y="63445"/>
                </a:lnTo>
                <a:lnTo>
                  <a:pt x="259994" y="63023"/>
                </a:lnTo>
                <a:lnTo>
                  <a:pt x="263182" y="62691"/>
                </a:lnTo>
                <a:lnTo>
                  <a:pt x="266153" y="62448"/>
                </a:lnTo>
                <a:lnTo>
                  <a:pt x="266153" y="76607"/>
                </a:lnTo>
                <a:lnTo>
                  <a:pt x="264452" y="78055"/>
                </a:lnTo>
                <a:lnTo>
                  <a:pt x="262470" y="79226"/>
                </a:lnTo>
                <a:lnTo>
                  <a:pt x="260235" y="80114"/>
                </a:lnTo>
                <a:lnTo>
                  <a:pt x="257987" y="81001"/>
                </a:lnTo>
                <a:lnTo>
                  <a:pt x="255765" y="81443"/>
                </a:lnTo>
                <a:lnTo>
                  <a:pt x="250837" y="81443"/>
                </a:lnTo>
                <a:lnTo>
                  <a:pt x="248818" y="81250"/>
                </a:lnTo>
                <a:lnTo>
                  <a:pt x="247523" y="80868"/>
                </a:lnTo>
                <a:lnTo>
                  <a:pt x="246214" y="80486"/>
                </a:lnTo>
                <a:lnTo>
                  <a:pt x="245097" y="79890"/>
                </a:lnTo>
                <a:lnTo>
                  <a:pt x="244195" y="79082"/>
                </a:lnTo>
                <a:lnTo>
                  <a:pt x="243217" y="78278"/>
                </a:lnTo>
                <a:lnTo>
                  <a:pt x="242608" y="77430"/>
                </a:lnTo>
                <a:lnTo>
                  <a:pt x="242354" y="76542"/>
                </a:lnTo>
                <a:lnTo>
                  <a:pt x="242112" y="75655"/>
                </a:lnTo>
                <a:lnTo>
                  <a:pt x="241998" y="74508"/>
                </a:lnTo>
                <a:lnTo>
                  <a:pt x="241998" y="70956"/>
                </a:lnTo>
                <a:close/>
              </a:path>
              <a:path w="605980" h="96252">
                <a:moveTo>
                  <a:pt x="35369" y="59596"/>
                </a:moveTo>
                <a:lnTo>
                  <a:pt x="63207" y="76165"/>
                </a:lnTo>
                <a:lnTo>
                  <a:pt x="69507" y="94432"/>
                </a:lnTo>
                <a:lnTo>
                  <a:pt x="93560" y="94432"/>
                </a:lnTo>
                <a:lnTo>
                  <a:pt x="60185" y="4067"/>
                </a:lnTo>
                <a:lnTo>
                  <a:pt x="33362" y="4067"/>
                </a:lnTo>
                <a:lnTo>
                  <a:pt x="0" y="94432"/>
                </a:lnTo>
                <a:lnTo>
                  <a:pt x="23469" y="94432"/>
                </a:lnTo>
                <a:lnTo>
                  <a:pt x="29768" y="76165"/>
                </a:lnTo>
                <a:lnTo>
                  <a:pt x="63207" y="76165"/>
                </a:lnTo>
                <a:lnTo>
                  <a:pt x="35369" y="59596"/>
                </a:lnTo>
                <a:lnTo>
                  <a:pt x="46482" y="27221"/>
                </a:lnTo>
                <a:lnTo>
                  <a:pt x="57607" y="59596"/>
                </a:lnTo>
                <a:lnTo>
                  <a:pt x="35369" y="59596"/>
                </a:lnTo>
                <a:close/>
              </a:path>
              <a:path w="605980" h="96252">
                <a:moveTo>
                  <a:pt x="131457" y="69756"/>
                </a:moveTo>
                <a:lnTo>
                  <a:pt x="131432" y="67666"/>
                </a:lnTo>
                <a:lnTo>
                  <a:pt x="131432" y="41087"/>
                </a:lnTo>
                <a:lnTo>
                  <a:pt x="151828" y="41087"/>
                </a:lnTo>
                <a:lnTo>
                  <a:pt x="151828" y="26278"/>
                </a:lnTo>
                <a:lnTo>
                  <a:pt x="131432" y="26278"/>
                </a:lnTo>
                <a:lnTo>
                  <a:pt x="131432" y="6797"/>
                </a:lnTo>
                <a:lnTo>
                  <a:pt x="109512" y="6797"/>
                </a:lnTo>
                <a:lnTo>
                  <a:pt x="109512" y="26278"/>
                </a:lnTo>
                <a:lnTo>
                  <a:pt x="100533" y="26278"/>
                </a:lnTo>
                <a:lnTo>
                  <a:pt x="100533" y="41087"/>
                </a:lnTo>
                <a:lnTo>
                  <a:pt x="109512" y="41087"/>
                </a:lnTo>
                <a:lnTo>
                  <a:pt x="109512" y="81285"/>
                </a:lnTo>
                <a:lnTo>
                  <a:pt x="111594" y="87168"/>
                </a:lnTo>
                <a:lnTo>
                  <a:pt x="115760" y="90606"/>
                </a:lnTo>
                <a:lnTo>
                  <a:pt x="119900" y="94049"/>
                </a:lnTo>
                <a:lnTo>
                  <a:pt x="126225" y="95765"/>
                </a:lnTo>
                <a:lnTo>
                  <a:pt x="138518" y="95765"/>
                </a:lnTo>
                <a:lnTo>
                  <a:pt x="141719" y="95592"/>
                </a:lnTo>
                <a:lnTo>
                  <a:pt x="144360" y="95255"/>
                </a:lnTo>
                <a:lnTo>
                  <a:pt x="146989" y="94908"/>
                </a:lnTo>
                <a:lnTo>
                  <a:pt x="149479" y="94437"/>
                </a:lnTo>
                <a:lnTo>
                  <a:pt x="151828" y="93831"/>
                </a:lnTo>
                <a:lnTo>
                  <a:pt x="151828" y="78893"/>
                </a:lnTo>
                <a:lnTo>
                  <a:pt x="150012" y="78893"/>
                </a:lnTo>
                <a:lnTo>
                  <a:pt x="149288" y="79301"/>
                </a:lnTo>
                <a:lnTo>
                  <a:pt x="148005" y="79742"/>
                </a:lnTo>
                <a:lnTo>
                  <a:pt x="146177" y="80228"/>
                </a:lnTo>
                <a:lnTo>
                  <a:pt x="144322" y="80714"/>
                </a:lnTo>
                <a:lnTo>
                  <a:pt x="142836" y="80957"/>
                </a:lnTo>
                <a:lnTo>
                  <a:pt x="138976" y="80957"/>
                </a:lnTo>
                <a:lnTo>
                  <a:pt x="136880" y="80540"/>
                </a:lnTo>
                <a:lnTo>
                  <a:pt x="135458" y="79712"/>
                </a:lnTo>
                <a:lnTo>
                  <a:pt x="134023" y="78883"/>
                </a:lnTo>
                <a:lnTo>
                  <a:pt x="133019" y="77758"/>
                </a:lnTo>
                <a:lnTo>
                  <a:pt x="132461" y="76339"/>
                </a:lnTo>
                <a:lnTo>
                  <a:pt x="131851" y="74919"/>
                </a:lnTo>
                <a:lnTo>
                  <a:pt x="131546" y="73323"/>
                </a:lnTo>
                <a:lnTo>
                  <a:pt x="131508" y="71536"/>
                </a:lnTo>
                <a:lnTo>
                  <a:pt x="131457" y="69756"/>
                </a:lnTo>
                <a:close/>
              </a:path>
              <a:path w="605980" h="96252">
                <a:moveTo>
                  <a:pt x="189776" y="69756"/>
                </a:moveTo>
                <a:lnTo>
                  <a:pt x="189750" y="67666"/>
                </a:lnTo>
                <a:lnTo>
                  <a:pt x="189750" y="41087"/>
                </a:lnTo>
                <a:lnTo>
                  <a:pt x="210134" y="41087"/>
                </a:lnTo>
                <a:lnTo>
                  <a:pt x="210134" y="26278"/>
                </a:lnTo>
                <a:lnTo>
                  <a:pt x="189750" y="26278"/>
                </a:lnTo>
                <a:lnTo>
                  <a:pt x="189750" y="6797"/>
                </a:lnTo>
                <a:lnTo>
                  <a:pt x="167855" y="6797"/>
                </a:lnTo>
                <a:lnTo>
                  <a:pt x="167855" y="26278"/>
                </a:lnTo>
                <a:lnTo>
                  <a:pt x="158877" y="26278"/>
                </a:lnTo>
                <a:lnTo>
                  <a:pt x="158877" y="41087"/>
                </a:lnTo>
                <a:lnTo>
                  <a:pt x="167855" y="41087"/>
                </a:lnTo>
                <a:lnTo>
                  <a:pt x="167855" y="81285"/>
                </a:lnTo>
                <a:lnTo>
                  <a:pt x="169926" y="87168"/>
                </a:lnTo>
                <a:lnTo>
                  <a:pt x="174066" y="90606"/>
                </a:lnTo>
                <a:lnTo>
                  <a:pt x="178219" y="94049"/>
                </a:lnTo>
                <a:lnTo>
                  <a:pt x="184531" y="95765"/>
                </a:lnTo>
                <a:lnTo>
                  <a:pt x="196824" y="95765"/>
                </a:lnTo>
                <a:lnTo>
                  <a:pt x="200037" y="95592"/>
                </a:lnTo>
                <a:lnTo>
                  <a:pt x="202679" y="95255"/>
                </a:lnTo>
                <a:lnTo>
                  <a:pt x="205295" y="94908"/>
                </a:lnTo>
                <a:lnTo>
                  <a:pt x="207797" y="94437"/>
                </a:lnTo>
                <a:lnTo>
                  <a:pt x="210134" y="93831"/>
                </a:lnTo>
                <a:lnTo>
                  <a:pt x="210134" y="78893"/>
                </a:lnTo>
                <a:lnTo>
                  <a:pt x="208330" y="78893"/>
                </a:lnTo>
                <a:lnTo>
                  <a:pt x="207594" y="79301"/>
                </a:lnTo>
                <a:lnTo>
                  <a:pt x="206311" y="79742"/>
                </a:lnTo>
                <a:lnTo>
                  <a:pt x="204482" y="80228"/>
                </a:lnTo>
                <a:lnTo>
                  <a:pt x="202641" y="80714"/>
                </a:lnTo>
                <a:lnTo>
                  <a:pt x="201155" y="80957"/>
                </a:lnTo>
                <a:lnTo>
                  <a:pt x="197294" y="80957"/>
                </a:lnTo>
                <a:lnTo>
                  <a:pt x="195199" y="80540"/>
                </a:lnTo>
                <a:lnTo>
                  <a:pt x="193776" y="79712"/>
                </a:lnTo>
                <a:lnTo>
                  <a:pt x="192328" y="78883"/>
                </a:lnTo>
                <a:lnTo>
                  <a:pt x="191338" y="77758"/>
                </a:lnTo>
                <a:lnTo>
                  <a:pt x="190766" y="76339"/>
                </a:lnTo>
                <a:lnTo>
                  <a:pt x="190182" y="74919"/>
                </a:lnTo>
                <a:lnTo>
                  <a:pt x="189852" y="73323"/>
                </a:lnTo>
                <a:lnTo>
                  <a:pt x="189814" y="71536"/>
                </a:lnTo>
                <a:lnTo>
                  <a:pt x="189776" y="69756"/>
                </a:lnTo>
                <a:close/>
              </a:path>
              <a:path w="605980" h="96252">
                <a:moveTo>
                  <a:pt x="244881" y="66615"/>
                </a:moveTo>
                <a:lnTo>
                  <a:pt x="246545" y="65613"/>
                </a:lnTo>
                <a:lnTo>
                  <a:pt x="248742" y="64928"/>
                </a:lnTo>
                <a:lnTo>
                  <a:pt x="250507" y="64363"/>
                </a:lnTo>
                <a:lnTo>
                  <a:pt x="253631" y="50576"/>
                </a:lnTo>
                <a:lnTo>
                  <a:pt x="247637" y="51341"/>
                </a:lnTo>
                <a:lnTo>
                  <a:pt x="243725" y="67925"/>
                </a:lnTo>
                <a:lnTo>
                  <a:pt x="244881" y="66615"/>
                </a:lnTo>
                <a:close/>
              </a:path>
              <a:path w="605980" h="96252">
                <a:moveTo>
                  <a:pt x="458025" y="94432"/>
                </a:moveTo>
                <a:lnTo>
                  <a:pt x="431787" y="55652"/>
                </a:lnTo>
                <a:lnTo>
                  <a:pt x="456272" y="26278"/>
                </a:lnTo>
                <a:lnTo>
                  <a:pt x="431063" y="26278"/>
                </a:lnTo>
                <a:lnTo>
                  <a:pt x="407606" y="56327"/>
                </a:lnTo>
                <a:lnTo>
                  <a:pt x="407606" y="0"/>
                </a:lnTo>
                <a:lnTo>
                  <a:pt x="385686" y="0"/>
                </a:lnTo>
                <a:lnTo>
                  <a:pt x="385686" y="94432"/>
                </a:lnTo>
                <a:lnTo>
                  <a:pt x="407606" y="94432"/>
                </a:lnTo>
                <a:lnTo>
                  <a:pt x="407606" y="72057"/>
                </a:lnTo>
                <a:lnTo>
                  <a:pt x="413499" y="64795"/>
                </a:lnTo>
                <a:lnTo>
                  <a:pt x="432600" y="94432"/>
                </a:lnTo>
                <a:lnTo>
                  <a:pt x="458025" y="94432"/>
                </a:lnTo>
                <a:close/>
              </a:path>
              <a:path w="605980" h="96252">
                <a:moveTo>
                  <a:pt x="468606" y="47176"/>
                </a:moveTo>
                <a:lnTo>
                  <a:pt x="466572" y="60746"/>
                </a:lnTo>
                <a:lnTo>
                  <a:pt x="466699" y="64326"/>
                </a:lnTo>
                <a:lnTo>
                  <a:pt x="469931" y="77236"/>
                </a:lnTo>
                <a:lnTo>
                  <a:pt x="477507" y="87025"/>
                </a:lnTo>
                <a:lnTo>
                  <a:pt x="482895" y="90704"/>
                </a:lnTo>
                <a:lnTo>
                  <a:pt x="494474" y="94865"/>
                </a:lnTo>
                <a:lnTo>
                  <a:pt x="508939" y="96252"/>
                </a:lnTo>
                <a:lnTo>
                  <a:pt x="514248" y="96252"/>
                </a:lnTo>
                <a:lnTo>
                  <a:pt x="519087" y="95806"/>
                </a:lnTo>
                <a:lnTo>
                  <a:pt x="523443" y="94917"/>
                </a:lnTo>
                <a:lnTo>
                  <a:pt x="527812" y="94029"/>
                </a:lnTo>
                <a:lnTo>
                  <a:pt x="532472" y="92590"/>
                </a:lnTo>
                <a:lnTo>
                  <a:pt x="537413" y="90606"/>
                </a:lnTo>
                <a:lnTo>
                  <a:pt x="537413" y="73069"/>
                </a:lnTo>
                <a:lnTo>
                  <a:pt x="534962" y="73069"/>
                </a:lnTo>
                <a:lnTo>
                  <a:pt x="532472" y="74969"/>
                </a:lnTo>
                <a:lnTo>
                  <a:pt x="529056" y="76751"/>
                </a:lnTo>
                <a:lnTo>
                  <a:pt x="524725" y="78407"/>
                </a:lnTo>
                <a:lnTo>
                  <a:pt x="520395" y="80069"/>
                </a:lnTo>
                <a:lnTo>
                  <a:pt x="515924" y="80897"/>
                </a:lnTo>
                <a:lnTo>
                  <a:pt x="504024" y="80897"/>
                </a:lnTo>
                <a:lnTo>
                  <a:pt x="498513" y="79484"/>
                </a:lnTo>
                <a:lnTo>
                  <a:pt x="494779" y="76652"/>
                </a:lnTo>
                <a:lnTo>
                  <a:pt x="491032" y="73818"/>
                </a:lnTo>
                <a:lnTo>
                  <a:pt x="488988" y="69730"/>
                </a:lnTo>
                <a:lnTo>
                  <a:pt x="488683" y="64387"/>
                </a:lnTo>
                <a:lnTo>
                  <a:pt x="538683" y="64387"/>
                </a:lnTo>
                <a:lnTo>
                  <a:pt x="516953" y="51588"/>
                </a:lnTo>
                <a:lnTo>
                  <a:pt x="488619" y="51588"/>
                </a:lnTo>
                <a:lnTo>
                  <a:pt x="488950" y="46771"/>
                </a:lnTo>
                <a:lnTo>
                  <a:pt x="490448" y="43270"/>
                </a:lnTo>
                <a:lnTo>
                  <a:pt x="493179" y="41087"/>
                </a:lnTo>
                <a:lnTo>
                  <a:pt x="495871" y="38903"/>
                </a:lnTo>
                <a:lnTo>
                  <a:pt x="499925" y="24390"/>
                </a:lnTo>
                <a:lnTo>
                  <a:pt x="487052" y="27441"/>
                </a:lnTo>
                <a:lnTo>
                  <a:pt x="476935" y="34016"/>
                </a:lnTo>
                <a:lnTo>
                  <a:pt x="474707" y="36356"/>
                </a:lnTo>
                <a:lnTo>
                  <a:pt x="468606" y="47176"/>
                </a:lnTo>
                <a:close/>
              </a:path>
              <a:path w="605980" h="96252">
                <a:moveTo>
                  <a:pt x="519408" y="26107"/>
                </a:moveTo>
                <a:lnTo>
                  <a:pt x="505307" y="24155"/>
                </a:lnTo>
                <a:lnTo>
                  <a:pt x="499925" y="24390"/>
                </a:lnTo>
                <a:lnTo>
                  <a:pt x="495871" y="38903"/>
                </a:lnTo>
                <a:lnTo>
                  <a:pt x="499325" y="37807"/>
                </a:lnTo>
                <a:lnTo>
                  <a:pt x="508063" y="37807"/>
                </a:lnTo>
                <a:lnTo>
                  <a:pt x="511416" y="38963"/>
                </a:lnTo>
                <a:lnTo>
                  <a:pt x="513549" y="41269"/>
                </a:lnTo>
                <a:lnTo>
                  <a:pt x="515708" y="43572"/>
                </a:lnTo>
                <a:lnTo>
                  <a:pt x="516826" y="47015"/>
                </a:lnTo>
                <a:lnTo>
                  <a:pt x="516953" y="51588"/>
                </a:lnTo>
                <a:lnTo>
                  <a:pt x="538683" y="64387"/>
                </a:lnTo>
                <a:lnTo>
                  <a:pt x="538682" y="56497"/>
                </a:lnTo>
                <a:lnTo>
                  <a:pt x="536553" y="42715"/>
                </a:lnTo>
                <a:lnTo>
                  <a:pt x="530288" y="32558"/>
                </a:lnTo>
                <a:lnTo>
                  <a:pt x="529671" y="31960"/>
                </a:lnTo>
                <a:lnTo>
                  <a:pt x="519408" y="26107"/>
                </a:lnTo>
                <a:close/>
              </a:path>
              <a:path w="605980" h="96252">
                <a:moveTo>
                  <a:pt x="594563" y="26714"/>
                </a:moveTo>
                <a:lnTo>
                  <a:pt x="591019" y="28069"/>
                </a:lnTo>
                <a:lnTo>
                  <a:pt x="587476" y="29423"/>
                </a:lnTo>
                <a:lnTo>
                  <a:pt x="583285" y="32166"/>
                </a:lnTo>
                <a:lnTo>
                  <a:pt x="578485" y="36288"/>
                </a:lnTo>
                <a:lnTo>
                  <a:pt x="578485" y="26278"/>
                </a:lnTo>
                <a:lnTo>
                  <a:pt x="556590" y="26278"/>
                </a:lnTo>
                <a:lnTo>
                  <a:pt x="556590" y="94432"/>
                </a:lnTo>
                <a:lnTo>
                  <a:pt x="578485" y="94432"/>
                </a:lnTo>
                <a:lnTo>
                  <a:pt x="578485" y="48795"/>
                </a:lnTo>
                <a:lnTo>
                  <a:pt x="581228" y="47823"/>
                </a:lnTo>
                <a:lnTo>
                  <a:pt x="583793" y="47133"/>
                </a:lnTo>
                <a:lnTo>
                  <a:pt x="586168" y="46732"/>
                </a:lnTo>
                <a:lnTo>
                  <a:pt x="588543" y="46325"/>
                </a:lnTo>
                <a:lnTo>
                  <a:pt x="591286" y="46127"/>
                </a:lnTo>
                <a:lnTo>
                  <a:pt x="595782" y="46127"/>
                </a:lnTo>
                <a:lnTo>
                  <a:pt x="597484" y="46201"/>
                </a:lnTo>
                <a:lnTo>
                  <a:pt x="599567" y="46365"/>
                </a:lnTo>
                <a:lnTo>
                  <a:pt x="601611" y="46528"/>
                </a:lnTo>
                <a:lnTo>
                  <a:pt x="603110" y="46771"/>
                </a:lnTo>
                <a:lnTo>
                  <a:pt x="604037" y="47094"/>
                </a:lnTo>
                <a:lnTo>
                  <a:pt x="605980" y="47094"/>
                </a:lnTo>
                <a:lnTo>
                  <a:pt x="605980" y="26278"/>
                </a:lnTo>
                <a:lnTo>
                  <a:pt x="605243" y="26198"/>
                </a:lnTo>
                <a:lnTo>
                  <a:pt x="604393" y="26139"/>
                </a:lnTo>
                <a:lnTo>
                  <a:pt x="603427" y="26094"/>
                </a:lnTo>
                <a:lnTo>
                  <a:pt x="602462" y="26055"/>
                </a:lnTo>
                <a:lnTo>
                  <a:pt x="601586" y="26035"/>
                </a:lnTo>
                <a:lnTo>
                  <a:pt x="597839" y="26035"/>
                </a:lnTo>
                <a:lnTo>
                  <a:pt x="594563" y="267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787652" y="3762755"/>
            <a:ext cx="2229612" cy="2378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08810" y="3851148"/>
            <a:ext cx="2069973" cy="51818"/>
          </a:xfrm>
          <a:custGeom>
            <a:avLst/>
            <a:gdLst/>
            <a:ahLst/>
            <a:cxnLst/>
            <a:rect l="l" t="t" r="r" b="b"/>
            <a:pathLst>
              <a:path w="2069973" h="51818">
                <a:moveTo>
                  <a:pt x="77724" y="25910"/>
                </a:moveTo>
                <a:lnTo>
                  <a:pt x="2069973" y="25910"/>
                </a:lnTo>
                <a:lnTo>
                  <a:pt x="2069973" y="0"/>
                </a:lnTo>
                <a:lnTo>
                  <a:pt x="64769" y="0"/>
                </a:lnTo>
                <a:lnTo>
                  <a:pt x="64769" y="25910"/>
                </a:lnTo>
                <a:lnTo>
                  <a:pt x="77724" y="25910"/>
                </a:lnTo>
                <a:close/>
              </a:path>
              <a:path w="2069973" h="51818">
                <a:moveTo>
                  <a:pt x="77724" y="0"/>
                </a:moveTo>
                <a:lnTo>
                  <a:pt x="77724" y="-25908"/>
                </a:lnTo>
                <a:lnTo>
                  <a:pt x="0" y="12953"/>
                </a:lnTo>
                <a:lnTo>
                  <a:pt x="77724" y="51814"/>
                </a:lnTo>
                <a:lnTo>
                  <a:pt x="77724" y="25910"/>
                </a:lnTo>
                <a:lnTo>
                  <a:pt x="64769" y="25910"/>
                </a:lnTo>
                <a:lnTo>
                  <a:pt x="64769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166079" y="4075871"/>
            <a:ext cx="688230" cy="280549"/>
          </a:xfrm>
          <a:custGeom>
            <a:avLst/>
            <a:gdLst/>
            <a:ahLst/>
            <a:cxnLst/>
            <a:rect l="l" t="t" r="r" b="b"/>
            <a:pathLst>
              <a:path w="688230" h="280549">
                <a:moveTo>
                  <a:pt x="688222" y="175835"/>
                </a:moveTo>
                <a:lnTo>
                  <a:pt x="681587" y="142199"/>
                </a:lnTo>
                <a:lnTo>
                  <a:pt x="666633" y="120233"/>
                </a:lnTo>
                <a:lnTo>
                  <a:pt x="644047" y="99043"/>
                </a:lnTo>
                <a:lnTo>
                  <a:pt x="614508" y="78983"/>
                </a:lnTo>
                <a:lnTo>
                  <a:pt x="578696" y="60405"/>
                </a:lnTo>
                <a:lnTo>
                  <a:pt x="537290" y="43661"/>
                </a:lnTo>
                <a:lnTo>
                  <a:pt x="514701" y="36088"/>
                </a:lnTo>
                <a:lnTo>
                  <a:pt x="490969" y="29105"/>
                </a:lnTo>
                <a:lnTo>
                  <a:pt x="466177" y="22758"/>
                </a:lnTo>
                <a:lnTo>
                  <a:pt x="440412" y="17089"/>
                </a:lnTo>
                <a:lnTo>
                  <a:pt x="413759" y="12144"/>
                </a:lnTo>
                <a:lnTo>
                  <a:pt x="386301" y="7965"/>
                </a:lnTo>
                <a:lnTo>
                  <a:pt x="358123" y="4598"/>
                </a:lnTo>
                <a:lnTo>
                  <a:pt x="329855" y="2133"/>
                </a:lnTo>
                <a:lnTo>
                  <a:pt x="302125" y="609"/>
                </a:lnTo>
                <a:lnTo>
                  <a:pt x="275025" y="0"/>
                </a:lnTo>
                <a:lnTo>
                  <a:pt x="248646" y="280"/>
                </a:lnTo>
                <a:lnTo>
                  <a:pt x="223083" y="1424"/>
                </a:lnTo>
                <a:lnTo>
                  <a:pt x="198425" y="3406"/>
                </a:lnTo>
                <a:lnTo>
                  <a:pt x="174767" y="6201"/>
                </a:lnTo>
                <a:lnTo>
                  <a:pt x="130814" y="14123"/>
                </a:lnTo>
                <a:lnTo>
                  <a:pt x="91961" y="24985"/>
                </a:lnTo>
                <a:lnTo>
                  <a:pt x="58946" y="38580"/>
                </a:lnTo>
                <a:lnTo>
                  <a:pt x="32506" y="54702"/>
                </a:lnTo>
                <a:lnTo>
                  <a:pt x="13378" y="73145"/>
                </a:lnTo>
                <a:lnTo>
                  <a:pt x="2299" y="93703"/>
                </a:lnTo>
                <a:lnTo>
                  <a:pt x="0" y="115956"/>
                </a:lnTo>
                <a:lnTo>
                  <a:pt x="2238" y="127183"/>
                </a:lnTo>
                <a:lnTo>
                  <a:pt x="13120" y="149408"/>
                </a:lnTo>
                <a:lnTo>
                  <a:pt x="31974" y="171031"/>
                </a:lnTo>
                <a:lnTo>
                  <a:pt x="58121" y="191701"/>
                </a:lnTo>
                <a:lnTo>
                  <a:pt x="90881" y="211064"/>
                </a:lnTo>
                <a:lnTo>
                  <a:pt x="129575" y="228768"/>
                </a:lnTo>
                <a:lnTo>
                  <a:pt x="173523" y="244461"/>
                </a:lnTo>
                <a:lnTo>
                  <a:pt x="197255" y="251443"/>
                </a:lnTo>
                <a:lnTo>
                  <a:pt x="222046" y="257790"/>
                </a:lnTo>
                <a:lnTo>
                  <a:pt x="247810" y="263458"/>
                </a:lnTo>
                <a:lnTo>
                  <a:pt x="274463" y="268402"/>
                </a:lnTo>
                <a:lnTo>
                  <a:pt x="301919" y="272580"/>
                </a:lnTo>
                <a:lnTo>
                  <a:pt x="330095" y="275946"/>
                </a:lnTo>
                <a:lnTo>
                  <a:pt x="358363" y="278413"/>
                </a:lnTo>
                <a:lnTo>
                  <a:pt x="386093" y="279939"/>
                </a:lnTo>
                <a:lnTo>
                  <a:pt x="413194" y="280549"/>
                </a:lnTo>
                <a:lnTo>
                  <a:pt x="439573" y="280270"/>
                </a:lnTo>
                <a:lnTo>
                  <a:pt x="465137" y="279127"/>
                </a:lnTo>
                <a:lnTo>
                  <a:pt x="489795" y="277146"/>
                </a:lnTo>
                <a:lnTo>
                  <a:pt x="513454" y="274352"/>
                </a:lnTo>
                <a:lnTo>
                  <a:pt x="557408" y="266431"/>
                </a:lnTo>
                <a:lnTo>
                  <a:pt x="596263" y="255569"/>
                </a:lnTo>
                <a:lnTo>
                  <a:pt x="629279" y="241974"/>
                </a:lnTo>
                <a:lnTo>
                  <a:pt x="655721" y="225850"/>
                </a:lnTo>
                <a:lnTo>
                  <a:pt x="674851" y="207405"/>
                </a:lnTo>
                <a:lnTo>
                  <a:pt x="685931" y="186844"/>
                </a:lnTo>
                <a:lnTo>
                  <a:pt x="688222" y="175835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479799" y="3685057"/>
            <a:ext cx="225538" cy="77724"/>
          </a:xfrm>
          <a:custGeom>
            <a:avLst/>
            <a:gdLst/>
            <a:ahLst/>
            <a:cxnLst/>
            <a:rect l="l" t="t" r="r" b="b"/>
            <a:pathLst>
              <a:path w="225538" h="77724">
                <a:moveTo>
                  <a:pt x="0" y="77724"/>
                </a:moveTo>
                <a:lnTo>
                  <a:pt x="225538" y="38100"/>
                </a:lnTo>
                <a:lnTo>
                  <a:pt x="225538" y="0"/>
                </a:lnTo>
                <a:lnTo>
                  <a:pt x="0" y="38100"/>
                </a:lnTo>
                <a:lnTo>
                  <a:pt x="0" y="77724"/>
                </a:lnTo>
                <a:close/>
              </a:path>
            </a:pathLst>
          </a:custGeom>
          <a:ln w="1523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484363" y="3685044"/>
            <a:ext cx="214871" cy="59436"/>
          </a:xfrm>
          <a:custGeom>
            <a:avLst/>
            <a:gdLst/>
            <a:ahLst/>
            <a:cxnLst/>
            <a:rect l="l" t="t" r="r" b="b"/>
            <a:pathLst>
              <a:path w="214871" h="59436">
                <a:moveTo>
                  <a:pt x="0" y="59436"/>
                </a:moveTo>
                <a:lnTo>
                  <a:pt x="214871" y="19812"/>
                </a:lnTo>
                <a:lnTo>
                  <a:pt x="214871" y="0"/>
                </a:lnTo>
                <a:lnTo>
                  <a:pt x="0" y="38099"/>
                </a:lnTo>
                <a:lnTo>
                  <a:pt x="0" y="5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479791" y="3718572"/>
            <a:ext cx="225551" cy="44196"/>
          </a:xfrm>
          <a:custGeom>
            <a:avLst/>
            <a:gdLst/>
            <a:ahLst/>
            <a:cxnLst/>
            <a:rect l="l" t="t" r="r" b="b"/>
            <a:pathLst>
              <a:path w="225551" h="44196">
                <a:moveTo>
                  <a:pt x="0" y="44196"/>
                </a:moveTo>
                <a:lnTo>
                  <a:pt x="225551" y="3048"/>
                </a:lnTo>
                <a:lnTo>
                  <a:pt x="220967" y="0"/>
                </a:lnTo>
                <a:lnTo>
                  <a:pt x="0" y="39624"/>
                </a:lnTo>
                <a:lnTo>
                  <a:pt x="0" y="44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472179" y="3785641"/>
            <a:ext cx="242302" cy="42659"/>
          </a:xfrm>
          <a:custGeom>
            <a:avLst/>
            <a:gdLst/>
            <a:ahLst/>
            <a:cxnLst/>
            <a:rect l="l" t="t" r="r" b="b"/>
            <a:pathLst>
              <a:path w="242302" h="42659">
                <a:moveTo>
                  <a:pt x="0" y="42659"/>
                </a:moveTo>
                <a:lnTo>
                  <a:pt x="242302" y="0"/>
                </a:lnTo>
              </a:path>
            </a:pathLst>
          </a:custGeom>
          <a:ln w="15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472179" y="3613429"/>
            <a:ext cx="242302" cy="44196"/>
          </a:xfrm>
          <a:custGeom>
            <a:avLst/>
            <a:gdLst/>
            <a:ahLst/>
            <a:cxnLst/>
            <a:rect l="l" t="t" r="r" b="b"/>
            <a:pathLst>
              <a:path w="242302" h="44196">
                <a:moveTo>
                  <a:pt x="0" y="44196"/>
                </a:moveTo>
                <a:lnTo>
                  <a:pt x="242302" y="0"/>
                </a:lnTo>
              </a:path>
            </a:pathLst>
          </a:custGeom>
          <a:ln w="15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481310" y="3654577"/>
            <a:ext cx="0" cy="173723"/>
          </a:xfrm>
          <a:custGeom>
            <a:avLst/>
            <a:gdLst/>
            <a:ahLst/>
            <a:cxnLst/>
            <a:rect l="l" t="t" r="r" b="b"/>
            <a:pathLst>
              <a:path h="173723">
                <a:moveTo>
                  <a:pt x="0" y="0"/>
                </a:moveTo>
                <a:lnTo>
                  <a:pt x="0" y="173723"/>
                </a:lnTo>
              </a:path>
            </a:pathLst>
          </a:custGeom>
          <a:ln w="152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129282" y="3366541"/>
            <a:ext cx="601955" cy="9341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126995" y="3364242"/>
            <a:ext cx="612218" cy="939797"/>
          </a:xfrm>
          <a:custGeom>
            <a:avLst/>
            <a:gdLst/>
            <a:ahLst/>
            <a:cxnLst/>
            <a:rect l="l" t="t" r="r" b="b"/>
            <a:pathLst>
              <a:path w="612218" h="939797">
                <a:moveTo>
                  <a:pt x="264403" y="4572"/>
                </a:moveTo>
                <a:lnTo>
                  <a:pt x="141357" y="25882"/>
                </a:lnTo>
                <a:lnTo>
                  <a:pt x="264711" y="4572"/>
                </a:lnTo>
                <a:lnTo>
                  <a:pt x="264403" y="4572"/>
                </a:lnTo>
                <a:close/>
              </a:path>
              <a:path w="612218" h="939797">
                <a:moveTo>
                  <a:pt x="301856" y="9067"/>
                </a:moveTo>
                <a:lnTo>
                  <a:pt x="321642" y="15163"/>
                </a:lnTo>
                <a:lnTo>
                  <a:pt x="596247" y="116107"/>
                </a:lnTo>
                <a:lnTo>
                  <a:pt x="603722" y="114363"/>
                </a:lnTo>
                <a:lnTo>
                  <a:pt x="603455" y="118757"/>
                </a:lnTo>
                <a:lnTo>
                  <a:pt x="596247" y="116107"/>
                </a:lnTo>
                <a:lnTo>
                  <a:pt x="332209" y="180581"/>
                </a:lnTo>
                <a:lnTo>
                  <a:pt x="332231" y="182430"/>
                </a:lnTo>
                <a:lnTo>
                  <a:pt x="612218" y="117081"/>
                </a:lnTo>
                <a:lnTo>
                  <a:pt x="323052" y="10795"/>
                </a:lnTo>
                <a:lnTo>
                  <a:pt x="303176" y="4673"/>
                </a:lnTo>
                <a:lnTo>
                  <a:pt x="287606" y="0"/>
                </a:lnTo>
                <a:lnTo>
                  <a:pt x="286616" y="4495"/>
                </a:lnTo>
                <a:lnTo>
                  <a:pt x="275071" y="4572"/>
                </a:lnTo>
                <a:lnTo>
                  <a:pt x="287263" y="4572"/>
                </a:lnTo>
                <a:lnTo>
                  <a:pt x="301856" y="9067"/>
                </a:lnTo>
                <a:close/>
              </a:path>
              <a:path w="612218" h="939797">
                <a:moveTo>
                  <a:pt x="49883" y="42646"/>
                </a:moveTo>
                <a:lnTo>
                  <a:pt x="38606" y="43827"/>
                </a:lnTo>
                <a:lnTo>
                  <a:pt x="38154" y="44128"/>
                </a:lnTo>
                <a:lnTo>
                  <a:pt x="49883" y="42646"/>
                </a:lnTo>
                <a:close/>
              </a:path>
              <a:path w="612218" h="939797">
                <a:moveTo>
                  <a:pt x="301856" y="9067"/>
                </a:moveTo>
                <a:lnTo>
                  <a:pt x="287263" y="4572"/>
                </a:lnTo>
                <a:lnTo>
                  <a:pt x="286870" y="4571"/>
                </a:lnTo>
                <a:lnTo>
                  <a:pt x="301856" y="9067"/>
                </a:lnTo>
                <a:close/>
              </a:path>
              <a:path w="612218" h="939797">
                <a:moveTo>
                  <a:pt x="341391" y="939797"/>
                </a:moveTo>
                <a:lnTo>
                  <a:pt x="339879" y="934350"/>
                </a:lnTo>
                <a:lnTo>
                  <a:pt x="332231" y="182430"/>
                </a:lnTo>
                <a:lnTo>
                  <a:pt x="332209" y="180581"/>
                </a:lnTo>
                <a:lnTo>
                  <a:pt x="596247" y="116107"/>
                </a:lnTo>
                <a:lnTo>
                  <a:pt x="327624" y="178790"/>
                </a:lnTo>
                <a:lnTo>
                  <a:pt x="330469" y="182841"/>
                </a:lnTo>
                <a:lnTo>
                  <a:pt x="336766" y="933190"/>
                </a:lnTo>
                <a:lnTo>
                  <a:pt x="336806" y="936518"/>
                </a:lnTo>
                <a:lnTo>
                  <a:pt x="184431" y="876435"/>
                </a:lnTo>
                <a:lnTo>
                  <a:pt x="23713" y="817520"/>
                </a:lnTo>
                <a:lnTo>
                  <a:pt x="22885" y="816989"/>
                </a:lnTo>
                <a:lnTo>
                  <a:pt x="23354" y="817162"/>
                </a:lnTo>
                <a:lnTo>
                  <a:pt x="17458" y="811278"/>
                </a:lnTo>
                <a:lnTo>
                  <a:pt x="13256" y="808620"/>
                </a:lnTo>
                <a:lnTo>
                  <a:pt x="13021" y="808307"/>
                </a:lnTo>
                <a:lnTo>
                  <a:pt x="8777" y="802643"/>
                </a:lnTo>
                <a:lnTo>
                  <a:pt x="7619" y="800325"/>
                </a:lnTo>
                <a:lnTo>
                  <a:pt x="7620" y="800855"/>
                </a:lnTo>
                <a:lnTo>
                  <a:pt x="7620" y="795835"/>
                </a:lnTo>
                <a:lnTo>
                  <a:pt x="7377" y="799839"/>
                </a:lnTo>
                <a:lnTo>
                  <a:pt x="9838" y="811686"/>
                </a:lnTo>
                <a:lnTo>
                  <a:pt x="8686" y="802523"/>
                </a:lnTo>
                <a:lnTo>
                  <a:pt x="8900" y="802890"/>
                </a:lnTo>
                <a:lnTo>
                  <a:pt x="12696" y="808089"/>
                </a:lnTo>
                <a:lnTo>
                  <a:pt x="14387" y="814671"/>
                </a:lnTo>
                <a:lnTo>
                  <a:pt x="14734" y="814960"/>
                </a:lnTo>
                <a:lnTo>
                  <a:pt x="14558" y="814842"/>
                </a:lnTo>
                <a:lnTo>
                  <a:pt x="20836" y="821117"/>
                </a:lnTo>
                <a:lnTo>
                  <a:pt x="182857" y="880722"/>
                </a:lnTo>
                <a:lnTo>
                  <a:pt x="341391" y="939797"/>
                </a:lnTo>
                <a:close/>
              </a:path>
              <a:path w="612218" h="939797">
                <a:moveTo>
                  <a:pt x="184431" y="876435"/>
                </a:moveTo>
                <a:lnTo>
                  <a:pt x="336806" y="936518"/>
                </a:lnTo>
                <a:lnTo>
                  <a:pt x="336766" y="933190"/>
                </a:lnTo>
                <a:lnTo>
                  <a:pt x="184431" y="876435"/>
                </a:lnTo>
                <a:close/>
              </a:path>
              <a:path w="612218" h="939797">
                <a:moveTo>
                  <a:pt x="336766" y="933190"/>
                </a:moveTo>
                <a:lnTo>
                  <a:pt x="330469" y="182841"/>
                </a:lnTo>
                <a:lnTo>
                  <a:pt x="327624" y="178790"/>
                </a:lnTo>
                <a:lnTo>
                  <a:pt x="336766" y="933190"/>
                </a:lnTo>
                <a:close/>
              </a:path>
              <a:path w="612218" h="939797">
                <a:moveTo>
                  <a:pt x="332231" y="182430"/>
                </a:moveTo>
                <a:lnTo>
                  <a:pt x="339879" y="934350"/>
                </a:lnTo>
                <a:lnTo>
                  <a:pt x="341391" y="939797"/>
                </a:lnTo>
                <a:lnTo>
                  <a:pt x="332231" y="182430"/>
                </a:lnTo>
                <a:close/>
              </a:path>
              <a:path w="612218" h="939797">
                <a:moveTo>
                  <a:pt x="603722" y="114363"/>
                </a:moveTo>
                <a:lnTo>
                  <a:pt x="596247" y="116107"/>
                </a:lnTo>
                <a:lnTo>
                  <a:pt x="603455" y="118757"/>
                </a:lnTo>
                <a:lnTo>
                  <a:pt x="603722" y="114363"/>
                </a:lnTo>
                <a:close/>
              </a:path>
              <a:path w="612218" h="939797">
                <a:moveTo>
                  <a:pt x="13256" y="808620"/>
                </a:moveTo>
                <a:lnTo>
                  <a:pt x="17458" y="811278"/>
                </a:lnTo>
                <a:lnTo>
                  <a:pt x="13021" y="808307"/>
                </a:lnTo>
                <a:lnTo>
                  <a:pt x="13256" y="808620"/>
                </a:lnTo>
                <a:close/>
              </a:path>
              <a:path w="612218" h="939797">
                <a:moveTo>
                  <a:pt x="7367" y="78041"/>
                </a:moveTo>
                <a:lnTo>
                  <a:pt x="4574" y="81546"/>
                </a:lnTo>
                <a:lnTo>
                  <a:pt x="4574" y="82223"/>
                </a:lnTo>
                <a:lnTo>
                  <a:pt x="7367" y="78041"/>
                </a:lnTo>
                <a:close/>
              </a:path>
              <a:path w="612218" h="939797">
                <a:moveTo>
                  <a:pt x="10472" y="70281"/>
                </a:moveTo>
                <a:lnTo>
                  <a:pt x="7367" y="78041"/>
                </a:lnTo>
                <a:lnTo>
                  <a:pt x="10472" y="70281"/>
                </a:lnTo>
                <a:close/>
              </a:path>
              <a:path w="612218" h="939797">
                <a:moveTo>
                  <a:pt x="10472" y="70281"/>
                </a:moveTo>
                <a:lnTo>
                  <a:pt x="11330" y="58343"/>
                </a:lnTo>
                <a:lnTo>
                  <a:pt x="6295" y="68414"/>
                </a:lnTo>
                <a:lnTo>
                  <a:pt x="4187" y="82804"/>
                </a:lnTo>
                <a:lnTo>
                  <a:pt x="4410" y="787808"/>
                </a:lnTo>
                <a:lnTo>
                  <a:pt x="4574" y="788667"/>
                </a:lnTo>
                <a:lnTo>
                  <a:pt x="4410" y="787808"/>
                </a:lnTo>
                <a:lnTo>
                  <a:pt x="3210" y="76123"/>
                </a:lnTo>
                <a:lnTo>
                  <a:pt x="0" y="80860"/>
                </a:lnTo>
                <a:lnTo>
                  <a:pt x="0" y="789113"/>
                </a:lnTo>
                <a:lnTo>
                  <a:pt x="3046" y="796731"/>
                </a:lnTo>
                <a:lnTo>
                  <a:pt x="3046" y="796282"/>
                </a:lnTo>
                <a:lnTo>
                  <a:pt x="3210" y="797140"/>
                </a:lnTo>
                <a:lnTo>
                  <a:pt x="4907" y="805102"/>
                </a:lnTo>
                <a:lnTo>
                  <a:pt x="9838" y="811686"/>
                </a:lnTo>
                <a:lnTo>
                  <a:pt x="7377" y="799839"/>
                </a:lnTo>
                <a:lnTo>
                  <a:pt x="7620" y="795835"/>
                </a:lnTo>
                <a:lnTo>
                  <a:pt x="4574" y="788218"/>
                </a:lnTo>
                <a:lnTo>
                  <a:pt x="4574" y="81546"/>
                </a:lnTo>
                <a:lnTo>
                  <a:pt x="7367" y="78041"/>
                </a:lnTo>
                <a:lnTo>
                  <a:pt x="10427" y="70370"/>
                </a:lnTo>
                <a:close/>
              </a:path>
              <a:path w="612218" h="939797">
                <a:moveTo>
                  <a:pt x="4187" y="82804"/>
                </a:moveTo>
                <a:lnTo>
                  <a:pt x="6295" y="68414"/>
                </a:lnTo>
                <a:lnTo>
                  <a:pt x="3294" y="75914"/>
                </a:lnTo>
                <a:lnTo>
                  <a:pt x="0" y="80860"/>
                </a:lnTo>
                <a:lnTo>
                  <a:pt x="3210" y="76123"/>
                </a:lnTo>
                <a:lnTo>
                  <a:pt x="3434" y="75704"/>
                </a:lnTo>
                <a:lnTo>
                  <a:pt x="4187" y="82804"/>
                </a:lnTo>
                <a:close/>
              </a:path>
              <a:path w="612218" h="939797">
                <a:moveTo>
                  <a:pt x="3046" y="796731"/>
                </a:moveTo>
                <a:lnTo>
                  <a:pt x="3046" y="801406"/>
                </a:lnTo>
                <a:lnTo>
                  <a:pt x="4907" y="805102"/>
                </a:lnTo>
                <a:lnTo>
                  <a:pt x="3210" y="797140"/>
                </a:lnTo>
                <a:lnTo>
                  <a:pt x="3046" y="796282"/>
                </a:lnTo>
                <a:lnTo>
                  <a:pt x="3046" y="796731"/>
                </a:lnTo>
                <a:close/>
              </a:path>
              <a:path w="612218" h="939797">
                <a:moveTo>
                  <a:pt x="3434" y="75704"/>
                </a:moveTo>
                <a:lnTo>
                  <a:pt x="3210" y="76123"/>
                </a:lnTo>
                <a:lnTo>
                  <a:pt x="4410" y="787808"/>
                </a:lnTo>
                <a:lnTo>
                  <a:pt x="4187" y="82804"/>
                </a:lnTo>
                <a:lnTo>
                  <a:pt x="3434" y="75704"/>
                </a:lnTo>
                <a:close/>
              </a:path>
              <a:path w="612218" h="939797">
                <a:moveTo>
                  <a:pt x="9838" y="811686"/>
                </a:moveTo>
                <a:lnTo>
                  <a:pt x="14558" y="814842"/>
                </a:lnTo>
                <a:lnTo>
                  <a:pt x="14734" y="814960"/>
                </a:lnTo>
                <a:lnTo>
                  <a:pt x="14387" y="814671"/>
                </a:lnTo>
                <a:lnTo>
                  <a:pt x="12696" y="808089"/>
                </a:lnTo>
                <a:lnTo>
                  <a:pt x="8900" y="802890"/>
                </a:lnTo>
                <a:lnTo>
                  <a:pt x="8686" y="802523"/>
                </a:lnTo>
                <a:lnTo>
                  <a:pt x="9838" y="811686"/>
                </a:lnTo>
                <a:close/>
              </a:path>
              <a:path w="612218" h="939797">
                <a:moveTo>
                  <a:pt x="36517" y="39725"/>
                </a:moveTo>
                <a:lnTo>
                  <a:pt x="27095" y="45999"/>
                </a:lnTo>
                <a:lnTo>
                  <a:pt x="26924" y="46113"/>
                </a:lnTo>
                <a:lnTo>
                  <a:pt x="24056" y="52247"/>
                </a:lnTo>
                <a:lnTo>
                  <a:pt x="23119" y="53124"/>
                </a:lnTo>
                <a:lnTo>
                  <a:pt x="20478" y="49314"/>
                </a:lnTo>
                <a:lnTo>
                  <a:pt x="15994" y="56785"/>
                </a:lnTo>
                <a:lnTo>
                  <a:pt x="11330" y="58343"/>
                </a:lnTo>
                <a:lnTo>
                  <a:pt x="10502" y="70205"/>
                </a:lnTo>
                <a:lnTo>
                  <a:pt x="14568" y="62085"/>
                </a:lnTo>
                <a:lnTo>
                  <a:pt x="13677" y="62382"/>
                </a:lnTo>
                <a:lnTo>
                  <a:pt x="15562" y="57505"/>
                </a:lnTo>
                <a:lnTo>
                  <a:pt x="16803" y="56515"/>
                </a:lnTo>
                <a:lnTo>
                  <a:pt x="19050" y="60591"/>
                </a:lnTo>
                <a:lnTo>
                  <a:pt x="23708" y="52826"/>
                </a:lnTo>
                <a:lnTo>
                  <a:pt x="29344" y="49987"/>
                </a:lnTo>
                <a:lnTo>
                  <a:pt x="27171" y="45961"/>
                </a:lnTo>
                <a:lnTo>
                  <a:pt x="36517" y="39725"/>
                </a:lnTo>
                <a:close/>
              </a:path>
              <a:path w="612218" h="939797">
                <a:moveTo>
                  <a:pt x="14997" y="61226"/>
                </a:moveTo>
                <a:lnTo>
                  <a:pt x="13677" y="62382"/>
                </a:lnTo>
                <a:lnTo>
                  <a:pt x="14568" y="62085"/>
                </a:lnTo>
                <a:lnTo>
                  <a:pt x="19050" y="60591"/>
                </a:lnTo>
                <a:lnTo>
                  <a:pt x="16803" y="56515"/>
                </a:lnTo>
                <a:lnTo>
                  <a:pt x="15562" y="57505"/>
                </a:lnTo>
                <a:lnTo>
                  <a:pt x="13677" y="62382"/>
                </a:lnTo>
                <a:lnTo>
                  <a:pt x="14997" y="61226"/>
                </a:lnTo>
                <a:close/>
              </a:path>
              <a:path w="612218" h="939797">
                <a:moveTo>
                  <a:pt x="26924" y="46113"/>
                </a:moveTo>
                <a:lnTo>
                  <a:pt x="27095" y="45999"/>
                </a:lnTo>
                <a:lnTo>
                  <a:pt x="20478" y="49314"/>
                </a:lnTo>
                <a:lnTo>
                  <a:pt x="23119" y="53124"/>
                </a:lnTo>
                <a:lnTo>
                  <a:pt x="24056" y="52247"/>
                </a:lnTo>
                <a:lnTo>
                  <a:pt x="26924" y="46113"/>
                </a:lnTo>
                <a:close/>
              </a:path>
              <a:path w="612218" h="939797">
                <a:moveTo>
                  <a:pt x="264711" y="4572"/>
                </a:moveTo>
                <a:lnTo>
                  <a:pt x="275071" y="4572"/>
                </a:lnTo>
                <a:lnTo>
                  <a:pt x="286616" y="4495"/>
                </a:lnTo>
                <a:lnTo>
                  <a:pt x="287606" y="0"/>
                </a:lnTo>
                <a:lnTo>
                  <a:pt x="264200" y="0"/>
                </a:lnTo>
                <a:lnTo>
                  <a:pt x="140568" y="21374"/>
                </a:lnTo>
                <a:lnTo>
                  <a:pt x="73497" y="33566"/>
                </a:lnTo>
                <a:lnTo>
                  <a:pt x="49108" y="38138"/>
                </a:lnTo>
                <a:lnTo>
                  <a:pt x="49242" y="38125"/>
                </a:lnTo>
                <a:lnTo>
                  <a:pt x="37619" y="44196"/>
                </a:lnTo>
                <a:lnTo>
                  <a:pt x="29344" y="49987"/>
                </a:lnTo>
                <a:lnTo>
                  <a:pt x="38154" y="44128"/>
                </a:lnTo>
                <a:lnTo>
                  <a:pt x="38606" y="43827"/>
                </a:lnTo>
                <a:lnTo>
                  <a:pt x="49883" y="42646"/>
                </a:lnTo>
                <a:lnTo>
                  <a:pt x="74320" y="38087"/>
                </a:lnTo>
                <a:lnTo>
                  <a:pt x="141372" y="25882"/>
                </a:lnTo>
                <a:lnTo>
                  <a:pt x="264403" y="4572"/>
                </a:lnTo>
                <a:lnTo>
                  <a:pt x="264784" y="4559"/>
                </a:lnTo>
                <a:close/>
              </a:path>
              <a:path w="612218" h="939797">
                <a:moveTo>
                  <a:pt x="36517" y="39725"/>
                </a:moveTo>
                <a:lnTo>
                  <a:pt x="27171" y="45961"/>
                </a:lnTo>
                <a:lnTo>
                  <a:pt x="29344" y="49987"/>
                </a:lnTo>
                <a:lnTo>
                  <a:pt x="37619" y="44196"/>
                </a:lnTo>
                <a:lnTo>
                  <a:pt x="49242" y="38125"/>
                </a:lnTo>
                <a:lnTo>
                  <a:pt x="36517" y="39725"/>
                </a:lnTo>
                <a:close/>
              </a:path>
              <a:path w="612218" h="939797">
                <a:moveTo>
                  <a:pt x="23713" y="817520"/>
                </a:moveTo>
                <a:lnTo>
                  <a:pt x="184431" y="876435"/>
                </a:lnTo>
                <a:lnTo>
                  <a:pt x="23354" y="817162"/>
                </a:lnTo>
                <a:lnTo>
                  <a:pt x="22885" y="816989"/>
                </a:lnTo>
                <a:lnTo>
                  <a:pt x="23713" y="81752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441691" y="3480841"/>
            <a:ext cx="315455" cy="819889"/>
          </a:xfrm>
          <a:custGeom>
            <a:avLst/>
            <a:gdLst/>
            <a:ahLst/>
            <a:cxnLst/>
            <a:rect l="l" t="t" r="r" b="b"/>
            <a:pathLst>
              <a:path w="315455" h="819889">
                <a:moveTo>
                  <a:pt x="0" y="780266"/>
                </a:moveTo>
                <a:lnTo>
                  <a:pt x="1524" y="792460"/>
                </a:lnTo>
                <a:lnTo>
                  <a:pt x="6096" y="806176"/>
                </a:lnTo>
                <a:lnTo>
                  <a:pt x="19812" y="815320"/>
                </a:lnTo>
                <a:lnTo>
                  <a:pt x="27431" y="819889"/>
                </a:lnTo>
                <a:lnTo>
                  <a:pt x="44196" y="819889"/>
                </a:lnTo>
                <a:lnTo>
                  <a:pt x="271271" y="778743"/>
                </a:lnTo>
                <a:lnTo>
                  <a:pt x="289547" y="771123"/>
                </a:lnTo>
                <a:lnTo>
                  <a:pt x="301751" y="758934"/>
                </a:lnTo>
                <a:lnTo>
                  <a:pt x="307835" y="751314"/>
                </a:lnTo>
                <a:lnTo>
                  <a:pt x="312407" y="743694"/>
                </a:lnTo>
                <a:lnTo>
                  <a:pt x="315455" y="736074"/>
                </a:lnTo>
                <a:lnTo>
                  <a:pt x="315455" y="27431"/>
                </a:lnTo>
                <a:lnTo>
                  <a:pt x="312407" y="19812"/>
                </a:lnTo>
                <a:lnTo>
                  <a:pt x="307835" y="12192"/>
                </a:lnTo>
                <a:lnTo>
                  <a:pt x="301751" y="7619"/>
                </a:lnTo>
                <a:lnTo>
                  <a:pt x="297167" y="3048"/>
                </a:lnTo>
                <a:lnTo>
                  <a:pt x="289547" y="0"/>
                </a:lnTo>
                <a:lnTo>
                  <a:pt x="271271" y="0"/>
                </a:lnTo>
                <a:lnTo>
                  <a:pt x="44196" y="41148"/>
                </a:lnTo>
                <a:lnTo>
                  <a:pt x="35051" y="42672"/>
                </a:lnTo>
                <a:lnTo>
                  <a:pt x="27431" y="47243"/>
                </a:lnTo>
                <a:lnTo>
                  <a:pt x="19812" y="53339"/>
                </a:lnTo>
                <a:lnTo>
                  <a:pt x="12191" y="59435"/>
                </a:lnTo>
                <a:lnTo>
                  <a:pt x="6096" y="67055"/>
                </a:lnTo>
                <a:lnTo>
                  <a:pt x="3047" y="74675"/>
                </a:lnTo>
                <a:lnTo>
                  <a:pt x="1524" y="83819"/>
                </a:lnTo>
                <a:lnTo>
                  <a:pt x="0" y="92963"/>
                </a:lnTo>
                <a:lnTo>
                  <a:pt x="0" y="780266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437868" y="3477018"/>
            <a:ext cx="319671" cy="827521"/>
          </a:xfrm>
          <a:custGeom>
            <a:avLst/>
            <a:gdLst/>
            <a:ahLst/>
            <a:cxnLst/>
            <a:rect l="l" t="t" r="r" b="b"/>
            <a:pathLst>
              <a:path w="319671" h="827521">
                <a:moveTo>
                  <a:pt x="312790" y="25285"/>
                </a:moveTo>
                <a:lnTo>
                  <a:pt x="309371" y="19062"/>
                </a:lnTo>
                <a:lnTo>
                  <a:pt x="308394" y="17957"/>
                </a:lnTo>
                <a:lnTo>
                  <a:pt x="307835" y="8394"/>
                </a:lnTo>
                <a:lnTo>
                  <a:pt x="308184" y="8655"/>
                </a:lnTo>
                <a:lnTo>
                  <a:pt x="303123" y="3619"/>
                </a:lnTo>
                <a:lnTo>
                  <a:pt x="298284" y="9575"/>
                </a:lnTo>
                <a:lnTo>
                  <a:pt x="293369" y="7620"/>
                </a:lnTo>
                <a:lnTo>
                  <a:pt x="291947" y="7353"/>
                </a:lnTo>
                <a:lnTo>
                  <a:pt x="284225" y="0"/>
                </a:lnTo>
                <a:lnTo>
                  <a:pt x="275094" y="7620"/>
                </a:lnTo>
                <a:lnTo>
                  <a:pt x="48666" y="48729"/>
                </a:lnTo>
                <a:lnTo>
                  <a:pt x="275404" y="7620"/>
                </a:lnTo>
                <a:lnTo>
                  <a:pt x="275755" y="7556"/>
                </a:lnTo>
                <a:lnTo>
                  <a:pt x="284225" y="7620"/>
                </a:lnTo>
                <a:lnTo>
                  <a:pt x="292614" y="7619"/>
                </a:lnTo>
                <a:lnTo>
                  <a:pt x="298812" y="10099"/>
                </a:lnTo>
                <a:lnTo>
                  <a:pt x="299567" y="10401"/>
                </a:lnTo>
                <a:lnTo>
                  <a:pt x="303072" y="14325"/>
                </a:lnTo>
                <a:lnTo>
                  <a:pt x="308798" y="18631"/>
                </a:lnTo>
                <a:lnTo>
                  <a:pt x="312790" y="25285"/>
                </a:lnTo>
                <a:close/>
              </a:path>
              <a:path w="319671" h="827521">
                <a:moveTo>
                  <a:pt x="282757" y="775995"/>
                </a:moveTo>
                <a:lnTo>
                  <a:pt x="274129" y="778868"/>
                </a:lnTo>
                <a:lnTo>
                  <a:pt x="274421" y="778816"/>
                </a:lnTo>
                <a:lnTo>
                  <a:pt x="282524" y="776112"/>
                </a:lnTo>
                <a:lnTo>
                  <a:pt x="283032" y="775903"/>
                </a:lnTo>
                <a:lnTo>
                  <a:pt x="291617" y="771562"/>
                </a:lnTo>
                <a:lnTo>
                  <a:pt x="282757" y="775995"/>
                </a:lnTo>
                <a:close/>
              </a:path>
              <a:path w="319671" h="827521">
                <a:moveTo>
                  <a:pt x="294106" y="0"/>
                </a:moveTo>
                <a:lnTo>
                  <a:pt x="284225" y="0"/>
                </a:lnTo>
                <a:lnTo>
                  <a:pt x="291947" y="7353"/>
                </a:lnTo>
                <a:lnTo>
                  <a:pt x="293369" y="7620"/>
                </a:lnTo>
                <a:lnTo>
                  <a:pt x="298284" y="9575"/>
                </a:lnTo>
                <a:lnTo>
                  <a:pt x="303123" y="3619"/>
                </a:lnTo>
                <a:lnTo>
                  <a:pt x="294106" y="0"/>
                </a:lnTo>
                <a:close/>
              </a:path>
              <a:path w="319671" h="827521">
                <a:moveTo>
                  <a:pt x="295211" y="778290"/>
                </a:moveTo>
                <a:lnTo>
                  <a:pt x="303783" y="773150"/>
                </a:lnTo>
                <a:lnTo>
                  <a:pt x="297726" y="768412"/>
                </a:lnTo>
                <a:lnTo>
                  <a:pt x="291668" y="771537"/>
                </a:lnTo>
                <a:lnTo>
                  <a:pt x="291426" y="771677"/>
                </a:lnTo>
                <a:lnTo>
                  <a:pt x="285699" y="783047"/>
                </a:lnTo>
                <a:lnTo>
                  <a:pt x="295211" y="778290"/>
                </a:lnTo>
                <a:close/>
              </a:path>
              <a:path w="319671" h="827521">
                <a:moveTo>
                  <a:pt x="308533" y="765133"/>
                </a:moveTo>
                <a:lnTo>
                  <a:pt x="303783" y="773150"/>
                </a:lnTo>
                <a:lnTo>
                  <a:pt x="308752" y="764859"/>
                </a:lnTo>
                <a:lnTo>
                  <a:pt x="308838" y="764716"/>
                </a:lnTo>
                <a:lnTo>
                  <a:pt x="308698" y="752755"/>
                </a:lnTo>
                <a:lnTo>
                  <a:pt x="308394" y="753172"/>
                </a:lnTo>
                <a:lnTo>
                  <a:pt x="303783" y="773150"/>
                </a:lnTo>
                <a:lnTo>
                  <a:pt x="308533" y="765133"/>
                </a:lnTo>
                <a:close/>
              </a:path>
              <a:path w="319671" h="827521">
                <a:moveTo>
                  <a:pt x="308838" y="764716"/>
                </a:moveTo>
                <a:lnTo>
                  <a:pt x="308752" y="764859"/>
                </a:lnTo>
                <a:lnTo>
                  <a:pt x="314794" y="757314"/>
                </a:lnTo>
                <a:lnTo>
                  <a:pt x="312699" y="746103"/>
                </a:lnTo>
                <a:lnTo>
                  <a:pt x="308698" y="752755"/>
                </a:lnTo>
                <a:lnTo>
                  <a:pt x="308838" y="764716"/>
                </a:lnTo>
                <a:close/>
              </a:path>
              <a:path w="319671" h="827521">
                <a:moveTo>
                  <a:pt x="315747" y="738483"/>
                </a:moveTo>
                <a:lnTo>
                  <a:pt x="315747" y="32677"/>
                </a:lnTo>
                <a:lnTo>
                  <a:pt x="315455" y="31254"/>
                </a:lnTo>
                <a:lnTo>
                  <a:pt x="315455" y="739213"/>
                </a:lnTo>
                <a:lnTo>
                  <a:pt x="315747" y="738483"/>
                </a:lnTo>
                <a:close/>
              </a:path>
              <a:path w="319671" h="827521">
                <a:moveTo>
                  <a:pt x="323075" y="30518"/>
                </a:moveTo>
                <a:lnTo>
                  <a:pt x="319671" y="21920"/>
                </a:lnTo>
                <a:lnTo>
                  <a:pt x="314553" y="13411"/>
                </a:lnTo>
                <a:lnTo>
                  <a:pt x="312966" y="25577"/>
                </a:lnTo>
                <a:lnTo>
                  <a:pt x="312699" y="25057"/>
                </a:lnTo>
                <a:lnTo>
                  <a:pt x="314553" y="13411"/>
                </a:lnTo>
                <a:lnTo>
                  <a:pt x="308267" y="8737"/>
                </a:lnTo>
                <a:lnTo>
                  <a:pt x="307835" y="8394"/>
                </a:lnTo>
                <a:lnTo>
                  <a:pt x="308394" y="17957"/>
                </a:lnTo>
                <a:lnTo>
                  <a:pt x="309371" y="19062"/>
                </a:lnTo>
                <a:lnTo>
                  <a:pt x="312790" y="25285"/>
                </a:lnTo>
                <a:lnTo>
                  <a:pt x="315455" y="31946"/>
                </a:lnTo>
                <a:lnTo>
                  <a:pt x="315455" y="31254"/>
                </a:lnTo>
                <a:lnTo>
                  <a:pt x="315747" y="32677"/>
                </a:lnTo>
                <a:lnTo>
                  <a:pt x="315747" y="738483"/>
                </a:lnTo>
                <a:lnTo>
                  <a:pt x="315455" y="739213"/>
                </a:lnTo>
                <a:lnTo>
                  <a:pt x="312966" y="745552"/>
                </a:lnTo>
                <a:lnTo>
                  <a:pt x="312827" y="745783"/>
                </a:lnTo>
                <a:lnTo>
                  <a:pt x="308480" y="753028"/>
                </a:lnTo>
                <a:lnTo>
                  <a:pt x="302437" y="760573"/>
                </a:lnTo>
                <a:lnTo>
                  <a:pt x="299046" y="767107"/>
                </a:lnTo>
                <a:lnTo>
                  <a:pt x="298207" y="767611"/>
                </a:lnTo>
                <a:lnTo>
                  <a:pt x="291617" y="771562"/>
                </a:lnTo>
                <a:lnTo>
                  <a:pt x="283032" y="775903"/>
                </a:lnTo>
                <a:lnTo>
                  <a:pt x="282524" y="776112"/>
                </a:lnTo>
                <a:lnTo>
                  <a:pt x="274421" y="778816"/>
                </a:lnTo>
                <a:lnTo>
                  <a:pt x="274129" y="778868"/>
                </a:lnTo>
                <a:lnTo>
                  <a:pt x="48018" y="819901"/>
                </a:lnTo>
                <a:lnTo>
                  <a:pt x="38874" y="819901"/>
                </a:lnTo>
                <a:lnTo>
                  <a:pt x="47345" y="819966"/>
                </a:lnTo>
                <a:lnTo>
                  <a:pt x="48361" y="827521"/>
                </a:lnTo>
                <a:lnTo>
                  <a:pt x="273888" y="778949"/>
                </a:lnTo>
                <a:lnTo>
                  <a:pt x="276047" y="786267"/>
                </a:lnTo>
                <a:lnTo>
                  <a:pt x="285699" y="783047"/>
                </a:lnTo>
                <a:lnTo>
                  <a:pt x="291426" y="771677"/>
                </a:lnTo>
                <a:lnTo>
                  <a:pt x="291668" y="771537"/>
                </a:lnTo>
                <a:lnTo>
                  <a:pt x="297726" y="768412"/>
                </a:lnTo>
                <a:lnTo>
                  <a:pt x="303783" y="773150"/>
                </a:lnTo>
                <a:lnTo>
                  <a:pt x="308394" y="753172"/>
                </a:lnTo>
                <a:lnTo>
                  <a:pt x="308698" y="752755"/>
                </a:lnTo>
                <a:lnTo>
                  <a:pt x="312699" y="746103"/>
                </a:lnTo>
                <a:lnTo>
                  <a:pt x="314794" y="757314"/>
                </a:lnTo>
                <a:lnTo>
                  <a:pt x="315455" y="739896"/>
                </a:lnTo>
                <a:lnTo>
                  <a:pt x="319671" y="749213"/>
                </a:lnTo>
                <a:lnTo>
                  <a:pt x="323075" y="740625"/>
                </a:lnTo>
                <a:lnTo>
                  <a:pt x="323075" y="30518"/>
                </a:lnTo>
                <a:close/>
              </a:path>
              <a:path w="319671" h="827521">
                <a:moveTo>
                  <a:pt x="276047" y="786267"/>
                </a:moveTo>
                <a:lnTo>
                  <a:pt x="273888" y="778949"/>
                </a:lnTo>
                <a:lnTo>
                  <a:pt x="48361" y="827521"/>
                </a:lnTo>
                <a:lnTo>
                  <a:pt x="276047" y="786267"/>
                </a:lnTo>
                <a:close/>
              </a:path>
              <a:path w="319671" h="827521">
                <a:moveTo>
                  <a:pt x="284225" y="7620"/>
                </a:moveTo>
                <a:lnTo>
                  <a:pt x="275755" y="7556"/>
                </a:lnTo>
                <a:lnTo>
                  <a:pt x="275404" y="7620"/>
                </a:lnTo>
                <a:lnTo>
                  <a:pt x="284225" y="7620"/>
                </a:lnTo>
                <a:close/>
              </a:path>
              <a:path w="319671" h="827521">
                <a:moveTo>
                  <a:pt x="303072" y="14325"/>
                </a:moveTo>
                <a:lnTo>
                  <a:pt x="299567" y="10401"/>
                </a:lnTo>
                <a:lnTo>
                  <a:pt x="298812" y="10099"/>
                </a:lnTo>
                <a:lnTo>
                  <a:pt x="303072" y="14325"/>
                </a:lnTo>
                <a:close/>
              </a:path>
              <a:path w="319671" h="827521">
                <a:moveTo>
                  <a:pt x="319671" y="749213"/>
                </a:moveTo>
                <a:lnTo>
                  <a:pt x="315455" y="739896"/>
                </a:lnTo>
                <a:lnTo>
                  <a:pt x="314794" y="757314"/>
                </a:lnTo>
                <a:lnTo>
                  <a:pt x="319671" y="749213"/>
                </a:lnTo>
                <a:close/>
              </a:path>
              <a:path w="319671" h="827521">
                <a:moveTo>
                  <a:pt x="312966" y="745552"/>
                </a:moveTo>
                <a:lnTo>
                  <a:pt x="315455" y="739213"/>
                </a:lnTo>
                <a:lnTo>
                  <a:pt x="312827" y="745783"/>
                </a:lnTo>
                <a:lnTo>
                  <a:pt x="312966" y="745552"/>
                </a:lnTo>
                <a:close/>
              </a:path>
              <a:path w="319671" h="827521">
                <a:moveTo>
                  <a:pt x="308267" y="8737"/>
                </a:moveTo>
                <a:lnTo>
                  <a:pt x="314553" y="13411"/>
                </a:lnTo>
                <a:lnTo>
                  <a:pt x="308184" y="8655"/>
                </a:lnTo>
                <a:close/>
              </a:path>
              <a:path w="319671" h="827521">
                <a:moveTo>
                  <a:pt x="314553" y="13411"/>
                </a:moveTo>
                <a:lnTo>
                  <a:pt x="312699" y="25057"/>
                </a:lnTo>
                <a:lnTo>
                  <a:pt x="312966" y="25577"/>
                </a:lnTo>
                <a:lnTo>
                  <a:pt x="314553" y="13411"/>
                </a:lnTo>
                <a:close/>
              </a:path>
              <a:path w="319671" h="827521">
                <a:moveTo>
                  <a:pt x="302437" y="760573"/>
                </a:moveTo>
                <a:lnTo>
                  <a:pt x="298207" y="767611"/>
                </a:lnTo>
                <a:lnTo>
                  <a:pt x="299046" y="767107"/>
                </a:lnTo>
                <a:lnTo>
                  <a:pt x="302437" y="760573"/>
                </a:lnTo>
                <a:close/>
              </a:path>
              <a:path w="319671" h="827521">
                <a:moveTo>
                  <a:pt x="48018" y="819901"/>
                </a:moveTo>
                <a:lnTo>
                  <a:pt x="274129" y="778868"/>
                </a:lnTo>
                <a:lnTo>
                  <a:pt x="47703" y="819901"/>
                </a:lnTo>
                <a:lnTo>
                  <a:pt x="48018" y="819901"/>
                </a:lnTo>
                <a:close/>
              </a:path>
              <a:path w="319671" h="827521">
                <a:moveTo>
                  <a:pt x="26009" y="60121"/>
                </a:moveTo>
                <a:lnTo>
                  <a:pt x="18986" y="65633"/>
                </a:lnTo>
                <a:lnTo>
                  <a:pt x="18749" y="65929"/>
                </a:lnTo>
                <a:lnTo>
                  <a:pt x="26009" y="60121"/>
                </a:lnTo>
                <a:close/>
              </a:path>
              <a:path w="319671" h="827521">
                <a:moveTo>
                  <a:pt x="18287" y="811523"/>
                </a:moveTo>
                <a:lnTo>
                  <a:pt x="25590" y="815873"/>
                </a:lnTo>
                <a:lnTo>
                  <a:pt x="18068" y="811358"/>
                </a:lnTo>
                <a:lnTo>
                  <a:pt x="18287" y="811523"/>
                </a:lnTo>
                <a:close/>
              </a:path>
              <a:path w="319671" h="827521">
                <a:moveTo>
                  <a:pt x="13058" y="807599"/>
                </a:moveTo>
                <a:lnTo>
                  <a:pt x="10493" y="801160"/>
                </a:lnTo>
                <a:lnTo>
                  <a:pt x="10413" y="800961"/>
                </a:lnTo>
                <a:lnTo>
                  <a:pt x="9131" y="795807"/>
                </a:lnTo>
                <a:lnTo>
                  <a:pt x="9042" y="795355"/>
                </a:lnTo>
                <a:lnTo>
                  <a:pt x="7619" y="783719"/>
                </a:lnTo>
                <a:lnTo>
                  <a:pt x="7620" y="97180"/>
                </a:lnTo>
                <a:lnTo>
                  <a:pt x="9105" y="88265"/>
                </a:lnTo>
                <a:lnTo>
                  <a:pt x="7619" y="96786"/>
                </a:lnTo>
                <a:lnTo>
                  <a:pt x="13309" y="60553"/>
                </a:lnTo>
                <a:lnTo>
                  <a:pt x="6591" y="68948"/>
                </a:lnTo>
                <a:lnTo>
                  <a:pt x="7581" y="97409"/>
                </a:lnTo>
                <a:lnTo>
                  <a:pt x="7607" y="783617"/>
                </a:lnTo>
                <a:lnTo>
                  <a:pt x="7619" y="784089"/>
                </a:lnTo>
                <a:lnTo>
                  <a:pt x="6769" y="812401"/>
                </a:lnTo>
                <a:lnTo>
                  <a:pt x="13881" y="817733"/>
                </a:lnTo>
                <a:lnTo>
                  <a:pt x="21678" y="822407"/>
                </a:lnTo>
                <a:lnTo>
                  <a:pt x="17970" y="811300"/>
                </a:lnTo>
                <a:lnTo>
                  <a:pt x="13449" y="808581"/>
                </a:lnTo>
                <a:lnTo>
                  <a:pt x="12191" y="806949"/>
                </a:lnTo>
                <a:lnTo>
                  <a:pt x="10566" y="801452"/>
                </a:lnTo>
                <a:lnTo>
                  <a:pt x="13058" y="807599"/>
                </a:lnTo>
                <a:close/>
              </a:path>
              <a:path w="319671" h="827521">
                <a:moveTo>
                  <a:pt x="10413" y="800961"/>
                </a:moveTo>
                <a:lnTo>
                  <a:pt x="10493" y="801160"/>
                </a:lnTo>
                <a:lnTo>
                  <a:pt x="9107" y="795614"/>
                </a:lnTo>
                <a:lnTo>
                  <a:pt x="7619" y="783719"/>
                </a:lnTo>
                <a:lnTo>
                  <a:pt x="9042" y="795355"/>
                </a:lnTo>
                <a:lnTo>
                  <a:pt x="9131" y="795807"/>
                </a:lnTo>
                <a:lnTo>
                  <a:pt x="10413" y="800961"/>
                </a:lnTo>
                <a:close/>
              </a:path>
              <a:path w="319671" h="827521">
                <a:moveTo>
                  <a:pt x="21259" y="54190"/>
                </a:moveTo>
                <a:lnTo>
                  <a:pt x="13309" y="60553"/>
                </a:lnTo>
                <a:lnTo>
                  <a:pt x="12890" y="73253"/>
                </a:lnTo>
                <a:lnTo>
                  <a:pt x="10629" y="79121"/>
                </a:lnTo>
                <a:lnTo>
                  <a:pt x="10413" y="79921"/>
                </a:lnTo>
                <a:lnTo>
                  <a:pt x="13309" y="60553"/>
                </a:lnTo>
                <a:lnTo>
                  <a:pt x="7619" y="96786"/>
                </a:lnTo>
                <a:lnTo>
                  <a:pt x="9105" y="88265"/>
                </a:lnTo>
                <a:lnTo>
                  <a:pt x="10555" y="79564"/>
                </a:lnTo>
                <a:lnTo>
                  <a:pt x="13247" y="72806"/>
                </a:lnTo>
                <a:lnTo>
                  <a:pt x="13449" y="72301"/>
                </a:lnTo>
                <a:lnTo>
                  <a:pt x="18389" y="66217"/>
                </a:lnTo>
                <a:lnTo>
                  <a:pt x="21259" y="54190"/>
                </a:lnTo>
                <a:close/>
              </a:path>
              <a:path w="319671" h="827521">
                <a:moveTo>
                  <a:pt x="10566" y="801452"/>
                </a:moveTo>
                <a:lnTo>
                  <a:pt x="12191" y="806949"/>
                </a:lnTo>
                <a:lnTo>
                  <a:pt x="13449" y="808581"/>
                </a:lnTo>
                <a:lnTo>
                  <a:pt x="17970" y="811300"/>
                </a:lnTo>
                <a:lnTo>
                  <a:pt x="21678" y="822407"/>
                </a:lnTo>
                <a:lnTo>
                  <a:pt x="30200" y="827521"/>
                </a:lnTo>
                <a:lnTo>
                  <a:pt x="48361" y="827521"/>
                </a:lnTo>
                <a:lnTo>
                  <a:pt x="47345" y="819966"/>
                </a:lnTo>
                <a:lnTo>
                  <a:pt x="38874" y="819901"/>
                </a:lnTo>
                <a:lnTo>
                  <a:pt x="32300" y="819901"/>
                </a:lnTo>
                <a:lnTo>
                  <a:pt x="33210" y="820447"/>
                </a:lnTo>
                <a:lnTo>
                  <a:pt x="31254" y="819901"/>
                </a:lnTo>
                <a:lnTo>
                  <a:pt x="25590" y="815873"/>
                </a:lnTo>
                <a:lnTo>
                  <a:pt x="18287" y="811523"/>
                </a:lnTo>
                <a:lnTo>
                  <a:pt x="18068" y="811358"/>
                </a:lnTo>
                <a:lnTo>
                  <a:pt x="13058" y="807599"/>
                </a:lnTo>
                <a:lnTo>
                  <a:pt x="10566" y="801452"/>
                </a:lnTo>
                <a:close/>
              </a:path>
              <a:path w="319671" h="827521">
                <a:moveTo>
                  <a:pt x="274739" y="0"/>
                </a:moveTo>
                <a:lnTo>
                  <a:pt x="47345" y="41224"/>
                </a:lnTo>
                <a:lnTo>
                  <a:pt x="40817" y="49758"/>
                </a:lnTo>
                <a:lnTo>
                  <a:pt x="39509" y="50253"/>
                </a:lnTo>
                <a:lnTo>
                  <a:pt x="37528" y="42849"/>
                </a:lnTo>
                <a:lnTo>
                  <a:pt x="29082" y="47929"/>
                </a:lnTo>
                <a:lnTo>
                  <a:pt x="21259" y="54190"/>
                </a:lnTo>
                <a:lnTo>
                  <a:pt x="18389" y="66217"/>
                </a:lnTo>
                <a:lnTo>
                  <a:pt x="13449" y="72301"/>
                </a:lnTo>
                <a:lnTo>
                  <a:pt x="13247" y="72806"/>
                </a:lnTo>
                <a:lnTo>
                  <a:pt x="18749" y="65929"/>
                </a:lnTo>
                <a:lnTo>
                  <a:pt x="18986" y="65633"/>
                </a:lnTo>
                <a:lnTo>
                  <a:pt x="26009" y="60121"/>
                </a:lnTo>
                <a:lnTo>
                  <a:pt x="33210" y="54330"/>
                </a:lnTo>
                <a:lnTo>
                  <a:pt x="33629" y="54025"/>
                </a:lnTo>
                <a:lnTo>
                  <a:pt x="40179" y="50142"/>
                </a:lnTo>
                <a:lnTo>
                  <a:pt x="48666" y="48729"/>
                </a:lnTo>
                <a:lnTo>
                  <a:pt x="275094" y="7620"/>
                </a:lnTo>
                <a:lnTo>
                  <a:pt x="284225" y="0"/>
                </a:lnTo>
                <a:lnTo>
                  <a:pt x="274739" y="0"/>
                </a:lnTo>
                <a:close/>
              </a:path>
              <a:path w="319671" h="827521">
                <a:moveTo>
                  <a:pt x="13309" y="60553"/>
                </a:moveTo>
                <a:lnTo>
                  <a:pt x="10413" y="79921"/>
                </a:lnTo>
                <a:lnTo>
                  <a:pt x="10629" y="79121"/>
                </a:lnTo>
                <a:lnTo>
                  <a:pt x="12890" y="73253"/>
                </a:lnTo>
                <a:lnTo>
                  <a:pt x="13309" y="60553"/>
                </a:lnTo>
                <a:close/>
              </a:path>
              <a:path w="319671" h="827521">
                <a:moveTo>
                  <a:pt x="7607" y="783617"/>
                </a:moveTo>
                <a:lnTo>
                  <a:pt x="7581" y="97409"/>
                </a:lnTo>
                <a:lnTo>
                  <a:pt x="6591" y="68948"/>
                </a:lnTo>
                <a:lnTo>
                  <a:pt x="3175" y="77457"/>
                </a:lnTo>
                <a:lnTo>
                  <a:pt x="1587" y="87007"/>
                </a:lnTo>
                <a:lnTo>
                  <a:pt x="0" y="96456"/>
                </a:lnTo>
                <a:lnTo>
                  <a:pt x="0" y="784327"/>
                </a:lnTo>
                <a:lnTo>
                  <a:pt x="1587" y="796982"/>
                </a:lnTo>
                <a:lnTo>
                  <a:pt x="3238" y="803550"/>
                </a:lnTo>
                <a:lnTo>
                  <a:pt x="6769" y="812401"/>
                </a:lnTo>
                <a:lnTo>
                  <a:pt x="7619" y="784089"/>
                </a:lnTo>
                <a:lnTo>
                  <a:pt x="7607" y="783617"/>
                </a:lnTo>
                <a:close/>
              </a:path>
              <a:path w="319671" h="827521">
                <a:moveTo>
                  <a:pt x="31254" y="819901"/>
                </a:moveTo>
                <a:lnTo>
                  <a:pt x="33210" y="820447"/>
                </a:lnTo>
                <a:lnTo>
                  <a:pt x="32300" y="819901"/>
                </a:lnTo>
                <a:lnTo>
                  <a:pt x="25590" y="815873"/>
                </a:lnTo>
                <a:lnTo>
                  <a:pt x="31254" y="819901"/>
                </a:lnTo>
                <a:close/>
              </a:path>
              <a:path w="319671" h="827521">
                <a:moveTo>
                  <a:pt x="33363" y="54238"/>
                </a:moveTo>
                <a:lnTo>
                  <a:pt x="40179" y="50142"/>
                </a:lnTo>
                <a:lnTo>
                  <a:pt x="33629" y="54025"/>
                </a:lnTo>
                <a:lnTo>
                  <a:pt x="33210" y="54330"/>
                </a:lnTo>
                <a:lnTo>
                  <a:pt x="26009" y="60121"/>
                </a:lnTo>
                <a:lnTo>
                  <a:pt x="33363" y="54238"/>
                </a:lnTo>
                <a:close/>
              </a:path>
              <a:path w="319671" h="827521">
                <a:moveTo>
                  <a:pt x="47345" y="41224"/>
                </a:moveTo>
                <a:lnTo>
                  <a:pt x="37528" y="42849"/>
                </a:lnTo>
                <a:lnTo>
                  <a:pt x="39509" y="50253"/>
                </a:lnTo>
                <a:lnTo>
                  <a:pt x="40817" y="49758"/>
                </a:lnTo>
                <a:lnTo>
                  <a:pt x="47345" y="41224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467599" y="3590556"/>
            <a:ext cx="272783" cy="702553"/>
          </a:xfrm>
          <a:custGeom>
            <a:avLst/>
            <a:gdLst/>
            <a:ahLst/>
            <a:cxnLst/>
            <a:rect l="l" t="t" r="r" b="b"/>
            <a:pathLst>
              <a:path w="272783" h="702553">
                <a:moveTo>
                  <a:pt x="0" y="670551"/>
                </a:moveTo>
                <a:lnTo>
                  <a:pt x="1524" y="678171"/>
                </a:lnTo>
                <a:lnTo>
                  <a:pt x="3048" y="685791"/>
                </a:lnTo>
                <a:lnTo>
                  <a:pt x="7619" y="691888"/>
                </a:lnTo>
                <a:lnTo>
                  <a:pt x="10668" y="696461"/>
                </a:lnTo>
                <a:lnTo>
                  <a:pt x="16764" y="699508"/>
                </a:lnTo>
                <a:lnTo>
                  <a:pt x="24384" y="702553"/>
                </a:lnTo>
                <a:lnTo>
                  <a:pt x="38100" y="702553"/>
                </a:lnTo>
                <a:lnTo>
                  <a:pt x="233159" y="669028"/>
                </a:lnTo>
                <a:lnTo>
                  <a:pt x="240779" y="665981"/>
                </a:lnTo>
                <a:lnTo>
                  <a:pt x="248399" y="662931"/>
                </a:lnTo>
                <a:lnTo>
                  <a:pt x="254495" y="656833"/>
                </a:lnTo>
                <a:lnTo>
                  <a:pt x="260604" y="652265"/>
                </a:lnTo>
                <a:lnTo>
                  <a:pt x="265163" y="644645"/>
                </a:lnTo>
                <a:lnTo>
                  <a:pt x="268224" y="638548"/>
                </a:lnTo>
                <a:lnTo>
                  <a:pt x="271259" y="630928"/>
                </a:lnTo>
                <a:lnTo>
                  <a:pt x="272783" y="621785"/>
                </a:lnTo>
                <a:lnTo>
                  <a:pt x="272783" y="32003"/>
                </a:lnTo>
                <a:lnTo>
                  <a:pt x="265163" y="10680"/>
                </a:lnTo>
                <a:lnTo>
                  <a:pt x="254495" y="3060"/>
                </a:lnTo>
                <a:lnTo>
                  <a:pt x="248399" y="0"/>
                </a:lnTo>
                <a:lnTo>
                  <a:pt x="233159" y="0"/>
                </a:lnTo>
                <a:lnTo>
                  <a:pt x="38100" y="33540"/>
                </a:lnTo>
                <a:lnTo>
                  <a:pt x="24384" y="41147"/>
                </a:lnTo>
                <a:lnTo>
                  <a:pt x="16764" y="45719"/>
                </a:lnTo>
                <a:lnTo>
                  <a:pt x="7619" y="57924"/>
                </a:lnTo>
                <a:lnTo>
                  <a:pt x="3048" y="64007"/>
                </a:lnTo>
                <a:lnTo>
                  <a:pt x="1524" y="71627"/>
                </a:lnTo>
                <a:lnTo>
                  <a:pt x="0" y="80771"/>
                </a:lnTo>
                <a:lnTo>
                  <a:pt x="0" y="670551"/>
                </a:lnTo>
                <a:close/>
              </a:path>
            </a:pathLst>
          </a:custGeom>
          <a:solidFill>
            <a:srgbClr val="CAD2D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463776" y="3586746"/>
            <a:ext cx="280416" cy="710173"/>
          </a:xfrm>
          <a:custGeom>
            <a:avLst/>
            <a:gdLst/>
            <a:ahLst/>
            <a:cxnLst/>
            <a:rect l="l" t="t" r="r" b="b"/>
            <a:pathLst>
              <a:path w="280416" h="710173">
                <a:moveTo>
                  <a:pt x="266674" y="6781"/>
                </a:moveTo>
                <a:lnTo>
                  <a:pt x="260032" y="3454"/>
                </a:lnTo>
                <a:lnTo>
                  <a:pt x="261721" y="12611"/>
                </a:lnTo>
                <a:lnTo>
                  <a:pt x="262712" y="13322"/>
                </a:lnTo>
                <a:lnTo>
                  <a:pt x="265582" y="16192"/>
                </a:lnTo>
                <a:lnTo>
                  <a:pt x="266674" y="6781"/>
                </a:lnTo>
                <a:close/>
              </a:path>
              <a:path w="280416" h="710173">
                <a:moveTo>
                  <a:pt x="268572" y="640773"/>
                </a:moveTo>
                <a:lnTo>
                  <a:pt x="265642" y="646629"/>
                </a:lnTo>
                <a:lnTo>
                  <a:pt x="265722" y="646496"/>
                </a:lnTo>
                <a:lnTo>
                  <a:pt x="268503" y="640944"/>
                </a:lnTo>
                <a:lnTo>
                  <a:pt x="268630" y="640656"/>
                </a:lnTo>
                <a:lnTo>
                  <a:pt x="271385" y="633739"/>
                </a:lnTo>
                <a:lnTo>
                  <a:pt x="268572" y="640773"/>
                </a:lnTo>
                <a:close/>
              </a:path>
              <a:path w="280416" h="710173">
                <a:moveTo>
                  <a:pt x="268554" y="22136"/>
                </a:moveTo>
                <a:lnTo>
                  <a:pt x="271414" y="29286"/>
                </a:lnTo>
                <a:lnTo>
                  <a:pt x="268630" y="22288"/>
                </a:lnTo>
                <a:lnTo>
                  <a:pt x="268503" y="22009"/>
                </a:lnTo>
                <a:lnTo>
                  <a:pt x="266293" y="17183"/>
                </a:lnTo>
                <a:lnTo>
                  <a:pt x="265861" y="16751"/>
                </a:lnTo>
                <a:lnTo>
                  <a:pt x="268554" y="22136"/>
                </a:lnTo>
                <a:close/>
              </a:path>
              <a:path w="280416" h="710173">
                <a:moveTo>
                  <a:pt x="272859" y="624969"/>
                </a:moveTo>
                <a:lnTo>
                  <a:pt x="272795" y="36195"/>
                </a:lnTo>
                <a:lnTo>
                  <a:pt x="272796" y="625595"/>
                </a:lnTo>
                <a:lnTo>
                  <a:pt x="272859" y="624969"/>
                </a:lnTo>
                <a:close/>
              </a:path>
              <a:path w="280416" h="710173">
                <a:moveTo>
                  <a:pt x="278790" y="635769"/>
                </a:moveTo>
                <a:lnTo>
                  <a:pt x="280416" y="625913"/>
                </a:lnTo>
                <a:lnTo>
                  <a:pt x="280416" y="35432"/>
                </a:lnTo>
                <a:lnTo>
                  <a:pt x="278739" y="27101"/>
                </a:lnTo>
                <a:lnTo>
                  <a:pt x="275513" y="19011"/>
                </a:lnTo>
                <a:lnTo>
                  <a:pt x="272796" y="35814"/>
                </a:lnTo>
                <a:lnTo>
                  <a:pt x="272872" y="36575"/>
                </a:lnTo>
                <a:lnTo>
                  <a:pt x="275513" y="643920"/>
                </a:lnTo>
                <a:lnTo>
                  <a:pt x="278790" y="635769"/>
                </a:lnTo>
                <a:close/>
              </a:path>
              <a:path w="280416" h="710173">
                <a:moveTo>
                  <a:pt x="28206" y="702553"/>
                </a:moveTo>
                <a:lnTo>
                  <a:pt x="27470" y="710173"/>
                </a:lnTo>
                <a:lnTo>
                  <a:pt x="35826" y="710173"/>
                </a:lnTo>
                <a:lnTo>
                  <a:pt x="29629" y="702826"/>
                </a:lnTo>
                <a:lnTo>
                  <a:pt x="28206" y="702553"/>
                </a:lnTo>
                <a:close/>
              </a:path>
              <a:path w="280416" h="710173">
                <a:moveTo>
                  <a:pt x="9105" y="76072"/>
                </a:moveTo>
                <a:lnTo>
                  <a:pt x="10437" y="69413"/>
                </a:lnTo>
                <a:lnTo>
                  <a:pt x="9918" y="70104"/>
                </a:lnTo>
                <a:lnTo>
                  <a:pt x="9105" y="76072"/>
                </a:lnTo>
                <a:close/>
              </a:path>
              <a:path w="280416" h="710173">
                <a:moveTo>
                  <a:pt x="9918" y="687313"/>
                </a:moveTo>
                <a:lnTo>
                  <a:pt x="11887" y="703224"/>
                </a:lnTo>
                <a:lnTo>
                  <a:pt x="10604" y="688851"/>
                </a:lnTo>
                <a:lnTo>
                  <a:pt x="9918" y="687313"/>
                </a:lnTo>
                <a:close/>
              </a:path>
              <a:path w="280416" h="710173">
                <a:moveTo>
                  <a:pt x="238023" y="676523"/>
                </a:moveTo>
                <a:lnTo>
                  <a:pt x="235572" y="669301"/>
                </a:lnTo>
                <a:lnTo>
                  <a:pt x="42240" y="710173"/>
                </a:lnTo>
                <a:lnTo>
                  <a:pt x="238023" y="676523"/>
                </a:lnTo>
                <a:close/>
              </a:path>
              <a:path w="280416" h="710173">
                <a:moveTo>
                  <a:pt x="244602" y="7620"/>
                </a:moveTo>
                <a:lnTo>
                  <a:pt x="237642" y="7581"/>
                </a:lnTo>
                <a:lnTo>
                  <a:pt x="237420" y="7619"/>
                </a:lnTo>
                <a:lnTo>
                  <a:pt x="244602" y="7620"/>
                </a:lnTo>
                <a:close/>
              </a:path>
              <a:path w="280416" h="710173">
                <a:moveTo>
                  <a:pt x="267296" y="658675"/>
                </a:moveTo>
                <a:lnTo>
                  <a:pt x="261023" y="663342"/>
                </a:lnTo>
                <a:lnTo>
                  <a:pt x="260866" y="663498"/>
                </a:lnTo>
                <a:lnTo>
                  <a:pt x="267296" y="658675"/>
                </a:lnTo>
                <a:close/>
              </a:path>
              <a:path w="280416" h="710173">
                <a:moveTo>
                  <a:pt x="271322" y="634113"/>
                </a:moveTo>
                <a:lnTo>
                  <a:pt x="272326" y="650290"/>
                </a:lnTo>
                <a:lnTo>
                  <a:pt x="271551" y="633324"/>
                </a:lnTo>
                <a:lnTo>
                  <a:pt x="271322" y="634113"/>
                </a:lnTo>
                <a:close/>
              </a:path>
              <a:path w="280416" h="710173">
                <a:moveTo>
                  <a:pt x="272122" y="12230"/>
                </a:moveTo>
                <a:lnTo>
                  <a:pt x="271348" y="28956"/>
                </a:lnTo>
                <a:lnTo>
                  <a:pt x="271551" y="29629"/>
                </a:lnTo>
                <a:lnTo>
                  <a:pt x="272122" y="12230"/>
                </a:lnTo>
                <a:close/>
              </a:path>
              <a:path w="280416" h="710173">
                <a:moveTo>
                  <a:pt x="236334" y="669082"/>
                </a:moveTo>
                <a:lnTo>
                  <a:pt x="243192" y="666254"/>
                </a:lnTo>
                <a:lnTo>
                  <a:pt x="235956" y="669147"/>
                </a:lnTo>
                <a:lnTo>
                  <a:pt x="236334" y="669082"/>
                </a:lnTo>
                <a:close/>
              </a:path>
              <a:path w="280416" h="710173">
                <a:moveTo>
                  <a:pt x="41922" y="702553"/>
                </a:moveTo>
                <a:lnTo>
                  <a:pt x="235956" y="669147"/>
                </a:lnTo>
                <a:lnTo>
                  <a:pt x="41592" y="702553"/>
                </a:lnTo>
                <a:lnTo>
                  <a:pt x="41922" y="702553"/>
                </a:lnTo>
                <a:close/>
              </a:path>
              <a:path w="280416" h="710173">
                <a:moveTo>
                  <a:pt x="30149" y="48234"/>
                </a:moveTo>
                <a:lnTo>
                  <a:pt x="22859" y="52577"/>
                </a:lnTo>
                <a:lnTo>
                  <a:pt x="22656" y="52730"/>
                </a:lnTo>
                <a:lnTo>
                  <a:pt x="30149" y="48234"/>
                </a:lnTo>
                <a:close/>
              </a:path>
              <a:path w="280416" h="710173">
                <a:moveTo>
                  <a:pt x="1612" y="682730"/>
                </a:moveTo>
                <a:lnTo>
                  <a:pt x="3302" y="691198"/>
                </a:lnTo>
                <a:lnTo>
                  <a:pt x="8296" y="697855"/>
                </a:lnTo>
                <a:lnTo>
                  <a:pt x="11887" y="703224"/>
                </a:lnTo>
                <a:lnTo>
                  <a:pt x="9918" y="687313"/>
                </a:lnTo>
                <a:lnTo>
                  <a:pt x="10604" y="688851"/>
                </a:lnTo>
                <a:lnTo>
                  <a:pt x="11887" y="703224"/>
                </a:lnTo>
                <a:lnTo>
                  <a:pt x="19024" y="706795"/>
                </a:lnTo>
                <a:lnTo>
                  <a:pt x="16205" y="696864"/>
                </a:lnTo>
                <a:lnTo>
                  <a:pt x="14554" y="693496"/>
                </a:lnTo>
                <a:lnTo>
                  <a:pt x="10434" y="688001"/>
                </a:lnTo>
                <a:lnTo>
                  <a:pt x="9080" y="681231"/>
                </a:lnTo>
                <a:lnTo>
                  <a:pt x="8394" y="697985"/>
                </a:lnTo>
                <a:lnTo>
                  <a:pt x="8267" y="697811"/>
                </a:lnTo>
                <a:lnTo>
                  <a:pt x="7569" y="673616"/>
                </a:lnTo>
                <a:lnTo>
                  <a:pt x="7581" y="85216"/>
                </a:lnTo>
                <a:lnTo>
                  <a:pt x="7620" y="84581"/>
                </a:lnTo>
                <a:lnTo>
                  <a:pt x="7899" y="60312"/>
                </a:lnTo>
                <a:lnTo>
                  <a:pt x="3302" y="66243"/>
                </a:lnTo>
                <a:lnTo>
                  <a:pt x="1612" y="74752"/>
                </a:lnTo>
                <a:lnTo>
                  <a:pt x="0" y="84264"/>
                </a:lnTo>
                <a:lnTo>
                  <a:pt x="0" y="674738"/>
                </a:lnTo>
                <a:lnTo>
                  <a:pt x="1612" y="682730"/>
                </a:lnTo>
                <a:close/>
              </a:path>
              <a:path w="280416" h="710173">
                <a:moveTo>
                  <a:pt x="9080" y="681231"/>
                </a:moveTo>
                <a:lnTo>
                  <a:pt x="7620" y="673872"/>
                </a:lnTo>
                <a:lnTo>
                  <a:pt x="7620" y="674361"/>
                </a:lnTo>
                <a:lnTo>
                  <a:pt x="7620" y="84988"/>
                </a:lnTo>
                <a:lnTo>
                  <a:pt x="9105" y="76072"/>
                </a:lnTo>
                <a:lnTo>
                  <a:pt x="9918" y="70104"/>
                </a:lnTo>
                <a:lnTo>
                  <a:pt x="10437" y="69413"/>
                </a:lnTo>
                <a:lnTo>
                  <a:pt x="14795" y="63614"/>
                </a:lnTo>
                <a:lnTo>
                  <a:pt x="10604" y="68580"/>
                </a:lnTo>
                <a:lnTo>
                  <a:pt x="11341" y="51714"/>
                </a:lnTo>
                <a:lnTo>
                  <a:pt x="8083" y="59851"/>
                </a:lnTo>
                <a:lnTo>
                  <a:pt x="8394" y="59436"/>
                </a:lnTo>
                <a:lnTo>
                  <a:pt x="9080" y="76200"/>
                </a:lnTo>
                <a:lnTo>
                  <a:pt x="7620" y="84581"/>
                </a:lnTo>
                <a:lnTo>
                  <a:pt x="7581" y="85216"/>
                </a:lnTo>
                <a:lnTo>
                  <a:pt x="7569" y="673616"/>
                </a:lnTo>
                <a:lnTo>
                  <a:pt x="8267" y="697811"/>
                </a:lnTo>
                <a:lnTo>
                  <a:pt x="8394" y="697985"/>
                </a:lnTo>
                <a:lnTo>
                  <a:pt x="9080" y="681231"/>
                </a:lnTo>
                <a:close/>
              </a:path>
              <a:path w="280416" h="710173">
                <a:moveTo>
                  <a:pt x="7899" y="60312"/>
                </a:moveTo>
                <a:lnTo>
                  <a:pt x="7620" y="84581"/>
                </a:lnTo>
                <a:lnTo>
                  <a:pt x="9080" y="76200"/>
                </a:lnTo>
                <a:lnTo>
                  <a:pt x="8394" y="59436"/>
                </a:lnTo>
                <a:lnTo>
                  <a:pt x="8083" y="59851"/>
                </a:lnTo>
                <a:lnTo>
                  <a:pt x="3302" y="66243"/>
                </a:lnTo>
                <a:lnTo>
                  <a:pt x="7899" y="60312"/>
                </a:lnTo>
                <a:close/>
              </a:path>
              <a:path w="280416" h="710173">
                <a:moveTo>
                  <a:pt x="35826" y="710173"/>
                </a:moveTo>
                <a:lnTo>
                  <a:pt x="42240" y="710173"/>
                </a:lnTo>
                <a:lnTo>
                  <a:pt x="41275" y="702608"/>
                </a:lnTo>
                <a:lnTo>
                  <a:pt x="35826" y="702553"/>
                </a:lnTo>
                <a:lnTo>
                  <a:pt x="28945" y="702553"/>
                </a:lnTo>
                <a:lnTo>
                  <a:pt x="22124" y="699827"/>
                </a:lnTo>
                <a:lnTo>
                  <a:pt x="22288" y="699909"/>
                </a:lnTo>
                <a:lnTo>
                  <a:pt x="22009" y="699781"/>
                </a:lnTo>
                <a:lnTo>
                  <a:pt x="17653" y="698158"/>
                </a:lnTo>
                <a:lnTo>
                  <a:pt x="17085" y="697305"/>
                </a:lnTo>
                <a:lnTo>
                  <a:pt x="14554" y="693496"/>
                </a:lnTo>
                <a:lnTo>
                  <a:pt x="16205" y="696864"/>
                </a:lnTo>
                <a:lnTo>
                  <a:pt x="19024" y="706795"/>
                </a:lnTo>
                <a:lnTo>
                  <a:pt x="27470" y="710173"/>
                </a:lnTo>
                <a:lnTo>
                  <a:pt x="28206" y="702553"/>
                </a:lnTo>
                <a:lnTo>
                  <a:pt x="29629" y="702826"/>
                </a:lnTo>
                <a:lnTo>
                  <a:pt x="35826" y="710173"/>
                </a:lnTo>
                <a:close/>
              </a:path>
              <a:path w="280416" h="710173">
                <a:moveTo>
                  <a:pt x="260032" y="3454"/>
                </a:moveTo>
                <a:lnTo>
                  <a:pt x="253123" y="0"/>
                </a:lnTo>
                <a:lnTo>
                  <a:pt x="252222" y="7620"/>
                </a:lnTo>
                <a:lnTo>
                  <a:pt x="250520" y="7226"/>
                </a:lnTo>
                <a:lnTo>
                  <a:pt x="244602" y="0"/>
                </a:lnTo>
                <a:lnTo>
                  <a:pt x="236664" y="0"/>
                </a:lnTo>
                <a:lnTo>
                  <a:pt x="236982" y="7620"/>
                </a:lnTo>
                <a:lnTo>
                  <a:pt x="43624" y="40754"/>
                </a:lnTo>
                <a:lnTo>
                  <a:pt x="42570" y="41097"/>
                </a:lnTo>
                <a:lnTo>
                  <a:pt x="40716" y="33680"/>
                </a:lnTo>
                <a:lnTo>
                  <a:pt x="33997" y="37058"/>
                </a:lnTo>
                <a:lnTo>
                  <a:pt x="26250" y="41694"/>
                </a:lnTo>
                <a:lnTo>
                  <a:pt x="22529" y="52806"/>
                </a:lnTo>
                <a:lnTo>
                  <a:pt x="18021" y="55524"/>
                </a:lnTo>
                <a:lnTo>
                  <a:pt x="16764" y="57150"/>
                </a:lnTo>
                <a:lnTo>
                  <a:pt x="18453" y="46367"/>
                </a:lnTo>
                <a:lnTo>
                  <a:pt x="11341" y="51714"/>
                </a:lnTo>
                <a:lnTo>
                  <a:pt x="10604" y="68580"/>
                </a:lnTo>
                <a:lnTo>
                  <a:pt x="14795" y="63614"/>
                </a:lnTo>
                <a:lnTo>
                  <a:pt x="17632" y="56498"/>
                </a:lnTo>
                <a:lnTo>
                  <a:pt x="22656" y="52730"/>
                </a:lnTo>
                <a:lnTo>
                  <a:pt x="22859" y="52577"/>
                </a:lnTo>
                <a:lnTo>
                  <a:pt x="30149" y="48234"/>
                </a:lnTo>
                <a:lnTo>
                  <a:pt x="37528" y="43802"/>
                </a:lnTo>
                <a:lnTo>
                  <a:pt x="37769" y="43662"/>
                </a:lnTo>
                <a:lnTo>
                  <a:pt x="43131" y="41000"/>
                </a:lnTo>
                <a:lnTo>
                  <a:pt x="237420" y="7619"/>
                </a:lnTo>
                <a:lnTo>
                  <a:pt x="237642" y="7581"/>
                </a:lnTo>
                <a:lnTo>
                  <a:pt x="244602" y="7620"/>
                </a:lnTo>
                <a:lnTo>
                  <a:pt x="251307" y="7620"/>
                </a:lnTo>
                <a:lnTo>
                  <a:pt x="256616" y="10274"/>
                </a:lnTo>
                <a:lnTo>
                  <a:pt x="262153" y="13042"/>
                </a:lnTo>
                <a:lnTo>
                  <a:pt x="265861" y="16751"/>
                </a:lnTo>
                <a:lnTo>
                  <a:pt x="272795" y="36195"/>
                </a:lnTo>
                <a:lnTo>
                  <a:pt x="272859" y="624969"/>
                </a:lnTo>
                <a:lnTo>
                  <a:pt x="272796" y="625595"/>
                </a:lnTo>
                <a:lnTo>
                  <a:pt x="272796" y="625347"/>
                </a:lnTo>
                <a:lnTo>
                  <a:pt x="271385" y="633739"/>
                </a:lnTo>
                <a:lnTo>
                  <a:pt x="268630" y="640656"/>
                </a:lnTo>
                <a:lnTo>
                  <a:pt x="268503" y="640944"/>
                </a:lnTo>
                <a:lnTo>
                  <a:pt x="265722" y="646496"/>
                </a:lnTo>
                <a:lnTo>
                  <a:pt x="265642" y="646629"/>
                </a:lnTo>
                <a:lnTo>
                  <a:pt x="261535" y="653474"/>
                </a:lnTo>
                <a:lnTo>
                  <a:pt x="255828" y="657762"/>
                </a:lnTo>
                <a:lnTo>
                  <a:pt x="250812" y="663204"/>
                </a:lnTo>
                <a:lnTo>
                  <a:pt x="249516" y="664047"/>
                </a:lnTo>
                <a:lnTo>
                  <a:pt x="243192" y="666254"/>
                </a:lnTo>
                <a:lnTo>
                  <a:pt x="236334" y="669082"/>
                </a:lnTo>
                <a:lnTo>
                  <a:pt x="235956" y="669147"/>
                </a:lnTo>
                <a:lnTo>
                  <a:pt x="41922" y="702553"/>
                </a:lnTo>
                <a:lnTo>
                  <a:pt x="35826" y="702553"/>
                </a:lnTo>
                <a:lnTo>
                  <a:pt x="41275" y="702608"/>
                </a:lnTo>
                <a:lnTo>
                  <a:pt x="42240" y="710173"/>
                </a:lnTo>
                <a:lnTo>
                  <a:pt x="235572" y="669301"/>
                </a:lnTo>
                <a:lnTo>
                  <a:pt x="238023" y="676523"/>
                </a:lnTo>
                <a:lnTo>
                  <a:pt x="246024" y="673329"/>
                </a:lnTo>
                <a:lnTo>
                  <a:pt x="254355" y="669991"/>
                </a:lnTo>
                <a:lnTo>
                  <a:pt x="260866" y="663498"/>
                </a:lnTo>
                <a:lnTo>
                  <a:pt x="260603" y="663695"/>
                </a:lnTo>
                <a:lnTo>
                  <a:pt x="261150" y="654116"/>
                </a:lnTo>
                <a:lnTo>
                  <a:pt x="262128" y="653028"/>
                </a:lnTo>
                <a:lnTo>
                  <a:pt x="265582" y="646748"/>
                </a:lnTo>
                <a:lnTo>
                  <a:pt x="267296" y="658675"/>
                </a:lnTo>
                <a:lnTo>
                  <a:pt x="272326" y="650290"/>
                </a:lnTo>
                <a:lnTo>
                  <a:pt x="271322" y="634113"/>
                </a:lnTo>
                <a:lnTo>
                  <a:pt x="271551" y="633324"/>
                </a:lnTo>
                <a:lnTo>
                  <a:pt x="272326" y="650290"/>
                </a:lnTo>
                <a:lnTo>
                  <a:pt x="275513" y="643920"/>
                </a:lnTo>
                <a:lnTo>
                  <a:pt x="272872" y="36575"/>
                </a:lnTo>
                <a:lnTo>
                  <a:pt x="272796" y="35814"/>
                </a:lnTo>
                <a:lnTo>
                  <a:pt x="275513" y="19011"/>
                </a:lnTo>
                <a:lnTo>
                  <a:pt x="272122" y="12230"/>
                </a:lnTo>
                <a:lnTo>
                  <a:pt x="271551" y="29629"/>
                </a:lnTo>
                <a:lnTo>
                  <a:pt x="271348" y="28956"/>
                </a:lnTo>
                <a:lnTo>
                  <a:pt x="272122" y="12230"/>
                </a:lnTo>
                <a:lnTo>
                  <a:pt x="266674" y="6781"/>
                </a:lnTo>
                <a:lnTo>
                  <a:pt x="265582" y="16192"/>
                </a:lnTo>
                <a:lnTo>
                  <a:pt x="262712" y="13322"/>
                </a:lnTo>
                <a:lnTo>
                  <a:pt x="261721" y="12611"/>
                </a:lnTo>
                <a:lnTo>
                  <a:pt x="260032" y="3454"/>
                </a:lnTo>
                <a:close/>
              </a:path>
              <a:path w="280416" h="710173">
                <a:moveTo>
                  <a:pt x="18453" y="46367"/>
                </a:moveTo>
                <a:lnTo>
                  <a:pt x="16764" y="57150"/>
                </a:lnTo>
                <a:lnTo>
                  <a:pt x="18021" y="55524"/>
                </a:lnTo>
                <a:lnTo>
                  <a:pt x="22529" y="52806"/>
                </a:lnTo>
                <a:lnTo>
                  <a:pt x="26250" y="41694"/>
                </a:lnTo>
                <a:lnTo>
                  <a:pt x="18453" y="46367"/>
                </a:lnTo>
                <a:close/>
              </a:path>
              <a:path w="280416" h="710173">
                <a:moveTo>
                  <a:pt x="22009" y="699781"/>
                </a:moveTo>
                <a:lnTo>
                  <a:pt x="22288" y="699909"/>
                </a:lnTo>
                <a:lnTo>
                  <a:pt x="22124" y="699827"/>
                </a:lnTo>
                <a:lnTo>
                  <a:pt x="17085" y="697305"/>
                </a:lnTo>
                <a:lnTo>
                  <a:pt x="17653" y="698158"/>
                </a:lnTo>
                <a:lnTo>
                  <a:pt x="22009" y="699781"/>
                </a:lnTo>
                <a:close/>
              </a:path>
              <a:path w="280416" h="710173">
                <a:moveTo>
                  <a:pt x="37579" y="43776"/>
                </a:moveTo>
                <a:lnTo>
                  <a:pt x="43131" y="41000"/>
                </a:lnTo>
                <a:lnTo>
                  <a:pt x="37769" y="43662"/>
                </a:lnTo>
                <a:lnTo>
                  <a:pt x="37528" y="43802"/>
                </a:lnTo>
                <a:lnTo>
                  <a:pt x="30149" y="48234"/>
                </a:lnTo>
                <a:lnTo>
                  <a:pt x="37579" y="43776"/>
                </a:lnTo>
                <a:close/>
              </a:path>
              <a:path w="280416" h="710173">
                <a:moveTo>
                  <a:pt x="43624" y="40754"/>
                </a:moveTo>
                <a:lnTo>
                  <a:pt x="236982" y="7620"/>
                </a:lnTo>
                <a:lnTo>
                  <a:pt x="236664" y="0"/>
                </a:lnTo>
                <a:lnTo>
                  <a:pt x="40716" y="33680"/>
                </a:lnTo>
                <a:lnTo>
                  <a:pt x="42570" y="41097"/>
                </a:lnTo>
                <a:lnTo>
                  <a:pt x="43624" y="40754"/>
                </a:lnTo>
                <a:close/>
              </a:path>
              <a:path w="280416" h="710173">
                <a:moveTo>
                  <a:pt x="250062" y="663504"/>
                </a:moveTo>
                <a:lnTo>
                  <a:pt x="243192" y="666254"/>
                </a:lnTo>
                <a:lnTo>
                  <a:pt x="249516" y="664047"/>
                </a:lnTo>
                <a:lnTo>
                  <a:pt x="250812" y="663204"/>
                </a:lnTo>
                <a:lnTo>
                  <a:pt x="255828" y="657762"/>
                </a:lnTo>
                <a:lnTo>
                  <a:pt x="250062" y="663504"/>
                </a:lnTo>
                <a:close/>
              </a:path>
              <a:path w="280416" h="710173">
                <a:moveTo>
                  <a:pt x="253123" y="0"/>
                </a:moveTo>
                <a:lnTo>
                  <a:pt x="244602" y="0"/>
                </a:lnTo>
                <a:lnTo>
                  <a:pt x="250520" y="7226"/>
                </a:lnTo>
                <a:lnTo>
                  <a:pt x="252222" y="7620"/>
                </a:lnTo>
                <a:lnTo>
                  <a:pt x="253123" y="0"/>
                </a:lnTo>
                <a:close/>
              </a:path>
              <a:path w="280416" h="710173">
                <a:moveTo>
                  <a:pt x="265582" y="646748"/>
                </a:moveTo>
                <a:lnTo>
                  <a:pt x="262128" y="653028"/>
                </a:lnTo>
                <a:lnTo>
                  <a:pt x="261150" y="654116"/>
                </a:lnTo>
                <a:lnTo>
                  <a:pt x="260603" y="663695"/>
                </a:lnTo>
                <a:lnTo>
                  <a:pt x="260866" y="663498"/>
                </a:lnTo>
                <a:lnTo>
                  <a:pt x="261023" y="663342"/>
                </a:lnTo>
                <a:lnTo>
                  <a:pt x="267296" y="658675"/>
                </a:lnTo>
                <a:lnTo>
                  <a:pt x="265582" y="64674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491983" y="3622560"/>
            <a:ext cx="225539" cy="79247"/>
          </a:xfrm>
          <a:custGeom>
            <a:avLst/>
            <a:gdLst/>
            <a:ahLst/>
            <a:cxnLst/>
            <a:rect l="l" t="t" r="r" b="b"/>
            <a:pathLst>
              <a:path w="225539" h="79248">
                <a:moveTo>
                  <a:pt x="0" y="79248"/>
                </a:moveTo>
                <a:lnTo>
                  <a:pt x="225539" y="38100"/>
                </a:lnTo>
                <a:lnTo>
                  <a:pt x="225539" y="0"/>
                </a:lnTo>
                <a:lnTo>
                  <a:pt x="0" y="39624"/>
                </a:lnTo>
                <a:lnTo>
                  <a:pt x="0" y="79248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496555" y="3624097"/>
            <a:ext cx="216407" cy="65519"/>
          </a:xfrm>
          <a:custGeom>
            <a:avLst/>
            <a:gdLst/>
            <a:ahLst/>
            <a:cxnLst/>
            <a:rect l="l" t="t" r="r" b="b"/>
            <a:pathLst>
              <a:path w="216407" h="65519">
                <a:moveTo>
                  <a:pt x="0" y="65519"/>
                </a:moveTo>
                <a:lnTo>
                  <a:pt x="216407" y="27419"/>
                </a:lnTo>
                <a:lnTo>
                  <a:pt x="216407" y="0"/>
                </a:lnTo>
                <a:lnTo>
                  <a:pt x="0" y="38087"/>
                </a:lnTo>
                <a:lnTo>
                  <a:pt x="0" y="655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493507" y="3657625"/>
            <a:ext cx="224015" cy="42659"/>
          </a:xfrm>
          <a:custGeom>
            <a:avLst/>
            <a:gdLst/>
            <a:ahLst/>
            <a:cxnLst/>
            <a:rect l="l" t="t" r="r" b="b"/>
            <a:pathLst>
              <a:path w="224015" h="42659">
                <a:moveTo>
                  <a:pt x="0" y="42659"/>
                </a:moveTo>
                <a:lnTo>
                  <a:pt x="224015" y="3035"/>
                </a:lnTo>
                <a:lnTo>
                  <a:pt x="219455" y="0"/>
                </a:lnTo>
                <a:lnTo>
                  <a:pt x="0" y="38099"/>
                </a:lnTo>
                <a:lnTo>
                  <a:pt x="0" y="42659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491983" y="3726192"/>
            <a:ext cx="225539" cy="80771"/>
          </a:xfrm>
          <a:custGeom>
            <a:avLst/>
            <a:gdLst/>
            <a:ahLst/>
            <a:cxnLst/>
            <a:rect l="l" t="t" r="r" b="b"/>
            <a:pathLst>
              <a:path w="225539" h="80771">
                <a:moveTo>
                  <a:pt x="0" y="80771"/>
                </a:moveTo>
                <a:lnTo>
                  <a:pt x="225539" y="39623"/>
                </a:lnTo>
                <a:lnTo>
                  <a:pt x="225539" y="0"/>
                </a:lnTo>
                <a:lnTo>
                  <a:pt x="0" y="41147"/>
                </a:lnTo>
                <a:lnTo>
                  <a:pt x="0" y="80771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496555" y="3729240"/>
            <a:ext cx="216407" cy="67055"/>
          </a:xfrm>
          <a:custGeom>
            <a:avLst/>
            <a:gdLst/>
            <a:ahLst/>
            <a:cxnLst/>
            <a:rect l="l" t="t" r="r" b="b"/>
            <a:pathLst>
              <a:path w="216407" h="67055">
                <a:moveTo>
                  <a:pt x="0" y="67055"/>
                </a:moveTo>
                <a:lnTo>
                  <a:pt x="216407" y="27431"/>
                </a:lnTo>
                <a:lnTo>
                  <a:pt x="216407" y="0"/>
                </a:lnTo>
                <a:lnTo>
                  <a:pt x="0" y="38099"/>
                </a:lnTo>
                <a:lnTo>
                  <a:pt x="0" y="67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493507" y="3762768"/>
            <a:ext cx="224015" cy="41148"/>
          </a:xfrm>
          <a:custGeom>
            <a:avLst/>
            <a:gdLst/>
            <a:ahLst/>
            <a:cxnLst/>
            <a:rect l="l" t="t" r="r" b="b"/>
            <a:pathLst>
              <a:path w="224015" h="41148">
                <a:moveTo>
                  <a:pt x="0" y="41147"/>
                </a:moveTo>
                <a:lnTo>
                  <a:pt x="224015" y="3047"/>
                </a:lnTo>
                <a:lnTo>
                  <a:pt x="219455" y="0"/>
                </a:lnTo>
                <a:lnTo>
                  <a:pt x="0" y="38099"/>
                </a:lnTo>
                <a:lnTo>
                  <a:pt x="0" y="41147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468475" y="3684333"/>
            <a:ext cx="271043" cy="54762"/>
          </a:xfrm>
          <a:custGeom>
            <a:avLst/>
            <a:gdLst/>
            <a:ahLst/>
            <a:cxnLst/>
            <a:rect l="l" t="t" r="r" b="b"/>
            <a:pathLst>
              <a:path w="271043" h="54762">
                <a:moveTo>
                  <a:pt x="0" y="47243"/>
                </a:moveTo>
                <a:lnTo>
                  <a:pt x="1295" y="54762"/>
                </a:lnTo>
                <a:lnTo>
                  <a:pt x="271043" y="7518"/>
                </a:lnTo>
                <a:lnTo>
                  <a:pt x="269735" y="0"/>
                </a:lnTo>
                <a:lnTo>
                  <a:pt x="0" y="47243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468450" y="3784917"/>
            <a:ext cx="271081" cy="56286"/>
          </a:xfrm>
          <a:custGeom>
            <a:avLst/>
            <a:gdLst/>
            <a:ahLst/>
            <a:cxnLst/>
            <a:rect l="l" t="t" r="r" b="b"/>
            <a:pathLst>
              <a:path w="271081" h="56286">
                <a:moveTo>
                  <a:pt x="0" y="48768"/>
                </a:moveTo>
                <a:lnTo>
                  <a:pt x="1346" y="56286"/>
                </a:lnTo>
                <a:lnTo>
                  <a:pt x="271081" y="7518"/>
                </a:lnTo>
                <a:lnTo>
                  <a:pt x="269748" y="0"/>
                </a:lnTo>
                <a:lnTo>
                  <a:pt x="0" y="4876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468437" y="4155266"/>
            <a:ext cx="271119" cy="57774"/>
          </a:xfrm>
          <a:custGeom>
            <a:avLst/>
            <a:gdLst/>
            <a:ahLst/>
            <a:cxnLst/>
            <a:rect l="l" t="t" r="r" b="b"/>
            <a:pathLst>
              <a:path w="271119" h="57774">
                <a:moveTo>
                  <a:pt x="0" y="50284"/>
                </a:moveTo>
                <a:lnTo>
                  <a:pt x="1384" y="57774"/>
                </a:lnTo>
                <a:lnTo>
                  <a:pt x="271119" y="7476"/>
                </a:lnTo>
                <a:lnTo>
                  <a:pt x="269735" y="0"/>
                </a:lnTo>
                <a:lnTo>
                  <a:pt x="0" y="50284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527035" y="3823728"/>
            <a:ext cx="164579" cy="45719"/>
          </a:xfrm>
          <a:custGeom>
            <a:avLst/>
            <a:gdLst/>
            <a:ahLst/>
            <a:cxnLst/>
            <a:rect l="l" t="t" r="r" b="b"/>
            <a:pathLst>
              <a:path w="164579" h="45720">
                <a:moveTo>
                  <a:pt x="0" y="36575"/>
                </a:moveTo>
                <a:lnTo>
                  <a:pt x="1523" y="41147"/>
                </a:lnTo>
                <a:lnTo>
                  <a:pt x="3047" y="42671"/>
                </a:lnTo>
                <a:lnTo>
                  <a:pt x="6095" y="45719"/>
                </a:lnTo>
                <a:lnTo>
                  <a:pt x="10667" y="45719"/>
                </a:lnTo>
                <a:lnTo>
                  <a:pt x="152399" y="18287"/>
                </a:lnTo>
                <a:lnTo>
                  <a:pt x="156959" y="18287"/>
                </a:lnTo>
                <a:lnTo>
                  <a:pt x="160020" y="15239"/>
                </a:lnTo>
                <a:lnTo>
                  <a:pt x="161543" y="10667"/>
                </a:lnTo>
                <a:lnTo>
                  <a:pt x="164579" y="7619"/>
                </a:lnTo>
                <a:lnTo>
                  <a:pt x="161543" y="3047"/>
                </a:lnTo>
                <a:lnTo>
                  <a:pt x="160020" y="1523"/>
                </a:lnTo>
                <a:lnTo>
                  <a:pt x="156959" y="0"/>
                </a:lnTo>
                <a:lnTo>
                  <a:pt x="152399" y="0"/>
                </a:lnTo>
                <a:lnTo>
                  <a:pt x="10667" y="25907"/>
                </a:lnTo>
                <a:lnTo>
                  <a:pt x="6095" y="27431"/>
                </a:lnTo>
                <a:lnTo>
                  <a:pt x="3047" y="30479"/>
                </a:lnTo>
                <a:lnTo>
                  <a:pt x="1523" y="33527"/>
                </a:lnTo>
                <a:lnTo>
                  <a:pt x="0" y="36575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534223" y="3838232"/>
            <a:ext cx="148678" cy="31953"/>
          </a:xfrm>
          <a:custGeom>
            <a:avLst/>
            <a:gdLst/>
            <a:ahLst/>
            <a:cxnLst/>
            <a:rect l="l" t="t" r="r" b="b"/>
            <a:pathLst>
              <a:path w="148678" h="31953">
                <a:moveTo>
                  <a:pt x="0" y="27444"/>
                </a:moveTo>
                <a:lnTo>
                  <a:pt x="863" y="31953"/>
                </a:lnTo>
                <a:lnTo>
                  <a:pt x="148678" y="4521"/>
                </a:lnTo>
                <a:lnTo>
                  <a:pt x="147828" y="0"/>
                </a:lnTo>
                <a:lnTo>
                  <a:pt x="0" y="27444"/>
                </a:lnTo>
                <a:close/>
              </a:path>
            </a:pathLst>
          </a:custGeom>
          <a:solidFill>
            <a:srgbClr val="96AAB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479791" y="4213865"/>
            <a:ext cx="249923" cy="70102"/>
          </a:xfrm>
          <a:custGeom>
            <a:avLst/>
            <a:gdLst/>
            <a:ahLst/>
            <a:cxnLst/>
            <a:rect l="l" t="t" r="r" b="b"/>
            <a:pathLst>
              <a:path w="249923" h="70102">
                <a:moveTo>
                  <a:pt x="249923" y="0"/>
                </a:moveTo>
                <a:lnTo>
                  <a:pt x="0" y="42673"/>
                </a:lnTo>
                <a:lnTo>
                  <a:pt x="0" y="47242"/>
                </a:lnTo>
                <a:lnTo>
                  <a:pt x="1524" y="53340"/>
                </a:lnTo>
                <a:lnTo>
                  <a:pt x="3047" y="60960"/>
                </a:lnTo>
                <a:lnTo>
                  <a:pt x="6096" y="64005"/>
                </a:lnTo>
                <a:lnTo>
                  <a:pt x="13715" y="68580"/>
                </a:lnTo>
                <a:lnTo>
                  <a:pt x="19812" y="70102"/>
                </a:lnTo>
                <a:lnTo>
                  <a:pt x="27431" y="70102"/>
                </a:lnTo>
                <a:lnTo>
                  <a:pt x="121920" y="51817"/>
                </a:lnTo>
                <a:lnTo>
                  <a:pt x="188963" y="39622"/>
                </a:lnTo>
                <a:lnTo>
                  <a:pt x="224027" y="33525"/>
                </a:lnTo>
                <a:lnTo>
                  <a:pt x="233171" y="28957"/>
                </a:lnTo>
                <a:lnTo>
                  <a:pt x="237731" y="24382"/>
                </a:lnTo>
                <a:lnTo>
                  <a:pt x="240792" y="19813"/>
                </a:lnTo>
                <a:lnTo>
                  <a:pt x="246887" y="10670"/>
                </a:lnTo>
                <a:lnTo>
                  <a:pt x="249923" y="3050"/>
                </a:lnTo>
                <a:lnTo>
                  <a:pt x="2499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118612" y="3357295"/>
            <a:ext cx="647691" cy="955673"/>
          </a:xfrm>
          <a:custGeom>
            <a:avLst/>
            <a:gdLst/>
            <a:ahLst/>
            <a:cxnLst/>
            <a:rect l="l" t="t" r="r" b="b"/>
            <a:pathLst>
              <a:path w="647691" h="955673">
                <a:moveTo>
                  <a:pt x="624831" y="117824"/>
                </a:moveTo>
                <a:lnTo>
                  <a:pt x="624831" y="117350"/>
                </a:lnTo>
                <a:lnTo>
                  <a:pt x="623401" y="115925"/>
                </a:lnTo>
                <a:lnTo>
                  <a:pt x="620246" y="115925"/>
                </a:lnTo>
                <a:lnTo>
                  <a:pt x="619547" y="115112"/>
                </a:lnTo>
                <a:lnTo>
                  <a:pt x="621783" y="118973"/>
                </a:lnTo>
                <a:lnTo>
                  <a:pt x="624831" y="117824"/>
                </a:lnTo>
                <a:close/>
              </a:path>
              <a:path w="647691" h="955673">
                <a:moveTo>
                  <a:pt x="623294" y="134213"/>
                </a:moveTo>
                <a:lnTo>
                  <a:pt x="623294" y="136361"/>
                </a:lnTo>
                <a:lnTo>
                  <a:pt x="622494" y="136550"/>
                </a:lnTo>
                <a:lnTo>
                  <a:pt x="623294" y="137357"/>
                </a:lnTo>
                <a:lnTo>
                  <a:pt x="624005" y="138074"/>
                </a:lnTo>
                <a:lnTo>
                  <a:pt x="623294" y="134213"/>
                </a:lnTo>
                <a:close/>
              </a:path>
              <a:path w="647691" h="955673">
                <a:moveTo>
                  <a:pt x="627866" y="882479"/>
                </a:moveTo>
                <a:lnTo>
                  <a:pt x="625934" y="893146"/>
                </a:lnTo>
                <a:lnTo>
                  <a:pt x="629390" y="893146"/>
                </a:lnTo>
              </a:path>
              <a:path w="647691" h="955673">
                <a:moveTo>
                  <a:pt x="638534" y="884002"/>
                </a:moveTo>
                <a:lnTo>
                  <a:pt x="637010" y="885526"/>
                </a:lnTo>
                <a:lnTo>
                  <a:pt x="639046" y="885526"/>
                </a:lnTo>
              </a:path>
              <a:path w="647691" h="955673">
                <a:moveTo>
                  <a:pt x="637010" y="885526"/>
                </a:moveTo>
                <a:lnTo>
                  <a:pt x="637010" y="885526"/>
                </a:lnTo>
                <a:lnTo>
                  <a:pt x="637010" y="885526"/>
                </a:lnTo>
              </a:path>
              <a:path w="647691" h="955673">
                <a:moveTo>
                  <a:pt x="637010" y="885526"/>
                </a:moveTo>
                <a:lnTo>
                  <a:pt x="637010" y="885526"/>
                </a:lnTo>
                <a:lnTo>
                  <a:pt x="637010" y="885526"/>
                </a:lnTo>
              </a:path>
              <a:path w="647691" h="955673">
                <a:moveTo>
                  <a:pt x="637010" y="885526"/>
                </a:moveTo>
                <a:lnTo>
                  <a:pt x="638534" y="888571"/>
                </a:lnTo>
                <a:lnTo>
                  <a:pt x="640071" y="891622"/>
                </a:lnTo>
                <a:lnTo>
                  <a:pt x="640071" y="888572"/>
                </a:lnTo>
                <a:lnTo>
                  <a:pt x="639046" y="885526"/>
                </a:lnTo>
              </a:path>
              <a:path w="647691" h="955673">
                <a:moveTo>
                  <a:pt x="637010" y="885526"/>
                </a:moveTo>
                <a:lnTo>
                  <a:pt x="633964" y="888571"/>
                </a:lnTo>
                <a:lnTo>
                  <a:pt x="632442" y="890094"/>
                </a:lnTo>
                <a:lnTo>
                  <a:pt x="635486" y="890094"/>
                </a:lnTo>
                <a:lnTo>
                  <a:pt x="635486" y="888572"/>
                </a:lnTo>
              </a:path>
              <a:path w="647691" h="955673">
                <a:moveTo>
                  <a:pt x="632442" y="890094"/>
                </a:moveTo>
                <a:lnTo>
                  <a:pt x="630914" y="891622"/>
                </a:lnTo>
                <a:lnTo>
                  <a:pt x="632435" y="891622"/>
                </a:lnTo>
                <a:lnTo>
                  <a:pt x="633962" y="890094"/>
                </a:lnTo>
              </a:path>
              <a:path w="647691" h="955673">
                <a:moveTo>
                  <a:pt x="633962" y="890094"/>
                </a:moveTo>
                <a:lnTo>
                  <a:pt x="633962" y="894778"/>
                </a:lnTo>
                <a:lnTo>
                  <a:pt x="635486" y="894778"/>
                </a:lnTo>
                <a:lnTo>
                  <a:pt x="635486" y="890094"/>
                </a:lnTo>
              </a:path>
              <a:path w="647691" h="955673">
                <a:moveTo>
                  <a:pt x="630914" y="891622"/>
                </a:moveTo>
                <a:lnTo>
                  <a:pt x="629390" y="893146"/>
                </a:lnTo>
                <a:lnTo>
                  <a:pt x="630910" y="893146"/>
                </a:lnTo>
                <a:lnTo>
                  <a:pt x="632434" y="891622"/>
                </a:lnTo>
              </a:path>
              <a:path w="647691" h="955673">
                <a:moveTo>
                  <a:pt x="632434" y="891622"/>
                </a:moveTo>
                <a:lnTo>
                  <a:pt x="630911" y="893146"/>
                </a:lnTo>
                <a:lnTo>
                  <a:pt x="631788" y="894778"/>
                </a:lnTo>
                <a:lnTo>
                  <a:pt x="633962" y="894778"/>
                </a:lnTo>
                <a:lnTo>
                  <a:pt x="633962" y="893146"/>
                </a:lnTo>
                <a:lnTo>
                  <a:pt x="632435" y="891622"/>
                </a:lnTo>
              </a:path>
              <a:path w="647691" h="955673">
                <a:moveTo>
                  <a:pt x="617211" y="893146"/>
                </a:moveTo>
                <a:lnTo>
                  <a:pt x="612626" y="896192"/>
                </a:lnTo>
                <a:lnTo>
                  <a:pt x="609591" y="896559"/>
                </a:lnTo>
                <a:lnTo>
                  <a:pt x="615691" y="896559"/>
                </a:lnTo>
                <a:lnTo>
                  <a:pt x="615854" y="896192"/>
                </a:lnTo>
              </a:path>
              <a:path w="647691" h="955673">
                <a:moveTo>
                  <a:pt x="625934" y="893146"/>
                </a:moveTo>
                <a:lnTo>
                  <a:pt x="625107" y="897714"/>
                </a:lnTo>
                <a:lnTo>
                  <a:pt x="624831" y="899242"/>
                </a:lnTo>
                <a:lnTo>
                  <a:pt x="623331" y="903103"/>
                </a:lnTo>
                <a:lnTo>
                  <a:pt x="623017" y="903913"/>
                </a:lnTo>
                <a:lnTo>
                  <a:pt x="621872" y="906862"/>
                </a:lnTo>
                <a:lnTo>
                  <a:pt x="624831" y="906862"/>
                </a:lnTo>
                <a:lnTo>
                  <a:pt x="624831" y="903913"/>
                </a:lnTo>
                <a:lnTo>
                  <a:pt x="625643" y="903103"/>
                </a:lnTo>
                <a:lnTo>
                  <a:pt x="626144" y="899242"/>
                </a:lnTo>
                <a:lnTo>
                  <a:pt x="626342" y="897714"/>
                </a:lnTo>
                <a:lnTo>
                  <a:pt x="630910" y="893146"/>
                </a:lnTo>
              </a:path>
              <a:path w="647691" h="955673">
                <a:moveTo>
                  <a:pt x="605006" y="894669"/>
                </a:moveTo>
                <a:lnTo>
                  <a:pt x="607952" y="896191"/>
                </a:lnTo>
                <a:lnTo>
                  <a:pt x="608373" y="896559"/>
                </a:lnTo>
                <a:lnTo>
                  <a:pt x="609591" y="896559"/>
                </a:lnTo>
                <a:lnTo>
                  <a:pt x="609478" y="896192"/>
                </a:lnTo>
                <a:lnTo>
                  <a:pt x="609591" y="894669"/>
                </a:lnTo>
              </a:path>
              <a:path w="647691" h="955673">
                <a:moveTo>
                  <a:pt x="631788" y="894778"/>
                </a:moveTo>
                <a:lnTo>
                  <a:pt x="632547" y="896191"/>
                </a:lnTo>
                <a:lnTo>
                  <a:pt x="635486" y="897714"/>
                </a:lnTo>
                <a:lnTo>
                  <a:pt x="635486" y="896191"/>
                </a:lnTo>
                <a:lnTo>
                  <a:pt x="635486" y="894778"/>
                </a:lnTo>
              </a:path>
              <a:path w="647691" h="955673">
                <a:moveTo>
                  <a:pt x="608373" y="896559"/>
                </a:moveTo>
                <a:lnTo>
                  <a:pt x="608765" y="896901"/>
                </a:lnTo>
                <a:lnTo>
                  <a:pt x="609591" y="897714"/>
                </a:lnTo>
                <a:lnTo>
                  <a:pt x="609591" y="900766"/>
                </a:lnTo>
                <a:lnTo>
                  <a:pt x="608371" y="906862"/>
                </a:lnTo>
                <a:lnTo>
                  <a:pt x="608067" y="908386"/>
                </a:lnTo>
                <a:lnTo>
                  <a:pt x="606555" y="909897"/>
                </a:lnTo>
                <a:lnTo>
                  <a:pt x="603482" y="912971"/>
                </a:lnTo>
                <a:lnTo>
                  <a:pt x="602729" y="914482"/>
                </a:lnTo>
                <a:lnTo>
                  <a:pt x="605006" y="914482"/>
                </a:lnTo>
                <a:lnTo>
                  <a:pt x="606015" y="912971"/>
                </a:lnTo>
                <a:lnTo>
                  <a:pt x="608067" y="909897"/>
                </a:lnTo>
                <a:lnTo>
                  <a:pt x="609578" y="908386"/>
                </a:lnTo>
                <a:lnTo>
                  <a:pt x="611102" y="906862"/>
                </a:lnTo>
                <a:lnTo>
                  <a:pt x="613817" y="900766"/>
                </a:lnTo>
                <a:lnTo>
                  <a:pt x="615176" y="897714"/>
                </a:lnTo>
                <a:lnTo>
                  <a:pt x="615538" y="896901"/>
                </a:lnTo>
                <a:lnTo>
                  <a:pt x="615691" y="896559"/>
                </a:lnTo>
              </a:path>
              <a:path w="647691" h="955673">
                <a:moveTo>
                  <a:pt x="620246" y="902289"/>
                </a:moveTo>
                <a:lnTo>
                  <a:pt x="616044" y="906491"/>
                </a:lnTo>
                <a:lnTo>
                  <a:pt x="615673" y="906862"/>
                </a:lnTo>
                <a:lnTo>
                  <a:pt x="620712" y="906862"/>
                </a:lnTo>
                <a:lnTo>
                  <a:pt x="620349" y="906862"/>
                </a:lnTo>
                <a:lnTo>
                  <a:pt x="620246" y="906491"/>
                </a:lnTo>
              </a:path>
              <a:path w="647691" h="955673">
                <a:moveTo>
                  <a:pt x="615673" y="906862"/>
                </a:moveTo>
                <a:lnTo>
                  <a:pt x="614149" y="908386"/>
                </a:lnTo>
                <a:lnTo>
                  <a:pt x="613336" y="909199"/>
                </a:lnTo>
                <a:lnTo>
                  <a:pt x="612626" y="909909"/>
                </a:lnTo>
                <a:lnTo>
                  <a:pt x="611102" y="911431"/>
                </a:lnTo>
                <a:lnTo>
                  <a:pt x="611102" y="912954"/>
                </a:lnTo>
                <a:lnTo>
                  <a:pt x="609680" y="914482"/>
                </a:lnTo>
                <a:lnTo>
                  <a:pt x="611102" y="914482"/>
                </a:lnTo>
                <a:lnTo>
                  <a:pt x="611102" y="913060"/>
                </a:lnTo>
                <a:lnTo>
                  <a:pt x="611733" y="911432"/>
                </a:lnTo>
                <a:lnTo>
                  <a:pt x="614774" y="909909"/>
                </a:lnTo>
                <a:lnTo>
                  <a:pt x="617300" y="909909"/>
                </a:lnTo>
                <a:lnTo>
                  <a:pt x="616487" y="909199"/>
                </a:lnTo>
                <a:lnTo>
                  <a:pt x="615687" y="908386"/>
                </a:lnTo>
                <a:lnTo>
                  <a:pt x="617211" y="906862"/>
                </a:lnTo>
                <a:lnTo>
                  <a:pt x="620246" y="906862"/>
                </a:lnTo>
              </a:path>
              <a:path w="647691" h="955673">
                <a:moveTo>
                  <a:pt x="620246" y="906862"/>
                </a:moveTo>
                <a:lnTo>
                  <a:pt x="621872" y="906862"/>
                </a:lnTo>
                <a:lnTo>
                  <a:pt x="620712" y="906862"/>
                </a:lnTo>
              </a:path>
              <a:path w="647691" h="955673">
                <a:moveTo>
                  <a:pt x="620246" y="906862"/>
                </a:moveTo>
                <a:lnTo>
                  <a:pt x="620246" y="908386"/>
                </a:lnTo>
                <a:lnTo>
                  <a:pt x="624831" y="908386"/>
                </a:lnTo>
                <a:lnTo>
                  <a:pt x="624831" y="906862"/>
                </a:lnTo>
              </a:path>
              <a:path w="647691" h="955673">
                <a:moveTo>
                  <a:pt x="602729" y="914482"/>
                </a:moveTo>
                <a:lnTo>
                  <a:pt x="601971" y="916006"/>
                </a:lnTo>
                <a:lnTo>
                  <a:pt x="603482" y="916006"/>
                </a:lnTo>
                <a:lnTo>
                  <a:pt x="603482" y="914482"/>
                </a:lnTo>
              </a:path>
              <a:path w="647691" h="955673">
                <a:moveTo>
                  <a:pt x="603482" y="914482"/>
                </a:moveTo>
                <a:lnTo>
                  <a:pt x="608067" y="916006"/>
                </a:lnTo>
                <a:lnTo>
                  <a:pt x="611102" y="916006"/>
                </a:lnTo>
                <a:lnTo>
                  <a:pt x="611102" y="914482"/>
                </a:lnTo>
              </a:path>
              <a:path w="647691" h="955673">
                <a:moveTo>
                  <a:pt x="631625" y="866421"/>
                </a:moveTo>
                <a:lnTo>
                  <a:pt x="629390" y="868654"/>
                </a:lnTo>
                <a:lnTo>
                  <a:pt x="629390" y="870995"/>
                </a:lnTo>
                <a:lnTo>
                  <a:pt x="633172" y="870995"/>
                </a:lnTo>
                <a:lnTo>
                  <a:pt x="632380" y="868654"/>
                </a:lnTo>
              </a:path>
              <a:path w="647691" h="955673">
                <a:moveTo>
                  <a:pt x="627866" y="870177"/>
                </a:moveTo>
                <a:lnTo>
                  <a:pt x="627866" y="871714"/>
                </a:lnTo>
                <a:lnTo>
                  <a:pt x="629390" y="871714"/>
                </a:lnTo>
              </a:path>
              <a:path w="647691" h="955673">
                <a:moveTo>
                  <a:pt x="629390" y="870995"/>
                </a:moveTo>
                <a:lnTo>
                  <a:pt x="629390" y="871648"/>
                </a:lnTo>
                <a:lnTo>
                  <a:pt x="630114" y="870995"/>
                </a:lnTo>
              </a:path>
              <a:path w="647691" h="955673">
                <a:moveTo>
                  <a:pt x="630114" y="870995"/>
                </a:moveTo>
                <a:lnTo>
                  <a:pt x="629390" y="871809"/>
                </a:lnTo>
                <a:lnTo>
                  <a:pt x="633447" y="871809"/>
                </a:lnTo>
                <a:lnTo>
                  <a:pt x="633172" y="870995"/>
                </a:lnTo>
              </a:path>
              <a:path w="647691" h="955673">
                <a:moveTo>
                  <a:pt x="627866" y="871714"/>
                </a:moveTo>
                <a:lnTo>
                  <a:pt x="629390" y="871809"/>
                </a:lnTo>
              </a:path>
              <a:path w="647691" h="955673">
                <a:moveTo>
                  <a:pt x="627866" y="871809"/>
                </a:moveTo>
                <a:lnTo>
                  <a:pt x="627866" y="873230"/>
                </a:lnTo>
                <a:lnTo>
                  <a:pt x="633962" y="873332"/>
                </a:lnTo>
                <a:lnTo>
                  <a:pt x="633447" y="871809"/>
                </a:lnTo>
              </a:path>
              <a:path w="647691" h="955673">
                <a:moveTo>
                  <a:pt x="627764" y="873332"/>
                </a:moveTo>
                <a:lnTo>
                  <a:pt x="627764" y="873332"/>
                </a:lnTo>
                <a:lnTo>
                  <a:pt x="629139" y="873332"/>
                </a:lnTo>
              </a:path>
              <a:path w="647691" h="955673">
                <a:moveTo>
                  <a:pt x="629139" y="873332"/>
                </a:moveTo>
                <a:lnTo>
                  <a:pt x="627866" y="876382"/>
                </a:lnTo>
                <a:lnTo>
                  <a:pt x="630911" y="876382"/>
                </a:lnTo>
                <a:lnTo>
                  <a:pt x="633962" y="873332"/>
                </a:lnTo>
              </a:path>
              <a:path w="647691" h="955673">
                <a:moveTo>
                  <a:pt x="626342" y="874745"/>
                </a:moveTo>
                <a:lnTo>
                  <a:pt x="626342" y="876382"/>
                </a:lnTo>
                <a:lnTo>
                  <a:pt x="623294" y="876382"/>
                </a:lnTo>
                <a:lnTo>
                  <a:pt x="627866" y="876382"/>
                </a:lnTo>
              </a:path>
              <a:path w="647691" h="955673">
                <a:moveTo>
                  <a:pt x="623294" y="876382"/>
                </a:moveTo>
                <a:lnTo>
                  <a:pt x="624831" y="877906"/>
                </a:lnTo>
                <a:lnTo>
                  <a:pt x="629387" y="877906"/>
                </a:lnTo>
                <a:lnTo>
                  <a:pt x="630911" y="876382"/>
                </a:lnTo>
              </a:path>
              <a:path w="647691" h="955673">
                <a:moveTo>
                  <a:pt x="626342" y="876382"/>
                </a:moveTo>
                <a:lnTo>
                  <a:pt x="626342" y="874745"/>
                </a:lnTo>
                <a:lnTo>
                  <a:pt x="627866" y="876382"/>
                </a:lnTo>
                <a:lnTo>
                  <a:pt x="629139" y="873332"/>
                </a:lnTo>
                <a:lnTo>
                  <a:pt x="624831" y="873332"/>
                </a:lnTo>
                <a:lnTo>
                  <a:pt x="624831" y="876382"/>
                </a:lnTo>
                <a:lnTo>
                  <a:pt x="626342" y="876382"/>
                </a:lnTo>
                <a:close/>
              </a:path>
              <a:path w="647691" h="955673">
                <a:moveTo>
                  <a:pt x="626342" y="144983"/>
                </a:moveTo>
                <a:lnTo>
                  <a:pt x="624831" y="141833"/>
                </a:lnTo>
                <a:lnTo>
                  <a:pt x="624831" y="146405"/>
                </a:lnTo>
                <a:lnTo>
                  <a:pt x="627769" y="146405"/>
                </a:lnTo>
                <a:lnTo>
                  <a:pt x="626342" y="144983"/>
                </a:lnTo>
                <a:close/>
              </a:path>
              <a:path w="647691" h="955673">
                <a:moveTo>
                  <a:pt x="629390" y="141833"/>
                </a:moveTo>
                <a:lnTo>
                  <a:pt x="630914" y="141833"/>
                </a:lnTo>
                <a:lnTo>
                  <a:pt x="624831" y="137261"/>
                </a:lnTo>
                <a:lnTo>
                  <a:pt x="626342" y="138785"/>
                </a:lnTo>
                <a:lnTo>
                  <a:pt x="626718" y="141833"/>
                </a:lnTo>
                <a:lnTo>
                  <a:pt x="626342" y="141833"/>
                </a:lnTo>
                <a:lnTo>
                  <a:pt x="627053" y="142646"/>
                </a:lnTo>
                <a:lnTo>
                  <a:pt x="629390" y="141833"/>
                </a:lnTo>
                <a:close/>
              </a:path>
              <a:path w="647691" h="955673">
                <a:moveTo>
                  <a:pt x="629390" y="148020"/>
                </a:moveTo>
                <a:lnTo>
                  <a:pt x="629138" y="146405"/>
                </a:lnTo>
                <a:lnTo>
                  <a:pt x="627866" y="143357"/>
                </a:lnTo>
                <a:lnTo>
                  <a:pt x="627769" y="146405"/>
                </a:lnTo>
                <a:lnTo>
                  <a:pt x="627866" y="144881"/>
                </a:lnTo>
                <a:lnTo>
                  <a:pt x="627866" y="149555"/>
                </a:lnTo>
                <a:lnTo>
                  <a:pt x="629390" y="151079"/>
                </a:lnTo>
                <a:lnTo>
                  <a:pt x="629390" y="148020"/>
                </a:lnTo>
                <a:close/>
              </a:path>
              <a:path w="647691" h="955673">
                <a:moveTo>
                  <a:pt x="627866" y="882479"/>
                </a:moveTo>
                <a:lnTo>
                  <a:pt x="629390" y="893146"/>
                </a:lnTo>
                <a:lnTo>
                  <a:pt x="629390" y="880952"/>
                </a:lnTo>
                <a:lnTo>
                  <a:pt x="627862" y="882479"/>
                </a:lnTo>
                <a:lnTo>
                  <a:pt x="624831" y="884002"/>
                </a:lnTo>
                <a:lnTo>
                  <a:pt x="623294" y="885526"/>
                </a:lnTo>
                <a:lnTo>
                  <a:pt x="622151" y="888191"/>
                </a:lnTo>
                <a:lnTo>
                  <a:pt x="624831" y="899242"/>
                </a:lnTo>
                <a:lnTo>
                  <a:pt x="627866" y="882479"/>
                </a:lnTo>
                <a:close/>
              </a:path>
              <a:path w="647691" h="955673">
                <a:moveTo>
                  <a:pt x="629390" y="868654"/>
                </a:moveTo>
                <a:lnTo>
                  <a:pt x="627866" y="870177"/>
                </a:lnTo>
                <a:lnTo>
                  <a:pt x="629390" y="871714"/>
                </a:lnTo>
                <a:lnTo>
                  <a:pt x="629390" y="868654"/>
                </a:lnTo>
                <a:close/>
              </a:path>
              <a:path w="647691" h="955673">
                <a:moveTo>
                  <a:pt x="627167" y="901579"/>
                </a:moveTo>
                <a:lnTo>
                  <a:pt x="628679" y="900056"/>
                </a:lnTo>
                <a:lnTo>
                  <a:pt x="630203" y="898533"/>
                </a:lnTo>
                <a:lnTo>
                  <a:pt x="631023" y="897714"/>
                </a:lnTo>
                <a:lnTo>
                  <a:pt x="627866" y="896192"/>
                </a:lnTo>
                <a:lnTo>
                  <a:pt x="630910" y="893146"/>
                </a:lnTo>
                <a:lnTo>
                  <a:pt x="626342" y="897714"/>
                </a:lnTo>
                <a:lnTo>
                  <a:pt x="625643" y="903103"/>
                </a:lnTo>
                <a:lnTo>
                  <a:pt x="627167" y="901579"/>
                </a:lnTo>
                <a:close/>
              </a:path>
              <a:path w="647691" h="955673">
                <a:moveTo>
                  <a:pt x="635486" y="897714"/>
                </a:moveTo>
                <a:lnTo>
                  <a:pt x="632547" y="896191"/>
                </a:lnTo>
                <a:lnTo>
                  <a:pt x="630911" y="893146"/>
                </a:lnTo>
                <a:lnTo>
                  <a:pt x="632434" y="891622"/>
                </a:lnTo>
                <a:lnTo>
                  <a:pt x="630910" y="893146"/>
                </a:lnTo>
                <a:lnTo>
                  <a:pt x="627866" y="896192"/>
                </a:lnTo>
                <a:lnTo>
                  <a:pt x="631023" y="897714"/>
                </a:lnTo>
                <a:lnTo>
                  <a:pt x="635486" y="897714"/>
                </a:lnTo>
                <a:close/>
              </a:path>
              <a:path w="647691" h="955673">
                <a:moveTo>
                  <a:pt x="633962" y="890094"/>
                </a:moveTo>
                <a:lnTo>
                  <a:pt x="632435" y="891622"/>
                </a:lnTo>
                <a:lnTo>
                  <a:pt x="633962" y="893146"/>
                </a:lnTo>
                <a:lnTo>
                  <a:pt x="633962" y="890094"/>
                </a:lnTo>
                <a:close/>
              </a:path>
              <a:path w="647691" h="955673">
                <a:moveTo>
                  <a:pt x="637010" y="132066"/>
                </a:moveTo>
                <a:lnTo>
                  <a:pt x="636636" y="131165"/>
                </a:lnTo>
                <a:lnTo>
                  <a:pt x="636299" y="130352"/>
                </a:lnTo>
                <a:lnTo>
                  <a:pt x="634064" y="126593"/>
                </a:lnTo>
                <a:lnTo>
                  <a:pt x="633251" y="125780"/>
                </a:lnTo>
                <a:lnTo>
                  <a:pt x="631727" y="124256"/>
                </a:lnTo>
                <a:lnTo>
                  <a:pt x="630203" y="122732"/>
                </a:lnTo>
                <a:lnTo>
                  <a:pt x="629390" y="121919"/>
                </a:lnTo>
                <a:lnTo>
                  <a:pt x="629390" y="115925"/>
                </a:lnTo>
                <a:lnTo>
                  <a:pt x="624831" y="115925"/>
                </a:lnTo>
                <a:lnTo>
                  <a:pt x="625643" y="118160"/>
                </a:lnTo>
                <a:lnTo>
                  <a:pt x="626444" y="118973"/>
                </a:lnTo>
                <a:lnTo>
                  <a:pt x="629390" y="126593"/>
                </a:lnTo>
                <a:lnTo>
                  <a:pt x="633962" y="131165"/>
                </a:lnTo>
                <a:lnTo>
                  <a:pt x="637010" y="134213"/>
                </a:lnTo>
                <a:lnTo>
                  <a:pt x="637010" y="132066"/>
                </a:lnTo>
                <a:close/>
              </a:path>
              <a:path w="647691" h="955673">
                <a:moveTo>
                  <a:pt x="637010" y="896192"/>
                </a:moveTo>
                <a:lnTo>
                  <a:pt x="637010" y="893146"/>
                </a:lnTo>
                <a:lnTo>
                  <a:pt x="637010" y="887049"/>
                </a:lnTo>
                <a:lnTo>
                  <a:pt x="637010" y="893146"/>
                </a:lnTo>
                <a:lnTo>
                  <a:pt x="638534" y="893146"/>
                </a:lnTo>
                <a:lnTo>
                  <a:pt x="638534" y="891622"/>
                </a:lnTo>
                <a:lnTo>
                  <a:pt x="640071" y="891622"/>
                </a:lnTo>
                <a:lnTo>
                  <a:pt x="638534" y="888571"/>
                </a:lnTo>
                <a:lnTo>
                  <a:pt x="637010" y="885526"/>
                </a:lnTo>
                <a:lnTo>
                  <a:pt x="635486" y="888572"/>
                </a:lnTo>
                <a:lnTo>
                  <a:pt x="635486" y="896192"/>
                </a:lnTo>
                <a:lnTo>
                  <a:pt x="637010" y="896192"/>
                </a:lnTo>
                <a:close/>
              </a:path>
              <a:path w="647691" h="955673">
                <a:moveTo>
                  <a:pt x="644630" y="867239"/>
                </a:moveTo>
                <a:lnTo>
                  <a:pt x="640071" y="859619"/>
                </a:lnTo>
                <a:lnTo>
                  <a:pt x="632451" y="158740"/>
                </a:lnTo>
                <a:lnTo>
                  <a:pt x="632451" y="867239"/>
                </a:lnTo>
                <a:lnTo>
                  <a:pt x="633962" y="873332"/>
                </a:lnTo>
                <a:lnTo>
                  <a:pt x="637010" y="874859"/>
                </a:lnTo>
                <a:lnTo>
                  <a:pt x="644630" y="867239"/>
                </a:lnTo>
                <a:close/>
              </a:path>
              <a:path w="647691" h="955673">
                <a:moveTo>
                  <a:pt x="640071" y="137172"/>
                </a:moveTo>
                <a:lnTo>
                  <a:pt x="640071" y="134112"/>
                </a:lnTo>
                <a:lnTo>
                  <a:pt x="641582" y="131165"/>
                </a:lnTo>
                <a:lnTo>
                  <a:pt x="638534" y="131165"/>
                </a:lnTo>
                <a:lnTo>
                  <a:pt x="638534" y="126593"/>
                </a:lnTo>
                <a:lnTo>
                  <a:pt x="637010" y="129540"/>
                </a:lnTo>
                <a:lnTo>
                  <a:pt x="637114" y="131165"/>
                </a:lnTo>
                <a:lnTo>
                  <a:pt x="638534" y="132580"/>
                </a:lnTo>
                <a:lnTo>
                  <a:pt x="639347" y="136448"/>
                </a:lnTo>
                <a:lnTo>
                  <a:pt x="640071" y="138192"/>
                </a:lnTo>
                <a:lnTo>
                  <a:pt x="640871" y="141020"/>
                </a:lnTo>
                <a:lnTo>
                  <a:pt x="641510" y="141659"/>
                </a:lnTo>
                <a:lnTo>
                  <a:pt x="640071" y="137172"/>
                </a:lnTo>
                <a:close/>
              </a:path>
              <a:path w="647691" h="955673">
                <a:moveTo>
                  <a:pt x="640071" y="882570"/>
                </a:moveTo>
                <a:lnTo>
                  <a:pt x="641582" y="881060"/>
                </a:lnTo>
                <a:lnTo>
                  <a:pt x="643106" y="879538"/>
                </a:lnTo>
                <a:lnTo>
                  <a:pt x="641582" y="878008"/>
                </a:lnTo>
                <a:lnTo>
                  <a:pt x="640871" y="878719"/>
                </a:lnTo>
                <a:lnTo>
                  <a:pt x="640071" y="880952"/>
                </a:lnTo>
                <a:lnTo>
                  <a:pt x="639347" y="883293"/>
                </a:lnTo>
                <a:lnTo>
                  <a:pt x="640071" y="882570"/>
                </a:lnTo>
                <a:close/>
              </a:path>
              <a:path w="647691" h="955673">
                <a:moveTo>
                  <a:pt x="643106" y="140208"/>
                </a:moveTo>
                <a:lnTo>
                  <a:pt x="641582" y="138683"/>
                </a:lnTo>
                <a:lnTo>
                  <a:pt x="641582" y="131165"/>
                </a:lnTo>
                <a:lnTo>
                  <a:pt x="640071" y="134112"/>
                </a:lnTo>
                <a:lnTo>
                  <a:pt x="640071" y="137172"/>
                </a:lnTo>
                <a:lnTo>
                  <a:pt x="641510" y="141659"/>
                </a:lnTo>
                <a:lnTo>
                  <a:pt x="641582" y="140309"/>
                </a:lnTo>
                <a:lnTo>
                  <a:pt x="643106" y="143255"/>
                </a:lnTo>
                <a:lnTo>
                  <a:pt x="643106" y="140208"/>
                </a:lnTo>
                <a:close/>
              </a:path>
              <a:path w="647691" h="955673">
                <a:moveTo>
                  <a:pt x="643106" y="876486"/>
                </a:moveTo>
                <a:lnTo>
                  <a:pt x="643106" y="874859"/>
                </a:lnTo>
                <a:lnTo>
                  <a:pt x="644630" y="874859"/>
                </a:lnTo>
                <a:lnTo>
                  <a:pt x="644630" y="870286"/>
                </a:lnTo>
                <a:lnTo>
                  <a:pt x="647691" y="874859"/>
                </a:lnTo>
                <a:lnTo>
                  <a:pt x="644630" y="150977"/>
                </a:lnTo>
                <a:lnTo>
                  <a:pt x="644630" y="152501"/>
                </a:lnTo>
                <a:lnTo>
                  <a:pt x="644630" y="150977"/>
                </a:lnTo>
                <a:lnTo>
                  <a:pt x="644630" y="147788"/>
                </a:lnTo>
                <a:lnTo>
                  <a:pt x="640426" y="145694"/>
                </a:lnTo>
                <a:lnTo>
                  <a:pt x="644630" y="867239"/>
                </a:lnTo>
                <a:lnTo>
                  <a:pt x="643106" y="873332"/>
                </a:lnTo>
                <a:lnTo>
                  <a:pt x="642472" y="874859"/>
                </a:lnTo>
                <a:lnTo>
                  <a:pt x="641582" y="877906"/>
                </a:lnTo>
                <a:lnTo>
                  <a:pt x="643106" y="876486"/>
                </a:lnTo>
                <a:close/>
              </a:path>
              <a:path w="647691" h="955673">
                <a:moveTo>
                  <a:pt x="632451" y="867239"/>
                </a:moveTo>
                <a:lnTo>
                  <a:pt x="632451" y="859619"/>
                </a:lnTo>
                <a:lnTo>
                  <a:pt x="629390" y="859619"/>
                </a:lnTo>
                <a:lnTo>
                  <a:pt x="629390" y="868654"/>
                </a:lnTo>
                <a:lnTo>
                  <a:pt x="631625" y="866421"/>
                </a:lnTo>
                <a:lnTo>
                  <a:pt x="633962" y="873332"/>
                </a:lnTo>
                <a:lnTo>
                  <a:pt x="632451" y="867239"/>
                </a:lnTo>
                <a:close/>
              </a:path>
              <a:path w="647691" h="955673">
                <a:moveTo>
                  <a:pt x="647691" y="149313"/>
                </a:moveTo>
                <a:lnTo>
                  <a:pt x="644630" y="147788"/>
                </a:lnTo>
                <a:lnTo>
                  <a:pt x="644630" y="150977"/>
                </a:lnTo>
                <a:lnTo>
                  <a:pt x="644630" y="152501"/>
                </a:lnTo>
                <a:lnTo>
                  <a:pt x="644630" y="150977"/>
                </a:lnTo>
                <a:lnTo>
                  <a:pt x="647691" y="874859"/>
                </a:lnTo>
                <a:lnTo>
                  <a:pt x="647691" y="149313"/>
                </a:lnTo>
                <a:close/>
              </a:path>
              <a:path w="647691" h="955673">
                <a:moveTo>
                  <a:pt x="644630" y="874963"/>
                </a:moveTo>
                <a:lnTo>
                  <a:pt x="643106" y="874859"/>
                </a:lnTo>
                <a:lnTo>
                  <a:pt x="643106" y="876486"/>
                </a:lnTo>
                <a:lnTo>
                  <a:pt x="644630" y="874963"/>
                </a:lnTo>
                <a:close/>
              </a:path>
              <a:path w="647691" h="955673">
                <a:moveTo>
                  <a:pt x="638534" y="132580"/>
                </a:moveTo>
                <a:lnTo>
                  <a:pt x="637114" y="131165"/>
                </a:lnTo>
                <a:lnTo>
                  <a:pt x="637010" y="129540"/>
                </a:lnTo>
                <a:lnTo>
                  <a:pt x="637010" y="131165"/>
                </a:lnTo>
                <a:lnTo>
                  <a:pt x="638534" y="135737"/>
                </a:lnTo>
                <a:lnTo>
                  <a:pt x="638534" y="132580"/>
                </a:lnTo>
                <a:close/>
              </a:path>
              <a:path w="647691" h="955673">
                <a:moveTo>
                  <a:pt x="617211" y="128117"/>
                </a:moveTo>
                <a:lnTo>
                  <a:pt x="615059" y="128117"/>
                </a:lnTo>
                <a:lnTo>
                  <a:pt x="615577" y="129641"/>
                </a:lnTo>
                <a:lnTo>
                  <a:pt x="617096" y="131165"/>
                </a:lnTo>
                <a:lnTo>
                  <a:pt x="621770" y="131165"/>
                </a:lnTo>
                <a:lnTo>
                  <a:pt x="617211" y="128117"/>
                </a:lnTo>
                <a:close/>
              </a:path>
              <a:path w="647691" h="955673">
                <a:moveTo>
                  <a:pt x="623401" y="115925"/>
                </a:moveTo>
                <a:lnTo>
                  <a:pt x="621872" y="114401"/>
                </a:lnTo>
                <a:lnTo>
                  <a:pt x="619547" y="115112"/>
                </a:lnTo>
                <a:lnTo>
                  <a:pt x="620246" y="115925"/>
                </a:lnTo>
                <a:lnTo>
                  <a:pt x="623401" y="115925"/>
                </a:lnTo>
                <a:close/>
              </a:path>
              <a:path w="647691" h="955673">
                <a:moveTo>
                  <a:pt x="618722" y="888469"/>
                </a:moveTo>
                <a:lnTo>
                  <a:pt x="617909" y="889281"/>
                </a:lnTo>
                <a:lnTo>
                  <a:pt x="616385" y="890804"/>
                </a:lnTo>
                <a:lnTo>
                  <a:pt x="618722" y="891622"/>
                </a:lnTo>
                <a:lnTo>
                  <a:pt x="618722" y="888469"/>
                </a:lnTo>
                <a:close/>
              </a:path>
              <a:path w="647691" h="955673">
                <a:moveTo>
                  <a:pt x="607963" y="125069"/>
                </a:moveTo>
                <a:lnTo>
                  <a:pt x="605006" y="125069"/>
                </a:lnTo>
                <a:lnTo>
                  <a:pt x="607963" y="125069"/>
                </a:lnTo>
                <a:close/>
              </a:path>
              <a:path w="647691" h="955673">
                <a:moveTo>
                  <a:pt x="603482" y="900766"/>
                </a:moveTo>
                <a:lnTo>
                  <a:pt x="602846" y="900766"/>
                </a:lnTo>
                <a:lnTo>
                  <a:pt x="601145" y="901470"/>
                </a:lnTo>
                <a:lnTo>
                  <a:pt x="600447" y="902289"/>
                </a:lnTo>
                <a:lnTo>
                  <a:pt x="595862" y="902289"/>
                </a:lnTo>
                <a:lnTo>
                  <a:pt x="595862" y="903812"/>
                </a:lnTo>
                <a:lnTo>
                  <a:pt x="592827" y="906847"/>
                </a:lnTo>
                <a:lnTo>
                  <a:pt x="595862" y="906873"/>
                </a:lnTo>
                <a:lnTo>
                  <a:pt x="603482" y="900766"/>
                </a:lnTo>
                <a:close/>
              </a:path>
              <a:path w="647691" h="955673">
                <a:moveTo>
                  <a:pt x="36577" y="844379"/>
                </a:moveTo>
                <a:lnTo>
                  <a:pt x="33421" y="844379"/>
                </a:lnTo>
                <a:lnTo>
                  <a:pt x="33883" y="844842"/>
                </a:lnTo>
                <a:lnTo>
                  <a:pt x="318405" y="950960"/>
                </a:lnTo>
                <a:lnTo>
                  <a:pt x="36577" y="844379"/>
                </a:lnTo>
                <a:close/>
              </a:path>
              <a:path w="647691" h="955673">
                <a:moveTo>
                  <a:pt x="28957" y="73253"/>
                </a:moveTo>
                <a:lnTo>
                  <a:pt x="28957" y="71729"/>
                </a:lnTo>
                <a:lnTo>
                  <a:pt x="28247" y="67970"/>
                </a:lnTo>
                <a:lnTo>
                  <a:pt x="28957" y="67262"/>
                </a:lnTo>
                <a:lnTo>
                  <a:pt x="27433" y="67157"/>
                </a:lnTo>
                <a:lnTo>
                  <a:pt x="27433" y="73253"/>
                </a:lnTo>
                <a:lnTo>
                  <a:pt x="28957" y="73253"/>
                </a:lnTo>
                <a:close/>
              </a:path>
              <a:path w="647691" h="955673">
                <a:moveTo>
                  <a:pt x="24382" y="71729"/>
                </a:moveTo>
                <a:lnTo>
                  <a:pt x="23752" y="71729"/>
                </a:lnTo>
                <a:lnTo>
                  <a:pt x="24382" y="73253"/>
                </a:lnTo>
                <a:lnTo>
                  <a:pt x="24382" y="71729"/>
                </a:lnTo>
                <a:close/>
              </a:path>
              <a:path w="647691" h="955673">
                <a:moveTo>
                  <a:pt x="24382" y="818364"/>
                </a:moveTo>
                <a:lnTo>
                  <a:pt x="23677" y="817660"/>
                </a:lnTo>
                <a:lnTo>
                  <a:pt x="24013" y="818469"/>
                </a:lnTo>
                <a:lnTo>
                  <a:pt x="24382" y="819359"/>
                </a:lnTo>
                <a:lnTo>
                  <a:pt x="24382" y="818364"/>
                </a:lnTo>
                <a:close/>
              </a:path>
              <a:path w="647691" h="955673">
                <a:moveTo>
                  <a:pt x="22860" y="56489"/>
                </a:moveTo>
                <a:lnTo>
                  <a:pt x="22859" y="51917"/>
                </a:lnTo>
                <a:lnTo>
                  <a:pt x="21337" y="53335"/>
                </a:lnTo>
                <a:lnTo>
                  <a:pt x="19813" y="54859"/>
                </a:lnTo>
                <a:lnTo>
                  <a:pt x="18995" y="55676"/>
                </a:lnTo>
                <a:lnTo>
                  <a:pt x="18183" y="56489"/>
                </a:lnTo>
                <a:lnTo>
                  <a:pt x="22860" y="56489"/>
                </a:lnTo>
                <a:close/>
              </a:path>
              <a:path w="647691" h="955673">
                <a:moveTo>
                  <a:pt x="19813" y="80977"/>
                </a:moveTo>
                <a:lnTo>
                  <a:pt x="21337" y="79451"/>
                </a:lnTo>
                <a:lnTo>
                  <a:pt x="20073" y="79349"/>
                </a:lnTo>
                <a:lnTo>
                  <a:pt x="19813" y="79349"/>
                </a:lnTo>
                <a:lnTo>
                  <a:pt x="19104" y="81686"/>
                </a:lnTo>
                <a:lnTo>
                  <a:pt x="19813" y="80977"/>
                </a:lnTo>
                <a:close/>
              </a:path>
              <a:path w="647691" h="955673">
                <a:moveTo>
                  <a:pt x="16132" y="90017"/>
                </a:moveTo>
                <a:lnTo>
                  <a:pt x="16762" y="88493"/>
                </a:lnTo>
                <a:lnTo>
                  <a:pt x="17581" y="84734"/>
                </a:lnTo>
                <a:lnTo>
                  <a:pt x="18290" y="83024"/>
                </a:lnTo>
                <a:lnTo>
                  <a:pt x="18290" y="82397"/>
                </a:lnTo>
                <a:lnTo>
                  <a:pt x="10670" y="90017"/>
                </a:lnTo>
                <a:lnTo>
                  <a:pt x="14535" y="93878"/>
                </a:lnTo>
                <a:lnTo>
                  <a:pt x="16132" y="90017"/>
                </a:lnTo>
                <a:close/>
              </a:path>
              <a:path w="647691" h="955673">
                <a:moveTo>
                  <a:pt x="16762" y="809326"/>
                </a:moveTo>
                <a:lnTo>
                  <a:pt x="15239" y="807802"/>
                </a:lnTo>
                <a:lnTo>
                  <a:pt x="15240" y="804757"/>
                </a:lnTo>
                <a:lnTo>
                  <a:pt x="13975" y="801706"/>
                </a:lnTo>
                <a:lnTo>
                  <a:pt x="13007" y="799369"/>
                </a:lnTo>
                <a:lnTo>
                  <a:pt x="9147" y="801706"/>
                </a:lnTo>
                <a:lnTo>
                  <a:pt x="12193" y="807802"/>
                </a:lnTo>
                <a:lnTo>
                  <a:pt x="16767" y="812377"/>
                </a:lnTo>
                <a:lnTo>
                  <a:pt x="16762" y="809326"/>
                </a:lnTo>
                <a:close/>
              </a:path>
              <a:path w="647691" h="955673">
                <a:moveTo>
                  <a:pt x="15240" y="783419"/>
                </a:moveTo>
                <a:lnTo>
                  <a:pt x="15240" y="784942"/>
                </a:lnTo>
                <a:lnTo>
                  <a:pt x="16762" y="784942"/>
                </a:lnTo>
                <a:lnTo>
                  <a:pt x="15240" y="783419"/>
                </a:lnTo>
                <a:close/>
              </a:path>
              <a:path w="647691" h="955673">
                <a:moveTo>
                  <a:pt x="18290" y="82397"/>
                </a:moveTo>
                <a:lnTo>
                  <a:pt x="18290" y="83024"/>
                </a:lnTo>
                <a:lnTo>
                  <a:pt x="19813" y="82500"/>
                </a:lnTo>
                <a:lnTo>
                  <a:pt x="21337" y="80975"/>
                </a:lnTo>
                <a:lnTo>
                  <a:pt x="21337" y="79451"/>
                </a:lnTo>
                <a:lnTo>
                  <a:pt x="19813" y="80977"/>
                </a:lnTo>
                <a:lnTo>
                  <a:pt x="19104" y="81686"/>
                </a:lnTo>
                <a:lnTo>
                  <a:pt x="19813" y="79349"/>
                </a:lnTo>
                <a:lnTo>
                  <a:pt x="15240" y="79349"/>
                </a:lnTo>
                <a:lnTo>
                  <a:pt x="12193" y="74777"/>
                </a:lnTo>
                <a:lnTo>
                  <a:pt x="7620" y="74777"/>
                </a:lnTo>
                <a:lnTo>
                  <a:pt x="9147" y="71092"/>
                </a:lnTo>
                <a:lnTo>
                  <a:pt x="9147" y="71729"/>
                </a:lnTo>
                <a:lnTo>
                  <a:pt x="16762" y="64109"/>
                </a:lnTo>
                <a:lnTo>
                  <a:pt x="12193" y="67157"/>
                </a:lnTo>
                <a:lnTo>
                  <a:pt x="13717" y="65633"/>
                </a:lnTo>
                <a:lnTo>
                  <a:pt x="13717" y="59537"/>
                </a:lnTo>
                <a:lnTo>
                  <a:pt x="12193" y="58013"/>
                </a:lnTo>
                <a:lnTo>
                  <a:pt x="12193" y="59537"/>
                </a:lnTo>
                <a:lnTo>
                  <a:pt x="12903" y="63296"/>
                </a:lnTo>
                <a:lnTo>
                  <a:pt x="12566" y="64109"/>
                </a:lnTo>
                <a:lnTo>
                  <a:pt x="12193" y="64109"/>
                </a:lnTo>
                <a:lnTo>
                  <a:pt x="12193" y="65009"/>
                </a:lnTo>
                <a:lnTo>
                  <a:pt x="10670" y="68681"/>
                </a:lnTo>
                <a:lnTo>
                  <a:pt x="9852" y="69392"/>
                </a:lnTo>
                <a:lnTo>
                  <a:pt x="9147" y="70098"/>
                </a:lnTo>
                <a:lnTo>
                  <a:pt x="9147" y="67056"/>
                </a:lnTo>
                <a:lnTo>
                  <a:pt x="10670" y="64109"/>
                </a:lnTo>
                <a:lnTo>
                  <a:pt x="7620" y="64109"/>
                </a:lnTo>
                <a:lnTo>
                  <a:pt x="7620" y="71627"/>
                </a:lnTo>
                <a:lnTo>
                  <a:pt x="8328" y="72440"/>
                </a:lnTo>
                <a:lnTo>
                  <a:pt x="7619" y="74150"/>
                </a:lnTo>
                <a:lnTo>
                  <a:pt x="7360" y="74777"/>
                </a:lnTo>
                <a:lnTo>
                  <a:pt x="6097" y="74777"/>
                </a:lnTo>
                <a:lnTo>
                  <a:pt x="6097" y="77825"/>
                </a:lnTo>
                <a:lnTo>
                  <a:pt x="5994" y="74777"/>
                </a:lnTo>
                <a:lnTo>
                  <a:pt x="3050" y="74777"/>
                </a:lnTo>
                <a:lnTo>
                  <a:pt x="4573" y="76200"/>
                </a:lnTo>
                <a:lnTo>
                  <a:pt x="5283" y="81584"/>
                </a:lnTo>
                <a:lnTo>
                  <a:pt x="5210" y="81760"/>
                </a:lnTo>
                <a:lnTo>
                  <a:pt x="10670" y="90017"/>
                </a:lnTo>
                <a:lnTo>
                  <a:pt x="18290" y="82397"/>
                </a:lnTo>
                <a:close/>
              </a:path>
              <a:path w="647691" h="955673">
                <a:moveTo>
                  <a:pt x="22860" y="50393"/>
                </a:moveTo>
                <a:lnTo>
                  <a:pt x="21337" y="48869"/>
                </a:lnTo>
                <a:lnTo>
                  <a:pt x="21337" y="50393"/>
                </a:lnTo>
                <a:lnTo>
                  <a:pt x="22860" y="50393"/>
                </a:lnTo>
                <a:close/>
              </a:path>
              <a:path w="647691" h="955673">
                <a:moveTo>
                  <a:pt x="30480" y="42773"/>
                </a:moveTo>
                <a:lnTo>
                  <a:pt x="30480" y="44297"/>
                </a:lnTo>
                <a:lnTo>
                  <a:pt x="36469" y="44297"/>
                </a:lnTo>
                <a:lnTo>
                  <a:pt x="30480" y="42773"/>
                </a:lnTo>
                <a:close/>
              </a:path>
              <a:path w="647691" h="955673">
                <a:moveTo>
                  <a:pt x="39731" y="829139"/>
                </a:moveTo>
                <a:lnTo>
                  <a:pt x="40764" y="831148"/>
                </a:lnTo>
                <a:lnTo>
                  <a:pt x="42316" y="831727"/>
                </a:lnTo>
                <a:lnTo>
                  <a:pt x="39731" y="829139"/>
                </a:lnTo>
                <a:close/>
              </a:path>
              <a:path w="647691" h="955673">
                <a:moveTo>
                  <a:pt x="601145" y="901470"/>
                </a:moveTo>
                <a:lnTo>
                  <a:pt x="602846" y="900766"/>
                </a:lnTo>
                <a:lnTo>
                  <a:pt x="603382" y="899242"/>
                </a:lnTo>
                <a:lnTo>
                  <a:pt x="595862" y="899242"/>
                </a:lnTo>
                <a:lnTo>
                  <a:pt x="601852" y="900766"/>
                </a:lnTo>
                <a:lnTo>
                  <a:pt x="598910" y="902289"/>
                </a:lnTo>
                <a:lnTo>
                  <a:pt x="597386" y="902289"/>
                </a:lnTo>
                <a:lnTo>
                  <a:pt x="598910" y="902289"/>
                </a:lnTo>
                <a:lnTo>
                  <a:pt x="600447" y="902289"/>
                </a:lnTo>
                <a:lnTo>
                  <a:pt x="601145" y="901470"/>
                </a:lnTo>
                <a:close/>
              </a:path>
              <a:path w="647691" h="955673">
                <a:moveTo>
                  <a:pt x="592827" y="906847"/>
                </a:moveTo>
                <a:lnTo>
                  <a:pt x="595862" y="903812"/>
                </a:lnTo>
                <a:lnTo>
                  <a:pt x="595862" y="902289"/>
                </a:lnTo>
                <a:lnTo>
                  <a:pt x="597386" y="902289"/>
                </a:lnTo>
                <a:lnTo>
                  <a:pt x="595862" y="900766"/>
                </a:lnTo>
                <a:lnTo>
                  <a:pt x="592827" y="900766"/>
                </a:lnTo>
                <a:lnTo>
                  <a:pt x="592827" y="902289"/>
                </a:lnTo>
                <a:lnTo>
                  <a:pt x="594351" y="903812"/>
                </a:lnTo>
                <a:lnTo>
                  <a:pt x="592827" y="903812"/>
                </a:lnTo>
                <a:lnTo>
                  <a:pt x="590020" y="905449"/>
                </a:lnTo>
                <a:lnTo>
                  <a:pt x="588242" y="907554"/>
                </a:lnTo>
                <a:lnTo>
                  <a:pt x="588242" y="911432"/>
                </a:lnTo>
                <a:lnTo>
                  <a:pt x="592827" y="906847"/>
                </a:lnTo>
                <a:close/>
              </a:path>
              <a:path w="647691" h="955673">
                <a:moveTo>
                  <a:pt x="598910" y="919379"/>
                </a:moveTo>
                <a:lnTo>
                  <a:pt x="594351" y="919052"/>
                </a:lnTo>
                <a:lnTo>
                  <a:pt x="595862" y="917529"/>
                </a:lnTo>
                <a:lnTo>
                  <a:pt x="597386" y="917529"/>
                </a:lnTo>
                <a:lnTo>
                  <a:pt x="598910" y="919052"/>
                </a:lnTo>
                <a:lnTo>
                  <a:pt x="603482" y="919052"/>
                </a:lnTo>
                <a:lnTo>
                  <a:pt x="598910" y="917529"/>
                </a:lnTo>
                <a:lnTo>
                  <a:pt x="598910" y="911432"/>
                </a:lnTo>
                <a:lnTo>
                  <a:pt x="592827" y="919052"/>
                </a:lnTo>
                <a:lnTo>
                  <a:pt x="591290" y="919052"/>
                </a:lnTo>
                <a:lnTo>
                  <a:pt x="583683" y="912954"/>
                </a:lnTo>
                <a:lnTo>
                  <a:pt x="588242" y="907554"/>
                </a:lnTo>
                <a:lnTo>
                  <a:pt x="590020" y="905449"/>
                </a:lnTo>
                <a:lnTo>
                  <a:pt x="592827" y="903812"/>
                </a:lnTo>
                <a:lnTo>
                  <a:pt x="594351" y="903812"/>
                </a:lnTo>
                <a:lnTo>
                  <a:pt x="592827" y="902289"/>
                </a:lnTo>
                <a:lnTo>
                  <a:pt x="588242" y="902289"/>
                </a:lnTo>
                <a:lnTo>
                  <a:pt x="588242" y="905754"/>
                </a:lnTo>
                <a:lnTo>
                  <a:pt x="583683" y="906536"/>
                </a:lnTo>
                <a:lnTo>
                  <a:pt x="387607" y="940404"/>
                </a:lnTo>
                <a:lnTo>
                  <a:pt x="386708" y="940343"/>
                </a:lnTo>
                <a:lnTo>
                  <a:pt x="321662" y="935909"/>
                </a:lnTo>
                <a:lnTo>
                  <a:pt x="42316" y="831727"/>
                </a:lnTo>
                <a:lnTo>
                  <a:pt x="40764" y="831148"/>
                </a:lnTo>
                <a:lnTo>
                  <a:pt x="39731" y="829139"/>
                </a:lnTo>
                <a:lnTo>
                  <a:pt x="40441" y="831372"/>
                </a:lnTo>
                <a:lnTo>
                  <a:pt x="43487" y="832900"/>
                </a:lnTo>
                <a:lnTo>
                  <a:pt x="39622" y="835237"/>
                </a:lnTo>
                <a:lnTo>
                  <a:pt x="36577" y="833709"/>
                </a:lnTo>
                <a:lnTo>
                  <a:pt x="32002" y="829134"/>
                </a:lnTo>
                <a:lnTo>
                  <a:pt x="30479" y="827612"/>
                </a:lnTo>
                <a:lnTo>
                  <a:pt x="28957" y="826089"/>
                </a:lnTo>
                <a:lnTo>
                  <a:pt x="30479" y="825831"/>
                </a:lnTo>
                <a:lnTo>
                  <a:pt x="31102" y="826089"/>
                </a:lnTo>
                <a:lnTo>
                  <a:pt x="32002" y="825982"/>
                </a:lnTo>
                <a:lnTo>
                  <a:pt x="32821" y="826803"/>
                </a:lnTo>
                <a:lnTo>
                  <a:pt x="36577" y="826089"/>
                </a:lnTo>
                <a:lnTo>
                  <a:pt x="36577" y="824566"/>
                </a:lnTo>
                <a:lnTo>
                  <a:pt x="27433" y="824566"/>
                </a:lnTo>
                <a:lnTo>
                  <a:pt x="30480" y="827617"/>
                </a:lnTo>
                <a:lnTo>
                  <a:pt x="32002" y="830662"/>
                </a:lnTo>
                <a:lnTo>
                  <a:pt x="33530" y="842857"/>
                </a:lnTo>
                <a:lnTo>
                  <a:pt x="31188" y="842147"/>
                </a:lnTo>
                <a:lnTo>
                  <a:pt x="31898" y="842857"/>
                </a:lnTo>
                <a:lnTo>
                  <a:pt x="33421" y="844379"/>
                </a:lnTo>
                <a:lnTo>
                  <a:pt x="36577" y="844379"/>
                </a:lnTo>
                <a:lnTo>
                  <a:pt x="318405" y="950960"/>
                </a:lnTo>
                <a:lnTo>
                  <a:pt x="320564" y="935835"/>
                </a:lnTo>
                <a:lnTo>
                  <a:pt x="322698" y="936296"/>
                </a:lnTo>
                <a:lnTo>
                  <a:pt x="385804" y="940498"/>
                </a:lnTo>
                <a:lnTo>
                  <a:pt x="387468" y="955673"/>
                </a:lnTo>
                <a:lnTo>
                  <a:pt x="598910" y="919379"/>
                </a:lnTo>
                <a:close/>
              </a:path>
              <a:path w="647691" h="955673">
                <a:moveTo>
                  <a:pt x="605006" y="897714"/>
                </a:moveTo>
                <a:lnTo>
                  <a:pt x="605006" y="899135"/>
                </a:lnTo>
                <a:lnTo>
                  <a:pt x="605006" y="897714"/>
                </a:lnTo>
                <a:close/>
              </a:path>
              <a:path w="647691" h="955673">
                <a:moveTo>
                  <a:pt x="647691" y="874859"/>
                </a:moveTo>
                <a:lnTo>
                  <a:pt x="644630" y="870286"/>
                </a:lnTo>
                <a:lnTo>
                  <a:pt x="644630" y="874859"/>
                </a:lnTo>
                <a:lnTo>
                  <a:pt x="647691" y="874859"/>
                </a:lnTo>
                <a:close/>
              </a:path>
              <a:path w="647691" h="955673">
                <a:moveTo>
                  <a:pt x="630114" y="870995"/>
                </a:moveTo>
                <a:lnTo>
                  <a:pt x="629457" y="871648"/>
                </a:lnTo>
                <a:lnTo>
                  <a:pt x="629390" y="871809"/>
                </a:lnTo>
                <a:lnTo>
                  <a:pt x="630114" y="870995"/>
                </a:lnTo>
                <a:close/>
              </a:path>
              <a:path w="647691" h="955673">
                <a:moveTo>
                  <a:pt x="629390" y="147929"/>
                </a:moveTo>
                <a:lnTo>
                  <a:pt x="629455" y="148085"/>
                </a:lnTo>
                <a:lnTo>
                  <a:pt x="630114" y="148742"/>
                </a:lnTo>
                <a:lnTo>
                  <a:pt x="629390" y="147929"/>
                </a:lnTo>
                <a:close/>
              </a:path>
              <a:path w="647691" h="955673">
                <a:moveTo>
                  <a:pt x="324996" y="22872"/>
                </a:moveTo>
                <a:lnTo>
                  <a:pt x="324180" y="22749"/>
                </a:lnTo>
                <a:lnTo>
                  <a:pt x="600599" y="125069"/>
                </a:lnTo>
                <a:lnTo>
                  <a:pt x="324996" y="22872"/>
                </a:lnTo>
                <a:close/>
              </a:path>
              <a:path w="647691" h="955673">
                <a:moveTo>
                  <a:pt x="583683" y="906536"/>
                </a:moveTo>
                <a:lnTo>
                  <a:pt x="386708" y="940343"/>
                </a:lnTo>
                <a:lnTo>
                  <a:pt x="387607" y="940404"/>
                </a:lnTo>
                <a:lnTo>
                  <a:pt x="583683" y="906536"/>
                </a:lnTo>
                <a:close/>
              </a:path>
              <a:path w="647691" h="955673">
                <a:moveTo>
                  <a:pt x="47242" y="39725"/>
                </a:moveTo>
                <a:lnTo>
                  <a:pt x="48661" y="38201"/>
                </a:lnTo>
                <a:lnTo>
                  <a:pt x="47136" y="39725"/>
                </a:lnTo>
                <a:close/>
              </a:path>
              <a:path w="647691" h="955673">
                <a:moveTo>
                  <a:pt x="57204" y="51206"/>
                </a:moveTo>
                <a:lnTo>
                  <a:pt x="53340" y="53441"/>
                </a:lnTo>
                <a:lnTo>
                  <a:pt x="54862" y="53441"/>
                </a:lnTo>
                <a:lnTo>
                  <a:pt x="57204" y="51206"/>
                </a:lnTo>
                <a:close/>
              </a:path>
              <a:path w="647691" h="955673">
                <a:moveTo>
                  <a:pt x="46347" y="54965"/>
                </a:moveTo>
                <a:lnTo>
                  <a:pt x="45720" y="54965"/>
                </a:lnTo>
                <a:lnTo>
                  <a:pt x="45719" y="55225"/>
                </a:lnTo>
                <a:lnTo>
                  <a:pt x="46347" y="54965"/>
                </a:lnTo>
                <a:close/>
              </a:path>
              <a:path w="647691" h="955673">
                <a:moveTo>
                  <a:pt x="29583" y="65633"/>
                </a:moveTo>
                <a:lnTo>
                  <a:pt x="30479" y="65261"/>
                </a:lnTo>
                <a:lnTo>
                  <a:pt x="30480" y="62586"/>
                </a:lnTo>
                <a:lnTo>
                  <a:pt x="30480" y="48869"/>
                </a:lnTo>
                <a:lnTo>
                  <a:pt x="28957" y="50393"/>
                </a:lnTo>
                <a:lnTo>
                  <a:pt x="27433" y="51917"/>
                </a:lnTo>
                <a:lnTo>
                  <a:pt x="27433" y="53441"/>
                </a:lnTo>
                <a:lnTo>
                  <a:pt x="28957" y="64109"/>
                </a:lnTo>
                <a:lnTo>
                  <a:pt x="29216" y="65633"/>
                </a:lnTo>
                <a:lnTo>
                  <a:pt x="29583" y="65633"/>
                </a:lnTo>
                <a:close/>
              </a:path>
              <a:path w="647691" h="955673">
                <a:moveTo>
                  <a:pt x="15241" y="777322"/>
                </a:moveTo>
                <a:lnTo>
                  <a:pt x="15240" y="781897"/>
                </a:lnTo>
                <a:lnTo>
                  <a:pt x="15241" y="777322"/>
                </a:lnTo>
                <a:close/>
              </a:path>
              <a:path w="647691" h="955673">
                <a:moveTo>
                  <a:pt x="4573" y="82397"/>
                </a:moveTo>
                <a:lnTo>
                  <a:pt x="3050" y="83819"/>
                </a:lnTo>
                <a:lnTo>
                  <a:pt x="4573" y="82397"/>
                </a:lnTo>
                <a:close/>
              </a:path>
              <a:path w="647691" h="955673">
                <a:moveTo>
                  <a:pt x="5210" y="81760"/>
                </a:moveTo>
                <a:lnTo>
                  <a:pt x="3050" y="83921"/>
                </a:lnTo>
                <a:lnTo>
                  <a:pt x="3050" y="85445"/>
                </a:lnTo>
                <a:lnTo>
                  <a:pt x="5210" y="81760"/>
                </a:lnTo>
                <a:close/>
              </a:path>
              <a:path w="647691" h="955673">
                <a:moveTo>
                  <a:pt x="3050" y="815526"/>
                </a:moveTo>
                <a:lnTo>
                  <a:pt x="1527" y="809435"/>
                </a:lnTo>
                <a:lnTo>
                  <a:pt x="1527" y="816946"/>
                </a:lnTo>
                <a:lnTo>
                  <a:pt x="3050" y="815526"/>
                </a:lnTo>
                <a:close/>
              </a:path>
              <a:path w="647691" h="955673">
                <a:moveTo>
                  <a:pt x="6097" y="817574"/>
                </a:moveTo>
                <a:lnTo>
                  <a:pt x="5836" y="816946"/>
                </a:lnTo>
                <a:lnTo>
                  <a:pt x="4573" y="813899"/>
                </a:lnTo>
                <a:lnTo>
                  <a:pt x="3755" y="811663"/>
                </a:lnTo>
                <a:lnTo>
                  <a:pt x="3050" y="809959"/>
                </a:lnTo>
                <a:lnTo>
                  <a:pt x="1527" y="806279"/>
                </a:lnTo>
                <a:lnTo>
                  <a:pt x="1527" y="807802"/>
                </a:lnTo>
                <a:lnTo>
                  <a:pt x="3050" y="810958"/>
                </a:lnTo>
                <a:lnTo>
                  <a:pt x="4469" y="816946"/>
                </a:lnTo>
                <a:lnTo>
                  <a:pt x="6097" y="818574"/>
                </a:lnTo>
                <a:lnTo>
                  <a:pt x="6097" y="817574"/>
                </a:lnTo>
                <a:close/>
              </a:path>
              <a:path w="647691" h="955673">
                <a:moveTo>
                  <a:pt x="7620" y="784942"/>
                </a:moveTo>
                <a:lnTo>
                  <a:pt x="15240" y="777322"/>
                </a:lnTo>
                <a:lnTo>
                  <a:pt x="16762" y="91648"/>
                </a:lnTo>
                <a:lnTo>
                  <a:pt x="16762" y="90017"/>
                </a:lnTo>
                <a:lnTo>
                  <a:pt x="18290" y="90017"/>
                </a:lnTo>
                <a:lnTo>
                  <a:pt x="18290" y="83921"/>
                </a:lnTo>
                <a:lnTo>
                  <a:pt x="18290" y="85445"/>
                </a:lnTo>
                <a:lnTo>
                  <a:pt x="18290" y="84031"/>
                </a:lnTo>
                <a:lnTo>
                  <a:pt x="18290" y="90017"/>
                </a:lnTo>
                <a:lnTo>
                  <a:pt x="19813" y="90017"/>
                </a:lnTo>
                <a:lnTo>
                  <a:pt x="19813" y="82500"/>
                </a:lnTo>
                <a:lnTo>
                  <a:pt x="18290" y="83024"/>
                </a:lnTo>
                <a:lnTo>
                  <a:pt x="17581" y="84734"/>
                </a:lnTo>
                <a:lnTo>
                  <a:pt x="16762" y="88493"/>
                </a:lnTo>
                <a:lnTo>
                  <a:pt x="16132" y="90017"/>
                </a:lnTo>
                <a:lnTo>
                  <a:pt x="14535" y="93878"/>
                </a:lnTo>
                <a:lnTo>
                  <a:pt x="10670" y="90017"/>
                </a:lnTo>
                <a:lnTo>
                  <a:pt x="5210" y="81760"/>
                </a:lnTo>
                <a:lnTo>
                  <a:pt x="3050" y="85445"/>
                </a:lnTo>
                <a:lnTo>
                  <a:pt x="3050" y="83921"/>
                </a:lnTo>
                <a:lnTo>
                  <a:pt x="5210" y="81760"/>
                </a:lnTo>
                <a:lnTo>
                  <a:pt x="5283" y="81584"/>
                </a:lnTo>
                <a:lnTo>
                  <a:pt x="4573" y="76200"/>
                </a:lnTo>
                <a:lnTo>
                  <a:pt x="3050" y="74777"/>
                </a:lnTo>
                <a:lnTo>
                  <a:pt x="3050" y="83819"/>
                </a:lnTo>
                <a:lnTo>
                  <a:pt x="4573" y="82295"/>
                </a:lnTo>
                <a:lnTo>
                  <a:pt x="4573" y="80873"/>
                </a:lnTo>
                <a:lnTo>
                  <a:pt x="4573" y="82397"/>
                </a:lnTo>
                <a:lnTo>
                  <a:pt x="3050" y="83819"/>
                </a:lnTo>
                <a:lnTo>
                  <a:pt x="3050" y="86969"/>
                </a:lnTo>
                <a:lnTo>
                  <a:pt x="9147" y="769702"/>
                </a:lnTo>
                <a:lnTo>
                  <a:pt x="1527" y="90017"/>
                </a:lnTo>
                <a:lnTo>
                  <a:pt x="1527" y="777322"/>
                </a:lnTo>
                <a:lnTo>
                  <a:pt x="3050" y="809326"/>
                </a:lnTo>
                <a:lnTo>
                  <a:pt x="7620" y="784942"/>
                </a:lnTo>
                <a:close/>
              </a:path>
              <a:path w="647691" h="955673">
                <a:moveTo>
                  <a:pt x="6097" y="820096"/>
                </a:moveTo>
                <a:lnTo>
                  <a:pt x="6097" y="818574"/>
                </a:lnTo>
                <a:lnTo>
                  <a:pt x="4573" y="816946"/>
                </a:lnTo>
                <a:lnTo>
                  <a:pt x="4573" y="823042"/>
                </a:lnTo>
                <a:lnTo>
                  <a:pt x="6097" y="820096"/>
                </a:lnTo>
                <a:close/>
              </a:path>
              <a:path w="647691" h="955673">
                <a:moveTo>
                  <a:pt x="6097" y="74777"/>
                </a:moveTo>
                <a:lnTo>
                  <a:pt x="7360" y="74777"/>
                </a:lnTo>
                <a:lnTo>
                  <a:pt x="7619" y="74150"/>
                </a:lnTo>
                <a:lnTo>
                  <a:pt x="8328" y="72440"/>
                </a:lnTo>
                <a:lnTo>
                  <a:pt x="7620" y="71627"/>
                </a:lnTo>
                <a:lnTo>
                  <a:pt x="7620" y="73150"/>
                </a:lnTo>
                <a:lnTo>
                  <a:pt x="6097" y="74674"/>
                </a:lnTo>
                <a:lnTo>
                  <a:pt x="6097" y="77825"/>
                </a:lnTo>
                <a:lnTo>
                  <a:pt x="6097" y="74777"/>
                </a:lnTo>
                <a:close/>
              </a:path>
              <a:path w="647691" h="955673">
                <a:moveTo>
                  <a:pt x="7620" y="73150"/>
                </a:moveTo>
                <a:lnTo>
                  <a:pt x="7620" y="71627"/>
                </a:lnTo>
                <a:lnTo>
                  <a:pt x="6097" y="73152"/>
                </a:lnTo>
                <a:lnTo>
                  <a:pt x="6097" y="74674"/>
                </a:lnTo>
                <a:lnTo>
                  <a:pt x="7620" y="73150"/>
                </a:lnTo>
                <a:close/>
              </a:path>
              <a:path w="647691" h="955673">
                <a:moveTo>
                  <a:pt x="24382" y="821519"/>
                </a:moveTo>
                <a:lnTo>
                  <a:pt x="25905" y="823042"/>
                </a:lnTo>
                <a:lnTo>
                  <a:pt x="25910" y="820368"/>
                </a:lnTo>
                <a:lnTo>
                  <a:pt x="26724" y="820707"/>
                </a:lnTo>
                <a:lnTo>
                  <a:pt x="30480" y="819997"/>
                </a:lnTo>
                <a:lnTo>
                  <a:pt x="30480" y="818469"/>
                </a:lnTo>
                <a:lnTo>
                  <a:pt x="26015" y="819997"/>
                </a:lnTo>
                <a:lnTo>
                  <a:pt x="22860" y="819997"/>
                </a:lnTo>
                <a:lnTo>
                  <a:pt x="22854" y="833709"/>
                </a:lnTo>
                <a:lnTo>
                  <a:pt x="21337" y="832191"/>
                </a:lnTo>
                <a:lnTo>
                  <a:pt x="18290" y="829139"/>
                </a:lnTo>
                <a:lnTo>
                  <a:pt x="15240" y="826089"/>
                </a:lnTo>
                <a:lnTo>
                  <a:pt x="12193" y="823042"/>
                </a:lnTo>
                <a:lnTo>
                  <a:pt x="10670" y="821519"/>
                </a:lnTo>
                <a:lnTo>
                  <a:pt x="9147" y="819997"/>
                </a:lnTo>
                <a:lnTo>
                  <a:pt x="9147" y="822155"/>
                </a:lnTo>
                <a:lnTo>
                  <a:pt x="9039" y="823042"/>
                </a:lnTo>
                <a:lnTo>
                  <a:pt x="7619" y="823042"/>
                </a:lnTo>
                <a:lnTo>
                  <a:pt x="7620" y="827617"/>
                </a:lnTo>
                <a:lnTo>
                  <a:pt x="12092" y="827617"/>
                </a:lnTo>
                <a:lnTo>
                  <a:pt x="12191" y="823042"/>
                </a:lnTo>
                <a:lnTo>
                  <a:pt x="10670" y="823042"/>
                </a:lnTo>
                <a:lnTo>
                  <a:pt x="10670" y="826193"/>
                </a:lnTo>
                <a:lnTo>
                  <a:pt x="9147" y="823150"/>
                </a:lnTo>
                <a:lnTo>
                  <a:pt x="9515" y="823042"/>
                </a:lnTo>
                <a:lnTo>
                  <a:pt x="10670" y="821520"/>
                </a:lnTo>
                <a:lnTo>
                  <a:pt x="12191" y="823042"/>
                </a:lnTo>
                <a:lnTo>
                  <a:pt x="15239" y="826093"/>
                </a:lnTo>
                <a:lnTo>
                  <a:pt x="15239" y="827617"/>
                </a:lnTo>
                <a:lnTo>
                  <a:pt x="16762" y="827617"/>
                </a:lnTo>
                <a:lnTo>
                  <a:pt x="18285" y="829139"/>
                </a:lnTo>
                <a:lnTo>
                  <a:pt x="18181" y="833709"/>
                </a:lnTo>
                <a:lnTo>
                  <a:pt x="21337" y="833709"/>
                </a:lnTo>
                <a:lnTo>
                  <a:pt x="24382" y="835237"/>
                </a:lnTo>
                <a:lnTo>
                  <a:pt x="24382" y="821519"/>
                </a:lnTo>
                <a:close/>
              </a:path>
              <a:path w="647691" h="955673">
                <a:moveTo>
                  <a:pt x="10670" y="68681"/>
                </a:moveTo>
                <a:lnTo>
                  <a:pt x="12193" y="65009"/>
                </a:lnTo>
                <a:lnTo>
                  <a:pt x="12193" y="64109"/>
                </a:lnTo>
                <a:lnTo>
                  <a:pt x="12566" y="64109"/>
                </a:lnTo>
                <a:lnTo>
                  <a:pt x="12903" y="63296"/>
                </a:lnTo>
                <a:lnTo>
                  <a:pt x="12193" y="64007"/>
                </a:lnTo>
                <a:lnTo>
                  <a:pt x="10670" y="65531"/>
                </a:lnTo>
                <a:lnTo>
                  <a:pt x="9852" y="69392"/>
                </a:lnTo>
                <a:lnTo>
                  <a:pt x="10670" y="68681"/>
                </a:lnTo>
                <a:close/>
              </a:path>
              <a:path w="647691" h="955673">
                <a:moveTo>
                  <a:pt x="9852" y="69392"/>
                </a:moveTo>
                <a:lnTo>
                  <a:pt x="10670" y="65531"/>
                </a:lnTo>
                <a:lnTo>
                  <a:pt x="12091" y="64109"/>
                </a:lnTo>
                <a:lnTo>
                  <a:pt x="12903" y="63296"/>
                </a:lnTo>
                <a:lnTo>
                  <a:pt x="12193" y="59537"/>
                </a:lnTo>
                <a:lnTo>
                  <a:pt x="10670" y="59537"/>
                </a:lnTo>
                <a:lnTo>
                  <a:pt x="10670" y="64109"/>
                </a:lnTo>
                <a:lnTo>
                  <a:pt x="9147" y="67056"/>
                </a:lnTo>
                <a:lnTo>
                  <a:pt x="9147" y="70098"/>
                </a:lnTo>
                <a:lnTo>
                  <a:pt x="9852" y="69392"/>
                </a:lnTo>
                <a:close/>
              </a:path>
              <a:path w="647691" h="955673">
                <a:moveTo>
                  <a:pt x="10670" y="823042"/>
                </a:moveTo>
                <a:lnTo>
                  <a:pt x="9852" y="823856"/>
                </a:lnTo>
                <a:lnTo>
                  <a:pt x="9147" y="823150"/>
                </a:lnTo>
                <a:lnTo>
                  <a:pt x="10670" y="826193"/>
                </a:lnTo>
                <a:lnTo>
                  <a:pt x="10670" y="823042"/>
                </a:lnTo>
                <a:close/>
              </a:path>
              <a:path w="647691" h="955673">
                <a:moveTo>
                  <a:pt x="3050" y="86969"/>
                </a:moveTo>
                <a:lnTo>
                  <a:pt x="3050" y="83819"/>
                </a:lnTo>
                <a:lnTo>
                  <a:pt x="1527" y="85343"/>
                </a:lnTo>
                <a:lnTo>
                  <a:pt x="1527" y="90017"/>
                </a:lnTo>
                <a:lnTo>
                  <a:pt x="9147" y="769702"/>
                </a:lnTo>
                <a:lnTo>
                  <a:pt x="3050" y="86969"/>
                </a:lnTo>
                <a:close/>
              </a:path>
              <a:path w="647691" h="955673">
                <a:moveTo>
                  <a:pt x="16762" y="64109"/>
                </a:moveTo>
                <a:lnTo>
                  <a:pt x="15240" y="64109"/>
                </a:lnTo>
                <a:lnTo>
                  <a:pt x="15240" y="59436"/>
                </a:lnTo>
                <a:lnTo>
                  <a:pt x="19812" y="59537"/>
                </a:lnTo>
                <a:lnTo>
                  <a:pt x="21337" y="58013"/>
                </a:lnTo>
                <a:lnTo>
                  <a:pt x="27433" y="51917"/>
                </a:lnTo>
                <a:lnTo>
                  <a:pt x="28957" y="50393"/>
                </a:lnTo>
                <a:lnTo>
                  <a:pt x="30480" y="48869"/>
                </a:lnTo>
                <a:lnTo>
                  <a:pt x="28955" y="50393"/>
                </a:lnTo>
                <a:lnTo>
                  <a:pt x="27433" y="51916"/>
                </a:lnTo>
                <a:lnTo>
                  <a:pt x="27433" y="50393"/>
                </a:lnTo>
                <a:lnTo>
                  <a:pt x="22859" y="48869"/>
                </a:lnTo>
                <a:lnTo>
                  <a:pt x="21337" y="48869"/>
                </a:lnTo>
                <a:lnTo>
                  <a:pt x="22860" y="50393"/>
                </a:lnTo>
                <a:lnTo>
                  <a:pt x="19813" y="50393"/>
                </a:lnTo>
                <a:lnTo>
                  <a:pt x="19813" y="54859"/>
                </a:lnTo>
                <a:lnTo>
                  <a:pt x="21337" y="53335"/>
                </a:lnTo>
                <a:lnTo>
                  <a:pt x="22755" y="51917"/>
                </a:lnTo>
                <a:lnTo>
                  <a:pt x="22860" y="56489"/>
                </a:lnTo>
                <a:lnTo>
                  <a:pt x="21337" y="58012"/>
                </a:lnTo>
                <a:lnTo>
                  <a:pt x="16660" y="58013"/>
                </a:lnTo>
                <a:lnTo>
                  <a:pt x="13717" y="56489"/>
                </a:lnTo>
                <a:lnTo>
                  <a:pt x="13717" y="58013"/>
                </a:lnTo>
                <a:lnTo>
                  <a:pt x="12193" y="58013"/>
                </a:lnTo>
                <a:lnTo>
                  <a:pt x="13717" y="59537"/>
                </a:lnTo>
                <a:lnTo>
                  <a:pt x="13717" y="65633"/>
                </a:lnTo>
                <a:lnTo>
                  <a:pt x="12193" y="67157"/>
                </a:lnTo>
                <a:lnTo>
                  <a:pt x="16762" y="64109"/>
                </a:lnTo>
                <a:close/>
              </a:path>
              <a:path w="647691" h="955673">
                <a:moveTo>
                  <a:pt x="21337" y="58012"/>
                </a:moveTo>
                <a:lnTo>
                  <a:pt x="22860" y="56489"/>
                </a:lnTo>
                <a:lnTo>
                  <a:pt x="13717" y="56489"/>
                </a:lnTo>
                <a:lnTo>
                  <a:pt x="16660" y="58013"/>
                </a:lnTo>
                <a:lnTo>
                  <a:pt x="21337" y="58012"/>
                </a:lnTo>
                <a:close/>
              </a:path>
              <a:path w="647691" h="955673">
                <a:moveTo>
                  <a:pt x="18285" y="829139"/>
                </a:moveTo>
                <a:lnTo>
                  <a:pt x="16762" y="827617"/>
                </a:lnTo>
                <a:lnTo>
                  <a:pt x="15239" y="827617"/>
                </a:lnTo>
                <a:lnTo>
                  <a:pt x="15240" y="829139"/>
                </a:lnTo>
                <a:lnTo>
                  <a:pt x="16762" y="832290"/>
                </a:lnTo>
                <a:lnTo>
                  <a:pt x="18181" y="833709"/>
                </a:lnTo>
                <a:lnTo>
                  <a:pt x="18285" y="829139"/>
                </a:lnTo>
                <a:close/>
              </a:path>
              <a:path w="647691" h="955673">
                <a:moveTo>
                  <a:pt x="16762" y="807695"/>
                </a:moveTo>
                <a:lnTo>
                  <a:pt x="16762" y="803130"/>
                </a:lnTo>
                <a:lnTo>
                  <a:pt x="16057" y="806989"/>
                </a:lnTo>
                <a:lnTo>
                  <a:pt x="16394" y="807802"/>
                </a:lnTo>
                <a:lnTo>
                  <a:pt x="16762" y="807695"/>
                </a:lnTo>
                <a:close/>
              </a:path>
              <a:path w="647691" h="955673">
                <a:moveTo>
                  <a:pt x="20518" y="836046"/>
                </a:moveTo>
                <a:lnTo>
                  <a:pt x="21337" y="835237"/>
                </a:lnTo>
                <a:lnTo>
                  <a:pt x="24382" y="835237"/>
                </a:lnTo>
                <a:lnTo>
                  <a:pt x="21337" y="833709"/>
                </a:lnTo>
                <a:lnTo>
                  <a:pt x="18181" y="833709"/>
                </a:lnTo>
                <a:lnTo>
                  <a:pt x="16762" y="832290"/>
                </a:lnTo>
                <a:lnTo>
                  <a:pt x="15240" y="829139"/>
                </a:lnTo>
                <a:lnTo>
                  <a:pt x="15239" y="826093"/>
                </a:lnTo>
                <a:lnTo>
                  <a:pt x="18290" y="829139"/>
                </a:lnTo>
                <a:lnTo>
                  <a:pt x="16762" y="813899"/>
                </a:lnTo>
                <a:lnTo>
                  <a:pt x="15240" y="812377"/>
                </a:lnTo>
                <a:lnTo>
                  <a:pt x="13717" y="823042"/>
                </a:lnTo>
                <a:lnTo>
                  <a:pt x="7621" y="816946"/>
                </a:lnTo>
                <a:lnTo>
                  <a:pt x="7620" y="821620"/>
                </a:lnTo>
                <a:lnTo>
                  <a:pt x="6805" y="819283"/>
                </a:lnTo>
                <a:lnTo>
                  <a:pt x="6097" y="816946"/>
                </a:lnTo>
                <a:lnTo>
                  <a:pt x="6097" y="815422"/>
                </a:lnTo>
                <a:lnTo>
                  <a:pt x="10670" y="816946"/>
                </a:lnTo>
                <a:lnTo>
                  <a:pt x="12193" y="807802"/>
                </a:lnTo>
                <a:lnTo>
                  <a:pt x="9147" y="801706"/>
                </a:lnTo>
                <a:lnTo>
                  <a:pt x="13007" y="799369"/>
                </a:lnTo>
                <a:lnTo>
                  <a:pt x="13975" y="801706"/>
                </a:lnTo>
                <a:lnTo>
                  <a:pt x="15240" y="804757"/>
                </a:lnTo>
                <a:lnTo>
                  <a:pt x="15240" y="783419"/>
                </a:lnTo>
                <a:lnTo>
                  <a:pt x="16762" y="784942"/>
                </a:lnTo>
                <a:lnTo>
                  <a:pt x="16762" y="91648"/>
                </a:lnTo>
                <a:lnTo>
                  <a:pt x="15240" y="777322"/>
                </a:lnTo>
                <a:lnTo>
                  <a:pt x="7620" y="784942"/>
                </a:lnTo>
                <a:lnTo>
                  <a:pt x="3050" y="809326"/>
                </a:lnTo>
                <a:lnTo>
                  <a:pt x="1527" y="777322"/>
                </a:lnTo>
                <a:lnTo>
                  <a:pt x="1527" y="769702"/>
                </a:lnTo>
                <a:lnTo>
                  <a:pt x="0" y="769702"/>
                </a:lnTo>
                <a:lnTo>
                  <a:pt x="0" y="807906"/>
                </a:lnTo>
                <a:lnTo>
                  <a:pt x="1527" y="809435"/>
                </a:lnTo>
                <a:lnTo>
                  <a:pt x="3050" y="815526"/>
                </a:lnTo>
                <a:lnTo>
                  <a:pt x="1527" y="816946"/>
                </a:lnTo>
                <a:lnTo>
                  <a:pt x="4469" y="816946"/>
                </a:lnTo>
                <a:lnTo>
                  <a:pt x="3050" y="810958"/>
                </a:lnTo>
                <a:lnTo>
                  <a:pt x="1527" y="807802"/>
                </a:lnTo>
                <a:lnTo>
                  <a:pt x="1527" y="806279"/>
                </a:lnTo>
                <a:lnTo>
                  <a:pt x="3050" y="809959"/>
                </a:lnTo>
                <a:lnTo>
                  <a:pt x="3755" y="811663"/>
                </a:lnTo>
                <a:lnTo>
                  <a:pt x="4573" y="813899"/>
                </a:lnTo>
                <a:lnTo>
                  <a:pt x="5836" y="816946"/>
                </a:lnTo>
                <a:lnTo>
                  <a:pt x="6097" y="817574"/>
                </a:lnTo>
                <a:lnTo>
                  <a:pt x="6097" y="820096"/>
                </a:lnTo>
                <a:lnTo>
                  <a:pt x="4573" y="823042"/>
                </a:lnTo>
                <a:lnTo>
                  <a:pt x="9039" y="823042"/>
                </a:lnTo>
                <a:lnTo>
                  <a:pt x="9147" y="822155"/>
                </a:lnTo>
                <a:lnTo>
                  <a:pt x="9147" y="819997"/>
                </a:lnTo>
                <a:lnTo>
                  <a:pt x="10670" y="821519"/>
                </a:lnTo>
                <a:lnTo>
                  <a:pt x="9515" y="823042"/>
                </a:lnTo>
                <a:lnTo>
                  <a:pt x="9147" y="823042"/>
                </a:lnTo>
                <a:lnTo>
                  <a:pt x="9852" y="823856"/>
                </a:lnTo>
                <a:lnTo>
                  <a:pt x="10670" y="823042"/>
                </a:lnTo>
                <a:lnTo>
                  <a:pt x="12191" y="823042"/>
                </a:lnTo>
                <a:lnTo>
                  <a:pt x="12092" y="827617"/>
                </a:lnTo>
                <a:lnTo>
                  <a:pt x="9147" y="827617"/>
                </a:lnTo>
                <a:lnTo>
                  <a:pt x="9147" y="829139"/>
                </a:lnTo>
                <a:lnTo>
                  <a:pt x="13612" y="829139"/>
                </a:lnTo>
                <a:lnTo>
                  <a:pt x="14425" y="829953"/>
                </a:lnTo>
                <a:lnTo>
                  <a:pt x="15240" y="830767"/>
                </a:lnTo>
                <a:lnTo>
                  <a:pt x="15240" y="835237"/>
                </a:lnTo>
                <a:lnTo>
                  <a:pt x="16762" y="835237"/>
                </a:lnTo>
                <a:lnTo>
                  <a:pt x="16762" y="838282"/>
                </a:lnTo>
                <a:lnTo>
                  <a:pt x="21337" y="838282"/>
                </a:lnTo>
                <a:lnTo>
                  <a:pt x="20518" y="836046"/>
                </a:lnTo>
                <a:close/>
              </a:path>
              <a:path w="647691" h="955673">
                <a:moveTo>
                  <a:pt x="18290" y="90119"/>
                </a:moveTo>
                <a:lnTo>
                  <a:pt x="16762" y="90017"/>
                </a:lnTo>
                <a:lnTo>
                  <a:pt x="16762" y="91648"/>
                </a:lnTo>
                <a:lnTo>
                  <a:pt x="18290" y="90119"/>
                </a:lnTo>
                <a:close/>
              </a:path>
              <a:path w="647691" h="955673">
                <a:moveTo>
                  <a:pt x="19813" y="813271"/>
                </a:moveTo>
                <a:lnTo>
                  <a:pt x="19442" y="812377"/>
                </a:lnTo>
                <a:lnTo>
                  <a:pt x="18290" y="810849"/>
                </a:lnTo>
                <a:lnTo>
                  <a:pt x="19104" y="811563"/>
                </a:lnTo>
                <a:lnTo>
                  <a:pt x="18290" y="809225"/>
                </a:lnTo>
                <a:lnTo>
                  <a:pt x="16869" y="807802"/>
                </a:lnTo>
                <a:lnTo>
                  <a:pt x="16394" y="807802"/>
                </a:lnTo>
                <a:lnTo>
                  <a:pt x="16762" y="808690"/>
                </a:lnTo>
                <a:lnTo>
                  <a:pt x="18290" y="812377"/>
                </a:lnTo>
                <a:lnTo>
                  <a:pt x="19813" y="813899"/>
                </a:lnTo>
                <a:lnTo>
                  <a:pt x="19813" y="813271"/>
                </a:lnTo>
                <a:close/>
              </a:path>
              <a:path w="647691" h="955673">
                <a:moveTo>
                  <a:pt x="19813" y="812272"/>
                </a:moveTo>
                <a:lnTo>
                  <a:pt x="20056" y="813798"/>
                </a:lnTo>
                <a:lnTo>
                  <a:pt x="21438" y="813899"/>
                </a:lnTo>
                <a:lnTo>
                  <a:pt x="19917" y="812377"/>
                </a:lnTo>
              </a:path>
              <a:path w="647691" h="955673">
                <a:moveTo>
                  <a:pt x="20073" y="813899"/>
                </a:moveTo>
                <a:lnTo>
                  <a:pt x="20073" y="813899"/>
                </a:lnTo>
                <a:lnTo>
                  <a:pt x="21337" y="813899"/>
                </a:lnTo>
              </a:path>
              <a:path w="647691" h="955673">
                <a:moveTo>
                  <a:pt x="21337" y="813899"/>
                </a:moveTo>
                <a:lnTo>
                  <a:pt x="21811" y="815323"/>
                </a:lnTo>
                <a:lnTo>
                  <a:pt x="22860" y="815323"/>
                </a:lnTo>
                <a:lnTo>
                  <a:pt x="21438" y="813899"/>
                </a:lnTo>
              </a:path>
              <a:path w="647691" h="955673">
                <a:moveTo>
                  <a:pt x="24382" y="813899"/>
                </a:moveTo>
                <a:lnTo>
                  <a:pt x="22860" y="815323"/>
                </a:lnTo>
                <a:lnTo>
                  <a:pt x="24415" y="815323"/>
                </a:lnTo>
              </a:path>
              <a:path w="647691" h="955673">
                <a:moveTo>
                  <a:pt x="21811" y="815323"/>
                </a:moveTo>
                <a:lnTo>
                  <a:pt x="22590" y="817660"/>
                </a:lnTo>
                <a:lnTo>
                  <a:pt x="24468" y="817660"/>
                </a:lnTo>
                <a:lnTo>
                  <a:pt x="24415" y="815323"/>
                </a:lnTo>
              </a:path>
              <a:path w="647691" h="955673">
                <a:moveTo>
                  <a:pt x="22590" y="817660"/>
                </a:moveTo>
                <a:lnTo>
                  <a:pt x="22860" y="818469"/>
                </a:lnTo>
                <a:lnTo>
                  <a:pt x="22860" y="819101"/>
                </a:lnTo>
                <a:lnTo>
                  <a:pt x="23480" y="819359"/>
                </a:lnTo>
                <a:lnTo>
                  <a:pt x="24382" y="819359"/>
                </a:lnTo>
                <a:lnTo>
                  <a:pt x="24275" y="819101"/>
                </a:lnTo>
                <a:lnTo>
                  <a:pt x="24013" y="818469"/>
                </a:lnTo>
                <a:lnTo>
                  <a:pt x="23677" y="817660"/>
                </a:lnTo>
              </a:path>
              <a:path w="647691" h="955673">
                <a:moveTo>
                  <a:pt x="23677" y="817660"/>
                </a:moveTo>
                <a:lnTo>
                  <a:pt x="24382" y="818364"/>
                </a:lnTo>
                <a:lnTo>
                  <a:pt x="24382" y="819359"/>
                </a:lnTo>
                <a:lnTo>
                  <a:pt x="24542" y="819359"/>
                </a:lnTo>
                <a:lnTo>
                  <a:pt x="24487" y="818469"/>
                </a:lnTo>
                <a:lnTo>
                  <a:pt x="24468" y="817660"/>
                </a:lnTo>
              </a:path>
              <a:path w="647691" h="955673">
                <a:moveTo>
                  <a:pt x="23480" y="819359"/>
                </a:moveTo>
                <a:lnTo>
                  <a:pt x="24382" y="819734"/>
                </a:lnTo>
                <a:lnTo>
                  <a:pt x="24570" y="819812"/>
                </a:lnTo>
                <a:lnTo>
                  <a:pt x="24542" y="819359"/>
                </a:lnTo>
              </a:path>
              <a:path w="647691" h="955673">
                <a:moveTo>
                  <a:pt x="30480" y="819997"/>
                </a:moveTo>
                <a:lnTo>
                  <a:pt x="30480" y="824457"/>
                </a:lnTo>
                <a:lnTo>
                  <a:pt x="32002" y="824457"/>
                </a:lnTo>
                <a:lnTo>
                  <a:pt x="32002" y="819997"/>
                </a:lnTo>
              </a:path>
              <a:path w="647691" h="955673">
                <a:moveTo>
                  <a:pt x="24382" y="823042"/>
                </a:moveTo>
                <a:lnTo>
                  <a:pt x="24382" y="824457"/>
                </a:lnTo>
                <a:lnTo>
                  <a:pt x="30480" y="824457"/>
                </a:lnTo>
                <a:lnTo>
                  <a:pt x="29066" y="823042"/>
                </a:lnTo>
              </a:path>
              <a:path w="647691" h="955673">
                <a:moveTo>
                  <a:pt x="24382" y="824457"/>
                </a:moveTo>
                <a:lnTo>
                  <a:pt x="24382" y="824457"/>
                </a:lnTo>
                <a:lnTo>
                  <a:pt x="24382" y="835237"/>
                </a:lnTo>
                <a:lnTo>
                  <a:pt x="32575" y="835237"/>
                </a:lnTo>
                <a:lnTo>
                  <a:pt x="32002" y="830662"/>
                </a:lnTo>
                <a:lnTo>
                  <a:pt x="30480" y="827617"/>
                </a:lnTo>
                <a:lnTo>
                  <a:pt x="27433" y="824566"/>
                </a:lnTo>
                <a:lnTo>
                  <a:pt x="32002" y="824566"/>
                </a:lnTo>
              </a:path>
              <a:path w="647691" h="955673">
                <a:moveTo>
                  <a:pt x="21337" y="835237"/>
                </a:moveTo>
                <a:lnTo>
                  <a:pt x="21337" y="835237"/>
                </a:lnTo>
                <a:lnTo>
                  <a:pt x="24382" y="835237"/>
                </a:lnTo>
              </a:path>
              <a:path w="647691" h="955673">
                <a:moveTo>
                  <a:pt x="21337" y="835237"/>
                </a:moveTo>
                <a:lnTo>
                  <a:pt x="20518" y="836046"/>
                </a:lnTo>
                <a:lnTo>
                  <a:pt x="20642" y="836385"/>
                </a:lnTo>
                <a:lnTo>
                  <a:pt x="32719" y="836385"/>
                </a:lnTo>
                <a:lnTo>
                  <a:pt x="32677" y="836046"/>
                </a:lnTo>
                <a:lnTo>
                  <a:pt x="32575" y="835237"/>
                </a:lnTo>
              </a:path>
              <a:path w="647691" h="955673">
                <a:moveTo>
                  <a:pt x="20642" y="836385"/>
                </a:moveTo>
                <a:lnTo>
                  <a:pt x="20818" y="836865"/>
                </a:lnTo>
                <a:lnTo>
                  <a:pt x="21337" y="838282"/>
                </a:lnTo>
                <a:lnTo>
                  <a:pt x="21337" y="839806"/>
                </a:lnTo>
                <a:lnTo>
                  <a:pt x="24278" y="839806"/>
                </a:lnTo>
                <a:lnTo>
                  <a:pt x="22754" y="838282"/>
                </a:lnTo>
                <a:lnTo>
                  <a:pt x="21337" y="836865"/>
                </a:lnTo>
                <a:lnTo>
                  <a:pt x="21337" y="836385"/>
                </a:lnTo>
              </a:path>
              <a:path w="647691" h="955673">
                <a:moveTo>
                  <a:pt x="21337" y="836385"/>
                </a:moveTo>
                <a:lnTo>
                  <a:pt x="24382" y="837648"/>
                </a:lnTo>
                <a:lnTo>
                  <a:pt x="25910" y="838282"/>
                </a:lnTo>
                <a:lnTo>
                  <a:pt x="32957" y="838282"/>
                </a:lnTo>
                <a:lnTo>
                  <a:pt x="32878" y="837648"/>
                </a:lnTo>
                <a:lnTo>
                  <a:pt x="32719" y="836385"/>
                </a:lnTo>
              </a:path>
              <a:path w="647691" h="955673">
                <a:moveTo>
                  <a:pt x="24382" y="838282"/>
                </a:moveTo>
                <a:lnTo>
                  <a:pt x="24382" y="838282"/>
                </a:lnTo>
                <a:lnTo>
                  <a:pt x="25910" y="838282"/>
                </a:lnTo>
              </a:path>
              <a:path w="647691" h="955673">
                <a:moveTo>
                  <a:pt x="24382" y="838282"/>
                </a:moveTo>
                <a:lnTo>
                  <a:pt x="24278" y="839806"/>
                </a:lnTo>
                <a:lnTo>
                  <a:pt x="33148" y="839806"/>
                </a:lnTo>
                <a:lnTo>
                  <a:pt x="32957" y="838282"/>
                </a:lnTo>
              </a:path>
              <a:path w="647691" h="955673">
                <a:moveTo>
                  <a:pt x="24278" y="839806"/>
                </a:moveTo>
              </a:path>
              <a:path w="647691" h="955673">
                <a:moveTo>
                  <a:pt x="24382" y="839806"/>
                </a:moveTo>
                <a:lnTo>
                  <a:pt x="28957" y="839806"/>
                </a:lnTo>
                <a:lnTo>
                  <a:pt x="32002" y="841329"/>
                </a:lnTo>
                <a:lnTo>
                  <a:pt x="33530" y="842857"/>
                </a:lnTo>
                <a:lnTo>
                  <a:pt x="33339" y="841329"/>
                </a:lnTo>
                <a:lnTo>
                  <a:pt x="33148" y="839806"/>
                </a:lnTo>
              </a:path>
              <a:path w="647691" h="955673">
                <a:moveTo>
                  <a:pt x="21337" y="839806"/>
                </a:moveTo>
                <a:lnTo>
                  <a:pt x="21337" y="841329"/>
                </a:lnTo>
                <a:lnTo>
                  <a:pt x="24382" y="841329"/>
                </a:lnTo>
                <a:lnTo>
                  <a:pt x="24382" y="839806"/>
                </a:lnTo>
              </a:path>
              <a:path w="647691" h="955673">
                <a:moveTo>
                  <a:pt x="24382" y="813899"/>
                </a:moveTo>
                <a:lnTo>
                  <a:pt x="24382" y="812377"/>
                </a:lnTo>
                <a:lnTo>
                  <a:pt x="21337" y="812377"/>
                </a:lnTo>
                <a:lnTo>
                  <a:pt x="21337" y="807802"/>
                </a:lnTo>
                <a:lnTo>
                  <a:pt x="18290" y="807802"/>
                </a:lnTo>
                <a:lnTo>
                  <a:pt x="19813" y="810750"/>
                </a:lnTo>
                <a:lnTo>
                  <a:pt x="19917" y="812377"/>
                </a:lnTo>
                <a:lnTo>
                  <a:pt x="21337" y="813798"/>
                </a:lnTo>
                <a:lnTo>
                  <a:pt x="22860" y="815323"/>
                </a:lnTo>
                <a:lnTo>
                  <a:pt x="24382" y="813899"/>
                </a:lnTo>
                <a:close/>
              </a:path>
              <a:path w="647691" h="955673">
                <a:moveTo>
                  <a:pt x="39518" y="41249"/>
                </a:moveTo>
                <a:lnTo>
                  <a:pt x="37994" y="42773"/>
                </a:lnTo>
                <a:lnTo>
                  <a:pt x="30731" y="42773"/>
                </a:lnTo>
                <a:lnTo>
                  <a:pt x="30480" y="42773"/>
                </a:lnTo>
                <a:lnTo>
                  <a:pt x="33275" y="43484"/>
                </a:lnTo>
                <a:lnTo>
                  <a:pt x="38808" y="43484"/>
                </a:lnTo>
                <a:lnTo>
                  <a:pt x="39519" y="42773"/>
                </a:lnTo>
                <a:lnTo>
                  <a:pt x="41042" y="41249"/>
                </a:lnTo>
              </a:path>
              <a:path w="647691" h="955673">
                <a:moveTo>
                  <a:pt x="41150" y="42773"/>
                </a:moveTo>
                <a:lnTo>
                  <a:pt x="38808" y="43484"/>
                </a:lnTo>
                <a:lnTo>
                  <a:pt x="41268" y="43484"/>
                </a:lnTo>
              </a:path>
              <a:path w="647691" h="955673">
                <a:moveTo>
                  <a:pt x="33275" y="43484"/>
                </a:moveTo>
                <a:lnTo>
                  <a:pt x="36469" y="44297"/>
                </a:lnTo>
                <a:lnTo>
                  <a:pt x="41404" y="44297"/>
                </a:lnTo>
                <a:lnTo>
                  <a:pt x="41268" y="43484"/>
                </a:lnTo>
              </a:path>
              <a:path w="647691" h="955673">
                <a:moveTo>
                  <a:pt x="30480" y="44297"/>
                </a:moveTo>
                <a:lnTo>
                  <a:pt x="30480" y="44297"/>
                </a:lnTo>
                <a:lnTo>
                  <a:pt x="36469" y="44297"/>
                </a:lnTo>
              </a:path>
              <a:path w="647691" h="955673">
                <a:moveTo>
                  <a:pt x="30480" y="44297"/>
                </a:moveTo>
                <a:lnTo>
                  <a:pt x="36469" y="44297"/>
                </a:lnTo>
              </a:path>
              <a:path w="647691" h="955673">
                <a:moveTo>
                  <a:pt x="36469" y="44297"/>
                </a:moveTo>
                <a:lnTo>
                  <a:pt x="41404" y="44297"/>
                </a:lnTo>
              </a:path>
              <a:path w="647691" h="955673">
                <a:moveTo>
                  <a:pt x="36577" y="44297"/>
                </a:moveTo>
                <a:lnTo>
                  <a:pt x="37473" y="44297"/>
                </a:lnTo>
                <a:lnTo>
                  <a:pt x="38100" y="44297"/>
                </a:lnTo>
              </a:path>
              <a:path w="647691" h="955673">
                <a:moveTo>
                  <a:pt x="38100" y="44297"/>
                </a:moveTo>
                <a:lnTo>
                  <a:pt x="38100" y="51917"/>
                </a:lnTo>
                <a:lnTo>
                  <a:pt x="38100" y="54965"/>
                </a:lnTo>
                <a:lnTo>
                  <a:pt x="36577" y="56489"/>
                </a:lnTo>
                <a:lnTo>
                  <a:pt x="35053" y="58013"/>
                </a:lnTo>
                <a:lnTo>
                  <a:pt x="35053" y="59537"/>
                </a:lnTo>
                <a:lnTo>
                  <a:pt x="35053" y="59797"/>
                </a:lnTo>
                <a:lnTo>
                  <a:pt x="36577" y="59797"/>
                </a:lnTo>
                <a:lnTo>
                  <a:pt x="35053" y="59537"/>
                </a:lnTo>
                <a:lnTo>
                  <a:pt x="36577" y="58013"/>
                </a:lnTo>
                <a:lnTo>
                  <a:pt x="38099" y="56490"/>
                </a:lnTo>
                <a:lnTo>
                  <a:pt x="39625" y="54965"/>
                </a:lnTo>
                <a:lnTo>
                  <a:pt x="42673" y="51917"/>
                </a:lnTo>
                <a:lnTo>
                  <a:pt x="41404" y="44297"/>
                </a:lnTo>
              </a:path>
              <a:path w="647691" h="955673">
                <a:moveTo>
                  <a:pt x="30480" y="44297"/>
                </a:moveTo>
                <a:lnTo>
                  <a:pt x="30480" y="45008"/>
                </a:lnTo>
                <a:lnTo>
                  <a:pt x="30480" y="45821"/>
                </a:lnTo>
                <a:lnTo>
                  <a:pt x="32002" y="47345"/>
                </a:lnTo>
                <a:lnTo>
                  <a:pt x="35053" y="45821"/>
                </a:lnTo>
                <a:lnTo>
                  <a:pt x="35758" y="45008"/>
                </a:lnTo>
                <a:lnTo>
                  <a:pt x="37473" y="44297"/>
                </a:lnTo>
              </a:path>
              <a:path w="647691" h="955673">
                <a:moveTo>
                  <a:pt x="27433" y="51917"/>
                </a:moveTo>
                <a:lnTo>
                  <a:pt x="21337" y="58013"/>
                </a:lnTo>
                <a:lnTo>
                  <a:pt x="19813" y="59536"/>
                </a:lnTo>
                <a:lnTo>
                  <a:pt x="18595" y="71729"/>
                </a:lnTo>
                <a:lnTo>
                  <a:pt x="21337" y="71729"/>
                </a:lnTo>
                <a:lnTo>
                  <a:pt x="25088" y="59537"/>
                </a:lnTo>
                <a:lnTo>
                  <a:pt x="25557" y="58013"/>
                </a:lnTo>
              </a:path>
              <a:path w="647691" h="955673">
                <a:moveTo>
                  <a:pt x="42673" y="53440"/>
                </a:moveTo>
                <a:lnTo>
                  <a:pt x="39624" y="56489"/>
                </a:lnTo>
                <a:lnTo>
                  <a:pt x="38100" y="58013"/>
                </a:lnTo>
                <a:lnTo>
                  <a:pt x="44306" y="58013"/>
                </a:lnTo>
                <a:lnTo>
                  <a:pt x="45719" y="56598"/>
                </a:lnTo>
                <a:lnTo>
                  <a:pt x="42673" y="56489"/>
                </a:lnTo>
              </a:path>
              <a:path w="647691" h="955673">
                <a:moveTo>
                  <a:pt x="38100" y="58013"/>
                </a:moveTo>
                <a:lnTo>
                  <a:pt x="38100" y="58826"/>
                </a:lnTo>
                <a:lnTo>
                  <a:pt x="38100" y="59537"/>
                </a:lnTo>
                <a:lnTo>
                  <a:pt x="36735" y="59537"/>
                </a:lnTo>
                <a:lnTo>
                  <a:pt x="36577" y="59537"/>
                </a:lnTo>
                <a:lnTo>
                  <a:pt x="36577" y="59797"/>
                </a:lnTo>
                <a:lnTo>
                  <a:pt x="37946" y="59797"/>
                </a:lnTo>
                <a:lnTo>
                  <a:pt x="38100" y="59643"/>
                </a:lnTo>
                <a:lnTo>
                  <a:pt x="38917" y="58826"/>
                </a:lnTo>
                <a:lnTo>
                  <a:pt x="39622" y="58013"/>
                </a:lnTo>
              </a:path>
              <a:path w="647691" h="955673">
                <a:moveTo>
                  <a:pt x="35053" y="59797"/>
                </a:moveTo>
                <a:lnTo>
                  <a:pt x="35053" y="60429"/>
                </a:lnTo>
                <a:lnTo>
                  <a:pt x="33530" y="61061"/>
                </a:lnTo>
                <a:lnTo>
                  <a:pt x="30481" y="62585"/>
                </a:lnTo>
                <a:lnTo>
                  <a:pt x="35157" y="62585"/>
                </a:lnTo>
                <a:lnTo>
                  <a:pt x="35053" y="61061"/>
                </a:lnTo>
                <a:lnTo>
                  <a:pt x="36681" y="61061"/>
                </a:lnTo>
                <a:lnTo>
                  <a:pt x="37313" y="60429"/>
                </a:lnTo>
                <a:lnTo>
                  <a:pt x="37946" y="59797"/>
                </a:lnTo>
              </a:path>
              <a:path w="647691" h="955673">
                <a:moveTo>
                  <a:pt x="36577" y="61166"/>
                </a:moveTo>
                <a:lnTo>
                  <a:pt x="35157" y="62585"/>
                </a:lnTo>
                <a:lnTo>
                  <a:pt x="37311" y="62585"/>
                </a:lnTo>
              </a:path>
              <a:path w="647691" h="955673">
                <a:moveTo>
                  <a:pt x="30481" y="62585"/>
                </a:moveTo>
                <a:lnTo>
                  <a:pt x="35053" y="64109"/>
                </a:lnTo>
                <a:lnTo>
                  <a:pt x="38099" y="64109"/>
                </a:lnTo>
                <a:lnTo>
                  <a:pt x="37311" y="62585"/>
                </a:lnTo>
              </a:path>
              <a:path w="647691" h="955673">
                <a:moveTo>
                  <a:pt x="35053" y="64109"/>
                </a:moveTo>
                <a:lnTo>
                  <a:pt x="31297" y="64922"/>
                </a:lnTo>
                <a:lnTo>
                  <a:pt x="30587" y="65633"/>
                </a:lnTo>
                <a:lnTo>
                  <a:pt x="36577" y="65633"/>
                </a:lnTo>
                <a:lnTo>
                  <a:pt x="36577" y="64922"/>
                </a:lnTo>
                <a:lnTo>
                  <a:pt x="36577" y="64109"/>
                </a:lnTo>
              </a:path>
              <a:path w="647691" h="955673">
                <a:moveTo>
                  <a:pt x="36577" y="64109"/>
                </a:moveTo>
                <a:lnTo>
                  <a:pt x="38100" y="64109"/>
                </a:lnTo>
                <a:lnTo>
                  <a:pt x="38099" y="64109"/>
                </a:lnTo>
              </a:path>
              <a:path w="647691" h="955673">
                <a:moveTo>
                  <a:pt x="28957" y="64109"/>
                </a:moveTo>
                <a:lnTo>
                  <a:pt x="27433" y="65633"/>
                </a:lnTo>
                <a:lnTo>
                  <a:pt x="29216" y="65633"/>
                </a:lnTo>
              </a:path>
              <a:path w="647691" h="955673">
                <a:moveTo>
                  <a:pt x="30479" y="65261"/>
                </a:moveTo>
                <a:lnTo>
                  <a:pt x="29583" y="65633"/>
                </a:lnTo>
                <a:lnTo>
                  <a:pt x="30480" y="65633"/>
                </a:lnTo>
              </a:path>
              <a:path w="647691" h="955673">
                <a:moveTo>
                  <a:pt x="27433" y="65633"/>
                </a:moveTo>
                <a:lnTo>
                  <a:pt x="27173" y="65893"/>
                </a:lnTo>
                <a:lnTo>
                  <a:pt x="26808" y="66258"/>
                </a:lnTo>
                <a:lnTo>
                  <a:pt x="26541" y="66525"/>
                </a:lnTo>
                <a:lnTo>
                  <a:pt x="28988" y="66525"/>
                </a:lnTo>
                <a:lnTo>
                  <a:pt x="28957" y="66258"/>
                </a:lnTo>
                <a:lnTo>
                  <a:pt x="28957" y="65893"/>
                </a:lnTo>
                <a:lnTo>
                  <a:pt x="27433" y="65633"/>
                </a:lnTo>
                <a:lnTo>
                  <a:pt x="28957" y="65633"/>
                </a:lnTo>
              </a:path>
              <a:path w="647691" h="955673">
                <a:moveTo>
                  <a:pt x="28957" y="65633"/>
                </a:moveTo>
                <a:lnTo>
                  <a:pt x="29216" y="65633"/>
                </a:lnTo>
              </a:path>
              <a:path w="647691" h="955673">
                <a:moveTo>
                  <a:pt x="29583" y="65633"/>
                </a:moveTo>
                <a:lnTo>
                  <a:pt x="29399" y="65633"/>
                </a:lnTo>
                <a:lnTo>
                  <a:pt x="29216" y="65633"/>
                </a:lnTo>
                <a:lnTo>
                  <a:pt x="35773" y="65633"/>
                </a:lnTo>
                <a:lnTo>
                  <a:pt x="36577" y="65633"/>
                </a:lnTo>
              </a:path>
              <a:path w="647691" h="955673">
                <a:moveTo>
                  <a:pt x="28957" y="65633"/>
                </a:moveTo>
                <a:lnTo>
                  <a:pt x="35053" y="65740"/>
                </a:lnTo>
                <a:lnTo>
                  <a:pt x="35773" y="65633"/>
                </a:lnTo>
              </a:path>
              <a:path w="647691" h="955673">
                <a:moveTo>
                  <a:pt x="29063" y="65740"/>
                </a:moveTo>
                <a:lnTo>
                  <a:pt x="29775" y="66446"/>
                </a:lnTo>
                <a:lnTo>
                  <a:pt x="30403" y="65817"/>
                </a:lnTo>
              </a:path>
              <a:path w="647691" h="955673">
                <a:moveTo>
                  <a:pt x="30480" y="65740"/>
                </a:moveTo>
                <a:lnTo>
                  <a:pt x="35053" y="67157"/>
                </a:lnTo>
                <a:lnTo>
                  <a:pt x="35053" y="65740"/>
                </a:lnTo>
              </a:path>
              <a:path w="647691" h="955673">
                <a:moveTo>
                  <a:pt x="26541" y="66525"/>
                </a:moveTo>
                <a:lnTo>
                  <a:pt x="25909" y="67157"/>
                </a:lnTo>
                <a:lnTo>
                  <a:pt x="22861" y="70205"/>
                </a:lnTo>
                <a:lnTo>
                  <a:pt x="25910" y="70205"/>
                </a:lnTo>
                <a:lnTo>
                  <a:pt x="25910" y="67157"/>
                </a:lnTo>
                <a:lnTo>
                  <a:pt x="27433" y="66525"/>
                </a:lnTo>
              </a:path>
              <a:path w="647691" h="955673">
                <a:moveTo>
                  <a:pt x="27433" y="66525"/>
                </a:moveTo>
                <a:lnTo>
                  <a:pt x="28584" y="67157"/>
                </a:lnTo>
                <a:lnTo>
                  <a:pt x="29062" y="67157"/>
                </a:lnTo>
                <a:lnTo>
                  <a:pt x="28988" y="66525"/>
                </a:lnTo>
              </a:path>
              <a:path w="647691" h="955673">
                <a:moveTo>
                  <a:pt x="28584" y="67157"/>
                </a:moveTo>
                <a:lnTo>
                  <a:pt x="28584" y="67157"/>
                </a:lnTo>
                <a:lnTo>
                  <a:pt x="28957" y="67157"/>
                </a:lnTo>
              </a:path>
              <a:path w="647691" h="955673">
                <a:moveTo>
                  <a:pt x="28957" y="67157"/>
                </a:moveTo>
                <a:lnTo>
                  <a:pt x="28247" y="67970"/>
                </a:lnTo>
                <a:lnTo>
                  <a:pt x="28957" y="71729"/>
                </a:lnTo>
                <a:lnTo>
                  <a:pt x="30480" y="71729"/>
                </a:lnTo>
                <a:lnTo>
                  <a:pt x="30480" y="67970"/>
                </a:lnTo>
                <a:lnTo>
                  <a:pt x="30480" y="67262"/>
                </a:lnTo>
                <a:lnTo>
                  <a:pt x="29062" y="67157"/>
                </a:lnTo>
              </a:path>
              <a:path w="647691" h="955673">
                <a:moveTo>
                  <a:pt x="22861" y="70205"/>
                </a:moveTo>
                <a:lnTo>
                  <a:pt x="21337" y="71729"/>
                </a:lnTo>
                <a:lnTo>
                  <a:pt x="22860" y="71729"/>
                </a:lnTo>
                <a:lnTo>
                  <a:pt x="24382" y="70205"/>
                </a:lnTo>
              </a:path>
              <a:path w="647691" h="955673">
                <a:moveTo>
                  <a:pt x="24382" y="70205"/>
                </a:moveTo>
                <a:lnTo>
                  <a:pt x="25910" y="71729"/>
                </a:lnTo>
                <a:lnTo>
                  <a:pt x="25910" y="70205"/>
                </a:lnTo>
              </a:path>
              <a:path w="647691" h="955673">
                <a:moveTo>
                  <a:pt x="18595" y="71729"/>
                </a:moveTo>
                <a:lnTo>
                  <a:pt x="18442" y="73253"/>
                </a:lnTo>
                <a:lnTo>
                  <a:pt x="22860" y="73253"/>
                </a:lnTo>
                <a:lnTo>
                  <a:pt x="22860" y="71729"/>
                </a:lnTo>
              </a:path>
              <a:path w="647691" h="955673">
                <a:moveTo>
                  <a:pt x="18442" y="73253"/>
                </a:moveTo>
                <a:lnTo>
                  <a:pt x="18290" y="74777"/>
                </a:lnTo>
                <a:lnTo>
                  <a:pt x="19814" y="73253"/>
                </a:lnTo>
              </a:path>
              <a:path w="647691" h="955673">
                <a:moveTo>
                  <a:pt x="19814" y="73253"/>
                </a:moveTo>
                <a:lnTo>
                  <a:pt x="19813" y="73886"/>
                </a:lnTo>
                <a:lnTo>
                  <a:pt x="22860" y="73886"/>
                </a:lnTo>
                <a:lnTo>
                  <a:pt x="22860" y="73253"/>
                </a:lnTo>
              </a:path>
              <a:path w="647691" h="955673">
                <a:moveTo>
                  <a:pt x="23121" y="73253"/>
                </a:moveTo>
                <a:lnTo>
                  <a:pt x="22860" y="73886"/>
                </a:lnTo>
                <a:lnTo>
                  <a:pt x="23057" y="73886"/>
                </a:lnTo>
              </a:path>
              <a:path w="647691" h="955673">
                <a:moveTo>
                  <a:pt x="19813" y="73886"/>
                </a:moveTo>
                <a:lnTo>
                  <a:pt x="19812" y="74777"/>
                </a:lnTo>
                <a:lnTo>
                  <a:pt x="22967" y="74777"/>
                </a:lnTo>
                <a:lnTo>
                  <a:pt x="23057" y="73886"/>
                </a:lnTo>
              </a:path>
              <a:path w="647691" h="955673">
                <a:moveTo>
                  <a:pt x="19812" y="74777"/>
                </a:moveTo>
                <a:lnTo>
                  <a:pt x="20625" y="75590"/>
                </a:lnTo>
                <a:lnTo>
                  <a:pt x="21337" y="76301"/>
                </a:lnTo>
                <a:lnTo>
                  <a:pt x="21337" y="77927"/>
                </a:lnTo>
                <a:lnTo>
                  <a:pt x="22860" y="77927"/>
                </a:lnTo>
                <a:lnTo>
                  <a:pt x="22369" y="76301"/>
                </a:lnTo>
                <a:lnTo>
                  <a:pt x="22155" y="75590"/>
                </a:lnTo>
                <a:lnTo>
                  <a:pt x="22491" y="74777"/>
                </a:lnTo>
                <a:lnTo>
                  <a:pt x="22860" y="74777"/>
                </a:lnTo>
              </a:path>
              <a:path w="647691" h="955673">
                <a:moveTo>
                  <a:pt x="22860" y="74777"/>
                </a:moveTo>
                <a:lnTo>
                  <a:pt x="22860" y="77927"/>
                </a:lnTo>
                <a:lnTo>
                  <a:pt x="24382" y="77927"/>
                </a:lnTo>
                <a:lnTo>
                  <a:pt x="24382" y="74777"/>
                </a:lnTo>
                <a:lnTo>
                  <a:pt x="22967" y="74777"/>
                </a:lnTo>
              </a:path>
              <a:path w="647691" h="955673">
                <a:moveTo>
                  <a:pt x="21337" y="77927"/>
                </a:moveTo>
                <a:lnTo>
                  <a:pt x="21337" y="79349"/>
                </a:lnTo>
                <a:lnTo>
                  <a:pt x="24382" y="79349"/>
                </a:lnTo>
                <a:lnTo>
                  <a:pt x="24382" y="77927"/>
                </a:lnTo>
              </a:path>
              <a:path w="647691" h="955673">
                <a:moveTo>
                  <a:pt x="27433" y="66525"/>
                </a:moveTo>
                <a:lnTo>
                  <a:pt x="25910" y="67157"/>
                </a:lnTo>
                <a:lnTo>
                  <a:pt x="25910" y="71729"/>
                </a:lnTo>
                <a:lnTo>
                  <a:pt x="27433" y="71729"/>
                </a:lnTo>
                <a:lnTo>
                  <a:pt x="27433" y="67157"/>
                </a:lnTo>
                <a:lnTo>
                  <a:pt x="28584" y="67157"/>
                </a:lnTo>
              </a:path>
              <a:path w="647691" h="955673">
                <a:moveTo>
                  <a:pt x="24382" y="70205"/>
                </a:moveTo>
                <a:lnTo>
                  <a:pt x="22860" y="71729"/>
                </a:lnTo>
                <a:lnTo>
                  <a:pt x="25910" y="71729"/>
                </a:lnTo>
              </a:path>
              <a:path w="647691" h="955673">
                <a:moveTo>
                  <a:pt x="22860" y="71729"/>
                </a:moveTo>
                <a:lnTo>
                  <a:pt x="25910" y="71729"/>
                </a:lnTo>
              </a:path>
              <a:path w="647691" h="955673">
                <a:moveTo>
                  <a:pt x="25910" y="71729"/>
                </a:moveTo>
                <a:lnTo>
                  <a:pt x="27433" y="71831"/>
                </a:lnTo>
              </a:path>
              <a:path w="647691" h="955673">
                <a:moveTo>
                  <a:pt x="22860" y="71729"/>
                </a:moveTo>
                <a:lnTo>
                  <a:pt x="22860" y="73253"/>
                </a:lnTo>
                <a:lnTo>
                  <a:pt x="22860" y="73886"/>
                </a:lnTo>
                <a:lnTo>
                  <a:pt x="23121" y="73253"/>
                </a:lnTo>
                <a:lnTo>
                  <a:pt x="23752" y="71729"/>
                </a:lnTo>
                <a:lnTo>
                  <a:pt x="24382" y="71729"/>
                </a:lnTo>
              </a:path>
              <a:path w="647691" h="955673">
                <a:moveTo>
                  <a:pt x="24382" y="71729"/>
                </a:moveTo>
                <a:lnTo>
                  <a:pt x="25910" y="71831"/>
                </a:lnTo>
              </a:path>
              <a:path w="647691" h="955673">
                <a:moveTo>
                  <a:pt x="24389" y="71831"/>
                </a:moveTo>
                <a:lnTo>
                  <a:pt x="24489" y="73253"/>
                </a:lnTo>
                <a:lnTo>
                  <a:pt x="27433" y="73253"/>
                </a:lnTo>
                <a:lnTo>
                  <a:pt x="27433" y="71831"/>
                </a:lnTo>
              </a:path>
              <a:path w="647691" h="955673">
                <a:moveTo>
                  <a:pt x="24382" y="838282"/>
                </a:moveTo>
                <a:lnTo>
                  <a:pt x="25910" y="838282"/>
                </a:lnTo>
                <a:lnTo>
                  <a:pt x="24382" y="837648"/>
                </a:lnTo>
                <a:lnTo>
                  <a:pt x="21337" y="836385"/>
                </a:lnTo>
                <a:lnTo>
                  <a:pt x="21337" y="836865"/>
                </a:lnTo>
                <a:lnTo>
                  <a:pt x="22754" y="838282"/>
                </a:lnTo>
                <a:lnTo>
                  <a:pt x="24278" y="839806"/>
                </a:lnTo>
                <a:lnTo>
                  <a:pt x="24382" y="838282"/>
                </a:lnTo>
                <a:close/>
              </a:path>
              <a:path w="647691" h="955673">
                <a:moveTo>
                  <a:pt x="24382" y="823042"/>
                </a:moveTo>
                <a:lnTo>
                  <a:pt x="25905" y="823042"/>
                </a:lnTo>
                <a:lnTo>
                  <a:pt x="24382" y="821519"/>
                </a:lnTo>
                <a:lnTo>
                  <a:pt x="24382" y="835232"/>
                </a:lnTo>
                <a:lnTo>
                  <a:pt x="24382" y="823042"/>
                </a:lnTo>
                <a:close/>
              </a:path>
              <a:path w="647691" h="955673">
                <a:moveTo>
                  <a:pt x="21337" y="832186"/>
                </a:moveTo>
                <a:lnTo>
                  <a:pt x="18290" y="829139"/>
                </a:lnTo>
                <a:lnTo>
                  <a:pt x="21337" y="832191"/>
                </a:lnTo>
                <a:lnTo>
                  <a:pt x="22854" y="833709"/>
                </a:lnTo>
                <a:lnTo>
                  <a:pt x="21337" y="832186"/>
                </a:lnTo>
                <a:close/>
              </a:path>
              <a:path w="647691" h="955673">
                <a:moveTo>
                  <a:pt x="22860" y="74884"/>
                </a:moveTo>
                <a:lnTo>
                  <a:pt x="22491" y="74777"/>
                </a:lnTo>
                <a:lnTo>
                  <a:pt x="22155" y="75590"/>
                </a:lnTo>
                <a:lnTo>
                  <a:pt x="22860" y="77927"/>
                </a:lnTo>
                <a:lnTo>
                  <a:pt x="22860" y="74884"/>
                </a:lnTo>
                <a:close/>
              </a:path>
              <a:path w="647691" h="955673">
                <a:moveTo>
                  <a:pt x="22860" y="818469"/>
                </a:moveTo>
                <a:lnTo>
                  <a:pt x="21337" y="816946"/>
                </a:lnTo>
                <a:lnTo>
                  <a:pt x="20073" y="813899"/>
                </a:lnTo>
                <a:lnTo>
                  <a:pt x="19813" y="813899"/>
                </a:lnTo>
                <a:lnTo>
                  <a:pt x="21337" y="818469"/>
                </a:lnTo>
                <a:lnTo>
                  <a:pt x="22860" y="819101"/>
                </a:lnTo>
                <a:lnTo>
                  <a:pt x="22860" y="818469"/>
                </a:lnTo>
                <a:close/>
              </a:path>
              <a:path w="647691" h="955673">
                <a:moveTo>
                  <a:pt x="21337" y="813899"/>
                </a:moveTo>
                <a:lnTo>
                  <a:pt x="20073" y="813899"/>
                </a:lnTo>
                <a:lnTo>
                  <a:pt x="21337" y="816946"/>
                </a:lnTo>
                <a:lnTo>
                  <a:pt x="22860" y="818469"/>
                </a:lnTo>
                <a:lnTo>
                  <a:pt x="21337" y="813899"/>
                </a:lnTo>
                <a:close/>
              </a:path>
              <a:path w="647691" h="955673">
                <a:moveTo>
                  <a:pt x="22860" y="819997"/>
                </a:moveTo>
                <a:lnTo>
                  <a:pt x="26015" y="819997"/>
                </a:lnTo>
                <a:lnTo>
                  <a:pt x="30480" y="818469"/>
                </a:lnTo>
                <a:lnTo>
                  <a:pt x="25910" y="818469"/>
                </a:lnTo>
                <a:lnTo>
                  <a:pt x="25910" y="819892"/>
                </a:lnTo>
                <a:lnTo>
                  <a:pt x="25201" y="819183"/>
                </a:lnTo>
                <a:lnTo>
                  <a:pt x="24570" y="819812"/>
                </a:lnTo>
                <a:lnTo>
                  <a:pt x="24382" y="819734"/>
                </a:lnTo>
                <a:lnTo>
                  <a:pt x="22860" y="819101"/>
                </a:lnTo>
                <a:lnTo>
                  <a:pt x="21337" y="818469"/>
                </a:lnTo>
                <a:lnTo>
                  <a:pt x="19813" y="813899"/>
                </a:lnTo>
                <a:lnTo>
                  <a:pt x="18290" y="812377"/>
                </a:lnTo>
                <a:lnTo>
                  <a:pt x="16762" y="808690"/>
                </a:lnTo>
                <a:lnTo>
                  <a:pt x="16394" y="807802"/>
                </a:lnTo>
                <a:lnTo>
                  <a:pt x="16057" y="806989"/>
                </a:lnTo>
                <a:lnTo>
                  <a:pt x="16762" y="803130"/>
                </a:lnTo>
                <a:lnTo>
                  <a:pt x="16869" y="807802"/>
                </a:lnTo>
                <a:lnTo>
                  <a:pt x="18290" y="809225"/>
                </a:lnTo>
                <a:lnTo>
                  <a:pt x="19104" y="811563"/>
                </a:lnTo>
                <a:lnTo>
                  <a:pt x="18290" y="810849"/>
                </a:lnTo>
                <a:lnTo>
                  <a:pt x="19442" y="812377"/>
                </a:lnTo>
                <a:lnTo>
                  <a:pt x="19813" y="813271"/>
                </a:lnTo>
                <a:lnTo>
                  <a:pt x="19813" y="813899"/>
                </a:lnTo>
                <a:lnTo>
                  <a:pt x="20073" y="813899"/>
                </a:lnTo>
                <a:lnTo>
                  <a:pt x="19813" y="812377"/>
                </a:lnTo>
                <a:lnTo>
                  <a:pt x="19813" y="810750"/>
                </a:lnTo>
                <a:lnTo>
                  <a:pt x="18290" y="807802"/>
                </a:lnTo>
                <a:lnTo>
                  <a:pt x="18290" y="801706"/>
                </a:lnTo>
                <a:lnTo>
                  <a:pt x="15340" y="801706"/>
                </a:lnTo>
                <a:lnTo>
                  <a:pt x="15239" y="807802"/>
                </a:lnTo>
                <a:lnTo>
                  <a:pt x="16762" y="809326"/>
                </a:lnTo>
                <a:lnTo>
                  <a:pt x="16767" y="812377"/>
                </a:lnTo>
                <a:lnTo>
                  <a:pt x="12193" y="807802"/>
                </a:lnTo>
                <a:lnTo>
                  <a:pt x="10670" y="816946"/>
                </a:lnTo>
                <a:lnTo>
                  <a:pt x="6097" y="815422"/>
                </a:lnTo>
                <a:lnTo>
                  <a:pt x="6097" y="816946"/>
                </a:lnTo>
                <a:lnTo>
                  <a:pt x="6805" y="819283"/>
                </a:lnTo>
                <a:lnTo>
                  <a:pt x="7620" y="821620"/>
                </a:lnTo>
                <a:lnTo>
                  <a:pt x="7621" y="816946"/>
                </a:lnTo>
                <a:lnTo>
                  <a:pt x="13717" y="823042"/>
                </a:lnTo>
                <a:lnTo>
                  <a:pt x="15240" y="812377"/>
                </a:lnTo>
                <a:lnTo>
                  <a:pt x="16762" y="813899"/>
                </a:lnTo>
                <a:lnTo>
                  <a:pt x="18290" y="829139"/>
                </a:lnTo>
                <a:lnTo>
                  <a:pt x="21337" y="832186"/>
                </a:lnTo>
                <a:lnTo>
                  <a:pt x="22860" y="833709"/>
                </a:lnTo>
                <a:lnTo>
                  <a:pt x="22860" y="819997"/>
                </a:lnTo>
                <a:close/>
              </a:path>
              <a:path w="647691" h="955673">
                <a:moveTo>
                  <a:pt x="25910" y="813899"/>
                </a:moveTo>
                <a:lnTo>
                  <a:pt x="24382" y="813899"/>
                </a:lnTo>
                <a:lnTo>
                  <a:pt x="24487" y="818469"/>
                </a:lnTo>
                <a:lnTo>
                  <a:pt x="24570" y="819812"/>
                </a:lnTo>
                <a:lnTo>
                  <a:pt x="25201" y="819183"/>
                </a:lnTo>
                <a:lnTo>
                  <a:pt x="25910" y="819892"/>
                </a:lnTo>
                <a:lnTo>
                  <a:pt x="25910" y="813899"/>
                </a:lnTo>
                <a:close/>
              </a:path>
              <a:path w="647691" h="955673">
                <a:moveTo>
                  <a:pt x="27433" y="49241"/>
                </a:moveTo>
                <a:lnTo>
                  <a:pt x="27433" y="48869"/>
                </a:lnTo>
                <a:lnTo>
                  <a:pt x="28329" y="48869"/>
                </a:lnTo>
                <a:lnTo>
                  <a:pt x="30480" y="47977"/>
                </a:lnTo>
                <a:lnTo>
                  <a:pt x="30479" y="47345"/>
                </a:lnTo>
                <a:lnTo>
                  <a:pt x="30370" y="45821"/>
                </a:lnTo>
                <a:lnTo>
                  <a:pt x="28848" y="47345"/>
                </a:lnTo>
                <a:lnTo>
                  <a:pt x="27433" y="48762"/>
                </a:lnTo>
                <a:lnTo>
                  <a:pt x="26615" y="49580"/>
                </a:lnTo>
                <a:lnTo>
                  <a:pt x="27433" y="49241"/>
                </a:lnTo>
                <a:close/>
              </a:path>
              <a:path w="647691" h="955673">
                <a:moveTo>
                  <a:pt x="27433" y="48762"/>
                </a:moveTo>
                <a:lnTo>
                  <a:pt x="28848" y="47345"/>
                </a:lnTo>
                <a:lnTo>
                  <a:pt x="27433" y="47345"/>
                </a:lnTo>
                <a:lnTo>
                  <a:pt x="27325" y="48869"/>
                </a:lnTo>
                <a:close/>
              </a:path>
              <a:path w="647691" h="955673">
                <a:moveTo>
                  <a:pt x="31898" y="842857"/>
                </a:moveTo>
                <a:lnTo>
                  <a:pt x="31188" y="842147"/>
                </a:lnTo>
                <a:lnTo>
                  <a:pt x="33530" y="842857"/>
                </a:lnTo>
                <a:lnTo>
                  <a:pt x="32002" y="841329"/>
                </a:lnTo>
                <a:lnTo>
                  <a:pt x="28957" y="839806"/>
                </a:lnTo>
                <a:lnTo>
                  <a:pt x="24382" y="839806"/>
                </a:lnTo>
                <a:lnTo>
                  <a:pt x="24382" y="842857"/>
                </a:lnTo>
                <a:lnTo>
                  <a:pt x="30375" y="842857"/>
                </a:lnTo>
                <a:lnTo>
                  <a:pt x="28848" y="841329"/>
                </a:lnTo>
                <a:lnTo>
                  <a:pt x="28138" y="840619"/>
                </a:lnTo>
                <a:lnTo>
                  <a:pt x="29848" y="841329"/>
                </a:lnTo>
                <a:lnTo>
                  <a:pt x="30375" y="842857"/>
                </a:lnTo>
                <a:lnTo>
                  <a:pt x="31898" y="844379"/>
                </a:lnTo>
                <a:lnTo>
                  <a:pt x="33421" y="844379"/>
                </a:lnTo>
                <a:lnTo>
                  <a:pt x="31898" y="842857"/>
                </a:lnTo>
                <a:close/>
              </a:path>
              <a:path w="647691" h="955673">
                <a:moveTo>
                  <a:pt x="29848" y="841329"/>
                </a:moveTo>
                <a:lnTo>
                  <a:pt x="28138" y="840619"/>
                </a:lnTo>
                <a:lnTo>
                  <a:pt x="28848" y="841329"/>
                </a:lnTo>
                <a:lnTo>
                  <a:pt x="30375" y="842857"/>
                </a:lnTo>
                <a:lnTo>
                  <a:pt x="29848" y="841329"/>
                </a:lnTo>
                <a:close/>
              </a:path>
              <a:path w="647691" h="955673">
                <a:moveTo>
                  <a:pt x="27433" y="73253"/>
                </a:moveTo>
                <a:lnTo>
                  <a:pt x="24382" y="73253"/>
                </a:lnTo>
                <a:lnTo>
                  <a:pt x="23752" y="71729"/>
                </a:lnTo>
                <a:lnTo>
                  <a:pt x="23121" y="73253"/>
                </a:lnTo>
                <a:lnTo>
                  <a:pt x="24382" y="73360"/>
                </a:lnTo>
                <a:lnTo>
                  <a:pt x="27433" y="74777"/>
                </a:lnTo>
                <a:lnTo>
                  <a:pt x="27433" y="73253"/>
                </a:lnTo>
                <a:close/>
              </a:path>
              <a:path w="647691" h="955673">
                <a:moveTo>
                  <a:pt x="24382" y="73360"/>
                </a:moveTo>
                <a:lnTo>
                  <a:pt x="23121" y="73253"/>
                </a:lnTo>
                <a:lnTo>
                  <a:pt x="22967" y="74777"/>
                </a:lnTo>
                <a:lnTo>
                  <a:pt x="27433" y="74777"/>
                </a:lnTo>
                <a:lnTo>
                  <a:pt x="24382" y="73360"/>
                </a:lnTo>
                <a:close/>
              </a:path>
              <a:path w="647691" h="955673">
                <a:moveTo>
                  <a:pt x="21439" y="79349"/>
                </a:moveTo>
                <a:lnTo>
                  <a:pt x="21337" y="76301"/>
                </a:lnTo>
                <a:lnTo>
                  <a:pt x="19812" y="74777"/>
                </a:lnTo>
                <a:lnTo>
                  <a:pt x="19813" y="73253"/>
                </a:lnTo>
                <a:lnTo>
                  <a:pt x="18290" y="74777"/>
                </a:lnTo>
                <a:lnTo>
                  <a:pt x="19813" y="59537"/>
                </a:lnTo>
                <a:lnTo>
                  <a:pt x="15240" y="59436"/>
                </a:lnTo>
                <a:lnTo>
                  <a:pt x="15241" y="64109"/>
                </a:lnTo>
                <a:lnTo>
                  <a:pt x="16762" y="64109"/>
                </a:lnTo>
                <a:lnTo>
                  <a:pt x="9147" y="71729"/>
                </a:lnTo>
                <a:lnTo>
                  <a:pt x="9147" y="71092"/>
                </a:lnTo>
                <a:lnTo>
                  <a:pt x="7620" y="74777"/>
                </a:lnTo>
                <a:lnTo>
                  <a:pt x="12193" y="74777"/>
                </a:lnTo>
                <a:lnTo>
                  <a:pt x="15240" y="79349"/>
                </a:lnTo>
                <a:lnTo>
                  <a:pt x="20073" y="79349"/>
                </a:lnTo>
                <a:lnTo>
                  <a:pt x="21337" y="79451"/>
                </a:lnTo>
                <a:close/>
              </a:path>
              <a:path w="647691" h="955673">
                <a:moveTo>
                  <a:pt x="19813" y="73253"/>
                </a:moveTo>
                <a:lnTo>
                  <a:pt x="21337" y="71729"/>
                </a:lnTo>
                <a:lnTo>
                  <a:pt x="19813" y="73253"/>
                </a:lnTo>
                <a:close/>
              </a:path>
              <a:path w="647691" h="955673">
                <a:moveTo>
                  <a:pt x="21337" y="71729"/>
                </a:moveTo>
                <a:lnTo>
                  <a:pt x="28957" y="64109"/>
                </a:lnTo>
                <a:lnTo>
                  <a:pt x="27433" y="53441"/>
                </a:lnTo>
                <a:lnTo>
                  <a:pt x="27433" y="51917"/>
                </a:lnTo>
                <a:lnTo>
                  <a:pt x="21337" y="71729"/>
                </a:lnTo>
                <a:close/>
              </a:path>
              <a:path w="647691" h="955673">
                <a:moveTo>
                  <a:pt x="30480" y="65740"/>
                </a:moveTo>
                <a:lnTo>
                  <a:pt x="29775" y="66446"/>
                </a:lnTo>
                <a:lnTo>
                  <a:pt x="29139" y="65817"/>
                </a:lnTo>
                <a:lnTo>
                  <a:pt x="28957" y="65633"/>
                </a:lnTo>
                <a:lnTo>
                  <a:pt x="27433" y="65633"/>
                </a:lnTo>
                <a:lnTo>
                  <a:pt x="28957" y="65893"/>
                </a:lnTo>
                <a:lnTo>
                  <a:pt x="28957" y="66258"/>
                </a:lnTo>
                <a:lnTo>
                  <a:pt x="29062" y="67157"/>
                </a:lnTo>
                <a:lnTo>
                  <a:pt x="35053" y="67157"/>
                </a:lnTo>
                <a:lnTo>
                  <a:pt x="30480" y="65740"/>
                </a:lnTo>
                <a:close/>
              </a:path>
              <a:path w="647691" h="955673">
                <a:moveTo>
                  <a:pt x="43487" y="832900"/>
                </a:moveTo>
                <a:lnTo>
                  <a:pt x="40441" y="831372"/>
                </a:lnTo>
                <a:lnTo>
                  <a:pt x="39622" y="829139"/>
                </a:lnTo>
                <a:lnTo>
                  <a:pt x="39622" y="826089"/>
                </a:lnTo>
                <a:lnTo>
                  <a:pt x="36577" y="826089"/>
                </a:lnTo>
                <a:lnTo>
                  <a:pt x="32821" y="826803"/>
                </a:lnTo>
                <a:lnTo>
                  <a:pt x="32002" y="826463"/>
                </a:lnTo>
                <a:lnTo>
                  <a:pt x="31102" y="826089"/>
                </a:lnTo>
                <a:lnTo>
                  <a:pt x="30479" y="825831"/>
                </a:lnTo>
                <a:lnTo>
                  <a:pt x="28957" y="826089"/>
                </a:lnTo>
                <a:lnTo>
                  <a:pt x="30480" y="826089"/>
                </a:lnTo>
                <a:lnTo>
                  <a:pt x="32002" y="829134"/>
                </a:lnTo>
                <a:lnTo>
                  <a:pt x="32002" y="827617"/>
                </a:lnTo>
                <a:lnTo>
                  <a:pt x="36577" y="832191"/>
                </a:lnTo>
                <a:lnTo>
                  <a:pt x="36577" y="827617"/>
                </a:lnTo>
                <a:lnTo>
                  <a:pt x="38209" y="829139"/>
                </a:lnTo>
                <a:lnTo>
                  <a:pt x="39622" y="830553"/>
                </a:lnTo>
                <a:lnTo>
                  <a:pt x="39622" y="835237"/>
                </a:lnTo>
                <a:lnTo>
                  <a:pt x="43487" y="832900"/>
                </a:lnTo>
                <a:close/>
              </a:path>
              <a:path w="647691" h="955673">
                <a:moveTo>
                  <a:pt x="30480" y="819997"/>
                </a:moveTo>
                <a:lnTo>
                  <a:pt x="26724" y="820707"/>
                </a:lnTo>
                <a:lnTo>
                  <a:pt x="25910" y="820368"/>
                </a:lnTo>
                <a:lnTo>
                  <a:pt x="25910" y="823042"/>
                </a:lnTo>
                <a:lnTo>
                  <a:pt x="29066" y="823042"/>
                </a:lnTo>
                <a:lnTo>
                  <a:pt x="30480" y="824457"/>
                </a:lnTo>
                <a:lnTo>
                  <a:pt x="30480" y="819997"/>
                </a:lnTo>
                <a:close/>
              </a:path>
              <a:path w="647691" h="955673">
                <a:moveTo>
                  <a:pt x="30480" y="826089"/>
                </a:moveTo>
                <a:lnTo>
                  <a:pt x="28957" y="826089"/>
                </a:lnTo>
                <a:lnTo>
                  <a:pt x="30479" y="827612"/>
                </a:lnTo>
                <a:lnTo>
                  <a:pt x="32002" y="829134"/>
                </a:lnTo>
                <a:lnTo>
                  <a:pt x="30480" y="826089"/>
                </a:lnTo>
                <a:close/>
              </a:path>
              <a:path w="647691" h="955673">
                <a:moveTo>
                  <a:pt x="32109" y="826089"/>
                </a:moveTo>
                <a:lnTo>
                  <a:pt x="31102" y="826089"/>
                </a:lnTo>
                <a:lnTo>
                  <a:pt x="32002" y="826463"/>
                </a:lnTo>
                <a:lnTo>
                  <a:pt x="32821" y="826803"/>
                </a:lnTo>
                <a:lnTo>
                  <a:pt x="32109" y="826089"/>
                </a:lnTo>
                <a:close/>
              </a:path>
              <a:path w="647691" h="955673">
                <a:moveTo>
                  <a:pt x="39622" y="830553"/>
                </a:moveTo>
                <a:lnTo>
                  <a:pt x="38209" y="829139"/>
                </a:lnTo>
                <a:lnTo>
                  <a:pt x="36686" y="827617"/>
                </a:lnTo>
                <a:lnTo>
                  <a:pt x="36577" y="832191"/>
                </a:lnTo>
                <a:lnTo>
                  <a:pt x="32002" y="827617"/>
                </a:lnTo>
                <a:lnTo>
                  <a:pt x="32002" y="829134"/>
                </a:lnTo>
                <a:lnTo>
                  <a:pt x="36577" y="833709"/>
                </a:lnTo>
                <a:lnTo>
                  <a:pt x="39622" y="835237"/>
                </a:lnTo>
                <a:lnTo>
                  <a:pt x="39622" y="830553"/>
                </a:lnTo>
                <a:close/>
              </a:path>
              <a:path w="647691" h="955673">
                <a:moveTo>
                  <a:pt x="30479" y="62587"/>
                </a:moveTo>
                <a:lnTo>
                  <a:pt x="28957" y="64109"/>
                </a:lnTo>
                <a:lnTo>
                  <a:pt x="30479" y="62587"/>
                </a:lnTo>
                <a:close/>
              </a:path>
              <a:path w="647691" h="955673">
                <a:moveTo>
                  <a:pt x="30587" y="65633"/>
                </a:moveTo>
                <a:lnTo>
                  <a:pt x="31297" y="64922"/>
                </a:lnTo>
                <a:lnTo>
                  <a:pt x="35053" y="64109"/>
                </a:lnTo>
                <a:lnTo>
                  <a:pt x="30481" y="62585"/>
                </a:lnTo>
                <a:lnTo>
                  <a:pt x="33530" y="61061"/>
                </a:lnTo>
                <a:lnTo>
                  <a:pt x="35053" y="60429"/>
                </a:lnTo>
                <a:lnTo>
                  <a:pt x="35053" y="58013"/>
                </a:lnTo>
                <a:lnTo>
                  <a:pt x="36577" y="56489"/>
                </a:lnTo>
                <a:lnTo>
                  <a:pt x="38100" y="54965"/>
                </a:lnTo>
                <a:lnTo>
                  <a:pt x="38100" y="44297"/>
                </a:lnTo>
                <a:lnTo>
                  <a:pt x="37473" y="44297"/>
                </a:lnTo>
                <a:lnTo>
                  <a:pt x="35758" y="45008"/>
                </a:lnTo>
                <a:lnTo>
                  <a:pt x="35053" y="45821"/>
                </a:lnTo>
                <a:lnTo>
                  <a:pt x="30480" y="45821"/>
                </a:lnTo>
                <a:lnTo>
                  <a:pt x="30480" y="44297"/>
                </a:lnTo>
                <a:lnTo>
                  <a:pt x="27433" y="44297"/>
                </a:lnTo>
                <a:lnTo>
                  <a:pt x="27433" y="47345"/>
                </a:lnTo>
                <a:lnTo>
                  <a:pt x="28848" y="47345"/>
                </a:lnTo>
                <a:lnTo>
                  <a:pt x="30370" y="45821"/>
                </a:lnTo>
                <a:lnTo>
                  <a:pt x="30479" y="47345"/>
                </a:lnTo>
                <a:lnTo>
                  <a:pt x="30480" y="47977"/>
                </a:lnTo>
                <a:lnTo>
                  <a:pt x="28329" y="48869"/>
                </a:lnTo>
                <a:lnTo>
                  <a:pt x="27433" y="48869"/>
                </a:lnTo>
                <a:lnTo>
                  <a:pt x="27433" y="49241"/>
                </a:lnTo>
                <a:lnTo>
                  <a:pt x="26615" y="49580"/>
                </a:lnTo>
                <a:lnTo>
                  <a:pt x="27325" y="48869"/>
                </a:lnTo>
                <a:lnTo>
                  <a:pt x="27433" y="47345"/>
                </a:lnTo>
                <a:lnTo>
                  <a:pt x="22860" y="47345"/>
                </a:lnTo>
                <a:lnTo>
                  <a:pt x="22859" y="48869"/>
                </a:lnTo>
                <a:lnTo>
                  <a:pt x="27433" y="50393"/>
                </a:lnTo>
                <a:lnTo>
                  <a:pt x="27433" y="51916"/>
                </a:lnTo>
                <a:lnTo>
                  <a:pt x="28955" y="50393"/>
                </a:lnTo>
                <a:lnTo>
                  <a:pt x="30480" y="48869"/>
                </a:lnTo>
                <a:lnTo>
                  <a:pt x="30479" y="62587"/>
                </a:lnTo>
                <a:lnTo>
                  <a:pt x="30480" y="65633"/>
                </a:lnTo>
                <a:close/>
              </a:path>
              <a:path w="647691" h="955673">
                <a:moveTo>
                  <a:pt x="38100" y="61061"/>
                </a:moveTo>
                <a:lnTo>
                  <a:pt x="42673" y="61061"/>
                </a:lnTo>
                <a:lnTo>
                  <a:pt x="42673" y="59537"/>
                </a:lnTo>
                <a:lnTo>
                  <a:pt x="45720" y="59537"/>
                </a:lnTo>
                <a:lnTo>
                  <a:pt x="45719" y="56598"/>
                </a:lnTo>
                <a:lnTo>
                  <a:pt x="44306" y="58013"/>
                </a:lnTo>
                <a:lnTo>
                  <a:pt x="39622" y="58013"/>
                </a:lnTo>
                <a:lnTo>
                  <a:pt x="38917" y="58826"/>
                </a:lnTo>
                <a:lnTo>
                  <a:pt x="38206" y="59537"/>
                </a:lnTo>
                <a:lnTo>
                  <a:pt x="36681" y="61061"/>
                </a:lnTo>
                <a:lnTo>
                  <a:pt x="35053" y="61061"/>
                </a:lnTo>
                <a:lnTo>
                  <a:pt x="35053" y="62585"/>
                </a:lnTo>
                <a:lnTo>
                  <a:pt x="36577" y="61166"/>
                </a:lnTo>
                <a:lnTo>
                  <a:pt x="38100" y="64109"/>
                </a:lnTo>
                <a:lnTo>
                  <a:pt x="38100" y="61061"/>
                </a:lnTo>
                <a:close/>
              </a:path>
              <a:path w="647691" h="955673">
                <a:moveTo>
                  <a:pt x="36577" y="59537"/>
                </a:moveTo>
                <a:lnTo>
                  <a:pt x="38100" y="59537"/>
                </a:lnTo>
                <a:lnTo>
                  <a:pt x="38099" y="59165"/>
                </a:lnTo>
                <a:lnTo>
                  <a:pt x="38100" y="58013"/>
                </a:lnTo>
                <a:lnTo>
                  <a:pt x="42673" y="53440"/>
                </a:lnTo>
                <a:lnTo>
                  <a:pt x="45720" y="50393"/>
                </a:lnTo>
                <a:lnTo>
                  <a:pt x="44900" y="41960"/>
                </a:lnTo>
                <a:lnTo>
                  <a:pt x="50293" y="39725"/>
                </a:lnTo>
                <a:lnTo>
                  <a:pt x="48765" y="39725"/>
                </a:lnTo>
                <a:lnTo>
                  <a:pt x="53340" y="38201"/>
                </a:lnTo>
                <a:lnTo>
                  <a:pt x="48661" y="38201"/>
                </a:lnTo>
                <a:lnTo>
                  <a:pt x="47242" y="39725"/>
                </a:lnTo>
                <a:lnTo>
                  <a:pt x="44197" y="41249"/>
                </a:lnTo>
                <a:lnTo>
                  <a:pt x="42673" y="51917"/>
                </a:lnTo>
                <a:lnTo>
                  <a:pt x="38099" y="56490"/>
                </a:lnTo>
                <a:lnTo>
                  <a:pt x="36577" y="58013"/>
                </a:lnTo>
                <a:lnTo>
                  <a:pt x="35053" y="59537"/>
                </a:lnTo>
                <a:lnTo>
                  <a:pt x="36577" y="59797"/>
                </a:lnTo>
                <a:lnTo>
                  <a:pt x="36577" y="59537"/>
                </a:lnTo>
                <a:close/>
              </a:path>
              <a:path w="647691" h="955673">
                <a:moveTo>
                  <a:pt x="44197" y="41249"/>
                </a:moveTo>
                <a:lnTo>
                  <a:pt x="47136" y="39725"/>
                </a:lnTo>
                <a:lnTo>
                  <a:pt x="42565" y="39725"/>
                </a:lnTo>
                <a:lnTo>
                  <a:pt x="41042" y="41249"/>
                </a:lnTo>
                <a:lnTo>
                  <a:pt x="39519" y="42773"/>
                </a:lnTo>
                <a:lnTo>
                  <a:pt x="38808" y="43484"/>
                </a:lnTo>
                <a:lnTo>
                  <a:pt x="41150" y="42773"/>
                </a:lnTo>
                <a:lnTo>
                  <a:pt x="42673" y="51917"/>
                </a:lnTo>
                <a:lnTo>
                  <a:pt x="44197" y="41249"/>
                </a:lnTo>
                <a:close/>
              </a:path>
              <a:path w="647691" h="955673">
                <a:moveTo>
                  <a:pt x="53340" y="38201"/>
                </a:moveTo>
                <a:lnTo>
                  <a:pt x="48765" y="39725"/>
                </a:lnTo>
                <a:lnTo>
                  <a:pt x="53105" y="39725"/>
                </a:lnTo>
              </a:path>
              <a:path w="647691" h="955673">
                <a:moveTo>
                  <a:pt x="50293" y="39725"/>
                </a:moveTo>
                <a:lnTo>
                  <a:pt x="44900" y="41960"/>
                </a:lnTo>
                <a:lnTo>
                  <a:pt x="45720" y="50393"/>
                </a:lnTo>
                <a:lnTo>
                  <a:pt x="43383" y="52730"/>
                </a:lnTo>
                <a:lnTo>
                  <a:pt x="42673" y="53440"/>
                </a:lnTo>
                <a:lnTo>
                  <a:pt x="42673" y="54254"/>
                </a:lnTo>
                <a:lnTo>
                  <a:pt x="42673" y="54965"/>
                </a:lnTo>
                <a:lnTo>
                  <a:pt x="47351" y="54965"/>
                </a:lnTo>
                <a:lnTo>
                  <a:pt x="48061" y="54254"/>
                </a:lnTo>
                <a:lnTo>
                  <a:pt x="49688" y="53440"/>
                </a:lnTo>
                <a:lnTo>
                  <a:pt x="51107" y="52730"/>
                </a:lnTo>
                <a:lnTo>
                  <a:pt x="51466" y="50393"/>
                </a:lnTo>
                <a:lnTo>
                  <a:pt x="52762" y="41960"/>
                </a:lnTo>
                <a:lnTo>
                  <a:pt x="53105" y="39725"/>
                </a:lnTo>
              </a:path>
              <a:path w="647691" h="955673">
                <a:moveTo>
                  <a:pt x="42673" y="54965"/>
                </a:moveTo>
                <a:lnTo>
                  <a:pt x="46347" y="54965"/>
                </a:lnTo>
              </a:path>
              <a:path w="647691" h="955673">
                <a:moveTo>
                  <a:pt x="46347" y="54965"/>
                </a:moveTo>
                <a:lnTo>
                  <a:pt x="47001" y="54965"/>
                </a:lnTo>
                <a:lnTo>
                  <a:pt x="47242" y="54965"/>
                </a:lnTo>
              </a:path>
              <a:path w="647691" h="955673">
                <a:moveTo>
                  <a:pt x="42673" y="54965"/>
                </a:moveTo>
                <a:lnTo>
                  <a:pt x="42673" y="55225"/>
                </a:lnTo>
                <a:lnTo>
                  <a:pt x="45719" y="55225"/>
                </a:lnTo>
                <a:lnTo>
                  <a:pt x="45720" y="54965"/>
                </a:lnTo>
              </a:path>
              <a:path w="647691" h="955673">
                <a:moveTo>
                  <a:pt x="46347" y="54965"/>
                </a:moveTo>
                <a:lnTo>
                  <a:pt x="45719" y="55225"/>
                </a:lnTo>
                <a:lnTo>
                  <a:pt x="47091" y="55225"/>
                </a:lnTo>
                <a:lnTo>
                  <a:pt x="47351" y="54965"/>
                </a:lnTo>
              </a:path>
              <a:path w="647691" h="955673">
                <a:moveTo>
                  <a:pt x="42673" y="55225"/>
                </a:moveTo>
                <a:lnTo>
                  <a:pt x="42673" y="56489"/>
                </a:lnTo>
                <a:lnTo>
                  <a:pt x="45828" y="56489"/>
                </a:lnTo>
                <a:lnTo>
                  <a:pt x="47091" y="55225"/>
                </a:lnTo>
              </a:path>
              <a:path w="647691" h="955673">
                <a:moveTo>
                  <a:pt x="47351" y="56489"/>
                </a:moveTo>
                <a:lnTo>
                  <a:pt x="48874" y="54965"/>
                </a:lnTo>
                <a:lnTo>
                  <a:pt x="53449" y="54965"/>
                </a:lnTo>
                <a:lnTo>
                  <a:pt x="51817" y="53441"/>
                </a:lnTo>
                <a:lnTo>
                  <a:pt x="57204" y="51206"/>
                </a:lnTo>
                <a:lnTo>
                  <a:pt x="58573" y="53441"/>
                </a:lnTo>
                <a:lnTo>
                  <a:pt x="57913" y="38201"/>
                </a:lnTo>
                <a:lnTo>
                  <a:pt x="56598" y="38315"/>
                </a:lnTo>
                <a:lnTo>
                  <a:pt x="56385" y="38201"/>
                </a:lnTo>
                <a:lnTo>
                  <a:pt x="53340" y="38201"/>
                </a:lnTo>
                <a:lnTo>
                  <a:pt x="51107" y="52730"/>
                </a:lnTo>
                <a:lnTo>
                  <a:pt x="48765" y="54965"/>
                </a:lnTo>
                <a:lnTo>
                  <a:pt x="47351" y="54965"/>
                </a:lnTo>
                <a:lnTo>
                  <a:pt x="45828" y="56489"/>
                </a:lnTo>
                <a:lnTo>
                  <a:pt x="47351" y="56489"/>
                </a:lnTo>
                <a:close/>
              </a:path>
              <a:path w="647691" h="955673">
                <a:moveTo>
                  <a:pt x="51107" y="52730"/>
                </a:moveTo>
                <a:lnTo>
                  <a:pt x="48061" y="54254"/>
                </a:lnTo>
                <a:lnTo>
                  <a:pt x="47351" y="54965"/>
                </a:lnTo>
                <a:lnTo>
                  <a:pt x="48765" y="54965"/>
                </a:lnTo>
                <a:lnTo>
                  <a:pt x="51107" y="52730"/>
                </a:lnTo>
                <a:close/>
              </a:path>
              <a:path w="647691" h="955673">
                <a:moveTo>
                  <a:pt x="54971" y="53441"/>
                </a:moveTo>
                <a:lnTo>
                  <a:pt x="58573" y="53441"/>
                </a:lnTo>
                <a:lnTo>
                  <a:pt x="57204" y="51206"/>
                </a:lnTo>
                <a:lnTo>
                  <a:pt x="54862" y="53441"/>
                </a:lnTo>
                <a:lnTo>
                  <a:pt x="53340" y="53441"/>
                </a:lnTo>
                <a:lnTo>
                  <a:pt x="57204" y="51206"/>
                </a:lnTo>
                <a:lnTo>
                  <a:pt x="51817" y="53441"/>
                </a:lnTo>
                <a:lnTo>
                  <a:pt x="53449" y="54965"/>
                </a:lnTo>
                <a:lnTo>
                  <a:pt x="54971" y="53441"/>
                </a:lnTo>
                <a:close/>
              </a:path>
              <a:path w="647691" h="955673">
                <a:moveTo>
                  <a:pt x="328032" y="7924"/>
                </a:moveTo>
                <a:lnTo>
                  <a:pt x="276437" y="102"/>
                </a:lnTo>
                <a:lnTo>
                  <a:pt x="275751" y="102"/>
                </a:lnTo>
                <a:lnTo>
                  <a:pt x="274704" y="15252"/>
                </a:lnTo>
                <a:lnTo>
                  <a:pt x="277155" y="15214"/>
                </a:lnTo>
                <a:lnTo>
                  <a:pt x="323485" y="22491"/>
                </a:lnTo>
                <a:lnTo>
                  <a:pt x="328032" y="7924"/>
                </a:lnTo>
                <a:close/>
              </a:path>
              <a:path w="647691" h="955673">
                <a:moveTo>
                  <a:pt x="603482" y="917529"/>
                </a:moveTo>
                <a:lnTo>
                  <a:pt x="600447" y="916006"/>
                </a:lnTo>
                <a:lnTo>
                  <a:pt x="603482" y="909909"/>
                </a:lnTo>
                <a:lnTo>
                  <a:pt x="605006" y="903812"/>
                </a:lnTo>
                <a:lnTo>
                  <a:pt x="605006" y="899873"/>
                </a:lnTo>
                <a:lnTo>
                  <a:pt x="604193" y="899947"/>
                </a:lnTo>
                <a:lnTo>
                  <a:pt x="604899" y="899242"/>
                </a:lnTo>
                <a:lnTo>
                  <a:pt x="604917" y="897714"/>
                </a:lnTo>
                <a:lnTo>
                  <a:pt x="603382" y="899242"/>
                </a:lnTo>
                <a:lnTo>
                  <a:pt x="602846" y="900766"/>
                </a:lnTo>
                <a:lnTo>
                  <a:pt x="603482" y="900766"/>
                </a:lnTo>
                <a:lnTo>
                  <a:pt x="595862" y="906873"/>
                </a:lnTo>
                <a:lnTo>
                  <a:pt x="592827" y="906847"/>
                </a:lnTo>
                <a:lnTo>
                  <a:pt x="588242" y="911432"/>
                </a:lnTo>
                <a:lnTo>
                  <a:pt x="588242" y="907554"/>
                </a:lnTo>
                <a:lnTo>
                  <a:pt x="583683" y="912954"/>
                </a:lnTo>
                <a:lnTo>
                  <a:pt x="591290" y="919052"/>
                </a:lnTo>
                <a:lnTo>
                  <a:pt x="592827" y="909909"/>
                </a:lnTo>
                <a:lnTo>
                  <a:pt x="595862" y="908386"/>
                </a:lnTo>
                <a:lnTo>
                  <a:pt x="598910" y="911432"/>
                </a:lnTo>
                <a:lnTo>
                  <a:pt x="598910" y="917529"/>
                </a:lnTo>
                <a:lnTo>
                  <a:pt x="603482" y="919052"/>
                </a:lnTo>
                <a:lnTo>
                  <a:pt x="603482" y="917529"/>
                </a:lnTo>
                <a:close/>
              </a:path>
              <a:path w="647691" h="955673">
                <a:moveTo>
                  <a:pt x="588242" y="905754"/>
                </a:moveTo>
                <a:lnTo>
                  <a:pt x="588242" y="903811"/>
                </a:lnTo>
                <a:lnTo>
                  <a:pt x="583683" y="903812"/>
                </a:lnTo>
                <a:lnTo>
                  <a:pt x="583683" y="906536"/>
                </a:lnTo>
                <a:lnTo>
                  <a:pt x="588242" y="905754"/>
                </a:lnTo>
                <a:close/>
              </a:path>
              <a:path w="647691" h="955673">
                <a:moveTo>
                  <a:pt x="598910" y="919052"/>
                </a:moveTo>
                <a:lnTo>
                  <a:pt x="597386" y="917529"/>
                </a:lnTo>
                <a:lnTo>
                  <a:pt x="595862" y="917529"/>
                </a:lnTo>
                <a:lnTo>
                  <a:pt x="594351" y="919052"/>
                </a:lnTo>
                <a:lnTo>
                  <a:pt x="598910" y="919379"/>
                </a:lnTo>
                <a:lnTo>
                  <a:pt x="598910" y="919052"/>
                </a:lnTo>
                <a:close/>
              </a:path>
              <a:path w="647691" h="955673">
                <a:moveTo>
                  <a:pt x="385804" y="940498"/>
                </a:moveTo>
                <a:lnTo>
                  <a:pt x="322698" y="936296"/>
                </a:lnTo>
                <a:lnTo>
                  <a:pt x="320564" y="935835"/>
                </a:lnTo>
                <a:lnTo>
                  <a:pt x="318405" y="950960"/>
                </a:lnTo>
                <a:lnTo>
                  <a:pt x="387468" y="955673"/>
                </a:lnTo>
                <a:lnTo>
                  <a:pt x="385804" y="940498"/>
                </a:lnTo>
                <a:close/>
              </a:path>
              <a:path w="647691" h="955673">
                <a:moveTo>
                  <a:pt x="598910" y="911432"/>
                </a:moveTo>
                <a:lnTo>
                  <a:pt x="595862" y="908386"/>
                </a:lnTo>
                <a:lnTo>
                  <a:pt x="592827" y="909909"/>
                </a:lnTo>
                <a:lnTo>
                  <a:pt x="591290" y="919052"/>
                </a:lnTo>
                <a:lnTo>
                  <a:pt x="592827" y="919052"/>
                </a:lnTo>
                <a:lnTo>
                  <a:pt x="598910" y="911432"/>
                </a:lnTo>
                <a:close/>
              </a:path>
              <a:path w="647691" h="955673">
                <a:moveTo>
                  <a:pt x="601852" y="900766"/>
                </a:moveTo>
                <a:lnTo>
                  <a:pt x="595862" y="899242"/>
                </a:lnTo>
                <a:lnTo>
                  <a:pt x="595862" y="900766"/>
                </a:lnTo>
                <a:lnTo>
                  <a:pt x="597386" y="902289"/>
                </a:lnTo>
                <a:lnTo>
                  <a:pt x="598910" y="902289"/>
                </a:lnTo>
                <a:lnTo>
                  <a:pt x="601852" y="900766"/>
                </a:lnTo>
                <a:close/>
              </a:path>
              <a:path w="647691" h="955673">
                <a:moveTo>
                  <a:pt x="614150" y="123545"/>
                </a:moveTo>
                <a:lnTo>
                  <a:pt x="614963" y="113588"/>
                </a:lnTo>
                <a:lnTo>
                  <a:pt x="614323" y="112949"/>
                </a:lnTo>
                <a:lnTo>
                  <a:pt x="615687" y="112877"/>
                </a:lnTo>
                <a:lnTo>
                  <a:pt x="617305" y="112877"/>
                </a:lnTo>
                <a:lnTo>
                  <a:pt x="615776" y="111353"/>
                </a:lnTo>
                <a:lnTo>
                  <a:pt x="614252" y="112877"/>
                </a:lnTo>
                <a:lnTo>
                  <a:pt x="611102" y="111353"/>
                </a:lnTo>
                <a:lnTo>
                  <a:pt x="611204" y="109829"/>
                </a:lnTo>
                <a:lnTo>
                  <a:pt x="603330" y="109829"/>
                </a:lnTo>
                <a:lnTo>
                  <a:pt x="328032" y="7924"/>
                </a:lnTo>
                <a:lnTo>
                  <a:pt x="601971" y="109829"/>
                </a:lnTo>
                <a:lnTo>
                  <a:pt x="604600" y="110299"/>
                </a:lnTo>
                <a:lnTo>
                  <a:pt x="609591" y="111353"/>
                </a:lnTo>
                <a:lnTo>
                  <a:pt x="609591" y="120497"/>
                </a:lnTo>
                <a:lnTo>
                  <a:pt x="614150" y="125056"/>
                </a:lnTo>
                <a:lnTo>
                  <a:pt x="614150" y="123545"/>
                </a:lnTo>
                <a:close/>
              </a:path>
              <a:path w="647691" h="955673">
                <a:moveTo>
                  <a:pt x="608067" y="917529"/>
                </a:moveTo>
                <a:lnTo>
                  <a:pt x="608067" y="916006"/>
                </a:lnTo>
                <a:lnTo>
                  <a:pt x="603482" y="914482"/>
                </a:lnTo>
                <a:lnTo>
                  <a:pt x="603482" y="916006"/>
                </a:lnTo>
                <a:lnTo>
                  <a:pt x="601971" y="916006"/>
                </a:lnTo>
                <a:lnTo>
                  <a:pt x="603482" y="912971"/>
                </a:lnTo>
                <a:lnTo>
                  <a:pt x="608067" y="908386"/>
                </a:lnTo>
                <a:lnTo>
                  <a:pt x="609591" y="900766"/>
                </a:lnTo>
                <a:lnTo>
                  <a:pt x="609591" y="899227"/>
                </a:lnTo>
                <a:lnTo>
                  <a:pt x="606530" y="899242"/>
                </a:lnTo>
                <a:lnTo>
                  <a:pt x="605897" y="899242"/>
                </a:lnTo>
                <a:lnTo>
                  <a:pt x="606428" y="897714"/>
                </a:lnTo>
                <a:lnTo>
                  <a:pt x="607952" y="896192"/>
                </a:lnTo>
                <a:lnTo>
                  <a:pt x="605006" y="894669"/>
                </a:lnTo>
                <a:lnTo>
                  <a:pt x="605006" y="899135"/>
                </a:lnTo>
                <a:lnTo>
                  <a:pt x="604917" y="897714"/>
                </a:lnTo>
                <a:lnTo>
                  <a:pt x="604899" y="899242"/>
                </a:lnTo>
                <a:lnTo>
                  <a:pt x="605006" y="903812"/>
                </a:lnTo>
                <a:lnTo>
                  <a:pt x="603482" y="909909"/>
                </a:lnTo>
                <a:lnTo>
                  <a:pt x="600447" y="916006"/>
                </a:lnTo>
                <a:lnTo>
                  <a:pt x="603482" y="917529"/>
                </a:lnTo>
                <a:lnTo>
                  <a:pt x="608067" y="917529"/>
                </a:lnTo>
                <a:close/>
              </a:path>
              <a:path w="647691" h="955673">
                <a:moveTo>
                  <a:pt x="605006" y="899873"/>
                </a:moveTo>
                <a:lnTo>
                  <a:pt x="605006" y="899611"/>
                </a:lnTo>
                <a:lnTo>
                  <a:pt x="605006" y="899242"/>
                </a:lnTo>
                <a:lnTo>
                  <a:pt x="604193" y="899947"/>
                </a:lnTo>
                <a:lnTo>
                  <a:pt x="605006" y="899873"/>
                </a:lnTo>
                <a:close/>
              </a:path>
              <a:path w="647691" h="955673">
                <a:moveTo>
                  <a:pt x="602669" y="122834"/>
                </a:moveTo>
                <a:lnTo>
                  <a:pt x="604193" y="124358"/>
                </a:lnTo>
                <a:lnTo>
                  <a:pt x="604831" y="124996"/>
                </a:lnTo>
                <a:lnTo>
                  <a:pt x="608787" y="124996"/>
                </a:lnTo>
                <a:lnTo>
                  <a:pt x="607254" y="124358"/>
                </a:lnTo>
              </a:path>
              <a:path w="647691" h="955673">
                <a:moveTo>
                  <a:pt x="604831" y="124996"/>
                </a:moveTo>
                <a:lnTo>
                  <a:pt x="605006" y="125069"/>
                </a:lnTo>
                <a:lnTo>
                  <a:pt x="607890" y="124996"/>
                </a:lnTo>
              </a:path>
              <a:path w="647691" h="955673">
                <a:moveTo>
                  <a:pt x="607890" y="124996"/>
                </a:moveTo>
                <a:lnTo>
                  <a:pt x="605006" y="125069"/>
                </a:lnTo>
                <a:lnTo>
                  <a:pt x="608963" y="125069"/>
                </a:lnTo>
                <a:lnTo>
                  <a:pt x="608787" y="124996"/>
                </a:lnTo>
              </a:path>
              <a:path w="647691" h="955673">
                <a:moveTo>
                  <a:pt x="604904" y="125069"/>
                </a:moveTo>
                <a:lnTo>
                  <a:pt x="606428" y="126593"/>
                </a:lnTo>
                <a:lnTo>
                  <a:pt x="609481" y="126593"/>
                </a:lnTo>
                <a:lnTo>
                  <a:pt x="608067" y="125069"/>
                </a:lnTo>
              </a:path>
              <a:path w="647691" h="955673">
                <a:moveTo>
                  <a:pt x="608067" y="125069"/>
                </a:moveTo>
                <a:lnTo>
                  <a:pt x="609591" y="125330"/>
                </a:lnTo>
                <a:lnTo>
                  <a:pt x="608963" y="125069"/>
                </a:lnTo>
              </a:path>
              <a:path w="647691" h="955673">
                <a:moveTo>
                  <a:pt x="606530" y="899242"/>
                </a:moveTo>
                <a:lnTo>
                  <a:pt x="609591" y="899227"/>
                </a:lnTo>
                <a:lnTo>
                  <a:pt x="609591" y="897714"/>
                </a:lnTo>
                <a:lnTo>
                  <a:pt x="608765" y="896901"/>
                </a:lnTo>
                <a:lnTo>
                  <a:pt x="607952" y="896192"/>
                </a:lnTo>
                <a:lnTo>
                  <a:pt x="606428" y="897714"/>
                </a:lnTo>
                <a:lnTo>
                  <a:pt x="605897" y="899242"/>
                </a:lnTo>
                <a:lnTo>
                  <a:pt x="606530" y="899242"/>
                </a:lnTo>
                <a:close/>
              </a:path>
              <a:path w="647691" h="955673">
                <a:moveTo>
                  <a:pt x="614150" y="894669"/>
                </a:moveTo>
                <a:lnTo>
                  <a:pt x="613350" y="893850"/>
                </a:lnTo>
                <a:lnTo>
                  <a:pt x="615047" y="893146"/>
                </a:lnTo>
                <a:lnTo>
                  <a:pt x="612537" y="893146"/>
                </a:lnTo>
                <a:lnTo>
                  <a:pt x="611008" y="894669"/>
                </a:lnTo>
                <a:lnTo>
                  <a:pt x="609591" y="896080"/>
                </a:lnTo>
                <a:lnTo>
                  <a:pt x="610477" y="896192"/>
                </a:lnTo>
                <a:lnTo>
                  <a:pt x="614150" y="894669"/>
                </a:lnTo>
                <a:close/>
              </a:path>
              <a:path w="647691" h="955673">
                <a:moveTo>
                  <a:pt x="632451" y="876382"/>
                </a:moveTo>
                <a:lnTo>
                  <a:pt x="627881" y="880952"/>
                </a:lnTo>
                <a:lnTo>
                  <a:pt x="632451" y="880952"/>
                </a:lnTo>
              </a:path>
              <a:path w="647691" h="955673">
                <a:moveTo>
                  <a:pt x="627881" y="880952"/>
                </a:moveTo>
                <a:lnTo>
                  <a:pt x="626353" y="882479"/>
                </a:lnTo>
                <a:lnTo>
                  <a:pt x="624831" y="883989"/>
                </a:lnTo>
                <a:lnTo>
                  <a:pt x="627862" y="882479"/>
                </a:lnTo>
                <a:lnTo>
                  <a:pt x="629390" y="880952"/>
                </a:lnTo>
              </a:path>
              <a:path w="647691" h="955673">
                <a:moveTo>
                  <a:pt x="629390" y="880952"/>
                </a:moveTo>
                <a:lnTo>
                  <a:pt x="629390" y="888572"/>
                </a:lnTo>
                <a:lnTo>
                  <a:pt x="632451" y="888572"/>
                </a:lnTo>
                <a:lnTo>
                  <a:pt x="632451" y="880952"/>
                </a:lnTo>
              </a:path>
              <a:path w="647691" h="955673">
                <a:moveTo>
                  <a:pt x="640071" y="880952"/>
                </a:moveTo>
                <a:lnTo>
                  <a:pt x="637729" y="883293"/>
                </a:lnTo>
                <a:lnTo>
                  <a:pt x="639347" y="883293"/>
                </a:lnTo>
              </a:path>
              <a:path w="647691" h="955673">
                <a:moveTo>
                  <a:pt x="641582" y="881060"/>
                </a:moveTo>
                <a:lnTo>
                  <a:pt x="640071" y="882570"/>
                </a:lnTo>
                <a:lnTo>
                  <a:pt x="639347" y="883293"/>
                </a:lnTo>
                <a:lnTo>
                  <a:pt x="641582" y="883293"/>
                </a:lnTo>
                <a:lnTo>
                  <a:pt x="641582" y="882570"/>
                </a:lnTo>
              </a:path>
              <a:path w="647691" h="955673">
                <a:moveTo>
                  <a:pt x="621770" y="882479"/>
                </a:moveTo>
                <a:lnTo>
                  <a:pt x="621770" y="883989"/>
                </a:lnTo>
                <a:lnTo>
                  <a:pt x="624831" y="883989"/>
                </a:lnTo>
                <a:lnTo>
                  <a:pt x="623294" y="882479"/>
                </a:lnTo>
              </a:path>
              <a:path w="647691" h="955673">
                <a:moveTo>
                  <a:pt x="618722" y="882479"/>
                </a:moveTo>
                <a:lnTo>
                  <a:pt x="618722" y="887757"/>
                </a:lnTo>
                <a:lnTo>
                  <a:pt x="618722" y="887945"/>
                </a:lnTo>
                <a:lnTo>
                  <a:pt x="618722" y="890094"/>
                </a:lnTo>
                <a:lnTo>
                  <a:pt x="620246" y="890094"/>
                </a:lnTo>
                <a:lnTo>
                  <a:pt x="620246" y="887945"/>
                </a:lnTo>
                <a:lnTo>
                  <a:pt x="619433" y="887757"/>
                </a:lnTo>
                <a:lnTo>
                  <a:pt x="620246" y="882479"/>
                </a:lnTo>
              </a:path>
              <a:path w="647691" h="955673">
                <a:moveTo>
                  <a:pt x="637729" y="883293"/>
                </a:moveTo>
                <a:lnTo>
                  <a:pt x="637020" y="884002"/>
                </a:lnTo>
                <a:lnTo>
                  <a:pt x="641582" y="884002"/>
                </a:lnTo>
                <a:lnTo>
                  <a:pt x="641582" y="883293"/>
                </a:lnTo>
              </a:path>
              <a:path w="647691" h="955673">
                <a:moveTo>
                  <a:pt x="621770" y="883989"/>
                </a:moveTo>
                <a:lnTo>
                  <a:pt x="621770" y="885526"/>
                </a:lnTo>
                <a:lnTo>
                  <a:pt x="621770" y="888191"/>
                </a:lnTo>
                <a:lnTo>
                  <a:pt x="621770" y="888572"/>
                </a:lnTo>
                <a:lnTo>
                  <a:pt x="620246" y="890094"/>
                </a:lnTo>
                <a:lnTo>
                  <a:pt x="622612" y="890094"/>
                </a:lnTo>
                <a:lnTo>
                  <a:pt x="622243" y="888572"/>
                </a:lnTo>
                <a:lnTo>
                  <a:pt x="622151" y="888191"/>
                </a:lnTo>
                <a:lnTo>
                  <a:pt x="623294" y="885526"/>
                </a:lnTo>
                <a:lnTo>
                  <a:pt x="624831" y="884002"/>
                </a:lnTo>
              </a:path>
              <a:path w="647691" h="955673">
                <a:moveTo>
                  <a:pt x="637020" y="884002"/>
                </a:moveTo>
                <a:lnTo>
                  <a:pt x="632451" y="888571"/>
                </a:lnTo>
                <a:lnTo>
                  <a:pt x="633964" y="888572"/>
                </a:lnTo>
                <a:lnTo>
                  <a:pt x="638534" y="884002"/>
                </a:lnTo>
              </a:path>
              <a:path w="647691" h="955673">
                <a:moveTo>
                  <a:pt x="638534" y="884002"/>
                </a:moveTo>
                <a:lnTo>
                  <a:pt x="640071" y="888572"/>
                </a:lnTo>
                <a:lnTo>
                  <a:pt x="641582" y="888572"/>
                </a:lnTo>
                <a:lnTo>
                  <a:pt x="641582" y="884002"/>
                </a:lnTo>
              </a:path>
              <a:path w="647691" h="955673">
                <a:moveTo>
                  <a:pt x="629390" y="888572"/>
                </a:moveTo>
                <a:lnTo>
                  <a:pt x="629390" y="891622"/>
                </a:lnTo>
                <a:lnTo>
                  <a:pt x="629390" y="893146"/>
                </a:lnTo>
                <a:lnTo>
                  <a:pt x="630914" y="891622"/>
                </a:lnTo>
                <a:lnTo>
                  <a:pt x="633964" y="888572"/>
                </a:lnTo>
              </a:path>
              <a:path w="647691" h="955673">
                <a:moveTo>
                  <a:pt x="618722" y="890094"/>
                </a:moveTo>
                <a:lnTo>
                  <a:pt x="618722" y="891622"/>
                </a:lnTo>
                <a:lnTo>
                  <a:pt x="622983" y="891622"/>
                </a:lnTo>
                <a:lnTo>
                  <a:pt x="622612" y="890094"/>
                </a:lnTo>
              </a:path>
              <a:path w="647691" h="955673">
                <a:moveTo>
                  <a:pt x="616385" y="890804"/>
                </a:moveTo>
                <a:lnTo>
                  <a:pt x="615573" y="891622"/>
                </a:lnTo>
                <a:lnTo>
                  <a:pt x="618722" y="891622"/>
                </a:lnTo>
              </a:path>
              <a:path w="647691" h="955673">
                <a:moveTo>
                  <a:pt x="609591" y="891622"/>
                </a:moveTo>
                <a:lnTo>
                  <a:pt x="609591" y="891622"/>
                </a:lnTo>
                <a:lnTo>
                  <a:pt x="615573" y="891622"/>
                </a:lnTo>
              </a:path>
              <a:path w="647691" h="955673">
                <a:moveTo>
                  <a:pt x="615573" y="891622"/>
                </a:moveTo>
                <a:lnTo>
                  <a:pt x="622983" y="891622"/>
                </a:lnTo>
              </a:path>
              <a:path w="647691" h="955673">
                <a:moveTo>
                  <a:pt x="609591" y="891622"/>
                </a:moveTo>
                <a:lnTo>
                  <a:pt x="609591" y="893146"/>
                </a:lnTo>
                <a:lnTo>
                  <a:pt x="623352" y="893146"/>
                </a:lnTo>
                <a:lnTo>
                  <a:pt x="622983" y="891622"/>
                </a:lnTo>
              </a:path>
              <a:path w="647691" h="955673">
                <a:moveTo>
                  <a:pt x="609591" y="893146"/>
                </a:moveTo>
                <a:lnTo>
                  <a:pt x="609591" y="894669"/>
                </a:lnTo>
                <a:lnTo>
                  <a:pt x="609486" y="896080"/>
                </a:lnTo>
                <a:lnTo>
                  <a:pt x="610477" y="896192"/>
                </a:lnTo>
                <a:lnTo>
                  <a:pt x="609591" y="896191"/>
                </a:lnTo>
                <a:lnTo>
                  <a:pt x="611008" y="894669"/>
                </a:lnTo>
                <a:lnTo>
                  <a:pt x="612537" y="893146"/>
                </a:lnTo>
              </a:path>
              <a:path w="647691" h="955673">
                <a:moveTo>
                  <a:pt x="612537" y="893146"/>
                </a:moveTo>
                <a:lnTo>
                  <a:pt x="615047" y="893146"/>
                </a:lnTo>
                <a:lnTo>
                  <a:pt x="613350" y="893850"/>
                </a:lnTo>
                <a:lnTo>
                  <a:pt x="614150" y="894669"/>
                </a:lnTo>
                <a:lnTo>
                  <a:pt x="610477" y="896192"/>
                </a:lnTo>
                <a:lnTo>
                  <a:pt x="612626" y="896192"/>
                </a:lnTo>
                <a:lnTo>
                  <a:pt x="614918" y="894669"/>
                </a:lnTo>
                <a:lnTo>
                  <a:pt x="616151" y="893850"/>
                </a:lnTo>
                <a:lnTo>
                  <a:pt x="617211" y="893146"/>
                </a:lnTo>
              </a:path>
              <a:path w="647691" h="955673">
                <a:moveTo>
                  <a:pt x="617211" y="893146"/>
                </a:moveTo>
                <a:lnTo>
                  <a:pt x="614496" y="899242"/>
                </a:lnTo>
                <a:lnTo>
                  <a:pt x="613139" y="902289"/>
                </a:lnTo>
                <a:lnTo>
                  <a:pt x="623647" y="902289"/>
                </a:lnTo>
                <a:lnTo>
                  <a:pt x="624831" y="899242"/>
                </a:lnTo>
                <a:lnTo>
                  <a:pt x="623352" y="893146"/>
                </a:lnTo>
              </a:path>
              <a:path w="647691" h="955673">
                <a:moveTo>
                  <a:pt x="609478" y="896192"/>
                </a:moveTo>
                <a:lnTo>
                  <a:pt x="609591" y="896559"/>
                </a:lnTo>
                <a:lnTo>
                  <a:pt x="612626" y="896192"/>
                </a:lnTo>
              </a:path>
              <a:path w="647691" h="955673">
                <a:moveTo>
                  <a:pt x="613139" y="902289"/>
                </a:moveTo>
                <a:lnTo>
                  <a:pt x="611102" y="906862"/>
                </a:lnTo>
                <a:lnTo>
                  <a:pt x="608067" y="909897"/>
                </a:lnTo>
                <a:lnTo>
                  <a:pt x="607042" y="911432"/>
                </a:lnTo>
                <a:lnTo>
                  <a:pt x="606026" y="912954"/>
                </a:lnTo>
                <a:lnTo>
                  <a:pt x="605006" y="914482"/>
                </a:lnTo>
                <a:lnTo>
                  <a:pt x="609680" y="914482"/>
                </a:lnTo>
                <a:lnTo>
                  <a:pt x="611102" y="912954"/>
                </a:lnTo>
                <a:lnTo>
                  <a:pt x="611102" y="911432"/>
                </a:lnTo>
                <a:lnTo>
                  <a:pt x="612626" y="909909"/>
                </a:lnTo>
                <a:lnTo>
                  <a:pt x="615673" y="906862"/>
                </a:lnTo>
                <a:lnTo>
                  <a:pt x="620246" y="902289"/>
                </a:lnTo>
              </a:path>
              <a:path w="647691" h="955673">
                <a:moveTo>
                  <a:pt x="620246" y="902289"/>
                </a:moveTo>
                <a:lnTo>
                  <a:pt x="620246" y="906491"/>
                </a:lnTo>
                <a:lnTo>
                  <a:pt x="620349" y="906862"/>
                </a:lnTo>
                <a:lnTo>
                  <a:pt x="621872" y="906862"/>
                </a:lnTo>
                <a:lnTo>
                  <a:pt x="622016" y="906491"/>
                </a:lnTo>
                <a:lnTo>
                  <a:pt x="623647" y="902289"/>
                </a:lnTo>
              </a:path>
              <a:path w="647691" h="955673">
                <a:moveTo>
                  <a:pt x="623294" y="136361"/>
                </a:moveTo>
                <a:lnTo>
                  <a:pt x="623294" y="134213"/>
                </a:lnTo>
                <a:lnTo>
                  <a:pt x="622217" y="133766"/>
                </a:lnTo>
                <a:lnTo>
                  <a:pt x="621770" y="118973"/>
                </a:lnTo>
                <a:lnTo>
                  <a:pt x="619547" y="115112"/>
                </a:lnTo>
                <a:lnTo>
                  <a:pt x="621872" y="114401"/>
                </a:lnTo>
                <a:lnTo>
                  <a:pt x="623401" y="115925"/>
                </a:lnTo>
                <a:lnTo>
                  <a:pt x="624831" y="117350"/>
                </a:lnTo>
                <a:lnTo>
                  <a:pt x="624831" y="122021"/>
                </a:lnTo>
                <a:lnTo>
                  <a:pt x="624831" y="117824"/>
                </a:lnTo>
                <a:lnTo>
                  <a:pt x="621783" y="118973"/>
                </a:lnTo>
                <a:lnTo>
                  <a:pt x="629390" y="126593"/>
                </a:lnTo>
                <a:lnTo>
                  <a:pt x="626444" y="118973"/>
                </a:lnTo>
                <a:lnTo>
                  <a:pt x="625643" y="118160"/>
                </a:lnTo>
                <a:lnTo>
                  <a:pt x="624831" y="115925"/>
                </a:lnTo>
                <a:lnTo>
                  <a:pt x="624831" y="112877"/>
                </a:lnTo>
                <a:lnTo>
                  <a:pt x="617305" y="112877"/>
                </a:lnTo>
                <a:lnTo>
                  <a:pt x="618834" y="114401"/>
                </a:lnTo>
                <a:lnTo>
                  <a:pt x="617211" y="114401"/>
                </a:lnTo>
                <a:lnTo>
                  <a:pt x="621770" y="131165"/>
                </a:lnTo>
                <a:lnTo>
                  <a:pt x="617096" y="131165"/>
                </a:lnTo>
                <a:lnTo>
                  <a:pt x="615577" y="129641"/>
                </a:lnTo>
                <a:lnTo>
                  <a:pt x="614150" y="128117"/>
                </a:lnTo>
                <a:lnTo>
                  <a:pt x="614150" y="125056"/>
                </a:lnTo>
                <a:lnTo>
                  <a:pt x="609591" y="120497"/>
                </a:lnTo>
                <a:lnTo>
                  <a:pt x="609591" y="111353"/>
                </a:lnTo>
                <a:lnTo>
                  <a:pt x="604600" y="110299"/>
                </a:lnTo>
                <a:lnTo>
                  <a:pt x="601971" y="109829"/>
                </a:lnTo>
                <a:lnTo>
                  <a:pt x="328032" y="7924"/>
                </a:lnTo>
                <a:lnTo>
                  <a:pt x="323485" y="22491"/>
                </a:lnTo>
                <a:lnTo>
                  <a:pt x="277155" y="15214"/>
                </a:lnTo>
                <a:lnTo>
                  <a:pt x="274704" y="15252"/>
                </a:lnTo>
                <a:lnTo>
                  <a:pt x="275751" y="102"/>
                </a:lnTo>
                <a:lnTo>
                  <a:pt x="275170" y="102"/>
                </a:lnTo>
                <a:lnTo>
                  <a:pt x="57252" y="38201"/>
                </a:lnTo>
                <a:lnTo>
                  <a:pt x="56385" y="38201"/>
                </a:lnTo>
                <a:lnTo>
                  <a:pt x="56598" y="38315"/>
                </a:lnTo>
                <a:lnTo>
                  <a:pt x="57913" y="38201"/>
                </a:lnTo>
                <a:lnTo>
                  <a:pt x="58573" y="53441"/>
                </a:lnTo>
                <a:lnTo>
                  <a:pt x="275901" y="15434"/>
                </a:lnTo>
                <a:lnTo>
                  <a:pt x="324180" y="22749"/>
                </a:lnTo>
                <a:lnTo>
                  <a:pt x="324996" y="22872"/>
                </a:lnTo>
                <a:lnTo>
                  <a:pt x="600599" y="125069"/>
                </a:lnTo>
                <a:lnTo>
                  <a:pt x="604904" y="125069"/>
                </a:lnTo>
                <a:lnTo>
                  <a:pt x="602669" y="122834"/>
                </a:lnTo>
                <a:lnTo>
                  <a:pt x="607254" y="124358"/>
                </a:lnTo>
                <a:lnTo>
                  <a:pt x="609591" y="125330"/>
                </a:lnTo>
                <a:lnTo>
                  <a:pt x="608067" y="125069"/>
                </a:lnTo>
                <a:lnTo>
                  <a:pt x="609481" y="126593"/>
                </a:lnTo>
                <a:lnTo>
                  <a:pt x="609591" y="129641"/>
                </a:lnTo>
                <a:lnTo>
                  <a:pt x="611000" y="128117"/>
                </a:lnTo>
                <a:lnTo>
                  <a:pt x="611102" y="126593"/>
                </a:lnTo>
                <a:lnTo>
                  <a:pt x="612626" y="126593"/>
                </a:lnTo>
                <a:lnTo>
                  <a:pt x="613350" y="127406"/>
                </a:lnTo>
                <a:lnTo>
                  <a:pt x="614059" y="128117"/>
                </a:lnTo>
                <a:lnTo>
                  <a:pt x="614150" y="129641"/>
                </a:lnTo>
                <a:lnTo>
                  <a:pt x="617909" y="131978"/>
                </a:lnTo>
                <a:lnTo>
                  <a:pt x="619433" y="133502"/>
                </a:lnTo>
                <a:lnTo>
                  <a:pt x="621770" y="133581"/>
                </a:lnTo>
                <a:lnTo>
                  <a:pt x="621770" y="134213"/>
                </a:lnTo>
                <a:lnTo>
                  <a:pt x="622494" y="136550"/>
                </a:lnTo>
                <a:lnTo>
                  <a:pt x="623294" y="136361"/>
                </a:lnTo>
                <a:close/>
              </a:path>
              <a:path w="647691" h="955673">
                <a:moveTo>
                  <a:pt x="614252" y="112877"/>
                </a:moveTo>
                <a:lnTo>
                  <a:pt x="615776" y="111353"/>
                </a:lnTo>
                <a:lnTo>
                  <a:pt x="612728" y="111353"/>
                </a:lnTo>
                <a:lnTo>
                  <a:pt x="611204" y="109829"/>
                </a:lnTo>
                <a:lnTo>
                  <a:pt x="611102" y="111353"/>
                </a:lnTo>
                <a:lnTo>
                  <a:pt x="614150" y="112877"/>
                </a:lnTo>
                <a:close/>
              </a:path>
              <a:path w="647691" h="955673">
                <a:moveTo>
                  <a:pt x="612730" y="911431"/>
                </a:moveTo>
                <a:lnTo>
                  <a:pt x="613439" y="910723"/>
                </a:lnTo>
                <a:lnTo>
                  <a:pt x="614259" y="911431"/>
                </a:lnTo>
                <a:lnTo>
                  <a:pt x="620246" y="911432"/>
                </a:lnTo>
                <a:lnTo>
                  <a:pt x="620246" y="906965"/>
                </a:lnTo>
                <a:lnTo>
                  <a:pt x="618824" y="908386"/>
                </a:lnTo>
                <a:lnTo>
                  <a:pt x="615687" y="908386"/>
                </a:lnTo>
                <a:lnTo>
                  <a:pt x="616487" y="909199"/>
                </a:lnTo>
                <a:lnTo>
                  <a:pt x="617300" y="909909"/>
                </a:lnTo>
                <a:lnTo>
                  <a:pt x="614774" y="909909"/>
                </a:lnTo>
                <a:lnTo>
                  <a:pt x="611733" y="911431"/>
                </a:lnTo>
                <a:lnTo>
                  <a:pt x="611207" y="912954"/>
                </a:lnTo>
                <a:lnTo>
                  <a:pt x="612740" y="912954"/>
                </a:lnTo>
                <a:lnTo>
                  <a:pt x="612730" y="911431"/>
                </a:lnTo>
                <a:close/>
              </a:path>
              <a:path w="647691" h="955673">
                <a:moveTo>
                  <a:pt x="614259" y="911431"/>
                </a:moveTo>
                <a:lnTo>
                  <a:pt x="613439" y="910723"/>
                </a:lnTo>
                <a:lnTo>
                  <a:pt x="612730" y="911431"/>
                </a:lnTo>
                <a:lnTo>
                  <a:pt x="612740" y="912954"/>
                </a:lnTo>
                <a:lnTo>
                  <a:pt x="614259" y="911431"/>
                </a:lnTo>
                <a:close/>
              </a:path>
              <a:path w="647691" h="955673">
                <a:moveTo>
                  <a:pt x="614150" y="129641"/>
                </a:moveTo>
                <a:lnTo>
                  <a:pt x="614150" y="128209"/>
                </a:lnTo>
                <a:lnTo>
                  <a:pt x="613350" y="127406"/>
                </a:lnTo>
                <a:lnTo>
                  <a:pt x="612626" y="126593"/>
                </a:lnTo>
                <a:lnTo>
                  <a:pt x="611102" y="126593"/>
                </a:lnTo>
                <a:lnTo>
                  <a:pt x="611000" y="128117"/>
                </a:lnTo>
                <a:lnTo>
                  <a:pt x="609591" y="129641"/>
                </a:lnTo>
                <a:lnTo>
                  <a:pt x="614150" y="129641"/>
                </a:lnTo>
                <a:close/>
              </a:path>
              <a:path w="647691" h="955673">
                <a:moveTo>
                  <a:pt x="618824" y="908386"/>
                </a:moveTo>
                <a:lnTo>
                  <a:pt x="620246" y="906965"/>
                </a:lnTo>
                <a:lnTo>
                  <a:pt x="619354" y="906862"/>
                </a:lnTo>
                <a:lnTo>
                  <a:pt x="617211" y="906862"/>
                </a:lnTo>
                <a:lnTo>
                  <a:pt x="615687" y="908386"/>
                </a:lnTo>
                <a:lnTo>
                  <a:pt x="618824" y="908386"/>
                </a:lnTo>
                <a:close/>
              </a:path>
              <a:path w="647691" h="955673">
                <a:moveTo>
                  <a:pt x="617211" y="114401"/>
                </a:moveTo>
                <a:lnTo>
                  <a:pt x="618834" y="114401"/>
                </a:lnTo>
                <a:lnTo>
                  <a:pt x="617305" y="112877"/>
                </a:lnTo>
                <a:lnTo>
                  <a:pt x="615687" y="112877"/>
                </a:lnTo>
                <a:lnTo>
                  <a:pt x="614323" y="112949"/>
                </a:lnTo>
                <a:lnTo>
                  <a:pt x="614963" y="113588"/>
                </a:lnTo>
                <a:lnTo>
                  <a:pt x="614150" y="123545"/>
                </a:lnTo>
                <a:lnTo>
                  <a:pt x="614150" y="127739"/>
                </a:lnTo>
                <a:lnTo>
                  <a:pt x="614150" y="128117"/>
                </a:lnTo>
                <a:lnTo>
                  <a:pt x="615577" y="129641"/>
                </a:lnTo>
                <a:lnTo>
                  <a:pt x="615059" y="128117"/>
                </a:lnTo>
                <a:lnTo>
                  <a:pt x="617211" y="128117"/>
                </a:lnTo>
                <a:lnTo>
                  <a:pt x="621770" y="131165"/>
                </a:lnTo>
                <a:lnTo>
                  <a:pt x="617211" y="114401"/>
                </a:lnTo>
                <a:close/>
              </a:path>
              <a:path w="647691" h="955673">
                <a:moveTo>
                  <a:pt x="621770" y="888571"/>
                </a:moveTo>
                <a:lnTo>
                  <a:pt x="621770" y="882479"/>
                </a:lnTo>
                <a:lnTo>
                  <a:pt x="620957" y="886230"/>
                </a:lnTo>
                <a:lnTo>
                  <a:pt x="620246" y="886943"/>
                </a:lnTo>
                <a:lnTo>
                  <a:pt x="620246" y="882479"/>
                </a:lnTo>
                <a:lnTo>
                  <a:pt x="619433" y="887757"/>
                </a:lnTo>
                <a:lnTo>
                  <a:pt x="620246" y="887945"/>
                </a:lnTo>
                <a:lnTo>
                  <a:pt x="620246" y="890094"/>
                </a:lnTo>
                <a:lnTo>
                  <a:pt x="621770" y="888571"/>
                </a:lnTo>
                <a:close/>
              </a:path>
              <a:path w="647691" h="955673">
                <a:moveTo>
                  <a:pt x="640071" y="880952"/>
                </a:moveTo>
                <a:lnTo>
                  <a:pt x="640871" y="878719"/>
                </a:lnTo>
                <a:lnTo>
                  <a:pt x="641509" y="878081"/>
                </a:lnTo>
                <a:lnTo>
                  <a:pt x="643106" y="879538"/>
                </a:lnTo>
                <a:lnTo>
                  <a:pt x="643106" y="876486"/>
                </a:lnTo>
                <a:lnTo>
                  <a:pt x="641582" y="877906"/>
                </a:lnTo>
                <a:lnTo>
                  <a:pt x="642472" y="874859"/>
                </a:lnTo>
                <a:lnTo>
                  <a:pt x="643106" y="873332"/>
                </a:lnTo>
                <a:lnTo>
                  <a:pt x="644630" y="867239"/>
                </a:lnTo>
                <a:lnTo>
                  <a:pt x="637010" y="874859"/>
                </a:lnTo>
                <a:lnTo>
                  <a:pt x="633962" y="873332"/>
                </a:lnTo>
                <a:lnTo>
                  <a:pt x="630911" y="876382"/>
                </a:lnTo>
                <a:lnTo>
                  <a:pt x="629387" y="877906"/>
                </a:lnTo>
                <a:lnTo>
                  <a:pt x="626342" y="880952"/>
                </a:lnTo>
                <a:lnTo>
                  <a:pt x="620246" y="880952"/>
                </a:lnTo>
                <a:lnTo>
                  <a:pt x="620246" y="886943"/>
                </a:lnTo>
                <a:lnTo>
                  <a:pt x="620957" y="886230"/>
                </a:lnTo>
                <a:lnTo>
                  <a:pt x="621770" y="882479"/>
                </a:lnTo>
                <a:lnTo>
                  <a:pt x="626341" y="882479"/>
                </a:lnTo>
                <a:lnTo>
                  <a:pt x="627868" y="880951"/>
                </a:lnTo>
                <a:lnTo>
                  <a:pt x="630914" y="877906"/>
                </a:lnTo>
                <a:lnTo>
                  <a:pt x="632451" y="876382"/>
                </a:lnTo>
                <a:lnTo>
                  <a:pt x="632451" y="888572"/>
                </a:lnTo>
                <a:lnTo>
                  <a:pt x="640071" y="880952"/>
                </a:lnTo>
                <a:close/>
              </a:path>
              <a:path w="647691" h="955673">
                <a:moveTo>
                  <a:pt x="640426" y="145694"/>
                </a:moveTo>
                <a:lnTo>
                  <a:pt x="644630" y="147788"/>
                </a:lnTo>
                <a:lnTo>
                  <a:pt x="644630" y="144780"/>
                </a:lnTo>
                <a:lnTo>
                  <a:pt x="643106" y="143255"/>
                </a:lnTo>
                <a:lnTo>
                  <a:pt x="641582" y="140309"/>
                </a:lnTo>
                <a:lnTo>
                  <a:pt x="641582" y="141732"/>
                </a:lnTo>
                <a:lnTo>
                  <a:pt x="640871" y="141020"/>
                </a:lnTo>
                <a:lnTo>
                  <a:pt x="640071" y="138192"/>
                </a:lnTo>
                <a:lnTo>
                  <a:pt x="639347" y="136448"/>
                </a:lnTo>
                <a:lnTo>
                  <a:pt x="638534" y="132580"/>
                </a:lnTo>
                <a:lnTo>
                  <a:pt x="638534" y="135737"/>
                </a:lnTo>
                <a:lnTo>
                  <a:pt x="637010" y="131165"/>
                </a:lnTo>
                <a:lnTo>
                  <a:pt x="637010" y="129540"/>
                </a:lnTo>
                <a:lnTo>
                  <a:pt x="638534" y="126593"/>
                </a:lnTo>
                <a:lnTo>
                  <a:pt x="634064" y="126593"/>
                </a:lnTo>
                <a:lnTo>
                  <a:pt x="636299" y="130352"/>
                </a:lnTo>
                <a:lnTo>
                  <a:pt x="636636" y="131165"/>
                </a:lnTo>
                <a:lnTo>
                  <a:pt x="637010" y="132066"/>
                </a:lnTo>
                <a:lnTo>
                  <a:pt x="637010" y="134213"/>
                </a:lnTo>
                <a:lnTo>
                  <a:pt x="633962" y="131165"/>
                </a:lnTo>
                <a:lnTo>
                  <a:pt x="629390" y="126593"/>
                </a:lnTo>
                <a:lnTo>
                  <a:pt x="621783" y="118973"/>
                </a:lnTo>
                <a:lnTo>
                  <a:pt x="622217" y="133766"/>
                </a:lnTo>
                <a:lnTo>
                  <a:pt x="623294" y="134213"/>
                </a:lnTo>
                <a:lnTo>
                  <a:pt x="624005" y="138074"/>
                </a:lnTo>
                <a:lnTo>
                  <a:pt x="623294" y="137357"/>
                </a:lnTo>
                <a:lnTo>
                  <a:pt x="622494" y="136550"/>
                </a:lnTo>
                <a:lnTo>
                  <a:pt x="621770" y="134213"/>
                </a:lnTo>
                <a:lnTo>
                  <a:pt x="621770" y="133581"/>
                </a:lnTo>
                <a:lnTo>
                  <a:pt x="619433" y="133502"/>
                </a:lnTo>
                <a:lnTo>
                  <a:pt x="617909" y="131978"/>
                </a:lnTo>
                <a:lnTo>
                  <a:pt x="614150" y="129641"/>
                </a:lnTo>
                <a:lnTo>
                  <a:pt x="614150" y="134213"/>
                </a:lnTo>
                <a:lnTo>
                  <a:pt x="620144" y="134213"/>
                </a:lnTo>
                <a:lnTo>
                  <a:pt x="620957" y="135026"/>
                </a:lnTo>
                <a:lnTo>
                  <a:pt x="621770" y="135832"/>
                </a:lnTo>
                <a:lnTo>
                  <a:pt x="621770" y="141833"/>
                </a:lnTo>
                <a:lnTo>
                  <a:pt x="624831" y="141833"/>
                </a:lnTo>
                <a:lnTo>
                  <a:pt x="623294" y="138887"/>
                </a:lnTo>
                <a:lnTo>
                  <a:pt x="624831" y="140423"/>
                </a:lnTo>
                <a:lnTo>
                  <a:pt x="626240" y="141833"/>
                </a:lnTo>
                <a:lnTo>
                  <a:pt x="626718" y="141833"/>
                </a:lnTo>
                <a:lnTo>
                  <a:pt x="626342" y="138785"/>
                </a:lnTo>
                <a:lnTo>
                  <a:pt x="624831" y="137261"/>
                </a:lnTo>
                <a:lnTo>
                  <a:pt x="630914" y="141833"/>
                </a:lnTo>
                <a:lnTo>
                  <a:pt x="632451" y="131165"/>
                </a:lnTo>
                <a:lnTo>
                  <a:pt x="640071" y="138785"/>
                </a:lnTo>
                <a:lnTo>
                  <a:pt x="636642" y="160832"/>
                </a:lnTo>
                <a:lnTo>
                  <a:pt x="632451" y="154025"/>
                </a:lnTo>
                <a:lnTo>
                  <a:pt x="633962" y="146405"/>
                </a:lnTo>
                <a:lnTo>
                  <a:pt x="631625" y="153314"/>
                </a:lnTo>
                <a:lnTo>
                  <a:pt x="629390" y="148020"/>
                </a:lnTo>
                <a:lnTo>
                  <a:pt x="629390" y="157213"/>
                </a:lnTo>
                <a:lnTo>
                  <a:pt x="632451" y="158740"/>
                </a:lnTo>
                <a:lnTo>
                  <a:pt x="640071" y="859619"/>
                </a:lnTo>
                <a:lnTo>
                  <a:pt x="644630" y="867239"/>
                </a:lnTo>
                <a:lnTo>
                  <a:pt x="640426" y="145694"/>
                </a:lnTo>
                <a:close/>
              </a:path>
              <a:path w="647691" h="955673">
                <a:moveTo>
                  <a:pt x="626353" y="882479"/>
                </a:moveTo>
                <a:lnTo>
                  <a:pt x="627881" y="880952"/>
                </a:lnTo>
                <a:lnTo>
                  <a:pt x="632451" y="876382"/>
                </a:lnTo>
                <a:lnTo>
                  <a:pt x="630914" y="877906"/>
                </a:lnTo>
                <a:lnTo>
                  <a:pt x="627868" y="880951"/>
                </a:lnTo>
                <a:lnTo>
                  <a:pt x="626341" y="882479"/>
                </a:lnTo>
                <a:lnTo>
                  <a:pt x="623294" y="882479"/>
                </a:lnTo>
                <a:lnTo>
                  <a:pt x="624831" y="883989"/>
                </a:lnTo>
                <a:lnTo>
                  <a:pt x="626353" y="882479"/>
                </a:lnTo>
                <a:close/>
              </a:path>
              <a:path w="647691" h="955673">
                <a:moveTo>
                  <a:pt x="629387" y="877906"/>
                </a:moveTo>
                <a:lnTo>
                  <a:pt x="624831" y="877906"/>
                </a:lnTo>
                <a:lnTo>
                  <a:pt x="623294" y="876382"/>
                </a:lnTo>
                <a:lnTo>
                  <a:pt x="623294" y="877906"/>
                </a:lnTo>
                <a:lnTo>
                  <a:pt x="621770" y="877906"/>
                </a:lnTo>
                <a:lnTo>
                  <a:pt x="621770" y="880951"/>
                </a:lnTo>
                <a:lnTo>
                  <a:pt x="626342" y="880952"/>
                </a:lnTo>
                <a:lnTo>
                  <a:pt x="629387" y="877906"/>
                </a:lnTo>
                <a:close/>
              </a:path>
              <a:path w="647691" h="955673">
                <a:moveTo>
                  <a:pt x="632451" y="131165"/>
                </a:moveTo>
                <a:lnTo>
                  <a:pt x="631353" y="138785"/>
                </a:lnTo>
                <a:lnTo>
                  <a:pt x="630914" y="141833"/>
                </a:lnTo>
                <a:lnTo>
                  <a:pt x="639597" y="141833"/>
                </a:lnTo>
                <a:lnTo>
                  <a:pt x="640071" y="138785"/>
                </a:lnTo>
              </a:path>
              <a:path w="647691" h="955673">
                <a:moveTo>
                  <a:pt x="623294" y="138887"/>
                </a:moveTo>
                <a:lnTo>
                  <a:pt x="624095" y="140423"/>
                </a:lnTo>
                <a:lnTo>
                  <a:pt x="624831" y="141833"/>
                </a:lnTo>
                <a:lnTo>
                  <a:pt x="626342" y="141935"/>
                </a:lnTo>
                <a:lnTo>
                  <a:pt x="624831" y="140423"/>
                </a:lnTo>
              </a:path>
              <a:path w="647691" h="955673">
                <a:moveTo>
                  <a:pt x="629390" y="141833"/>
                </a:moveTo>
                <a:lnTo>
                  <a:pt x="629390" y="141833"/>
                </a:lnTo>
                <a:lnTo>
                  <a:pt x="630914" y="141833"/>
                </a:lnTo>
              </a:path>
              <a:path w="647691" h="955673">
                <a:moveTo>
                  <a:pt x="626342" y="141833"/>
                </a:moveTo>
                <a:lnTo>
                  <a:pt x="626342" y="141935"/>
                </a:lnTo>
                <a:lnTo>
                  <a:pt x="626431" y="141935"/>
                </a:lnTo>
              </a:path>
              <a:path w="647691" h="955673">
                <a:moveTo>
                  <a:pt x="629390" y="141833"/>
                </a:moveTo>
                <a:lnTo>
                  <a:pt x="627053" y="142646"/>
                </a:lnTo>
                <a:lnTo>
                  <a:pt x="639470" y="142646"/>
                </a:lnTo>
                <a:lnTo>
                  <a:pt x="639597" y="141833"/>
                </a:lnTo>
              </a:path>
              <a:path w="647691" h="955673">
                <a:moveTo>
                  <a:pt x="624879" y="141935"/>
                </a:moveTo>
                <a:lnTo>
                  <a:pt x="625221" y="142646"/>
                </a:lnTo>
                <a:lnTo>
                  <a:pt x="627053" y="142646"/>
                </a:lnTo>
                <a:lnTo>
                  <a:pt x="626431" y="141935"/>
                </a:lnTo>
              </a:path>
              <a:path w="647691" h="955673">
                <a:moveTo>
                  <a:pt x="625221" y="142646"/>
                </a:moveTo>
                <a:lnTo>
                  <a:pt x="625562" y="143357"/>
                </a:lnTo>
                <a:lnTo>
                  <a:pt x="639360" y="143357"/>
                </a:lnTo>
                <a:lnTo>
                  <a:pt x="639470" y="142646"/>
                </a:lnTo>
              </a:path>
              <a:path w="647691" h="955673">
                <a:moveTo>
                  <a:pt x="625562" y="143357"/>
                </a:moveTo>
                <a:lnTo>
                  <a:pt x="626342" y="144983"/>
                </a:lnTo>
                <a:lnTo>
                  <a:pt x="627769" y="146405"/>
                </a:lnTo>
                <a:lnTo>
                  <a:pt x="627814" y="144983"/>
                </a:lnTo>
                <a:lnTo>
                  <a:pt x="627866" y="143357"/>
                </a:lnTo>
              </a:path>
              <a:path w="647691" h="955673">
                <a:moveTo>
                  <a:pt x="627866" y="143357"/>
                </a:moveTo>
                <a:lnTo>
                  <a:pt x="629138" y="146405"/>
                </a:lnTo>
                <a:lnTo>
                  <a:pt x="638885" y="146405"/>
                </a:lnTo>
                <a:lnTo>
                  <a:pt x="639360" y="143357"/>
                </a:lnTo>
              </a:path>
              <a:path w="647691" h="955673">
                <a:moveTo>
                  <a:pt x="629138" y="146405"/>
                </a:moveTo>
                <a:lnTo>
                  <a:pt x="629376" y="147929"/>
                </a:lnTo>
                <a:lnTo>
                  <a:pt x="633446" y="147929"/>
                </a:lnTo>
                <a:lnTo>
                  <a:pt x="633962" y="146405"/>
                </a:lnTo>
              </a:path>
              <a:path w="647691" h="955673">
                <a:moveTo>
                  <a:pt x="633962" y="146405"/>
                </a:moveTo>
                <a:lnTo>
                  <a:pt x="632451" y="154025"/>
                </a:lnTo>
                <a:lnTo>
                  <a:pt x="636642" y="160832"/>
                </a:lnTo>
                <a:lnTo>
                  <a:pt x="637700" y="154025"/>
                </a:lnTo>
                <a:lnTo>
                  <a:pt x="638885" y="146405"/>
                </a:lnTo>
              </a:path>
              <a:path w="647691" h="955673">
                <a:moveTo>
                  <a:pt x="629376" y="147929"/>
                </a:moveTo>
                <a:lnTo>
                  <a:pt x="629417" y="148085"/>
                </a:lnTo>
                <a:lnTo>
                  <a:pt x="629695" y="148742"/>
                </a:lnTo>
                <a:lnTo>
                  <a:pt x="630114" y="148742"/>
                </a:lnTo>
                <a:lnTo>
                  <a:pt x="629455" y="148085"/>
                </a:lnTo>
                <a:lnTo>
                  <a:pt x="629390" y="147929"/>
                </a:lnTo>
              </a:path>
              <a:path w="647691" h="955673">
                <a:moveTo>
                  <a:pt x="629390" y="147929"/>
                </a:moveTo>
                <a:lnTo>
                  <a:pt x="630114" y="148742"/>
                </a:lnTo>
                <a:lnTo>
                  <a:pt x="633172" y="148742"/>
                </a:lnTo>
                <a:lnTo>
                  <a:pt x="633446" y="147929"/>
                </a:lnTo>
              </a:path>
              <a:path w="647691" h="955673">
                <a:moveTo>
                  <a:pt x="629695" y="148742"/>
                </a:moveTo>
                <a:lnTo>
                  <a:pt x="631625" y="153314"/>
                </a:lnTo>
                <a:lnTo>
                  <a:pt x="633172" y="148742"/>
                </a:lnTo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128256" y="4427274"/>
            <a:ext cx="733449" cy="119429"/>
          </a:xfrm>
          <a:custGeom>
            <a:avLst/>
            <a:gdLst/>
            <a:ahLst/>
            <a:cxnLst/>
            <a:rect l="l" t="t" r="r" b="b"/>
            <a:pathLst>
              <a:path w="733449" h="119429">
                <a:moveTo>
                  <a:pt x="142507" y="26097"/>
                </a:moveTo>
                <a:lnTo>
                  <a:pt x="128408" y="24150"/>
                </a:lnTo>
                <a:lnTo>
                  <a:pt x="123032" y="24384"/>
                </a:lnTo>
                <a:lnTo>
                  <a:pt x="118977" y="38898"/>
                </a:lnTo>
                <a:lnTo>
                  <a:pt x="122435" y="37806"/>
                </a:lnTo>
                <a:lnTo>
                  <a:pt x="131191" y="37806"/>
                </a:lnTo>
                <a:lnTo>
                  <a:pt x="134524" y="38958"/>
                </a:lnTo>
                <a:lnTo>
                  <a:pt x="136658" y="41264"/>
                </a:lnTo>
                <a:lnTo>
                  <a:pt x="138811" y="43572"/>
                </a:lnTo>
                <a:lnTo>
                  <a:pt x="139947" y="47010"/>
                </a:lnTo>
                <a:lnTo>
                  <a:pt x="140072" y="51583"/>
                </a:lnTo>
                <a:lnTo>
                  <a:pt x="161796" y="64387"/>
                </a:lnTo>
                <a:lnTo>
                  <a:pt x="161796" y="56508"/>
                </a:lnTo>
                <a:lnTo>
                  <a:pt x="159667" y="42716"/>
                </a:lnTo>
                <a:lnTo>
                  <a:pt x="153427" y="32558"/>
                </a:lnTo>
                <a:lnTo>
                  <a:pt x="152784" y="31937"/>
                </a:lnTo>
                <a:lnTo>
                  <a:pt x="142507" y="26097"/>
                </a:lnTo>
                <a:close/>
              </a:path>
              <a:path w="733449" h="119429">
                <a:moveTo>
                  <a:pt x="217689" y="26709"/>
                </a:moveTo>
                <a:lnTo>
                  <a:pt x="214133" y="28064"/>
                </a:lnTo>
                <a:lnTo>
                  <a:pt x="210577" y="29423"/>
                </a:lnTo>
                <a:lnTo>
                  <a:pt x="206399" y="32161"/>
                </a:lnTo>
                <a:lnTo>
                  <a:pt x="201598" y="36288"/>
                </a:lnTo>
                <a:lnTo>
                  <a:pt x="201598" y="26272"/>
                </a:lnTo>
                <a:lnTo>
                  <a:pt x="179691" y="26272"/>
                </a:lnTo>
                <a:lnTo>
                  <a:pt x="179691" y="94427"/>
                </a:lnTo>
                <a:lnTo>
                  <a:pt x="201598" y="94427"/>
                </a:lnTo>
                <a:lnTo>
                  <a:pt x="201598" y="48790"/>
                </a:lnTo>
                <a:lnTo>
                  <a:pt x="204341" y="47818"/>
                </a:lnTo>
                <a:lnTo>
                  <a:pt x="206894" y="47133"/>
                </a:lnTo>
                <a:lnTo>
                  <a:pt x="209282" y="46727"/>
                </a:lnTo>
                <a:lnTo>
                  <a:pt x="211682" y="46325"/>
                </a:lnTo>
                <a:lnTo>
                  <a:pt x="214425" y="46121"/>
                </a:lnTo>
                <a:lnTo>
                  <a:pt x="218895" y="46121"/>
                </a:lnTo>
                <a:lnTo>
                  <a:pt x="220623" y="46201"/>
                </a:lnTo>
                <a:lnTo>
                  <a:pt x="222667" y="46360"/>
                </a:lnTo>
                <a:lnTo>
                  <a:pt x="224725" y="46523"/>
                </a:lnTo>
                <a:lnTo>
                  <a:pt x="226223" y="46766"/>
                </a:lnTo>
                <a:lnTo>
                  <a:pt x="227163" y="47089"/>
                </a:lnTo>
                <a:lnTo>
                  <a:pt x="229094" y="47089"/>
                </a:lnTo>
                <a:lnTo>
                  <a:pt x="229094" y="26272"/>
                </a:lnTo>
                <a:lnTo>
                  <a:pt x="228357" y="26193"/>
                </a:lnTo>
                <a:lnTo>
                  <a:pt x="227506" y="26134"/>
                </a:lnTo>
                <a:lnTo>
                  <a:pt x="226554" y="26094"/>
                </a:lnTo>
                <a:lnTo>
                  <a:pt x="225576" y="26050"/>
                </a:lnTo>
                <a:lnTo>
                  <a:pt x="224699" y="26029"/>
                </a:lnTo>
                <a:lnTo>
                  <a:pt x="220966" y="26029"/>
                </a:lnTo>
                <a:lnTo>
                  <a:pt x="217689" y="26709"/>
                </a:lnTo>
                <a:close/>
              </a:path>
              <a:path w="733449" h="119429">
                <a:moveTo>
                  <a:pt x="311986" y="26272"/>
                </a:moveTo>
                <a:lnTo>
                  <a:pt x="289355" y="26272"/>
                </a:lnTo>
                <a:lnTo>
                  <a:pt x="273734" y="73183"/>
                </a:lnTo>
                <a:lnTo>
                  <a:pt x="257923" y="26272"/>
                </a:lnTo>
                <a:lnTo>
                  <a:pt x="234859" y="26272"/>
                </a:lnTo>
                <a:lnTo>
                  <a:pt x="260958" y="94427"/>
                </a:lnTo>
                <a:lnTo>
                  <a:pt x="285697" y="94427"/>
                </a:lnTo>
                <a:lnTo>
                  <a:pt x="311986" y="26272"/>
                </a:lnTo>
                <a:close/>
              </a:path>
              <a:path w="733449" h="119429">
                <a:moveTo>
                  <a:pt x="323595" y="47173"/>
                </a:moveTo>
                <a:lnTo>
                  <a:pt x="321562" y="60746"/>
                </a:lnTo>
                <a:lnTo>
                  <a:pt x="321689" y="64319"/>
                </a:lnTo>
                <a:lnTo>
                  <a:pt x="324920" y="77229"/>
                </a:lnTo>
                <a:lnTo>
                  <a:pt x="332497" y="87019"/>
                </a:lnTo>
                <a:lnTo>
                  <a:pt x="337886" y="90699"/>
                </a:lnTo>
                <a:lnTo>
                  <a:pt x="349465" y="94860"/>
                </a:lnTo>
                <a:lnTo>
                  <a:pt x="363929" y="96246"/>
                </a:lnTo>
                <a:lnTo>
                  <a:pt x="369238" y="96246"/>
                </a:lnTo>
                <a:lnTo>
                  <a:pt x="374064" y="95801"/>
                </a:lnTo>
                <a:lnTo>
                  <a:pt x="378446" y="94912"/>
                </a:lnTo>
                <a:lnTo>
                  <a:pt x="382814" y="94019"/>
                </a:lnTo>
                <a:lnTo>
                  <a:pt x="387463" y="92585"/>
                </a:lnTo>
                <a:lnTo>
                  <a:pt x="392403" y="90601"/>
                </a:lnTo>
                <a:lnTo>
                  <a:pt x="392403" y="73064"/>
                </a:lnTo>
                <a:lnTo>
                  <a:pt x="389964" y="73064"/>
                </a:lnTo>
                <a:lnTo>
                  <a:pt x="387463" y="74964"/>
                </a:lnTo>
                <a:lnTo>
                  <a:pt x="384046" y="76746"/>
                </a:lnTo>
                <a:lnTo>
                  <a:pt x="379716" y="78407"/>
                </a:lnTo>
                <a:lnTo>
                  <a:pt x="375372" y="80064"/>
                </a:lnTo>
                <a:lnTo>
                  <a:pt x="370902" y="80892"/>
                </a:lnTo>
                <a:lnTo>
                  <a:pt x="359015" y="80892"/>
                </a:lnTo>
                <a:lnTo>
                  <a:pt x="353503" y="79479"/>
                </a:lnTo>
                <a:lnTo>
                  <a:pt x="349769" y="76647"/>
                </a:lnTo>
                <a:lnTo>
                  <a:pt x="346010" y="73813"/>
                </a:lnTo>
                <a:lnTo>
                  <a:pt x="343978" y="69725"/>
                </a:lnTo>
                <a:lnTo>
                  <a:pt x="343673" y="64387"/>
                </a:lnTo>
                <a:lnTo>
                  <a:pt x="393660" y="64387"/>
                </a:lnTo>
                <a:lnTo>
                  <a:pt x="371930" y="51583"/>
                </a:lnTo>
                <a:lnTo>
                  <a:pt x="343609" y="51583"/>
                </a:lnTo>
                <a:lnTo>
                  <a:pt x="343914" y="46766"/>
                </a:lnTo>
                <a:lnTo>
                  <a:pt x="345438" y="43268"/>
                </a:lnTo>
                <a:lnTo>
                  <a:pt x="348169" y="41081"/>
                </a:lnTo>
                <a:lnTo>
                  <a:pt x="350861" y="38898"/>
                </a:lnTo>
                <a:lnTo>
                  <a:pt x="354912" y="24385"/>
                </a:lnTo>
                <a:lnTo>
                  <a:pt x="342044" y="27435"/>
                </a:lnTo>
                <a:lnTo>
                  <a:pt x="331925" y="34011"/>
                </a:lnTo>
                <a:lnTo>
                  <a:pt x="329695" y="36354"/>
                </a:lnTo>
                <a:lnTo>
                  <a:pt x="323595" y="47173"/>
                </a:lnTo>
                <a:close/>
              </a:path>
              <a:path w="733449" h="119429">
                <a:moveTo>
                  <a:pt x="374393" y="26100"/>
                </a:moveTo>
                <a:lnTo>
                  <a:pt x="360297" y="24150"/>
                </a:lnTo>
                <a:lnTo>
                  <a:pt x="354912" y="24385"/>
                </a:lnTo>
                <a:lnTo>
                  <a:pt x="350861" y="38898"/>
                </a:lnTo>
                <a:lnTo>
                  <a:pt x="354316" y="37806"/>
                </a:lnTo>
                <a:lnTo>
                  <a:pt x="363053" y="37806"/>
                </a:lnTo>
                <a:lnTo>
                  <a:pt x="366393" y="38958"/>
                </a:lnTo>
                <a:lnTo>
                  <a:pt x="368540" y="41264"/>
                </a:lnTo>
                <a:lnTo>
                  <a:pt x="370699" y="43572"/>
                </a:lnTo>
                <a:lnTo>
                  <a:pt x="371816" y="47010"/>
                </a:lnTo>
                <a:lnTo>
                  <a:pt x="371930" y="51583"/>
                </a:lnTo>
                <a:lnTo>
                  <a:pt x="393660" y="64387"/>
                </a:lnTo>
                <a:lnTo>
                  <a:pt x="393660" y="56508"/>
                </a:lnTo>
                <a:lnTo>
                  <a:pt x="391540" y="42716"/>
                </a:lnTo>
                <a:lnTo>
                  <a:pt x="385291" y="32558"/>
                </a:lnTo>
                <a:lnTo>
                  <a:pt x="384664" y="31951"/>
                </a:lnTo>
                <a:lnTo>
                  <a:pt x="374393" y="26100"/>
                </a:lnTo>
                <a:close/>
              </a:path>
              <a:path w="733449" h="119429">
                <a:moveTo>
                  <a:pt x="449566" y="26709"/>
                </a:moveTo>
                <a:lnTo>
                  <a:pt x="445997" y="28064"/>
                </a:lnTo>
                <a:lnTo>
                  <a:pt x="442466" y="29423"/>
                </a:lnTo>
                <a:lnTo>
                  <a:pt x="438275" y="32161"/>
                </a:lnTo>
                <a:lnTo>
                  <a:pt x="433487" y="36288"/>
                </a:lnTo>
                <a:lnTo>
                  <a:pt x="433487" y="26272"/>
                </a:lnTo>
                <a:lnTo>
                  <a:pt x="411554" y="26272"/>
                </a:lnTo>
                <a:lnTo>
                  <a:pt x="411554" y="94427"/>
                </a:lnTo>
                <a:lnTo>
                  <a:pt x="433487" y="94427"/>
                </a:lnTo>
                <a:lnTo>
                  <a:pt x="433487" y="48790"/>
                </a:lnTo>
                <a:lnTo>
                  <a:pt x="436231" y="47818"/>
                </a:lnTo>
                <a:lnTo>
                  <a:pt x="438783" y="47133"/>
                </a:lnTo>
                <a:lnTo>
                  <a:pt x="441171" y="46727"/>
                </a:lnTo>
                <a:lnTo>
                  <a:pt x="443546" y="46325"/>
                </a:lnTo>
                <a:lnTo>
                  <a:pt x="446289" y="46121"/>
                </a:lnTo>
                <a:lnTo>
                  <a:pt x="450772" y="46121"/>
                </a:lnTo>
                <a:lnTo>
                  <a:pt x="452487" y="46201"/>
                </a:lnTo>
                <a:lnTo>
                  <a:pt x="454557" y="46360"/>
                </a:lnTo>
                <a:lnTo>
                  <a:pt x="456614" y="46523"/>
                </a:lnTo>
                <a:lnTo>
                  <a:pt x="458113" y="46766"/>
                </a:lnTo>
                <a:lnTo>
                  <a:pt x="459027" y="47089"/>
                </a:lnTo>
                <a:lnTo>
                  <a:pt x="460983" y="47089"/>
                </a:lnTo>
                <a:lnTo>
                  <a:pt x="460983" y="26272"/>
                </a:lnTo>
                <a:lnTo>
                  <a:pt x="460246" y="26193"/>
                </a:lnTo>
                <a:lnTo>
                  <a:pt x="459395" y="26134"/>
                </a:lnTo>
                <a:lnTo>
                  <a:pt x="458417" y="26094"/>
                </a:lnTo>
                <a:lnTo>
                  <a:pt x="457465" y="26050"/>
                </a:lnTo>
                <a:lnTo>
                  <a:pt x="456589" y="26029"/>
                </a:lnTo>
                <a:lnTo>
                  <a:pt x="452829" y="26029"/>
                </a:lnTo>
                <a:lnTo>
                  <a:pt x="449566" y="26709"/>
                </a:lnTo>
                <a:close/>
              </a:path>
              <a:path w="733449" h="119429">
                <a:moveTo>
                  <a:pt x="566126" y="0"/>
                </a:moveTo>
                <a:lnTo>
                  <a:pt x="543253" y="0"/>
                </a:lnTo>
                <a:lnTo>
                  <a:pt x="538225" y="6312"/>
                </a:lnTo>
                <a:lnTo>
                  <a:pt x="531216" y="17085"/>
                </a:lnTo>
                <a:lnTo>
                  <a:pt x="525994" y="28093"/>
                </a:lnTo>
                <a:lnTo>
                  <a:pt x="523894" y="34255"/>
                </a:lnTo>
                <a:lnTo>
                  <a:pt x="521253" y="46558"/>
                </a:lnTo>
                <a:lnTo>
                  <a:pt x="520368" y="59714"/>
                </a:lnTo>
                <a:lnTo>
                  <a:pt x="520616" y="66775"/>
                </a:lnTo>
                <a:lnTo>
                  <a:pt x="522431" y="79480"/>
                </a:lnTo>
                <a:lnTo>
                  <a:pt x="525994" y="91330"/>
                </a:lnTo>
                <a:lnTo>
                  <a:pt x="528894" y="97925"/>
                </a:lnTo>
                <a:lnTo>
                  <a:pt x="535181" y="108794"/>
                </a:lnTo>
                <a:lnTo>
                  <a:pt x="543253" y="119429"/>
                </a:lnTo>
                <a:lnTo>
                  <a:pt x="566126" y="119429"/>
                </a:lnTo>
                <a:lnTo>
                  <a:pt x="566126" y="117668"/>
                </a:lnTo>
                <a:lnTo>
                  <a:pt x="562900" y="114796"/>
                </a:lnTo>
                <a:lnTo>
                  <a:pt x="559751" y="111408"/>
                </a:lnTo>
                <a:lnTo>
                  <a:pt x="556703" y="107502"/>
                </a:lnTo>
                <a:lnTo>
                  <a:pt x="553655" y="103598"/>
                </a:lnTo>
                <a:lnTo>
                  <a:pt x="550912" y="99258"/>
                </a:lnTo>
                <a:lnTo>
                  <a:pt x="548473" y="94485"/>
                </a:lnTo>
                <a:lnTo>
                  <a:pt x="545971" y="89470"/>
                </a:lnTo>
                <a:lnTo>
                  <a:pt x="543977" y="84152"/>
                </a:lnTo>
                <a:lnTo>
                  <a:pt x="542491" y="78526"/>
                </a:lnTo>
                <a:lnTo>
                  <a:pt x="541018" y="72900"/>
                </a:lnTo>
                <a:lnTo>
                  <a:pt x="540282" y="66630"/>
                </a:lnTo>
                <a:lnTo>
                  <a:pt x="540282" y="53077"/>
                </a:lnTo>
                <a:lnTo>
                  <a:pt x="541031" y="46826"/>
                </a:lnTo>
                <a:lnTo>
                  <a:pt x="542568" y="40962"/>
                </a:lnTo>
                <a:lnTo>
                  <a:pt x="544079" y="35093"/>
                </a:lnTo>
                <a:lnTo>
                  <a:pt x="546060" y="29756"/>
                </a:lnTo>
                <a:lnTo>
                  <a:pt x="548473" y="24938"/>
                </a:lnTo>
                <a:lnTo>
                  <a:pt x="551039" y="19922"/>
                </a:lnTo>
                <a:lnTo>
                  <a:pt x="553794" y="15542"/>
                </a:lnTo>
                <a:lnTo>
                  <a:pt x="556766" y="11802"/>
                </a:lnTo>
                <a:lnTo>
                  <a:pt x="559738" y="8056"/>
                </a:lnTo>
                <a:lnTo>
                  <a:pt x="562862" y="4712"/>
                </a:lnTo>
                <a:lnTo>
                  <a:pt x="566126" y="1756"/>
                </a:lnTo>
                <a:lnTo>
                  <a:pt x="566126" y="0"/>
                </a:lnTo>
                <a:close/>
              </a:path>
              <a:path w="733449" h="119429">
                <a:moveTo>
                  <a:pt x="615047" y="59590"/>
                </a:moveTo>
                <a:lnTo>
                  <a:pt x="642872" y="76160"/>
                </a:lnTo>
                <a:lnTo>
                  <a:pt x="649171" y="94427"/>
                </a:lnTo>
                <a:lnTo>
                  <a:pt x="673251" y="94427"/>
                </a:lnTo>
                <a:lnTo>
                  <a:pt x="639875" y="4062"/>
                </a:lnTo>
                <a:lnTo>
                  <a:pt x="613053" y="4062"/>
                </a:lnTo>
                <a:lnTo>
                  <a:pt x="579664" y="94427"/>
                </a:lnTo>
                <a:lnTo>
                  <a:pt x="603159" y="94427"/>
                </a:lnTo>
                <a:lnTo>
                  <a:pt x="609446" y="76160"/>
                </a:lnTo>
                <a:lnTo>
                  <a:pt x="642872" y="76160"/>
                </a:lnTo>
                <a:lnTo>
                  <a:pt x="615047" y="59590"/>
                </a:lnTo>
                <a:lnTo>
                  <a:pt x="626172" y="27221"/>
                </a:lnTo>
                <a:lnTo>
                  <a:pt x="637297" y="59590"/>
                </a:lnTo>
                <a:lnTo>
                  <a:pt x="615047" y="59590"/>
                </a:lnTo>
                <a:close/>
              </a:path>
              <a:path w="733449" h="119429">
                <a:moveTo>
                  <a:pt x="710563" y="119429"/>
                </a:moveTo>
                <a:lnTo>
                  <a:pt x="715609" y="113109"/>
                </a:lnTo>
                <a:lnTo>
                  <a:pt x="722618" y="102336"/>
                </a:lnTo>
                <a:lnTo>
                  <a:pt x="727835" y="91330"/>
                </a:lnTo>
                <a:lnTo>
                  <a:pt x="729933" y="85174"/>
                </a:lnTo>
                <a:lnTo>
                  <a:pt x="732568" y="72871"/>
                </a:lnTo>
                <a:lnTo>
                  <a:pt x="733449" y="59714"/>
                </a:lnTo>
                <a:lnTo>
                  <a:pt x="733202" y="52651"/>
                </a:lnTo>
                <a:lnTo>
                  <a:pt x="731393" y="39945"/>
                </a:lnTo>
                <a:lnTo>
                  <a:pt x="727835" y="28093"/>
                </a:lnTo>
                <a:lnTo>
                  <a:pt x="724936" y="21497"/>
                </a:lnTo>
                <a:lnTo>
                  <a:pt x="718651" y="10632"/>
                </a:lnTo>
                <a:lnTo>
                  <a:pt x="710563" y="0"/>
                </a:lnTo>
                <a:lnTo>
                  <a:pt x="687691" y="0"/>
                </a:lnTo>
                <a:lnTo>
                  <a:pt x="687691" y="1756"/>
                </a:lnTo>
                <a:lnTo>
                  <a:pt x="690967" y="4712"/>
                </a:lnTo>
                <a:lnTo>
                  <a:pt x="694079" y="8056"/>
                </a:lnTo>
                <a:lnTo>
                  <a:pt x="697076" y="11802"/>
                </a:lnTo>
                <a:lnTo>
                  <a:pt x="700035" y="15542"/>
                </a:lnTo>
                <a:lnTo>
                  <a:pt x="702804" y="19922"/>
                </a:lnTo>
                <a:lnTo>
                  <a:pt x="705344" y="24938"/>
                </a:lnTo>
                <a:lnTo>
                  <a:pt x="707782" y="29756"/>
                </a:lnTo>
                <a:lnTo>
                  <a:pt x="709750" y="35093"/>
                </a:lnTo>
                <a:lnTo>
                  <a:pt x="711274" y="40962"/>
                </a:lnTo>
                <a:lnTo>
                  <a:pt x="712773" y="46826"/>
                </a:lnTo>
                <a:lnTo>
                  <a:pt x="713548" y="53077"/>
                </a:lnTo>
                <a:lnTo>
                  <a:pt x="713548" y="66630"/>
                </a:lnTo>
                <a:lnTo>
                  <a:pt x="712798" y="72900"/>
                </a:lnTo>
                <a:lnTo>
                  <a:pt x="711338" y="78526"/>
                </a:lnTo>
                <a:lnTo>
                  <a:pt x="709852" y="84152"/>
                </a:lnTo>
                <a:lnTo>
                  <a:pt x="707858" y="89470"/>
                </a:lnTo>
                <a:lnTo>
                  <a:pt x="705344" y="94485"/>
                </a:lnTo>
                <a:lnTo>
                  <a:pt x="702969" y="99302"/>
                </a:lnTo>
                <a:lnTo>
                  <a:pt x="700238" y="103648"/>
                </a:lnTo>
                <a:lnTo>
                  <a:pt x="697152" y="107533"/>
                </a:lnTo>
                <a:lnTo>
                  <a:pt x="694079" y="111417"/>
                </a:lnTo>
                <a:lnTo>
                  <a:pt x="690929" y="114796"/>
                </a:lnTo>
                <a:lnTo>
                  <a:pt x="687691" y="117668"/>
                </a:lnTo>
                <a:lnTo>
                  <a:pt x="687691" y="119429"/>
                </a:lnTo>
                <a:lnTo>
                  <a:pt x="710563" y="119429"/>
                </a:lnTo>
                <a:close/>
              </a:path>
              <a:path w="733449" h="119429">
                <a:moveTo>
                  <a:pt x="77256" y="66024"/>
                </a:moveTo>
                <a:lnTo>
                  <a:pt x="77256" y="59794"/>
                </a:lnTo>
                <a:lnTo>
                  <a:pt x="75604" y="54729"/>
                </a:lnTo>
                <a:lnTo>
                  <a:pt x="72304" y="50824"/>
                </a:lnTo>
                <a:lnTo>
                  <a:pt x="69010" y="46920"/>
                </a:lnTo>
                <a:lnTo>
                  <a:pt x="63901" y="43835"/>
                </a:lnTo>
                <a:lnTo>
                  <a:pt x="56981" y="41567"/>
                </a:lnTo>
                <a:lnTo>
                  <a:pt x="53463" y="40436"/>
                </a:lnTo>
                <a:lnTo>
                  <a:pt x="50173" y="39543"/>
                </a:lnTo>
                <a:lnTo>
                  <a:pt x="47123" y="38898"/>
                </a:lnTo>
                <a:lnTo>
                  <a:pt x="44067" y="38248"/>
                </a:lnTo>
                <a:lnTo>
                  <a:pt x="40882" y="37584"/>
                </a:lnTo>
                <a:lnTo>
                  <a:pt x="37564" y="36894"/>
                </a:lnTo>
                <a:lnTo>
                  <a:pt x="32508" y="35843"/>
                </a:lnTo>
                <a:lnTo>
                  <a:pt x="29065" y="34682"/>
                </a:lnTo>
                <a:lnTo>
                  <a:pt x="27245" y="33407"/>
                </a:lnTo>
                <a:lnTo>
                  <a:pt x="25429" y="32132"/>
                </a:lnTo>
                <a:lnTo>
                  <a:pt x="24516" y="30300"/>
                </a:lnTo>
                <a:lnTo>
                  <a:pt x="24516" y="26337"/>
                </a:lnTo>
                <a:lnTo>
                  <a:pt x="25082" y="24928"/>
                </a:lnTo>
                <a:lnTo>
                  <a:pt x="26212" y="23698"/>
                </a:lnTo>
                <a:lnTo>
                  <a:pt x="27349" y="22462"/>
                </a:lnTo>
                <a:lnTo>
                  <a:pt x="28703" y="21540"/>
                </a:lnTo>
                <a:lnTo>
                  <a:pt x="30280" y="20934"/>
                </a:lnTo>
                <a:lnTo>
                  <a:pt x="32062" y="20205"/>
                </a:lnTo>
                <a:lnTo>
                  <a:pt x="33912" y="19709"/>
                </a:lnTo>
                <a:lnTo>
                  <a:pt x="35831" y="19446"/>
                </a:lnTo>
                <a:lnTo>
                  <a:pt x="37757" y="19183"/>
                </a:lnTo>
                <a:lnTo>
                  <a:pt x="39687" y="19055"/>
                </a:lnTo>
                <a:lnTo>
                  <a:pt x="47133" y="19055"/>
                </a:lnTo>
                <a:lnTo>
                  <a:pt x="52520" y="20036"/>
                </a:lnTo>
                <a:lnTo>
                  <a:pt x="57804" y="21996"/>
                </a:lnTo>
                <a:lnTo>
                  <a:pt x="63083" y="23961"/>
                </a:lnTo>
                <a:lnTo>
                  <a:pt x="67542" y="26396"/>
                </a:lnTo>
                <a:lnTo>
                  <a:pt x="71183" y="29309"/>
                </a:lnTo>
                <a:lnTo>
                  <a:pt x="73668" y="29309"/>
                </a:lnTo>
                <a:lnTo>
                  <a:pt x="73668" y="8492"/>
                </a:lnTo>
                <a:lnTo>
                  <a:pt x="69423" y="6751"/>
                </a:lnTo>
                <a:lnTo>
                  <a:pt x="64397" y="5308"/>
                </a:lnTo>
                <a:lnTo>
                  <a:pt x="58592" y="4156"/>
                </a:lnTo>
                <a:lnTo>
                  <a:pt x="52788" y="3001"/>
                </a:lnTo>
                <a:lnTo>
                  <a:pt x="46909" y="2425"/>
                </a:lnTo>
                <a:lnTo>
                  <a:pt x="40962" y="2425"/>
                </a:lnTo>
                <a:lnTo>
                  <a:pt x="35495" y="2625"/>
                </a:lnTo>
                <a:lnTo>
                  <a:pt x="22533" y="5102"/>
                </a:lnTo>
                <a:lnTo>
                  <a:pt x="11860" y="10407"/>
                </a:lnTo>
                <a:lnTo>
                  <a:pt x="4320" y="15726"/>
                </a:lnTo>
                <a:lnTo>
                  <a:pt x="544" y="22592"/>
                </a:lnTo>
                <a:lnTo>
                  <a:pt x="544" y="37277"/>
                </a:lnTo>
                <a:lnTo>
                  <a:pt x="2217" y="42529"/>
                </a:lnTo>
                <a:lnTo>
                  <a:pt x="5551" y="46756"/>
                </a:lnTo>
                <a:lnTo>
                  <a:pt x="8890" y="50982"/>
                </a:lnTo>
                <a:lnTo>
                  <a:pt x="14361" y="54331"/>
                </a:lnTo>
                <a:lnTo>
                  <a:pt x="21967" y="56798"/>
                </a:lnTo>
                <a:lnTo>
                  <a:pt x="25285" y="57894"/>
                </a:lnTo>
                <a:lnTo>
                  <a:pt x="28837" y="58792"/>
                </a:lnTo>
                <a:lnTo>
                  <a:pt x="32617" y="59502"/>
                </a:lnTo>
                <a:lnTo>
                  <a:pt x="36403" y="60210"/>
                </a:lnTo>
                <a:lnTo>
                  <a:pt x="39989" y="60970"/>
                </a:lnTo>
                <a:lnTo>
                  <a:pt x="43388" y="61777"/>
                </a:lnTo>
                <a:lnTo>
                  <a:pt x="46626" y="62547"/>
                </a:lnTo>
                <a:lnTo>
                  <a:pt x="49082" y="63648"/>
                </a:lnTo>
                <a:lnTo>
                  <a:pt x="50764" y="65082"/>
                </a:lnTo>
                <a:lnTo>
                  <a:pt x="52442" y="66521"/>
                </a:lnTo>
                <a:lnTo>
                  <a:pt x="53285" y="68228"/>
                </a:lnTo>
                <a:lnTo>
                  <a:pt x="53285" y="72355"/>
                </a:lnTo>
                <a:lnTo>
                  <a:pt x="52705" y="73972"/>
                </a:lnTo>
                <a:lnTo>
                  <a:pt x="51553" y="75068"/>
                </a:lnTo>
                <a:lnTo>
                  <a:pt x="50397" y="76160"/>
                </a:lnTo>
                <a:lnTo>
                  <a:pt x="48934" y="77068"/>
                </a:lnTo>
                <a:lnTo>
                  <a:pt x="47153" y="77797"/>
                </a:lnTo>
                <a:lnTo>
                  <a:pt x="45694" y="78362"/>
                </a:lnTo>
                <a:lnTo>
                  <a:pt x="43815" y="78769"/>
                </a:lnTo>
                <a:lnTo>
                  <a:pt x="41507" y="79013"/>
                </a:lnTo>
                <a:lnTo>
                  <a:pt x="39206" y="79255"/>
                </a:lnTo>
                <a:lnTo>
                  <a:pt x="37340" y="79375"/>
                </a:lnTo>
                <a:lnTo>
                  <a:pt x="30425" y="79375"/>
                </a:lnTo>
                <a:lnTo>
                  <a:pt x="24690" y="78342"/>
                </a:lnTo>
                <a:lnTo>
                  <a:pt x="18722" y="76278"/>
                </a:lnTo>
                <a:lnTo>
                  <a:pt x="12754" y="74220"/>
                </a:lnTo>
                <a:lnTo>
                  <a:pt x="7362" y="71263"/>
                </a:lnTo>
                <a:lnTo>
                  <a:pt x="2548" y="67419"/>
                </a:lnTo>
                <a:lnTo>
                  <a:pt x="0" y="67419"/>
                </a:lnTo>
                <a:lnTo>
                  <a:pt x="0" y="89087"/>
                </a:lnTo>
                <a:lnTo>
                  <a:pt x="4856" y="91107"/>
                </a:lnTo>
                <a:lnTo>
                  <a:pt x="10064" y="92779"/>
                </a:lnTo>
                <a:lnTo>
                  <a:pt x="15626" y="94094"/>
                </a:lnTo>
                <a:lnTo>
                  <a:pt x="21192" y="95408"/>
                </a:lnTo>
                <a:lnTo>
                  <a:pt x="27711" y="96064"/>
                </a:lnTo>
                <a:lnTo>
                  <a:pt x="35196" y="96064"/>
                </a:lnTo>
                <a:lnTo>
                  <a:pt x="42732" y="95721"/>
                </a:lnTo>
                <a:lnTo>
                  <a:pt x="55622" y="93048"/>
                </a:lnTo>
                <a:lnTo>
                  <a:pt x="65935" y="87718"/>
                </a:lnTo>
                <a:lnTo>
                  <a:pt x="73480" y="82157"/>
                </a:lnTo>
                <a:lnTo>
                  <a:pt x="77256" y="74924"/>
                </a:lnTo>
                <a:lnTo>
                  <a:pt x="77256" y="66024"/>
                </a:lnTo>
                <a:close/>
              </a:path>
              <a:path w="733449" h="119429">
                <a:moveTo>
                  <a:pt x="91723" y="47171"/>
                </a:moveTo>
                <a:lnTo>
                  <a:pt x="89693" y="60746"/>
                </a:lnTo>
                <a:lnTo>
                  <a:pt x="89819" y="64314"/>
                </a:lnTo>
                <a:lnTo>
                  <a:pt x="93042" y="77227"/>
                </a:lnTo>
                <a:lnTo>
                  <a:pt x="100617" y="87019"/>
                </a:lnTo>
                <a:lnTo>
                  <a:pt x="106006" y="90697"/>
                </a:lnTo>
                <a:lnTo>
                  <a:pt x="117584" y="94859"/>
                </a:lnTo>
                <a:lnTo>
                  <a:pt x="132044" y="96246"/>
                </a:lnTo>
                <a:lnTo>
                  <a:pt x="137347" y="96246"/>
                </a:lnTo>
                <a:lnTo>
                  <a:pt x="142187" y="95801"/>
                </a:lnTo>
                <a:lnTo>
                  <a:pt x="146556" y="94912"/>
                </a:lnTo>
                <a:lnTo>
                  <a:pt x="150925" y="94019"/>
                </a:lnTo>
                <a:lnTo>
                  <a:pt x="155573" y="92585"/>
                </a:lnTo>
                <a:lnTo>
                  <a:pt x="160514" y="90601"/>
                </a:lnTo>
                <a:lnTo>
                  <a:pt x="160514" y="73064"/>
                </a:lnTo>
                <a:lnTo>
                  <a:pt x="158101" y="73064"/>
                </a:lnTo>
                <a:lnTo>
                  <a:pt x="155573" y="74964"/>
                </a:lnTo>
                <a:lnTo>
                  <a:pt x="152157" y="76746"/>
                </a:lnTo>
                <a:lnTo>
                  <a:pt x="147839" y="78407"/>
                </a:lnTo>
                <a:lnTo>
                  <a:pt x="143508" y="80064"/>
                </a:lnTo>
                <a:lnTo>
                  <a:pt x="139034" y="80892"/>
                </a:lnTo>
                <a:lnTo>
                  <a:pt x="127128" y="80892"/>
                </a:lnTo>
                <a:lnTo>
                  <a:pt x="121621" y="79479"/>
                </a:lnTo>
                <a:lnTo>
                  <a:pt x="117881" y="76647"/>
                </a:lnTo>
                <a:lnTo>
                  <a:pt x="114146" y="73813"/>
                </a:lnTo>
                <a:lnTo>
                  <a:pt x="112111" y="69725"/>
                </a:lnTo>
                <a:lnTo>
                  <a:pt x="111789" y="64387"/>
                </a:lnTo>
                <a:lnTo>
                  <a:pt x="161796" y="64387"/>
                </a:lnTo>
                <a:lnTo>
                  <a:pt x="140072" y="51583"/>
                </a:lnTo>
                <a:lnTo>
                  <a:pt x="111724" y="51583"/>
                </a:lnTo>
                <a:lnTo>
                  <a:pt x="112052" y="46766"/>
                </a:lnTo>
                <a:lnTo>
                  <a:pt x="113555" y="43268"/>
                </a:lnTo>
                <a:lnTo>
                  <a:pt x="116278" y="41081"/>
                </a:lnTo>
                <a:lnTo>
                  <a:pt x="118977" y="38898"/>
                </a:lnTo>
                <a:lnTo>
                  <a:pt x="123032" y="24384"/>
                </a:lnTo>
                <a:lnTo>
                  <a:pt x="110162" y="27435"/>
                </a:lnTo>
                <a:lnTo>
                  <a:pt x="100041" y="34011"/>
                </a:lnTo>
                <a:lnTo>
                  <a:pt x="97816" y="36350"/>
                </a:lnTo>
                <a:lnTo>
                  <a:pt x="91723" y="471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771637" y="3594373"/>
            <a:ext cx="225535" cy="79249"/>
          </a:xfrm>
          <a:custGeom>
            <a:avLst/>
            <a:gdLst/>
            <a:ahLst/>
            <a:cxnLst/>
            <a:rect l="l" t="t" r="r" b="b"/>
            <a:pathLst>
              <a:path w="225535" h="79249">
                <a:moveTo>
                  <a:pt x="0" y="79249"/>
                </a:moveTo>
                <a:lnTo>
                  <a:pt x="225535" y="38862"/>
                </a:lnTo>
                <a:lnTo>
                  <a:pt x="225535" y="0"/>
                </a:lnTo>
                <a:lnTo>
                  <a:pt x="0" y="39624"/>
                </a:lnTo>
                <a:lnTo>
                  <a:pt x="0" y="79249"/>
                </a:lnTo>
                <a:close/>
              </a:path>
            </a:pathLst>
          </a:custGeom>
          <a:ln w="761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776210" y="3595916"/>
            <a:ext cx="216395" cy="59423"/>
          </a:xfrm>
          <a:custGeom>
            <a:avLst/>
            <a:gdLst/>
            <a:ahLst/>
            <a:cxnLst/>
            <a:rect l="l" t="t" r="r" b="b"/>
            <a:pathLst>
              <a:path w="216395" h="59423">
                <a:moveTo>
                  <a:pt x="0" y="59423"/>
                </a:moveTo>
                <a:lnTo>
                  <a:pt x="216395" y="19799"/>
                </a:lnTo>
                <a:lnTo>
                  <a:pt x="216395" y="0"/>
                </a:lnTo>
                <a:lnTo>
                  <a:pt x="0" y="38087"/>
                </a:lnTo>
                <a:lnTo>
                  <a:pt x="0" y="594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771637" y="3629431"/>
            <a:ext cx="225539" cy="44196"/>
          </a:xfrm>
          <a:custGeom>
            <a:avLst/>
            <a:gdLst/>
            <a:ahLst/>
            <a:cxnLst/>
            <a:rect l="l" t="t" r="r" b="b"/>
            <a:pathLst>
              <a:path w="225539" h="44196">
                <a:moveTo>
                  <a:pt x="0" y="44196"/>
                </a:moveTo>
                <a:lnTo>
                  <a:pt x="225539" y="3048"/>
                </a:lnTo>
                <a:lnTo>
                  <a:pt x="220967" y="0"/>
                </a:lnTo>
                <a:lnTo>
                  <a:pt x="0" y="39624"/>
                </a:lnTo>
                <a:lnTo>
                  <a:pt x="0" y="44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764017" y="3696484"/>
            <a:ext cx="242298" cy="42672"/>
          </a:xfrm>
          <a:custGeom>
            <a:avLst/>
            <a:gdLst/>
            <a:ahLst/>
            <a:cxnLst/>
            <a:rect l="l" t="t" r="r" b="b"/>
            <a:pathLst>
              <a:path w="242298" h="42672">
                <a:moveTo>
                  <a:pt x="0" y="42672"/>
                </a:moveTo>
                <a:lnTo>
                  <a:pt x="242298" y="0"/>
                </a:lnTo>
              </a:path>
            </a:pathLst>
          </a:custGeom>
          <a:ln w="7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764017" y="3524281"/>
            <a:ext cx="242298" cy="42672"/>
          </a:xfrm>
          <a:custGeom>
            <a:avLst/>
            <a:gdLst/>
            <a:ahLst/>
            <a:cxnLst/>
            <a:rect l="l" t="t" r="r" b="b"/>
            <a:pathLst>
              <a:path w="242298" h="42672">
                <a:moveTo>
                  <a:pt x="0" y="42672"/>
                </a:moveTo>
                <a:lnTo>
                  <a:pt x="242298" y="0"/>
                </a:lnTo>
              </a:path>
            </a:pathLst>
          </a:custGeom>
          <a:ln w="7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768589" y="3565430"/>
            <a:ext cx="0" cy="173726"/>
          </a:xfrm>
          <a:custGeom>
            <a:avLst/>
            <a:gdLst/>
            <a:ahLst/>
            <a:cxnLst/>
            <a:rect l="l" t="t" r="r" b="b"/>
            <a:pathLst>
              <a:path h="173726">
                <a:moveTo>
                  <a:pt x="0" y="0"/>
                </a:moveTo>
                <a:lnTo>
                  <a:pt x="0" y="173726"/>
                </a:lnTo>
              </a:path>
            </a:pathLst>
          </a:custGeom>
          <a:ln w="7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421143" y="3275876"/>
            <a:ext cx="603465" cy="9387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419238" y="3273971"/>
            <a:ext cx="611949" cy="943410"/>
          </a:xfrm>
          <a:custGeom>
            <a:avLst/>
            <a:gdLst/>
            <a:ahLst/>
            <a:cxnLst/>
            <a:rect l="l" t="t" r="r" b="b"/>
            <a:pathLst>
              <a:path w="611949" h="943410">
                <a:moveTo>
                  <a:pt x="7593" y="804660"/>
                </a:moveTo>
                <a:lnTo>
                  <a:pt x="8000" y="806931"/>
                </a:lnTo>
                <a:lnTo>
                  <a:pt x="8331" y="807610"/>
                </a:lnTo>
                <a:lnTo>
                  <a:pt x="12388" y="812781"/>
                </a:lnTo>
                <a:lnTo>
                  <a:pt x="8241" y="807251"/>
                </a:lnTo>
                <a:lnTo>
                  <a:pt x="7607" y="804758"/>
                </a:lnTo>
                <a:close/>
              </a:path>
              <a:path w="611949" h="943410">
                <a:moveTo>
                  <a:pt x="20383" y="49987"/>
                </a:moveTo>
                <a:lnTo>
                  <a:pt x="15799" y="56875"/>
                </a:lnTo>
                <a:lnTo>
                  <a:pt x="15557" y="57238"/>
                </a:lnTo>
                <a:lnTo>
                  <a:pt x="15011" y="61493"/>
                </a:lnTo>
                <a:lnTo>
                  <a:pt x="14312" y="62217"/>
                </a:lnTo>
                <a:lnTo>
                  <a:pt x="11912" y="59207"/>
                </a:lnTo>
                <a:lnTo>
                  <a:pt x="7073" y="68084"/>
                </a:lnTo>
                <a:lnTo>
                  <a:pt x="6743" y="77254"/>
                </a:lnTo>
                <a:lnTo>
                  <a:pt x="10464" y="69811"/>
                </a:lnTo>
                <a:lnTo>
                  <a:pt x="14764" y="61945"/>
                </a:lnTo>
                <a:lnTo>
                  <a:pt x="18491" y="59702"/>
                </a:lnTo>
                <a:lnTo>
                  <a:pt x="16167" y="56654"/>
                </a:lnTo>
                <a:lnTo>
                  <a:pt x="20383" y="49987"/>
                </a:lnTo>
                <a:close/>
              </a:path>
              <a:path w="611949" h="943410">
                <a:moveTo>
                  <a:pt x="14452" y="818728"/>
                </a:moveTo>
                <a:lnTo>
                  <a:pt x="12573" y="813027"/>
                </a:lnTo>
                <a:lnTo>
                  <a:pt x="12103" y="812591"/>
                </a:lnTo>
                <a:lnTo>
                  <a:pt x="9715" y="815577"/>
                </a:lnTo>
                <a:lnTo>
                  <a:pt x="14476" y="818746"/>
                </a:lnTo>
                <a:close/>
              </a:path>
              <a:path w="611949" h="943410">
                <a:moveTo>
                  <a:pt x="15557" y="57238"/>
                </a:moveTo>
                <a:lnTo>
                  <a:pt x="15799" y="56875"/>
                </a:lnTo>
                <a:lnTo>
                  <a:pt x="11912" y="59207"/>
                </a:lnTo>
                <a:lnTo>
                  <a:pt x="14312" y="62217"/>
                </a:lnTo>
                <a:lnTo>
                  <a:pt x="15011" y="61493"/>
                </a:lnTo>
                <a:lnTo>
                  <a:pt x="15557" y="57238"/>
                </a:lnTo>
                <a:close/>
              </a:path>
              <a:path w="611949" h="943410">
                <a:moveTo>
                  <a:pt x="23403" y="820865"/>
                </a:moveTo>
                <a:lnTo>
                  <a:pt x="16738" y="815676"/>
                </a:lnTo>
                <a:lnTo>
                  <a:pt x="14566" y="818807"/>
                </a:lnTo>
                <a:lnTo>
                  <a:pt x="21539" y="824243"/>
                </a:lnTo>
                <a:lnTo>
                  <a:pt x="183349" y="884539"/>
                </a:lnTo>
                <a:lnTo>
                  <a:pt x="342150" y="943410"/>
                </a:lnTo>
                <a:lnTo>
                  <a:pt x="340868" y="938876"/>
                </a:lnTo>
                <a:lnTo>
                  <a:pt x="332986" y="183229"/>
                </a:lnTo>
                <a:lnTo>
                  <a:pt x="332968" y="181711"/>
                </a:lnTo>
                <a:lnTo>
                  <a:pt x="598779" y="116567"/>
                </a:lnTo>
                <a:lnTo>
                  <a:pt x="329145" y="180225"/>
                </a:lnTo>
                <a:lnTo>
                  <a:pt x="331508" y="183578"/>
                </a:lnTo>
                <a:lnTo>
                  <a:pt x="338269" y="937913"/>
                </a:lnTo>
                <a:lnTo>
                  <a:pt x="338302" y="940687"/>
                </a:lnTo>
                <a:lnTo>
                  <a:pt x="184670" y="880963"/>
                </a:lnTo>
                <a:lnTo>
                  <a:pt x="23647" y="821054"/>
                </a:lnTo>
                <a:lnTo>
                  <a:pt x="23139" y="820766"/>
                </a:lnTo>
                <a:lnTo>
                  <a:pt x="23403" y="820865"/>
                </a:lnTo>
                <a:close/>
              </a:path>
              <a:path w="611949" h="943410">
                <a:moveTo>
                  <a:pt x="23647" y="821054"/>
                </a:moveTo>
                <a:lnTo>
                  <a:pt x="184670" y="880963"/>
                </a:lnTo>
                <a:lnTo>
                  <a:pt x="23403" y="820865"/>
                </a:lnTo>
                <a:lnTo>
                  <a:pt x="23139" y="820766"/>
                </a:lnTo>
                <a:lnTo>
                  <a:pt x="23647" y="821054"/>
                </a:lnTo>
                <a:close/>
              </a:path>
              <a:path w="611949" h="943410">
                <a:moveTo>
                  <a:pt x="20383" y="49987"/>
                </a:moveTo>
                <a:lnTo>
                  <a:pt x="16167" y="56654"/>
                </a:lnTo>
                <a:lnTo>
                  <a:pt x="18491" y="59702"/>
                </a:lnTo>
                <a:lnTo>
                  <a:pt x="22644" y="53098"/>
                </a:lnTo>
                <a:lnTo>
                  <a:pt x="27660" y="45961"/>
                </a:lnTo>
                <a:lnTo>
                  <a:pt x="20383" y="49987"/>
                </a:lnTo>
                <a:close/>
              </a:path>
              <a:path w="611949" h="943410">
                <a:moveTo>
                  <a:pt x="37631" y="44860"/>
                </a:moveTo>
                <a:lnTo>
                  <a:pt x="49504" y="42633"/>
                </a:lnTo>
                <a:lnTo>
                  <a:pt x="37871" y="44729"/>
                </a:lnTo>
                <a:lnTo>
                  <a:pt x="37312" y="44919"/>
                </a:lnTo>
                <a:lnTo>
                  <a:pt x="29502" y="49288"/>
                </a:lnTo>
                <a:lnTo>
                  <a:pt x="37631" y="44860"/>
                </a:lnTo>
                <a:close/>
              </a:path>
              <a:path w="611949" h="943410">
                <a:moveTo>
                  <a:pt x="265714" y="4568"/>
                </a:moveTo>
                <a:lnTo>
                  <a:pt x="276216" y="3818"/>
                </a:lnTo>
                <a:lnTo>
                  <a:pt x="265849" y="4546"/>
                </a:lnTo>
                <a:lnTo>
                  <a:pt x="265671" y="4571"/>
                </a:lnTo>
                <a:lnTo>
                  <a:pt x="141706" y="25107"/>
                </a:lnTo>
                <a:lnTo>
                  <a:pt x="265714" y="4568"/>
                </a:lnTo>
                <a:close/>
              </a:path>
              <a:path w="611949" h="943410">
                <a:moveTo>
                  <a:pt x="276339" y="3809"/>
                </a:moveTo>
                <a:lnTo>
                  <a:pt x="287108" y="4495"/>
                </a:lnTo>
                <a:lnTo>
                  <a:pt x="287959" y="774"/>
                </a:lnTo>
                <a:lnTo>
                  <a:pt x="276212" y="0"/>
                </a:lnTo>
                <a:lnTo>
                  <a:pt x="276085" y="3809"/>
                </a:lnTo>
                <a:lnTo>
                  <a:pt x="276339" y="3809"/>
                </a:lnTo>
                <a:close/>
              </a:path>
              <a:path w="611949" h="943410">
                <a:moveTo>
                  <a:pt x="322021" y="14363"/>
                </a:moveTo>
                <a:lnTo>
                  <a:pt x="322173" y="14414"/>
                </a:lnTo>
                <a:lnTo>
                  <a:pt x="323278" y="10756"/>
                </a:lnTo>
                <a:lnTo>
                  <a:pt x="304152" y="5397"/>
                </a:lnTo>
                <a:lnTo>
                  <a:pt x="322021" y="14363"/>
                </a:lnTo>
                <a:close/>
              </a:path>
              <a:path w="611949" h="943410">
                <a:moveTo>
                  <a:pt x="303123" y="9067"/>
                </a:moveTo>
                <a:lnTo>
                  <a:pt x="287515" y="4571"/>
                </a:lnTo>
                <a:lnTo>
                  <a:pt x="287333" y="4559"/>
                </a:lnTo>
                <a:lnTo>
                  <a:pt x="303123" y="9067"/>
                </a:lnTo>
                <a:close/>
              </a:path>
              <a:path w="611949" h="943410">
                <a:moveTo>
                  <a:pt x="73939" y="34328"/>
                </a:moveTo>
                <a:lnTo>
                  <a:pt x="48806" y="38900"/>
                </a:lnTo>
                <a:lnTo>
                  <a:pt x="36309" y="41236"/>
                </a:lnTo>
                <a:lnTo>
                  <a:pt x="27660" y="45961"/>
                </a:lnTo>
                <a:lnTo>
                  <a:pt x="22644" y="53098"/>
                </a:lnTo>
                <a:lnTo>
                  <a:pt x="18491" y="59702"/>
                </a:lnTo>
                <a:lnTo>
                  <a:pt x="23047" y="52874"/>
                </a:lnTo>
                <a:lnTo>
                  <a:pt x="23304" y="52489"/>
                </a:lnTo>
                <a:lnTo>
                  <a:pt x="29502" y="49288"/>
                </a:lnTo>
                <a:lnTo>
                  <a:pt x="37312" y="44919"/>
                </a:lnTo>
                <a:lnTo>
                  <a:pt x="37871" y="44729"/>
                </a:lnTo>
                <a:lnTo>
                  <a:pt x="49504" y="42633"/>
                </a:lnTo>
                <a:lnTo>
                  <a:pt x="74650" y="38061"/>
                </a:lnTo>
                <a:lnTo>
                  <a:pt x="141706" y="25107"/>
                </a:lnTo>
                <a:lnTo>
                  <a:pt x="265671" y="4571"/>
                </a:lnTo>
                <a:lnTo>
                  <a:pt x="265849" y="4546"/>
                </a:lnTo>
                <a:lnTo>
                  <a:pt x="276216" y="3818"/>
                </a:lnTo>
                <a:lnTo>
                  <a:pt x="287333" y="4559"/>
                </a:lnTo>
                <a:lnTo>
                  <a:pt x="287515" y="4571"/>
                </a:lnTo>
                <a:lnTo>
                  <a:pt x="303123" y="9067"/>
                </a:lnTo>
                <a:lnTo>
                  <a:pt x="322111" y="14397"/>
                </a:lnTo>
                <a:lnTo>
                  <a:pt x="598779" y="116567"/>
                </a:lnTo>
                <a:lnTo>
                  <a:pt x="604939" y="115112"/>
                </a:lnTo>
                <a:lnTo>
                  <a:pt x="604710" y="118757"/>
                </a:lnTo>
                <a:lnTo>
                  <a:pt x="598779" y="116567"/>
                </a:lnTo>
                <a:lnTo>
                  <a:pt x="332968" y="181711"/>
                </a:lnTo>
                <a:lnTo>
                  <a:pt x="332986" y="183229"/>
                </a:lnTo>
                <a:lnTo>
                  <a:pt x="611949" y="117373"/>
                </a:lnTo>
                <a:lnTo>
                  <a:pt x="323278" y="10756"/>
                </a:lnTo>
                <a:lnTo>
                  <a:pt x="322173" y="14414"/>
                </a:lnTo>
                <a:lnTo>
                  <a:pt x="322021" y="14363"/>
                </a:lnTo>
                <a:lnTo>
                  <a:pt x="304152" y="5410"/>
                </a:lnTo>
                <a:lnTo>
                  <a:pt x="287959" y="774"/>
                </a:lnTo>
                <a:lnTo>
                  <a:pt x="287108" y="4495"/>
                </a:lnTo>
                <a:lnTo>
                  <a:pt x="276339" y="3809"/>
                </a:lnTo>
                <a:lnTo>
                  <a:pt x="276085" y="3809"/>
                </a:lnTo>
                <a:lnTo>
                  <a:pt x="276212" y="0"/>
                </a:lnTo>
                <a:lnTo>
                  <a:pt x="265315" y="774"/>
                </a:lnTo>
                <a:lnTo>
                  <a:pt x="141008" y="21361"/>
                </a:lnTo>
                <a:lnTo>
                  <a:pt x="73926" y="34328"/>
                </a:lnTo>
                <a:close/>
              </a:path>
              <a:path w="611949" h="943410">
                <a:moveTo>
                  <a:pt x="29502" y="49288"/>
                </a:moveTo>
                <a:lnTo>
                  <a:pt x="23304" y="52489"/>
                </a:lnTo>
                <a:lnTo>
                  <a:pt x="23047" y="52874"/>
                </a:lnTo>
                <a:lnTo>
                  <a:pt x="29502" y="49288"/>
                </a:lnTo>
                <a:close/>
              </a:path>
              <a:path w="611949" h="943410">
                <a:moveTo>
                  <a:pt x="184670" y="880963"/>
                </a:moveTo>
                <a:lnTo>
                  <a:pt x="338302" y="940687"/>
                </a:lnTo>
                <a:lnTo>
                  <a:pt x="338269" y="937913"/>
                </a:lnTo>
                <a:lnTo>
                  <a:pt x="184670" y="880963"/>
                </a:lnTo>
                <a:close/>
              </a:path>
              <a:path w="611949" h="943410">
                <a:moveTo>
                  <a:pt x="338269" y="937913"/>
                </a:moveTo>
                <a:lnTo>
                  <a:pt x="331508" y="183578"/>
                </a:lnTo>
                <a:lnTo>
                  <a:pt x="329145" y="180225"/>
                </a:lnTo>
                <a:lnTo>
                  <a:pt x="338269" y="937913"/>
                </a:lnTo>
                <a:close/>
              </a:path>
              <a:path w="611949" h="943410">
                <a:moveTo>
                  <a:pt x="332986" y="183229"/>
                </a:moveTo>
                <a:lnTo>
                  <a:pt x="340868" y="938876"/>
                </a:lnTo>
                <a:lnTo>
                  <a:pt x="342150" y="943410"/>
                </a:lnTo>
                <a:lnTo>
                  <a:pt x="332986" y="183229"/>
                </a:lnTo>
                <a:close/>
              </a:path>
              <a:path w="611949" h="943410">
                <a:moveTo>
                  <a:pt x="604939" y="115112"/>
                </a:moveTo>
                <a:lnTo>
                  <a:pt x="598779" y="116567"/>
                </a:lnTo>
                <a:lnTo>
                  <a:pt x="604710" y="118757"/>
                </a:lnTo>
                <a:lnTo>
                  <a:pt x="604939" y="115112"/>
                </a:lnTo>
                <a:close/>
              </a:path>
              <a:path w="611949" h="943410">
                <a:moveTo>
                  <a:pt x="7607" y="804758"/>
                </a:moveTo>
                <a:lnTo>
                  <a:pt x="8241" y="807251"/>
                </a:lnTo>
                <a:lnTo>
                  <a:pt x="7593" y="804660"/>
                </a:lnTo>
                <a:close/>
              </a:path>
              <a:path w="611949" h="943410">
                <a:moveTo>
                  <a:pt x="800" y="82232"/>
                </a:moveTo>
                <a:lnTo>
                  <a:pt x="0" y="89433"/>
                </a:lnTo>
                <a:lnTo>
                  <a:pt x="0" y="784537"/>
                </a:lnTo>
                <a:lnTo>
                  <a:pt x="787" y="793233"/>
                </a:lnTo>
                <a:lnTo>
                  <a:pt x="3060" y="799960"/>
                </a:lnTo>
                <a:lnTo>
                  <a:pt x="3213" y="75818"/>
                </a:lnTo>
                <a:lnTo>
                  <a:pt x="800" y="82232"/>
                </a:lnTo>
                <a:close/>
              </a:path>
              <a:path w="611949" h="943410">
                <a:moveTo>
                  <a:pt x="4483" y="792241"/>
                </a:moveTo>
                <a:lnTo>
                  <a:pt x="4572" y="792667"/>
                </a:lnTo>
                <a:lnTo>
                  <a:pt x="4552" y="792448"/>
                </a:lnTo>
                <a:lnTo>
                  <a:pt x="3810" y="784284"/>
                </a:lnTo>
                <a:lnTo>
                  <a:pt x="4483" y="792241"/>
                </a:lnTo>
                <a:close/>
              </a:path>
              <a:path w="611949" h="943410">
                <a:moveTo>
                  <a:pt x="3136" y="800298"/>
                </a:moveTo>
                <a:lnTo>
                  <a:pt x="3088" y="800152"/>
                </a:lnTo>
                <a:lnTo>
                  <a:pt x="3848" y="805398"/>
                </a:lnTo>
                <a:lnTo>
                  <a:pt x="3810" y="784457"/>
                </a:lnTo>
                <a:lnTo>
                  <a:pt x="3136" y="800298"/>
                </a:lnTo>
                <a:close/>
              </a:path>
              <a:path w="611949" h="943410">
                <a:moveTo>
                  <a:pt x="4559" y="82892"/>
                </a:moveTo>
                <a:lnTo>
                  <a:pt x="4529" y="83157"/>
                </a:lnTo>
                <a:lnTo>
                  <a:pt x="6743" y="77254"/>
                </a:lnTo>
                <a:lnTo>
                  <a:pt x="6654" y="77431"/>
                </a:lnTo>
                <a:lnTo>
                  <a:pt x="4559" y="82892"/>
                </a:lnTo>
                <a:close/>
              </a:path>
              <a:path w="611949" h="943410">
                <a:moveTo>
                  <a:pt x="3213" y="75818"/>
                </a:moveTo>
                <a:lnTo>
                  <a:pt x="3797" y="89750"/>
                </a:lnTo>
                <a:lnTo>
                  <a:pt x="3810" y="89534"/>
                </a:lnTo>
                <a:lnTo>
                  <a:pt x="4457" y="83350"/>
                </a:lnTo>
                <a:lnTo>
                  <a:pt x="7073" y="68084"/>
                </a:lnTo>
                <a:lnTo>
                  <a:pt x="3213" y="75818"/>
                </a:lnTo>
                <a:close/>
              </a:path>
              <a:path w="611949" h="943410">
                <a:moveTo>
                  <a:pt x="7593" y="804660"/>
                </a:moveTo>
                <a:lnTo>
                  <a:pt x="6819" y="799261"/>
                </a:lnTo>
                <a:lnTo>
                  <a:pt x="4552" y="792448"/>
                </a:lnTo>
                <a:lnTo>
                  <a:pt x="4572" y="792667"/>
                </a:lnTo>
                <a:lnTo>
                  <a:pt x="4483" y="792241"/>
                </a:lnTo>
                <a:lnTo>
                  <a:pt x="3810" y="784284"/>
                </a:lnTo>
                <a:lnTo>
                  <a:pt x="3810" y="89636"/>
                </a:lnTo>
                <a:lnTo>
                  <a:pt x="4529" y="83157"/>
                </a:lnTo>
                <a:lnTo>
                  <a:pt x="4559" y="82892"/>
                </a:lnTo>
                <a:lnTo>
                  <a:pt x="6654" y="77431"/>
                </a:lnTo>
                <a:lnTo>
                  <a:pt x="6743" y="77254"/>
                </a:lnTo>
                <a:lnTo>
                  <a:pt x="10464" y="69811"/>
                </a:lnTo>
                <a:lnTo>
                  <a:pt x="6743" y="77254"/>
                </a:lnTo>
                <a:lnTo>
                  <a:pt x="7073" y="68084"/>
                </a:lnTo>
                <a:lnTo>
                  <a:pt x="4457" y="83350"/>
                </a:lnTo>
                <a:lnTo>
                  <a:pt x="3810" y="89534"/>
                </a:lnTo>
                <a:lnTo>
                  <a:pt x="3797" y="89750"/>
                </a:lnTo>
                <a:lnTo>
                  <a:pt x="3213" y="75818"/>
                </a:lnTo>
                <a:lnTo>
                  <a:pt x="3060" y="799960"/>
                </a:lnTo>
                <a:lnTo>
                  <a:pt x="787" y="793233"/>
                </a:lnTo>
                <a:lnTo>
                  <a:pt x="3088" y="800152"/>
                </a:lnTo>
                <a:lnTo>
                  <a:pt x="3136" y="800298"/>
                </a:lnTo>
                <a:lnTo>
                  <a:pt x="3810" y="784457"/>
                </a:lnTo>
                <a:lnTo>
                  <a:pt x="3848" y="805398"/>
                </a:lnTo>
                <a:lnTo>
                  <a:pt x="4724" y="808909"/>
                </a:lnTo>
                <a:lnTo>
                  <a:pt x="9715" y="815577"/>
                </a:lnTo>
                <a:lnTo>
                  <a:pt x="12103" y="812591"/>
                </a:lnTo>
                <a:lnTo>
                  <a:pt x="12573" y="813027"/>
                </a:lnTo>
                <a:lnTo>
                  <a:pt x="14452" y="818728"/>
                </a:lnTo>
                <a:lnTo>
                  <a:pt x="21539" y="824243"/>
                </a:lnTo>
                <a:lnTo>
                  <a:pt x="14566" y="818807"/>
                </a:lnTo>
                <a:lnTo>
                  <a:pt x="16738" y="815676"/>
                </a:lnTo>
                <a:lnTo>
                  <a:pt x="12388" y="812781"/>
                </a:lnTo>
                <a:lnTo>
                  <a:pt x="8331" y="807610"/>
                </a:lnTo>
                <a:lnTo>
                  <a:pt x="8000" y="806931"/>
                </a:lnTo>
                <a:lnTo>
                  <a:pt x="7569" y="804564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733550" y="3390176"/>
            <a:ext cx="316966" cy="824457"/>
          </a:xfrm>
          <a:custGeom>
            <a:avLst/>
            <a:gdLst/>
            <a:ahLst/>
            <a:cxnLst/>
            <a:rect l="l" t="t" r="r" b="b"/>
            <a:pathLst>
              <a:path w="316966" h="824457">
                <a:moveTo>
                  <a:pt x="0" y="785599"/>
                </a:moveTo>
                <a:lnTo>
                  <a:pt x="1524" y="797029"/>
                </a:lnTo>
                <a:lnTo>
                  <a:pt x="6845" y="810741"/>
                </a:lnTo>
                <a:lnTo>
                  <a:pt x="19799" y="820647"/>
                </a:lnTo>
                <a:lnTo>
                  <a:pt x="27419" y="824457"/>
                </a:lnTo>
                <a:lnTo>
                  <a:pt x="44945" y="824457"/>
                </a:lnTo>
                <a:lnTo>
                  <a:pt x="272770" y="783311"/>
                </a:lnTo>
                <a:lnTo>
                  <a:pt x="282676" y="780261"/>
                </a:lnTo>
                <a:lnTo>
                  <a:pt x="298678" y="770359"/>
                </a:lnTo>
                <a:lnTo>
                  <a:pt x="310108" y="755119"/>
                </a:lnTo>
                <a:lnTo>
                  <a:pt x="314680" y="749021"/>
                </a:lnTo>
                <a:lnTo>
                  <a:pt x="316966" y="739879"/>
                </a:lnTo>
                <a:lnTo>
                  <a:pt x="316966" y="28194"/>
                </a:lnTo>
                <a:lnTo>
                  <a:pt x="298678" y="3048"/>
                </a:lnTo>
                <a:lnTo>
                  <a:pt x="291058" y="0"/>
                </a:lnTo>
                <a:lnTo>
                  <a:pt x="272770" y="0"/>
                </a:lnTo>
                <a:lnTo>
                  <a:pt x="44945" y="41148"/>
                </a:lnTo>
                <a:lnTo>
                  <a:pt x="35801" y="43434"/>
                </a:lnTo>
                <a:lnTo>
                  <a:pt x="27419" y="47244"/>
                </a:lnTo>
                <a:lnTo>
                  <a:pt x="19799" y="54102"/>
                </a:lnTo>
                <a:lnTo>
                  <a:pt x="12179" y="59436"/>
                </a:lnTo>
                <a:lnTo>
                  <a:pt x="6845" y="68580"/>
                </a:lnTo>
                <a:lnTo>
                  <a:pt x="3797" y="76200"/>
                </a:lnTo>
                <a:lnTo>
                  <a:pt x="1524" y="84581"/>
                </a:lnTo>
                <a:lnTo>
                  <a:pt x="0" y="94487"/>
                </a:lnTo>
                <a:lnTo>
                  <a:pt x="0" y="785599"/>
                </a:lnTo>
                <a:close/>
              </a:path>
            </a:pathLst>
          </a:custGeom>
          <a:solidFill>
            <a:srgbClr val="B2C0D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729347" y="3385972"/>
            <a:ext cx="325361" cy="832853"/>
          </a:xfrm>
          <a:custGeom>
            <a:avLst/>
            <a:gdLst/>
            <a:ahLst/>
            <a:cxnLst/>
            <a:rect l="l" t="t" r="r" b="b"/>
            <a:pathLst>
              <a:path w="325361" h="832853">
                <a:moveTo>
                  <a:pt x="26619" y="61582"/>
                </a:moveTo>
                <a:lnTo>
                  <a:pt x="33920" y="55016"/>
                </a:lnTo>
                <a:lnTo>
                  <a:pt x="34429" y="54559"/>
                </a:lnTo>
                <a:lnTo>
                  <a:pt x="41021" y="51701"/>
                </a:lnTo>
                <a:lnTo>
                  <a:pt x="41744" y="51460"/>
                </a:lnTo>
                <a:lnTo>
                  <a:pt x="50126" y="49425"/>
                </a:lnTo>
                <a:lnTo>
                  <a:pt x="277359" y="8394"/>
                </a:lnTo>
                <a:lnTo>
                  <a:pt x="277710" y="8331"/>
                </a:lnTo>
                <a:lnTo>
                  <a:pt x="286880" y="8394"/>
                </a:lnTo>
                <a:lnTo>
                  <a:pt x="294473" y="8394"/>
                </a:lnTo>
                <a:lnTo>
                  <a:pt x="300705" y="10891"/>
                </a:lnTo>
                <a:lnTo>
                  <a:pt x="301320" y="11137"/>
                </a:lnTo>
                <a:lnTo>
                  <a:pt x="305485" y="14998"/>
                </a:lnTo>
                <a:lnTo>
                  <a:pt x="310718" y="19304"/>
                </a:lnTo>
                <a:lnTo>
                  <a:pt x="311073" y="19895"/>
                </a:lnTo>
                <a:lnTo>
                  <a:pt x="315015" y="26466"/>
                </a:lnTo>
                <a:lnTo>
                  <a:pt x="314871" y="25984"/>
                </a:lnTo>
                <a:lnTo>
                  <a:pt x="315015" y="26466"/>
                </a:lnTo>
                <a:lnTo>
                  <a:pt x="315290" y="26924"/>
                </a:lnTo>
                <a:lnTo>
                  <a:pt x="317563" y="14427"/>
                </a:lnTo>
                <a:lnTo>
                  <a:pt x="311543" y="20307"/>
                </a:lnTo>
                <a:lnTo>
                  <a:pt x="310959" y="8648"/>
                </a:lnTo>
                <a:lnTo>
                  <a:pt x="305079" y="3606"/>
                </a:lnTo>
                <a:lnTo>
                  <a:pt x="300164" y="10426"/>
                </a:lnTo>
                <a:lnTo>
                  <a:pt x="295262" y="8394"/>
                </a:lnTo>
                <a:lnTo>
                  <a:pt x="293712" y="8089"/>
                </a:lnTo>
                <a:lnTo>
                  <a:pt x="286880" y="0"/>
                </a:lnTo>
                <a:lnTo>
                  <a:pt x="276974" y="8394"/>
                </a:lnTo>
                <a:lnTo>
                  <a:pt x="50165" y="49415"/>
                </a:lnTo>
                <a:lnTo>
                  <a:pt x="49898" y="49466"/>
                </a:lnTo>
                <a:lnTo>
                  <a:pt x="48272" y="41249"/>
                </a:lnTo>
                <a:lnTo>
                  <a:pt x="38620" y="43662"/>
                </a:lnTo>
                <a:lnTo>
                  <a:pt x="33362" y="55270"/>
                </a:lnTo>
                <a:lnTo>
                  <a:pt x="26619" y="61582"/>
                </a:lnTo>
                <a:close/>
              </a:path>
              <a:path w="325361" h="832853">
                <a:moveTo>
                  <a:pt x="29298" y="47904"/>
                </a:moveTo>
                <a:lnTo>
                  <a:pt x="21602" y="54864"/>
                </a:lnTo>
                <a:lnTo>
                  <a:pt x="26619" y="61582"/>
                </a:lnTo>
                <a:lnTo>
                  <a:pt x="33362" y="55270"/>
                </a:lnTo>
                <a:lnTo>
                  <a:pt x="38620" y="43662"/>
                </a:lnTo>
                <a:lnTo>
                  <a:pt x="29298" y="47904"/>
                </a:lnTo>
                <a:close/>
              </a:path>
              <a:path w="325361" h="832853">
                <a:moveTo>
                  <a:pt x="41450" y="51594"/>
                </a:moveTo>
                <a:lnTo>
                  <a:pt x="50126" y="49425"/>
                </a:lnTo>
                <a:lnTo>
                  <a:pt x="41744" y="51460"/>
                </a:lnTo>
                <a:lnTo>
                  <a:pt x="41021" y="51701"/>
                </a:lnTo>
                <a:lnTo>
                  <a:pt x="34429" y="54559"/>
                </a:lnTo>
                <a:lnTo>
                  <a:pt x="33920" y="55016"/>
                </a:lnTo>
                <a:lnTo>
                  <a:pt x="41450" y="51594"/>
                </a:lnTo>
                <a:close/>
              </a:path>
              <a:path w="325361" h="832853">
                <a:moveTo>
                  <a:pt x="276593" y="0"/>
                </a:moveTo>
                <a:lnTo>
                  <a:pt x="48272" y="41249"/>
                </a:lnTo>
                <a:lnTo>
                  <a:pt x="49898" y="49466"/>
                </a:lnTo>
                <a:lnTo>
                  <a:pt x="50165" y="49415"/>
                </a:lnTo>
                <a:lnTo>
                  <a:pt x="276974" y="8394"/>
                </a:lnTo>
                <a:lnTo>
                  <a:pt x="286880" y="0"/>
                </a:lnTo>
                <a:lnTo>
                  <a:pt x="276593" y="0"/>
                </a:lnTo>
                <a:close/>
              </a:path>
              <a:path w="325361" h="832853">
                <a:moveTo>
                  <a:pt x="276237" y="783388"/>
                </a:moveTo>
                <a:lnTo>
                  <a:pt x="285295" y="780574"/>
                </a:lnTo>
                <a:lnTo>
                  <a:pt x="276018" y="783427"/>
                </a:lnTo>
                <a:lnTo>
                  <a:pt x="275742" y="783512"/>
                </a:lnTo>
                <a:lnTo>
                  <a:pt x="276237" y="783388"/>
                </a:lnTo>
                <a:close/>
              </a:path>
              <a:path w="325361" h="832853">
                <a:moveTo>
                  <a:pt x="288366" y="788388"/>
                </a:moveTo>
                <a:lnTo>
                  <a:pt x="297459" y="784251"/>
                </a:lnTo>
                <a:lnTo>
                  <a:pt x="292646" y="777384"/>
                </a:lnTo>
                <a:lnTo>
                  <a:pt x="285648" y="780465"/>
                </a:lnTo>
                <a:lnTo>
                  <a:pt x="285140" y="780644"/>
                </a:lnTo>
                <a:lnTo>
                  <a:pt x="277964" y="791598"/>
                </a:lnTo>
                <a:lnTo>
                  <a:pt x="288366" y="788388"/>
                </a:lnTo>
                <a:close/>
              </a:path>
              <a:path w="325361" h="832853">
                <a:moveTo>
                  <a:pt x="296062" y="0"/>
                </a:moveTo>
                <a:lnTo>
                  <a:pt x="286880" y="0"/>
                </a:lnTo>
                <a:lnTo>
                  <a:pt x="293712" y="8089"/>
                </a:lnTo>
                <a:lnTo>
                  <a:pt x="295262" y="8394"/>
                </a:lnTo>
                <a:lnTo>
                  <a:pt x="300164" y="10426"/>
                </a:lnTo>
                <a:lnTo>
                  <a:pt x="305079" y="3606"/>
                </a:lnTo>
                <a:lnTo>
                  <a:pt x="296062" y="0"/>
                </a:lnTo>
                <a:close/>
              </a:path>
              <a:path w="325361" h="832853">
                <a:moveTo>
                  <a:pt x="300005" y="771487"/>
                </a:moveTo>
                <a:lnTo>
                  <a:pt x="293083" y="777034"/>
                </a:lnTo>
                <a:lnTo>
                  <a:pt x="293522" y="776834"/>
                </a:lnTo>
                <a:lnTo>
                  <a:pt x="299732" y="771799"/>
                </a:lnTo>
                <a:lnTo>
                  <a:pt x="300253" y="771288"/>
                </a:lnTo>
                <a:lnTo>
                  <a:pt x="304901" y="765890"/>
                </a:lnTo>
                <a:lnTo>
                  <a:pt x="300005" y="771487"/>
                </a:lnTo>
                <a:close/>
              </a:path>
              <a:path w="325361" h="832853">
                <a:moveTo>
                  <a:pt x="305485" y="14998"/>
                </a:moveTo>
                <a:lnTo>
                  <a:pt x="311073" y="19895"/>
                </a:lnTo>
                <a:lnTo>
                  <a:pt x="310718" y="19304"/>
                </a:lnTo>
                <a:lnTo>
                  <a:pt x="305485" y="14998"/>
                </a:lnTo>
                <a:close/>
              </a:path>
              <a:path w="325361" h="832853">
                <a:moveTo>
                  <a:pt x="315015" y="26466"/>
                </a:moveTo>
                <a:lnTo>
                  <a:pt x="316966" y="32969"/>
                </a:lnTo>
                <a:lnTo>
                  <a:pt x="316966" y="32397"/>
                </a:lnTo>
                <a:lnTo>
                  <a:pt x="317157" y="33604"/>
                </a:lnTo>
                <a:lnTo>
                  <a:pt x="317106" y="743065"/>
                </a:lnTo>
                <a:lnTo>
                  <a:pt x="316966" y="743624"/>
                </a:lnTo>
                <a:lnTo>
                  <a:pt x="315028" y="751376"/>
                </a:lnTo>
                <a:lnTo>
                  <a:pt x="310883" y="756900"/>
                </a:lnTo>
                <a:lnTo>
                  <a:pt x="304901" y="765890"/>
                </a:lnTo>
                <a:lnTo>
                  <a:pt x="300253" y="771288"/>
                </a:lnTo>
                <a:lnTo>
                  <a:pt x="299732" y="771799"/>
                </a:lnTo>
                <a:lnTo>
                  <a:pt x="293522" y="776834"/>
                </a:lnTo>
                <a:lnTo>
                  <a:pt x="293083" y="777034"/>
                </a:lnTo>
                <a:lnTo>
                  <a:pt x="285295" y="780574"/>
                </a:lnTo>
                <a:lnTo>
                  <a:pt x="276237" y="783388"/>
                </a:lnTo>
                <a:lnTo>
                  <a:pt x="275742" y="783512"/>
                </a:lnTo>
                <a:lnTo>
                  <a:pt x="276018" y="783427"/>
                </a:lnTo>
                <a:lnTo>
                  <a:pt x="48792" y="824470"/>
                </a:lnTo>
                <a:lnTo>
                  <a:pt x="32621" y="824470"/>
                </a:lnTo>
                <a:lnTo>
                  <a:pt x="33502" y="824910"/>
                </a:lnTo>
                <a:lnTo>
                  <a:pt x="31623" y="824470"/>
                </a:lnTo>
                <a:lnTo>
                  <a:pt x="26161" y="821259"/>
                </a:lnTo>
                <a:lnTo>
                  <a:pt x="18999" y="816956"/>
                </a:lnTo>
                <a:lnTo>
                  <a:pt x="14947" y="813391"/>
                </a:lnTo>
                <a:lnTo>
                  <a:pt x="14020" y="811978"/>
                </a:lnTo>
                <a:lnTo>
                  <a:pt x="11925" y="805850"/>
                </a:lnTo>
                <a:lnTo>
                  <a:pt x="9824" y="800254"/>
                </a:lnTo>
                <a:lnTo>
                  <a:pt x="8382" y="789431"/>
                </a:lnTo>
                <a:lnTo>
                  <a:pt x="9639" y="799759"/>
                </a:lnTo>
                <a:lnTo>
                  <a:pt x="9880" y="800671"/>
                </a:lnTo>
                <a:lnTo>
                  <a:pt x="13792" y="823606"/>
                </a:lnTo>
                <a:lnTo>
                  <a:pt x="21983" y="828527"/>
                </a:lnTo>
                <a:lnTo>
                  <a:pt x="18542" y="816681"/>
                </a:lnTo>
                <a:lnTo>
                  <a:pt x="19354" y="817311"/>
                </a:lnTo>
                <a:lnTo>
                  <a:pt x="25882" y="821100"/>
                </a:lnTo>
                <a:lnTo>
                  <a:pt x="30645" y="832853"/>
                </a:lnTo>
                <a:lnTo>
                  <a:pt x="49530" y="832853"/>
                </a:lnTo>
                <a:lnTo>
                  <a:pt x="48412" y="824538"/>
                </a:lnTo>
                <a:lnTo>
                  <a:pt x="49149" y="824470"/>
                </a:lnTo>
                <a:lnTo>
                  <a:pt x="49530" y="832853"/>
                </a:lnTo>
                <a:lnTo>
                  <a:pt x="277964" y="791598"/>
                </a:lnTo>
                <a:lnTo>
                  <a:pt x="285140" y="780644"/>
                </a:lnTo>
                <a:lnTo>
                  <a:pt x="285648" y="780465"/>
                </a:lnTo>
                <a:lnTo>
                  <a:pt x="292646" y="777384"/>
                </a:lnTo>
                <a:lnTo>
                  <a:pt x="297459" y="784251"/>
                </a:lnTo>
                <a:lnTo>
                  <a:pt x="305790" y="777598"/>
                </a:lnTo>
                <a:lnTo>
                  <a:pt x="304736" y="766138"/>
                </a:lnTo>
                <a:lnTo>
                  <a:pt x="305066" y="765702"/>
                </a:lnTo>
                <a:lnTo>
                  <a:pt x="305790" y="777598"/>
                </a:lnTo>
                <a:lnTo>
                  <a:pt x="311543" y="771015"/>
                </a:lnTo>
                <a:lnTo>
                  <a:pt x="314820" y="752208"/>
                </a:lnTo>
                <a:lnTo>
                  <a:pt x="315531" y="750705"/>
                </a:lnTo>
                <a:lnTo>
                  <a:pt x="316966" y="744082"/>
                </a:lnTo>
                <a:lnTo>
                  <a:pt x="317665" y="761832"/>
                </a:lnTo>
                <a:lnTo>
                  <a:pt x="317563" y="14427"/>
                </a:lnTo>
                <a:lnTo>
                  <a:pt x="315290" y="26924"/>
                </a:lnTo>
                <a:lnTo>
                  <a:pt x="315015" y="26466"/>
                </a:lnTo>
                <a:close/>
              </a:path>
              <a:path w="325361" h="832853">
                <a:moveTo>
                  <a:pt x="317106" y="743065"/>
                </a:moveTo>
                <a:lnTo>
                  <a:pt x="317157" y="33604"/>
                </a:lnTo>
                <a:lnTo>
                  <a:pt x="316966" y="32397"/>
                </a:lnTo>
                <a:lnTo>
                  <a:pt x="316966" y="743624"/>
                </a:lnTo>
                <a:lnTo>
                  <a:pt x="317106" y="743065"/>
                </a:lnTo>
                <a:close/>
              </a:path>
              <a:path w="325361" h="832853">
                <a:moveTo>
                  <a:pt x="317665" y="761832"/>
                </a:moveTo>
                <a:lnTo>
                  <a:pt x="316966" y="744082"/>
                </a:lnTo>
                <a:lnTo>
                  <a:pt x="315531" y="750705"/>
                </a:lnTo>
                <a:lnTo>
                  <a:pt x="314820" y="752208"/>
                </a:lnTo>
                <a:lnTo>
                  <a:pt x="311543" y="771015"/>
                </a:lnTo>
                <a:lnTo>
                  <a:pt x="317709" y="761772"/>
                </a:lnTo>
                <a:lnTo>
                  <a:pt x="322745" y="755065"/>
                </a:lnTo>
                <a:lnTo>
                  <a:pt x="317792" y="761649"/>
                </a:lnTo>
                <a:lnTo>
                  <a:pt x="322745" y="23075"/>
                </a:lnTo>
                <a:lnTo>
                  <a:pt x="317563" y="14427"/>
                </a:lnTo>
                <a:lnTo>
                  <a:pt x="317665" y="761832"/>
                </a:lnTo>
                <a:close/>
              </a:path>
              <a:path w="325361" h="832853">
                <a:moveTo>
                  <a:pt x="317792" y="761649"/>
                </a:moveTo>
                <a:lnTo>
                  <a:pt x="322745" y="755065"/>
                </a:lnTo>
                <a:lnTo>
                  <a:pt x="325361" y="744598"/>
                </a:lnTo>
                <a:lnTo>
                  <a:pt x="325361" y="31775"/>
                </a:lnTo>
                <a:lnTo>
                  <a:pt x="322745" y="23075"/>
                </a:lnTo>
                <a:lnTo>
                  <a:pt x="317792" y="761649"/>
                </a:lnTo>
                <a:close/>
              </a:path>
              <a:path w="325361" h="832853">
                <a:moveTo>
                  <a:pt x="48412" y="824538"/>
                </a:moveTo>
                <a:lnTo>
                  <a:pt x="49530" y="832853"/>
                </a:lnTo>
                <a:lnTo>
                  <a:pt x="49149" y="824470"/>
                </a:lnTo>
                <a:lnTo>
                  <a:pt x="48412" y="824538"/>
                </a:lnTo>
                <a:close/>
              </a:path>
              <a:path w="325361" h="832853">
                <a:moveTo>
                  <a:pt x="286880" y="8394"/>
                </a:moveTo>
                <a:lnTo>
                  <a:pt x="277710" y="8331"/>
                </a:lnTo>
                <a:lnTo>
                  <a:pt x="277359" y="8394"/>
                </a:lnTo>
                <a:lnTo>
                  <a:pt x="286880" y="8394"/>
                </a:lnTo>
                <a:close/>
              </a:path>
              <a:path w="325361" h="832853">
                <a:moveTo>
                  <a:pt x="304736" y="766138"/>
                </a:moveTo>
                <a:lnTo>
                  <a:pt x="305790" y="777598"/>
                </a:lnTo>
                <a:lnTo>
                  <a:pt x="305066" y="765702"/>
                </a:lnTo>
                <a:lnTo>
                  <a:pt x="304736" y="766138"/>
                </a:lnTo>
                <a:close/>
              </a:path>
              <a:path w="325361" h="832853">
                <a:moveTo>
                  <a:pt x="305485" y="14998"/>
                </a:moveTo>
                <a:lnTo>
                  <a:pt x="301320" y="11137"/>
                </a:lnTo>
                <a:lnTo>
                  <a:pt x="300705" y="10891"/>
                </a:lnTo>
                <a:lnTo>
                  <a:pt x="305485" y="14998"/>
                </a:lnTo>
                <a:close/>
              </a:path>
              <a:path w="325361" h="832853">
                <a:moveTo>
                  <a:pt x="310959" y="8648"/>
                </a:moveTo>
                <a:lnTo>
                  <a:pt x="311543" y="20307"/>
                </a:lnTo>
                <a:lnTo>
                  <a:pt x="317563" y="14427"/>
                </a:lnTo>
                <a:lnTo>
                  <a:pt x="310959" y="8648"/>
                </a:lnTo>
                <a:close/>
              </a:path>
              <a:path w="325361" h="832853">
                <a:moveTo>
                  <a:pt x="13233" y="60731"/>
                </a:moveTo>
                <a:lnTo>
                  <a:pt x="21209" y="55181"/>
                </a:lnTo>
                <a:lnTo>
                  <a:pt x="21417" y="54993"/>
                </a:lnTo>
                <a:lnTo>
                  <a:pt x="13233" y="60731"/>
                </a:lnTo>
                <a:close/>
              </a:path>
              <a:path w="325361" h="832853">
                <a:moveTo>
                  <a:pt x="21209" y="55181"/>
                </a:moveTo>
                <a:lnTo>
                  <a:pt x="18796" y="67068"/>
                </a:lnTo>
                <a:lnTo>
                  <a:pt x="20002" y="65747"/>
                </a:lnTo>
                <a:lnTo>
                  <a:pt x="21209" y="55181"/>
                </a:lnTo>
                <a:close/>
              </a:path>
              <a:path w="325361" h="832853">
                <a:moveTo>
                  <a:pt x="13233" y="60731"/>
                </a:moveTo>
                <a:lnTo>
                  <a:pt x="7277" y="70929"/>
                </a:lnTo>
                <a:lnTo>
                  <a:pt x="8343" y="99326"/>
                </a:lnTo>
                <a:lnTo>
                  <a:pt x="8356" y="789241"/>
                </a:lnTo>
                <a:lnTo>
                  <a:pt x="8381" y="789802"/>
                </a:lnTo>
                <a:lnTo>
                  <a:pt x="7480" y="817300"/>
                </a:lnTo>
                <a:lnTo>
                  <a:pt x="13792" y="823606"/>
                </a:lnTo>
                <a:lnTo>
                  <a:pt x="9880" y="800671"/>
                </a:lnTo>
                <a:lnTo>
                  <a:pt x="9639" y="799759"/>
                </a:lnTo>
                <a:lnTo>
                  <a:pt x="8382" y="789431"/>
                </a:lnTo>
                <a:lnTo>
                  <a:pt x="8382" y="99079"/>
                </a:lnTo>
                <a:lnTo>
                  <a:pt x="9833" y="89644"/>
                </a:lnTo>
                <a:lnTo>
                  <a:pt x="8381" y="98691"/>
                </a:lnTo>
                <a:lnTo>
                  <a:pt x="13233" y="60731"/>
                </a:lnTo>
                <a:close/>
              </a:path>
              <a:path w="325361" h="832853">
                <a:moveTo>
                  <a:pt x="29298" y="47904"/>
                </a:moveTo>
                <a:lnTo>
                  <a:pt x="21417" y="54993"/>
                </a:lnTo>
                <a:lnTo>
                  <a:pt x="21209" y="55181"/>
                </a:lnTo>
                <a:lnTo>
                  <a:pt x="20002" y="65747"/>
                </a:lnTo>
                <a:lnTo>
                  <a:pt x="18796" y="67068"/>
                </a:lnTo>
                <a:lnTo>
                  <a:pt x="21209" y="55181"/>
                </a:lnTo>
                <a:lnTo>
                  <a:pt x="13233" y="60731"/>
                </a:lnTo>
                <a:lnTo>
                  <a:pt x="11899" y="81953"/>
                </a:lnTo>
                <a:lnTo>
                  <a:pt x="9867" y="89420"/>
                </a:lnTo>
                <a:lnTo>
                  <a:pt x="9766" y="89890"/>
                </a:lnTo>
                <a:lnTo>
                  <a:pt x="13233" y="60731"/>
                </a:lnTo>
                <a:lnTo>
                  <a:pt x="8381" y="98691"/>
                </a:lnTo>
                <a:lnTo>
                  <a:pt x="9833" y="89644"/>
                </a:lnTo>
                <a:lnTo>
                  <a:pt x="11997" y="81708"/>
                </a:lnTo>
                <a:lnTo>
                  <a:pt x="12052" y="81508"/>
                </a:lnTo>
                <a:lnTo>
                  <a:pt x="14668" y="74891"/>
                </a:lnTo>
                <a:lnTo>
                  <a:pt x="14947" y="74333"/>
                </a:lnTo>
                <a:lnTo>
                  <a:pt x="19533" y="66551"/>
                </a:lnTo>
                <a:lnTo>
                  <a:pt x="26619" y="61582"/>
                </a:lnTo>
                <a:lnTo>
                  <a:pt x="21602" y="54864"/>
                </a:lnTo>
                <a:lnTo>
                  <a:pt x="29298" y="47904"/>
                </a:lnTo>
                <a:close/>
              </a:path>
              <a:path w="325361" h="832853">
                <a:moveTo>
                  <a:pt x="13233" y="60731"/>
                </a:moveTo>
                <a:lnTo>
                  <a:pt x="9766" y="89890"/>
                </a:lnTo>
                <a:lnTo>
                  <a:pt x="9867" y="89420"/>
                </a:lnTo>
                <a:lnTo>
                  <a:pt x="11899" y="81953"/>
                </a:lnTo>
                <a:lnTo>
                  <a:pt x="13233" y="60731"/>
                </a:lnTo>
                <a:close/>
              </a:path>
              <a:path w="325361" h="832853">
                <a:moveTo>
                  <a:pt x="8356" y="789241"/>
                </a:moveTo>
                <a:lnTo>
                  <a:pt x="8343" y="99326"/>
                </a:lnTo>
                <a:lnTo>
                  <a:pt x="7277" y="70929"/>
                </a:lnTo>
                <a:lnTo>
                  <a:pt x="4025" y="79070"/>
                </a:lnTo>
                <a:lnTo>
                  <a:pt x="1612" y="87909"/>
                </a:lnTo>
                <a:lnTo>
                  <a:pt x="0" y="98361"/>
                </a:lnTo>
                <a:lnTo>
                  <a:pt x="0" y="790075"/>
                </a:lnTo>
                <a:lnTo>
                  <a:pt x="1625" y="802253"/>
                </a:lnTo>
                <a:lnTo>
                  <a:pt x="4089" y="808837"/>
                </a:lnTo>
                <a:lnTo>
                  <a:pt x="7480" y="817300"/>
                </a:lnTo>
                <a:lnTo>
                  <a:pt x="8381" y="789802"/>
                </a:lnTo>
                <a:lnTo>
                  <a:pt x="8356" y="789241"/>
                </a:lnTo>
                <a:close/>
              </a:path>
              <a:path w="325361" h="832853">
                <a:moveTo>
                  <a:pt x="14623" y="812580"/>
                </a:moveTo>
                <a:lnTo>
                  <a:pt x="11899" y="805771"/>
                </a:lnTo>
                <a:lnTo>
                  <a:pt x="14020" y="811978"/>
                </a:lnTo>
                <a:lnTo>
                  <a:pt x="14947" y="813391"/>
                </a:lnTo>
                <a:lnTo>
                  <a:pt x="18999" y="816956"/>
                </a:lnTo>
                <a:lnTo>
                  <a:pt x="14623" y="812580"/>
                </a:lnTo>
                <a:close/>
              </a:path>
              <a:path w="325361" h="832853">
                <a:moveTo>
                  <a:pt x="14846" y="74587"/>
                </a:moveTo>
                <a:lnTo>
                  <a:pt x="19533" y="66551"/>
                </a:lnTo>
                <a:lnTo>
                  <a:pt x="14947" y="74333"/>
                </a:lnTo>
                <a:lnTo>
                  <a:pt x="14668" y="74891"/>
                </a:lnTo>
                <a:lnTo>
                  <a:pt x="12052" y="81508"/>
                </a:lnTo>
                <a:lnTo>
                  <a:pt x="11997" y="81708"/>
                </a:lnTo>
                <a:lnTo>
                  <a:pt x="14846" y="74587"/>
                </a:lnTo>
                <a:close/>
              </a:path>
              <a:path w="325361" h="832853">
                <a:moveTo>
                  <a:pt x="21983" y="828527"/>
                </a:moveTo>
                <a:lnTo>
                  <a:pt x="30645" y="832853"/>
                </a:lnTo>
                <a:lnTo>
                  <a:pt x="25882" y="821100"/>
                </a:lnTo>
                <a:lnTo>
                  <a:pt x="19354" y="817311"/>
                </a:lnTo>
                <a:lnTo>
                  <a:pt x="18542" y="816681"/>
                </a:lnTo>
                <a:lnTo>
                  <a:pt x="21983" y="828527"/>
                </a:lnTo>
                <a:close/>
              </a:path>
              <a:path w="325361" h="832853">
                <a:moveTo>
                  <a:pt x="32621" y="824470"/>
                </a:moveTo>
                <a:lnTo>
                  <a:pt x="25972" y="821145"/>
                </a:lnTo>
                <a:lnTo>
                  <a:pt x="26161" y="821259"/>
                </a:lnTo>
                <a:lnTo>
                  <a:pt x="31623" y="824470"/>
                </a:lnTo>
                <a:lnTo>
                  <a:pt x="33502" y="824910"/>
                </a:lnTo>
                <a:lnTo>
                  <a:pt x="32621" y="824470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759446" y="3499904"/>
            <a:ext cx="274307" cy="708633"/>
          </a:xfrm>
          <a:custGeom>
            <a:avLst/>
            <a:gdLst/>
            <a:ahLst/>
            <a:cxnLst/>
            <a:rect l="l" t="t" r="r" b="b"/>
            <a:pathLst>
              <a:path w="274307" h="708633">
                <a:moveTo>
                  <a:pt x="0" y="675871"/>
                </a:moveTo>
                <a:lnTo>
                  <a:pt x="1524" y="683491"/>
                </a:lnTo>
                <a:lnTo>
                  <a:pt x="3048" y="691111"/>
                </a:lnTo>
                <a:lnTo>
                  <a:pt x="7620" y="696443"/>
                </a:lnTo>
                <a:lnTo>
                  <a:pt x="11429" y="701013"/>
                </a:lnTo>
                <a:lnTo>
                  <a:pt x="16764" y="704823"/>
                </a:lnTo>
                <a:lnTo>
                  <a:pt x="24383" y="708633"/>
                </a:lnTo>
                <a:lnTo>
                  <a:pt x="38100" y="708633"/>
                </a:lnTo>
                <a:lnTo>
                  <a:pt x="235445" y="673583"/>
                </a:lnTo>
                <a:lnTo>
                  <a:pt x="249923" y="666723"/>
                </a:lnTo>
                <a:lnTo>
                  <a:pt x="262877" y="656056"/>
                </a:lnTo>
                <a:lnTo>
                  <a:pt x="269735" y="643103"/>
                </a:lnTo>
                <a:lnTo>
                  <a:pt x="272783" y="635483"/>
                </a:lnTo>
                <a:lnTo>
                  <a:pt x="274307" y="626341"/>
                </a:lnTo>
                <a:lnTo>
                  <a:pt x="274307" y="32004"/>
                </a:lnTo>
                <a:lnTo>
                  <a:pt x="272783" y="24384"/>
                </a:lnTo>
                <a:lnTo>
                  <a:pt x="269735" y="17513"/>
                </a:lnTo>
                <a:lnTo>
                  <a:pt x="267449" y="11430"/>
                </a:lnTo>
                <a:lnTo>
                  <a:pt x="262877" y="6083"/>
                </a:lnTo>
                <a:lnTo>
                  <a:pt x="256781" y="3048"/>
                </a:lnTo>
                <a:lnTo>
                  <a:pt x="249923" y="0"/>
                </a:lnTo>
                <a:lnTo>
                  <a:pt x="235445" y="0"/>
                </a:lnTo>
                <a:lnTo>
                  <a:pt x="38100" y="34277"/>
                </a:lnTo>
                <a:lnTo>
                  <a:pt x="32003" y="38087"/>
                </a:lnTo>
                <a:lnTo>
                  <a:pt x="24383" y="41148"/>
                </a:lnTo>
                <a:lnTo>
                  <a:pt x="16764" y="46482"/>
                </a:lnTo>
                <a:lnTo>
                  <a:pt x="11429" y="51041"/>
                </a:lnTo>
                <a:lnTo>
                  <a:pt x="7620" y="58661"/>
                </a:lnTo>
                <a:lnTo>
                  <a:pt x="3048" y="64757"/>
                </a:lnTo>
                <a:lnTo>
                  <a:pt x="1524" y="72377"/>
                </a:lnTo>
                <a:lnTo>
                  <a:pt x="0" y="81521"/>
                </a:lnTo>
                <a:lnTo>
                  <a:pt x="0" y="675871"/>
                </a:lnTo>
                <a:close/>
              </a:path>
            </a:pathLst>
          </a:custGeom>
          <a:solidFill>
            <a:srgbClr val="D2DAE3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783830" y="3531908"/>
            <a:ext cx="227063" cy="80759"/>
          </a:xfrm>
          <a:custGeom>
            <a:avLst/>
            <a:gdLst/>
            <a:ahLst/>
            <a:cxnLst/>
            <a:rect l="l" t="t" r="r" b="b"/>
            <a:pathLst>
              <a:path w="227063" h="80759">
                <a:moveTo>
                  <a:pt x="0" y="80759"/>
                </a:moveTo>
                <a:lnTo>
                  <a:pt x="227063" y="39623"/>
                </a:lnTo>
                <a:lnTo>
                  <a:pt x="227063" y="0"/>
                </a:lnTo>
                <a:lnTo>
                  <a:pt x="0" y="40373"/>
                </a:lnTo>
                <a:lnTo>
                  <a:pt x="0" y="80759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789926" y="3534956"/>
            <a:ext cx="214871" cy="65519"/>
          </a:xfrm>
          <a:custGeom>
            <a:avLst/>
            <a:gdLst/>
            <a:ahLst/>
            <a:cxnLst/>
            <a:rect l="l" t="t" r="r" b="b"/>
            <a:pathLst>
              <a:path w="214871" h="65519">
                <a:moveTo>
                  <a:pt x="0" y="65519"/>
                </a:moveTo>
                <a:lnTo>
                  <a:pt x="214871" y="28181"/>
                </a:lnTo>
                <a:lnTo>
                  <a:pt x="214871" y="0"/>
                </a:lnTo>
                <a:lnTo>
                  <a:pt x="0" y="38849"/>
                </a:lnTo>
                <a:lnTo>
                  <a:pt x="0" y="655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785354" y="3568471"/>
            <a:ext cx="225539" cy="42684"/>
          </a:xfrm>
          <a:custGeom>
            <a:avLst/>
            <a:gdLst/>
            <a:ahLst/>
            <a:cxnLst/>
            <a:rect l="l" t="t" r="r" b="b"/>
            <a:pathLst>
              <a:path w="225539" h="42684">
                <a:moveTo>
                  <a:pt x="0" y="42684"/>
                </a:moveTo>
                <a:lnTo>
                  <a:pt x="225539" y="3060"/>
                </a:lnTo>
                <a:lnTo>
                  <a:pt x="220967" y="0"/>
                </a:lnTo>
                <a:lnTo>
                  <a:pt x="0" y="38874"/>
                </a:lnTo>
                <a:lnTo>
                  <a:pt x="0" y="42684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783830" y="3637051"/>
            <a:ext cx="227063" cy="80772"/>
          </a:xfrm>
          <a:custGeom>
            <a:avLst/>
            <a:gdLst/>
            <a:ahLst/>
            <a:cxnLst/>
            <a:rect l="l" t="t" r="r" b="b"/>
            <a:pathLst>
              <a:path w="227063" h="80772">
                <a:moveTo>
                  <a:pt x="0" y="80772"/>
                </a:moveTo>
                <a:lnTo>
                  <a:pt x="227063" y="39623"/>
                </a:lnTo>
                <a:lnTo>
                  <a:pt x="227063" y="0"/>
                </a:lnTo>
                <a:lnTo>
                  <a:pt x="0" y="41147"/>
                </a:lnTo>
                <a:lnTo>
                  <a:pt x="0" y="80772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789926" y="3640099"/>
            <a:ext cx="214871" cy="67055"/>
          </a:xfrm>
          <a:custGeom>
            <a:avLst/>
            <a:gdLst/>
            <a:ahLst/>
            <a:cxnLst/>
            <a:rect l="l" t="t" r="r" b="b"/>
            <a:pathLst>
              <a:path w="214871" h="67055">
                <a:moveTo>
                  <a:pt x="0" y="67055"/>
                </a:moveTo>
                <a:lnTo>
                  <a:pt x="214871" y="27431"/>
                </a:lnTo>
                <a:lnTo>
                  <a:pt x="214871" y="0"/>
                </a:lnTo>
                <a:lnTo>
                  <a:pt x="0" y="38861"/>
                </a:lnTo>
                <a:lnTo>
                  <a:pt x="0" y="67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785354" y="3673627"/>
            <a:ext cx="225539" cy="44196"/>
          </a:xfrm>
          <a:custGeom>
            <a:avLst/>
            <a:gdLst/>
            <a:ahLst/>
            <a:cxnLst/>
            <a:rect l="l" t="t" r="r" b="b"/>
            <a:pathLst>
              <a:path w="225539" h="44196">
                <a:moveTo>
                  <a:pt x="0" y="44196"/>
                </a:moveTo>
                <a:lnTo>
                  <a:pt x="225539" y="3047"/>
                </a:lnTo>
                <a:lnTo>
                  <a:pt x="220967" y="0"/>
                </a:lnTo>
                <a:lnTo>
                  <a:pt x="0" y="38862"/>
                </a:lnTo>
                <a:lnTo>
                  <a:pt x="0" y="44196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761757" y="3593299"/>
            <a:ext cx="271208" cy="57023"/>
          </a:xfrm>
          <a:custGeom>
            <a:avLst/>
            <a:gdLst/>
            <a:ahLst/>
            <a:cxnLst/>
            <a:rect l="l" t="t" r="r" b="b"/>
            <a:pathLst>
              <a:path w="271208" h="57023">
                <a:moveTo>
                  <a:pt x="0" y="48767"/>
                </a:moveTo>
                <a:lnTo>
                  <a:pt x="1485" y="57022"/>
                </a:lnTo>
                <a:lnTo>
                  <a:pt x="271208" y="8254"/>
                </a:lnTo>
                <a:lnTo>
                  <a:pt x="269722" y="0"/>
                </a:lnTo>
                <a:lnTo>
                  <a:pt x="0" y="48767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761757" y="3695407"/>
            <a:ext cx="271208" cy="57023"/>
          </a:xfrm>
          <a:custGeom>
            <a:avLst/>
            <a:gdLst/>
            <a:ahLst/>
            <a:cxnLst/>
            <a:rect l="l" t="t" r="r" b="b"/>
            <a:pathLst>
              <a:path w="271208" h="57023">
                <a:moveTo>
                  <a:pt x="0" y="48768"/>
                </a:moveTo>
                <a:lnTo>
                  <a:pt x="1485" y="57023"/>
                </a:lnTo>
                <a:lnTo>
                  <a:pt x="271208" y="8255"/>
                </a:lnTo>
                <a:lnTo>
                  <a:pt x="269722" y="0"/>
                </a:lnTo>
                <a:lnTo>
                  <a:pt x="0" y="48768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761719" y="4067258"/>
            <a:ext cx="271284" cy="58529"/>
          </a:xfrm>
          <a:custGeom>
            <a:avLst/>
            <a:gdLst/>
            <a:ahLst/>
            <a:cxnLst/>
            <a:rect l="l" t="t" r="r" b="b"/>
            <a:pathLst>
              <a:path w="271284" h="58529">
                <a:moveTo>
                  <a:pt x="0" y="50289"/>
                </a:moveTo>
                <a:lnTo>
                  <a:pt x="1549" y="58529"/>
                </a:lnTo>
                <a:lnTo>
                  <a:pt x="271284" y="8235"/>
                </a:lnTo>
                <a:lnTo>
                  <a:pt x="269735" y="0"/>
                </a:lnTo>
                <a:lnTo>
                  <a:pt x="0" y="50289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818882" y="3734587"/>
            <a:ext cx="166103" cy="47243"/>
          </a:xfrm>
          <a:custGeom>
            <a:avLst/>
            <a:gdLst/>
            <a:ahLst/>
            <a:cxnLst/>
            <a:rect l="l" t="t" r="r" b="b"/>
            <a:pathLst>
              <a:path w="166103" h="47244">
                <a:moveTo>
                  <a:pt x="0" y="38861"/>
                </a:moveTo>
                <a:lnTo>
                  <a:pt x="1524" y="42671"/>
                </a:lnTo>
                <a:lnTo>
                  <a:pt x="3048" y="44957"/>
                </a:lnTo>
                <a:lnTo>
                  <a:pt x="6095" y="47243"/>
                </a:lnTo>
                <a:lnTo>
                  <a:pt x="10667" y="47243"/>
                </a:lnTo>
                <a:lnTo>
                  <a:pt x="154673" y="19811"/>
                </a:lnTo>
                <a:lnTo>
                  <a:pt x="159245" y="19811"/>
                </a:lnTo>
                <a:lnTo>
                  <a:pt x="162293" y="16763"/>
                </a:lnTo>
                <a:lnTo>
                  <a:pt x="163817" y="11429"/>
                </a:lnTo>
                <a:lnTo>
                  <a:pt x="166103" y="8381"/>
                </a:lnTo>
                <a:lnTo>
                  <a:pt x="163817" y="3809"/>
                </a:lnTo>
                <a:lnTo>
                  <a:pt x="162293" y="1523"/>
                </a:lnTo>
                <a:lnTo>
                  <a:pt x="159245" y="0"/>
                </a:lnTo>
                <a:lnTo>
                  <a:pt x="154673" y="0"/>
                </a:lnTo>
                <a:lnTo>
                  <a:pt x="10667" y="26669"/>
                </a:lnTo>
                <a:lnTo>
                  <a:pt x="6095" y="28955"/>
                </a:lnTo>
                <a:lnTo>
                  <a:pt x="3048" y="31241"/>
                </a:lnTo>
                <a:lnTo>
                  <a:pt x="1524" y="34289"/>
                </a:lnTo>
                <a:lnTo>
                  <a:pt x="0" y="38861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826159" y="3749484"/>
            <a:ext cx="150025" cy="31165"/>
          </a:xfrm>
          <a:custGeom>
            <a:avLst/>
            <a:gdLst/>
            <a:ahLst/>
            <a:cxnLst/>
            <a:rect l="l" t="t" r="r" b="b"/>
            <a:pathLst>
              <a:path w="150025" h="31165">
                <a:moveTo>
                  <a:pt x="0" y="27431"/>
                </a:moveTo>
                <a:lnTo>
                  <a:pt x="685" y="31165"/>
                </a:lnTo>
                <a:lnTo>
                  <a:pt x="150025" y="3733"/>
                </a:lnTo>
                <a:lnTo>
                  <a:pt x="149339" y="0"/>
                </a:lnTo>
                <a:lnTo>
                  <a:pt x="0" y="27431"/>
                </a:lnTo>
                <a:close/>
              </a:path>
            </a:pathLst>
          </a:custGeom>
          <a:solidFill>
            <a:srgbClr val="96AAB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771637" y="4126245"/>
            <a:ext cx="251447" cy="70102"/>
          </a:xfrm>
          <a:custGeom>
            <a:avLst/>
            <a:gdLst/>
            <a:ahLst/>
            <a:cxnLst/>
            <a:rect l="l" t="t" r="r" b="b"/>
            <a:pathLst>
              <a:path w="251447" h="70102">
                <a:moveTo>
                  <a:pt x="0" y="48002"/>
                </a:moveTo>
                <a:lnTo>
                  <a:pt x="1524" y="53339"/>
                </a:lnTo>
                <a:lnTo>
                  <a:pt x="3810" y="60959"/>
                </a:lnTo>
                <a:lnTo>
                  <a:pt x="6858" y="64769"/>
                </a:lnTo>
                <a:lnTo>
                  <a:pt x="14478" y="68579"/>
                </a:lnTo>
                <a:lnTo>
                  <a:pt x="19812" y="70102"/>
                </a:lnTo>
                <a:lnTo>
                  <a:pt x="27432" y="70102"/>
                </a:lnTo>
                <a:lnTo>
                  <a:pt x="123444" y="51812"/>
                </a:lnTo>
                <a:lnTo>
                  <a:pt x="190487" y="40382"/>
                </a:lnTo>
                <a:lnTo>
                  <a:pt x="226301" y="33525"/>
                </a:lnTo>
                <a:lnTo>
                  <a:pt x="234683" y="28955"/>
                </a:lnTo>
                <a:lnTo>
                  <a:pt x="243065" y="20572"/>
                </a:lnTo>
                <a:lnTo>
                  <a:pt x="249161" y="11429"/>
                </a:lnTo>
                <a:lnTo>
                  <a:pt x="251447" y="3809"/>
                </a:lnTo>
                <a:lnTo>
                  <a:pt x="251447" y="0"/>
                </a:lnTo>
                <a:lnTo>
                  <a:pt x="0" y="43432"/>
                </a:lnTo>
                <a:lnTo>
                  <a:pt x="0" y="48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409332" y="3263950"/>
            <a:ext cx="651459" cy="962494"/>
          </a:xfrm>
          <a:custGeom>
            <a:avLst/>
            <a:gdLst/>
            <a:ahLst/>
            <a:cxnLst/>
            <a:rect l="l" t="t" r="r" b="b"/>
            <a:pathLst>
              <a:path w="651459" h="962494">
                <a:moveTo>
                  <a:pt x="621944" y="115925"/>
                </a:moveTo>
                <a:lnTo>
                  <a:pt x="627837" y="115176"/>
                </a:lnTo>
                <a:lnTo>
                  <a:pt x="621195" y="115176"/>
                </a:lnTo>
                <a:lnTo>
                  <a:pt x="620416" y="115925"/>
                </a:lnTo>
                <a:lnTo>
                  <a:pt x="619848" y="115925"/>
                </a:lnTo>
                <a:lnTo>
                  <a:pt x="619664" y="115176"/>
                </a:lnTo>
                <a:lnTo>
                  <a:pt x="619373" y="115925"/>
                </a:lnTo>
                <a:lnTo>
                  <a:pt x="621157" y="116664"/>
                </a:lnTo>
                <a:lnTo>
                  <a:pt x="621944" y="115925"/>
                </a:lnTo>
                <a:close/>
              </a:path>
              <a:path w="651459" h="962494">
                <a:moveTo>
                  <a:pt x="621199" y="911437"/>
                </a:moveTo>
                <a:lnTo>
                  <a:pt x="621964" y="910672"/>
                </a:lnTo>
                <a:lnTo>
                  <a:pt x="620712" y="911164"/>
                </a:lnTo>
                <a:lnTo>
                  <a:pt x="620438" y="911437"/>
                </a:lnTo>
                <a:lnTo>
                  <a:pt x="620438" y="912196"/>
                </a:lnTo>
                <a:lnTo>
                  <a:pt x="621199" y="911437"/>
                </a:lnTo>
                <a:close/>
              </a:path>
              <a:path w="651459" h="962494">
                <a:moveTo>
                  <a:pt x="628040" y="118211"/>
                </a:moveTo>
                <a:lnTo>
                  <a:pt x="627837" y="117449"/>
                </a:lnTo>
                <a:lnTo>
                  <a:pt x="625754" y="117449"/>
                </a:lnTo>
                <a:lnTo>
                  <a:pt x="623669" y="117651"/>
                </a:lnTo>
                <a:lnTo>
                  <a:pt x="623183" y="117449"/>
                </a:lnTo>
                <a:lnTo>
                  <a:pt x="623760" y="117741"/>
                </a:lnTo>
                <a:lnTo>
                  <a:pt x="625023" y="118211"/>
                </a:lnTo>
                <a:lnTo>
                  <a:pt x="628040" y="118211"/>
                </a:lnTo>
                <a:close/>
              </a:path>
              <a:path w="651459" h="962494">
                <a:moveTo>
                  <a:pt x="627837" y="116700"/>
                </a:moveTo>
                <a:lnTo>
                  <a:pt x="627837" y="115176"/>
                </a:lnTo>
                <a:lnTo>
                  <a:pt x="624230" y="115925"/>
                </a:lnTo>
                <a:lnTo>
                  <a:pt x="621944" y="115925"/>
                </a:lnTo>
                <a:lnTo>
                  <a:pt x="621157" y="116664"/>
                </a:lnTo>
                <a:lnTo>
                  <a:pt x="621372" y="116700"/>
                </a:lnTo>
                <a:lnTo>
                  <a:pt x="627837" y="116700"/>
                </a:lnTo>
                <a:close/>
              </a:path>
              <a:path w="651459" h="962494">
                <a:moveTo>
                  <a:pt x="625754" y="908386"/>
                </a:moveTo>
                <a:lnTo>
                  <a:pt x="625284" y="908113"/>
                </a:lnTo>
                <a:lnTo>
                  <a:pt x="624623" y="908386"/>
                </a:lnTo>
                <a:lnTo>
                  <a:pt x="624242" y="909149"/>
                </a:lnTo>
                <a:lnTo>
                  <a:pt x="626325" y="909149"/>
                </a:lnTo>
                <a:lnTo>
                  <a:pt x="625754" y="908386"/>
                </a:lnTo>
                <a:close/>
              </a:path>
              <a:path w="651459" h="962494">
                <a:moveTo>
                  <a:pt x="630885" y="126225"/>
                </a:moveTo>
                <a:lnTo>
                  <a:pt x="627837" y="122395"/>
                </a:lnTo>
                <a:lnTo>
                  <a:pt x="625944" y="119735"/>
                </a:lnTo>
                <a:lnTo>
                  <a:pt x="623658" y="118211"/>
                </a:lnTo>
                <a:lnTo>
                  <a:pt x="627837" y="123168"/>
                </a:lnTo>
                <a:lnTo>
                  <a:pt x="628992" y="138785"/>
                </a:lnTo>
                <a:lnTo>
                  <a:pt x="627456" y="138785"/>
                </a:lnTo>
                <a:lnTo>
                  <a:pt x="627087" y="138417"/>
                </a:lnTo>
                <a:lnTo>
                  <a:pt x="628213" y="138785"/>
                </a:lnTo>
                <a:lnTo>
                  <a:pt x="628980" y="138785"/>
                </a:lnTo>
                <a:lnTo>
                  <a:pt x="626129" y="135934"/>
                </a:lnTo>
                <a:lnTo>
                  <a:pt x="625551" y="136131"/>
                </a:lnTo>
                <a:lnTo>
                  <a:pt x="626325" y="137104"/>
                </a:lnTo>
                <a:lnTo>
                  <a:pt x="626325" y="136893"/>
                </a:lnTo>
                <a:lnTo>
                  <a:pt x="626706" y="137261"/>
                </a:lnTo>
                <a:lnTo>
                  <a:pt x="627087" y="138785"/>
                </a:lnTo>
                <a:lnTo>
                  <a:pt x="628230" y="139560"/>
                </a:lnTo>
                <a:lnTo>
                  <a:pt x="629754" y="139560"/>
                </a:lnTo>
                <a:lnTo>
                  <a:pt x="630516" y="140309"/>
                </a:lnTo>
                <a:lnTo>
                  <a:pt x="630885" y="126225"/>
                </a:lnTo>
                <a:close/>
              </a:path>
              <a:path w="651459" h="962494">
                <a:moveTo>
                  <a:pt x="645375" y="140082"/>
                </a:moveTo>
                <a:lnTo>
                  <a:pt x="644601" y="137821"/>
                </a:lnTo>
                <a:lnTo>
                  <a:pt x="644601" y="137062"/>
                </a:lnTo>
                <a:lnTo>
                  <a:pt x="643851" y="135551"/>
                </a:lnTo>
                <a:lnTo>
                  <a:pt x="643077" y="134773"/>
                </a:lnTo>
                <a:lnTo>
                  <a:pt x="643077" y="136893"/>
                </a:lnTo>
                <a:lnTo>
                  <a:pt x="642315" y="133629"/>
                </a:lnTo>
                <a:lnTo>
                  <a:pt x="642315" y="133248"/>
                </a:lnTo>
                <a:lnTo>
                  <a:pt x="643077" y="134010"/>
                </a:lnTo>
                <a:lnTo>
                  <a:pt x="643851" y="134785"/>
                </a:lnTo>
                <a:lnTo>
                  <a:pt x="644601" y="135534"/>
                </a:lnTo>
                <a:lnTo>
                  <a:pt x="643851" y="129641"/>
                </a:lnTo>
                <a:lnTo>
                  <a:pt x="643077" y="129641"/>
                </a:lnTo>
                <a:lnTo>
                  <a:pt x="642315" y="131737"/>
                </a:lnTo>
                <a:lnTo>
                  <a:pt x="642048" y="132981"/>
                </a:lnTo>
                <a:lnTo>
                  <a:pt x="642315" y="136130"/>
                </a:lnTo>
                <a:lnTo>
                  <a:pt x="643851" y="138417"/>
                </a:lnTo>
                <a:lnTo>
                  <a:pt x="643851" y="137021"/>
                </a:lnTo>
                <a:lnTo>
                  <a:pt x="643572" y="136029"/>
                </a:lnTo>
                <a:lnTo>
                  <a:pt x="643851" y="136310"/>
                </a:lnTo>
                <a:lnTo>
                  <a:pt x="644334" y="137553"/>
                </a:lnTo>
                <a:lnTo>
                  <a:pt x="644601" y="138201"/>
                </a:lnTo>
                <a:lnTo>
                  <a:pt x="645375" y="140408"/>
                </a:lnTo>
                <a:lnTo>
                  <a:pt x="645375" y="140703"/>
                </a:lnTo>
                <a:lnTo>
                  <a:pt x="643851" y="138417"/>
                </a:lnTo>
                <a:lnTo>
                  <a:pt x="635835" y="129641"/>
                </a:lnTo>
                <a:lnTo>
                  <a:pt x="634337" y="128130"/>
                </a:lnTo>
                <a:lnTo>
                  <a:pt x="634307" y="127355"/>
                </a:lnTo>
                <a:lnTo>
                  <a:pt x="632421" y="125455"/>
                </a:lnTo>
                <a:lnTo>
                  <a:pt x="630884" y="122796"/>
                </a:lnTo>
                <a:lnTo>
                  <a:pt x="630062" y="122021"/>
                </a:lnTo>
                <a:lnTo>
                  <a:pt x="628230" y="121259"/>
                </a:lnTo>
                <a:lnTo>
                  <a:pt x="627837" y="122395"/>
                </a:lnTo>
                <a:lnTo>
                  <a:pt x="630885" y="126225"/>
                </a:lnTo>
                <a:lnTo>
                  <a:pt x="630885" y="125448"/>
                </a:lnTo>
                <a:lnTo>
                  <a:pt x="628992" y="122021"/>
                </a:lnTo>
                <a:lnTo>
                  <a:pt x="629766" y="122796"/>
                </a:lnTo>
                <a:lnTo>
                  <a:pt x="630885" y="123916"/>
                </a:lnTo>
                <a:lnTo>
                  <a:pt x="632421" y="125467"/>
                </a:lnTo>
                <a:lnTo>
                  <a:pt x="633564" y="127355"/>
                </a:lnTo>
                <a:lnTo>
                  <a:pt x="634326" y="128130"/>
                </a:lnTo>
                <a:lnTo>
                  <a:pt x="635088" y="129641"/>
                </a:lnTo>
                <a:lnTo>
                  <a:pt x="640422" y="141071"/>
                </a:lnTo>
                <a:lnTo>
                  <a:pt x="645649" y="141071"/>
                </a:lnTo>
                <a:lnTo>
                  <a:pt x="645375" y="140082"/>
                </a:lnTo>
                <a:close/>
              </a:path>
              <a:path w="651459" h="962494">
                <a:moveTo>
                  <a:pt x="625754" y="117449"/>
                </a:moveTo>
                <a:lnTo>
                  <a:pt x="623183" y="117449"/>
                </a:lnTo>
                <a:lnTo>
                  <a:pt x="623669" y="117651"/>
                </a:lnTo>
                <a:lnTo>
                  <a:pt x="625754" y="117449"/>
                </a:lnTo>
                <a:close/>
              </a:path>
              <a:path w="651459" h="962494">
                <a:moveTo>
                  <a:pt x="633393" y="900766"/>
                </a:moveTo>
                <a:lnTo>
                  <a:pt x="630135" y="900766"/>
                </a:lnTo>
                <a:lnTo>
                  <a:pt x="633393" y="900766"/>
                </a:lnTo>
              </a:path>
              <a:path w="651459" h="962494">
                <a:moveTo>
                  <a:pt x="628998" y="900766"/>
                </a:moveTo>
                <a:lnTo>
                  <a:pt x="628998" y="900766"/>
                </a:lnTo>
                <a:lnTo>
                  <a:pt x="630135" y="900766"/>
                </a:lnTo>
              </a:path>
              <a:path w="651459" h="962494">
                <a:moveTo>
                  <a:pt x="628998" y="900766"/>
                </a:moveTo>
                <a:lnTo>
                  <a:pt x="628611" y="901152"/>
                </a:lnTo>
                <a:lnTo>
                  <a:pt x="634300" y="901152"/>
                </a:lnTo>
                <a:lnTo>
                  <a:pt x="633393" y="900766"/>
                </a:lnTo>
              </a:path>
              <a:path w="651459" h="962494">
                <a:moveTo>
                  <a:pt x="628611" y="901152"/>
                </a:moveTo>
                <a:lnTo>
                  <a:pt x="627469" y="902294"/>
                </a:lnTo>
                <a:lnTo>
                  <a:pt x="628611" y="902294"/>
                </a:lnTo>
                <a:lnTo>
                  <a:pt x="628611" y="901152"/>
                </a:lnTo>
              </a:path>
              <a:path w="651459" h="962494">
                <a:moveTo>
                  <a:pt x="628611" y="901152"/>
                </a:moveTo>
                <a:lnTo>
                  <a:pt x="630135" y="902294"/>
                </a:lnTo>
                <a:lnTo>
                  <a:pt x="636981" y="902294"/>
                </a:lnTo>
                <a:lnTo>
                  <a:pt x="634300" y="901152"/>
                </a:lnTo>
              </a:path>
              <a:path w="651459" h="962494">
                <a:moveTo>
                  <a:pt x="627469" y="902294"/>
                </a:moveTo>
                <a:lnTo>
                  <a:pt x="626325" y="903437"/>
                </a:lnTo>
                <a:lnTo>
                  <a:pt x="626272" y="906678"/>
                </a:lnTo>
                <a:lnTo>
                  <a:pt x="627666" y="903437"/>
                </a:lnTo>
                <a:lnTo>
                  <a:pt x="628139" y="902294"/>
                </a:lnTo>
              </a:path>
              <a:path w="651459" h="962494">
                <a:moveTo>
                  <a:pt x="628139" y="902294"/>
                </a:moveTo>
                <a:lnTo>
                  <a:pt x="627132" y="905546"/>
                </a:lnTo>
                <a:lnTo>
                  <a:pt x="626808" y="906590"/>
                </a:lnTo>
                <a:lnTo>
                  <a:pt x="626325" y="906790"/>
                </a:lnTo>
                <a:lnTo>
                  <a:pt x="626751" y="906790"/>
                </a:lnTo>
                <a:lnTo>
                  <a:pt x="627049" y="906590"/>
                </a:lnTo>
                <a:lnTo>
                  <a:pt x="628611" y="905546"/>
                </a:lnTo>
                <a:lnTo>
                  <a:pt x="628611" y="902294"/>
                </a:lnTo>
              </a:path>
              <a:path w="651459" h="962494">
                <a:moveTo>
                  <a:pt x="626270" y="906790"/>
                </a:moveTo>
                <a:lnTo>
                  <a:pt x="626325" y="907074"/>
                </a:lnTo>
                <a:lnTo>
                  <a:pt x="626716" y="906812"/>
                </a:lnTo>
              </a:path>
              <a:path w="651459" h="962494">
                <a:moveTo>
                  <a:pt x="628611" y="905546"/>
                </a:moveTo>
                <a:lnTo>
                  <a:pt x="626325" y="907074"/>
                </a:lnTo>
                <a:lnTo>
                  <a:pt x="626270" y="906812"/>
                </a:lnTo>
                <a:lnTo>
                  <a:pt x="626046" y="907354"/>
                </a:lnTo>
                <a:lnTo>
                  <a:pt x="626325" y="907818"/>
                </a:lnTo>
                <a:lnTo>
                  <a:pt x="628611" y="909149"/>
                </a:lnTo>
                <a:lnTo>
                  <a:pt x="630135" y="909149"/>
                </a:lnTo>
                <a:lnTo>
                  <a:pt x="628611" y="905546"/>
                </a:lnTo>
                <a:close/>
              </a:path>
              <a:path w="651459" h="962494">
                <a:moveTo>
                  <a:pt x="626270" y="906812"/>
                </a:moveTo>
                <a:lnTo>
                  <a:pt x="626325" y="903437"/>
                </a:lnTo>
                <a:lnTo>
                  <a:pt x="627469" y="902294"/>
                </a:lnTo>
                <a:lnTo>
                  <a:pt x="626325" y="902676"/>
                </a:lnTo>
                <a:lnTo>
                  <a:pt x="621372" y="908386"/>
                </a:lnTo>
                <a:lnTo>
                  <a:pt x="622459" y="908386"/>
                </a:lnTo>
                <a:lnTo>
                  <a:pt x="626270" y="906812"/>
                </a:lnTo>
                <a:close/>
              </a:path>
              <a:path w="651459" h="962494">
                <a:moveTo>
                  <a:pt x="622459" y="908386"/>
                </a:moveTo>
                <a:lnTo>
                  <a:pt x="621372" y="908386"/>
                </a:lnTo>
                <a:lnTo>
                  <a:pt x="626325" y="902676"/>
                </a:lnTo>
                <a:lnTo>
                  <a:pt x="620610" y="909149"/>
                </a:lnTo>
                <a:lnTo>
                  <a:pt x="622459" y="908386"/>
                </a:lnTo>
                <a:close/>
              </a:path>
              <a:path w="651459" h="962494">
                <a:moveTo>
                  <a:pt x="626325" y="881520"/>
                </a:moveTo>
                <a:lnTo>
                  <a:pt x="626605" y="881240"/>
                </a:lnTo>
                <a:lnTo>
                  <a:pt x="627088" y="879995"/>
                </a:lnTo>
                <a:lnTo>
                  <a:pt x="626325" y="879990"/>
                </a:lnTo>
                <a:lnTo>
                  <a:pt x="625551" y="880764"/>
                </a:lnTo>
                <a:lnTo>
                  <a:pt x="625551" y="881528"/>
                </a:lnTo>
                <a:lnTo>
                  <a:pt x="625843" y="882003"/>
                </a:lnTo>
                <a:lnTo>
                  <a:pt x="626325" y="881520"/>
                </a:lnTo>
                <a:close/>
              </a:path>
              <a:path w="651459" h="962494">
                <a:moveTo>
                  <a:pt x="627087" y="138785"/>
                </a:moveTo>
                <a:lnTo>
                  <a:pt x="626536" y="139560"/>
                </a:lnTo>
                <a:lnTo>
                  <a:pt x="626325" y="139560"/>
                </a:lnTo>
                <a:lnTo>
                  <a:pt x="626109" y="140309"/>
                </a:lnTo>
                <a:lnTo>
                  <a:pt x="626120" y="140525"/>
                </a:lnTo>
                <a:lnTo>
                  <a:pt x="626227" y="142798"/>
                </a:lnTo>
                <a:lnTo>
                  <a:pt x="626262" y="143550"/>
                </a:lnTo>
                <a:lnTo>
                  <a:pt x="626299" y="144322"/>
                </a:lnTo>
                <a:lnTo>
                  <a:pt x="628605" y="144322"/>
                </a:lnTo>
                <a:lnTo>
                  <a:pt x="627837" y="143550"/>
                </a:lnTo>
                <a:lnTo>
                  <a:pt x="627087" y="142798"/>
                </a:lnTo>
                <a:lnTo>
                  <a:pt x="626325" y="140525"/>
                </a:lnTo>
                <a:lnTo>
                  <a:pt x="626325" y="140309"/>
                </a:lnTo>
                <a:lnTo>
                  <a:pt x="626846" y="140309"/>
                </a:lnTo>
                <a:lnTo>
                  <a:pt x="627087" y="139560"/>
                </a:lnTo>
                <a:lnTo>
                  <a:pt x="627524" y="139560"/>
                </a:lnTo>
                <a:lnTo>
                  <a:pt x="627785" y="139560"/>
                </a:lnTo>
                <a:lnTo>
                  <a:pt x="628230" y="139560"/>
                </a:lnTo>
              </a:path>
              <a:path w="651459" h="962494">
                <a:moveTo>
                  <a:pt x="628980" y="140309"/>
                </a:moveTo>
                <a:lnTo>
                  <a:pt x="628611" y="141465"/>
                </a:lnTo>
                <a:lnTo>
                  <a:pt x="628611" y="142989"/>
                </a:lnTo>
                <a:lnTo>
                  <a:pt x="631659" y="142989"/>
                </a:lnTo>
                <a:lnTo>
                  <a:pt x="630135" y="141465"/>
                </a:lnTo>
              </a:path>
              <a:path w="651459" h="962494">
                <a:moveTo>
                  <a:pt x="628611" y="142989"/>
                </a:moveTo>
                <a:lnTo>
                  <a:pt x="628611" y="143604"/>
                </a:lnTo>
                <a:lnTo>
                  <a:pt x="628611" y="144328"/>
                </a:lnTo>
                <a:lnTo>
                  <a:pt x="629248" y="144328"/>
                </a:lnTo>
                <a:lnTo>
                  <a:pt x="629361" y="143604"/>
                </a:lnTo>
                <a:lnTo>
                  <a:pt x="629361" y="142989"/>
                </a:lnTo>
              </a:path>
              <a:path w="651459" h="962494">
                <a:moveTo>
                  <a:pt x="629361" y="142989"/>
                </a:moveTo>
                <a:lnTo>
                  <a:pt x="630135" y="144513"/>
                </a:lnTo>
                <a:lnTo>
                  <a:pt x="630148" y="144881"/>
                </a:lnTo>
                <a:lnTo>
                  <a:pt x="630346" y="145656"/>
                </a:lnTo>
                <a:lnTo>
                  <a:pt x="630415" y="146138"/>
                </a:lnTo>
                <a:lnTo>
                  <a:pt x="630624" y="146138"/>
                </a:lnTo>
                <a:lnTo>
                  <a:pt x="630470" y="145656"/>
                </a:lnTo>
                <a:lnTo>
                  <a:pt x="630288" y="144881"/>
                </a:lnTo>
                <a:lnTo>
                  <a:pt x="633552" y="144881"/>
                </a:lnTo>
                <a:lnTo>
                  <a:pt x="633183" y="144513"/>
                </a:lnTo>
                <a:lnTo>
                  <a:pt x="631659" y="142989"/>
                </a:lnTo>
              </a:path>
              <a:path w="651459" h="962494">
                <a:moveTo>
                  <a:pt x="626299" y="144322"/>
                </a:moveTo>
                <a:lnTo>
                  <a:pt x="626325" y="144881"/>
                </a:lnTo>
                <a:lnTo>
                  <a:pt x="627837" y="144322"/>
                </a:lnTo>
              </a:path>
              <a:path w="651459" h="962494">
                <a:moveTo>
                  <a:pt x="627837" y="144322"/>
                </a:moveTo>
                <a:lnTo>
                  <a:pt x="628611" y="144328"/>
                </a:lnTo>
              </a:path>
              <a:path w="651459" h="962494">
                <a:moveTo>
                  <a:pt x="627843" y="144328"/>
                </a:moveTo>
                <a:lnTo>
                  <a:pt x="628395" y="144881"/>
                </a:lnTo>
                <a:lnTo>
                  <a:pt x="629162" y="144881"/>
                </a:lnTo>
                <a:lnTo>
                  <a:pt x="629248" y="144328"/>
                </a:lnTo>
              </a:path>
              <a:path w="651459" h="962494">
                <a:moveTo>
                  <a:pt x="628395" y="144881"/>
                </a:moveTo>
                <a:lnTo>
                  <a:pt x="628395" y="144881"/>
                </a:lnTo>
                <a:lnTo>
                  <a:pt x="628611" y="144881"/>
                </a:lnTo>
              </a:path>
              <a:path w="651459" h="962494">
                <a:moveTo>
                  <a:pt x="628611" y="144881"/>
                </a:moveTo>
                <a:lnTo>
                  <a:pt x="628755" y="145080"/>
                </a:lnTo>
                <a:lnTo>
                  <a:pt x="629170" y="145656"/>
                </a:lnTo>
                <a:lnTo>
                  <a:pt x="629361" y="145656"/>
                </a:lnTo>
                <a:lnTo>
                  <a:pt x="629523" y="145858"/>
                </a:lnTo>
                <a:lnTo>
                  <a:pt x="629748" y="146138"/>
                </a:lnTo>
                <a:lnTo>
                  <a:pt x="630415" y="146138"/>
                </a:lnTo>
                <a:lnTo>
                  <a:pt x="630135" y="145858"/>
                </a:lnTo>
                <a:lnTo>
                  <a:pt x="629934" y="145656"/>
                </a:lnTo>
                <a:lnTo>
                  <a:pt x="629361" y="145080"/>
                </a:lnTo>
                <a:lnTo>
                  <a:pt x="629162" y="144881"/>
                </a:lnTo>
              </a:path>
              <a:path w="651459" h="962494">
                <a:moveTo>
                  <a:pt x="629748" y="146138"/>
                </a:moveTo>
                <a:lnTo>
                  <a:pt x="630136" y="146621"/>
                </a:lnTo>
                <a:lnTo>
                  <a:pt x="630471" y="146957"/>
                </a:lnTo>
                <a:lnTo>
                  <a:pt x="630694" y="147180"/>
                </a:lnTo>
                <a:lnTo>
                  <a:pt x="630885" y="146957"/>
                </a:lnTo>
                <a:lnTo>
                  <a:pt x="630778" y="146621"/>
                </a:lnTo>
                <a:lnTo>
                  <a:pt x="630624" y="146138"/>
                </a:lnTo>
              </a:path>
              <a:path w="651459" h="962494">
                <a:moveTo>
                  <a:pt x="626109" y="140309"/>
                </a:moveTo>
                <a:lnTo>
                  <a:pt x="625843" y="140042"/>
                </a:lnTo>
                <a:lnTo>
                  <a:pt x="625551" y="139560"/>
                </a:lnTo>
                <a:lnTo>
                  <a:pt x="625551" y="138785"/>
                </a:lnTo>
                <a:lnTo>
                  <a:pt x="624598" y="138785"/>
                </a:lnTo>
                <a:lnTo>
                  <a:pt x="624801" y="137261"/>
                </a:lnTo>
                <a:lnTo>
                  <a:pt x="623068" y="137261"/>
                </a:lnTo>
                <a:lnTo>
                  <a:pt x="624802" y="139002"/>
                </a:lnTo>
                <a:lnTo>
                  <a:pt x="625081" y="139280"/>
                </a:lnTo>
                <a:lnTo>
                  <a:pt x="625360" y="139560"/>
                </a:lnTo>
                <a:lnTo>
                  <a:pt x="625551" y="139750"/>
                </a:lnTo>
                <a:lnTo>
                  <a:pt x="625551" y="140309"/>
                </a:lnTo>
                <a:lnTo>
                  <a:pt x="626325" y="144881"/>
                </a:lnTo>
                <a:lnTo>
                  <a:pt x="626109" y="140309"/>
                </a:lnTo>
                <a:close/>
              </a:path>
              <a:path w="651459" h="962494">
                <a:moveTo>
                  <a:pt x="626485" y="883244"/>
                </a:moveTo>
                <a:lnTo>
                  <a:pt x="627087" y="881788"/>
                </a:lnTo>
                <a:lnTo>
                  <a:pt x="628611" y="878421"/>
                </a:lnTo>
                <a:lnTo>
                  <a:pt x="629361" y="877534"/>
                </a:lnTo>
                <a:lnTo>
                  <a:pt x="630136" y="875672"/>
                </a:lnTo>
                <a:lnTo>
                  <a:pt x="629361" y="876611"/>
                </a:lnTo>
                <a:lnTo>
                  <a:pt x="628611" y="878105"/>
                </a:lnTo>
                <a:lnTo>
                  <a:pt x="627087" y="881461"/>
                </a:lnTo>
                <a:lnTo>
                  <a:pt x="626345" y="883244"/>
                </a:lnTo>
                <a:lnTo>
                  <a:pt x="626485" y="883244"/>
                </a:lnTo>
                <a:close/>
              </a:path>
              <a:path w="651459" h="962494">
                <a:moveTo>
                  <a:pt x="627367" y="879716"/>
                </a:moveTo>
                <a:lnTo>
                  <a:pt x="627088" y="879230"/>
                </a:lnTo>
                <a:lnTo>
                  <a:pt x="626325" y="879240"/>
                </a:lnTo>
                <a:lnTo>
                  <a:pt x="626325" y="879990"/>
                </a:lnTo>
                <a:lnTo>
                  <a:pt x="627088" y="879995"/>
                </a:lnTo>
                <a:lnTo>
                  <a:pt x="627367" y="879716"/>
                </a:lnTo>
                <a:close/>
              </a:path>
              <a:path w="651459" h="962494">
                <a:moveTo>
                  <a:pt x="628611" y="878105"/>
                </a:moveTo>
                <a:lnTo>
                  <a:pt x="629361" y="876611"/>
                </a:lnTo>
                <a:lnTo>
                  <a:pt x="629653" y="875906"/>
                </a:lnTo>
                <a:lnTo>
                  <a:pt x="630136" y="874663"/>
                </a:lnTo>
                <a:lnTo>
                  <a:pt x="630135" y="873173"/>
                </a:lnTo>
                <a:lnTo>
                  <a:pt x="630415" y="874383"/>
                </a:lnTo>
                <a:lnTo>
                  <a:pt x="630855" y="873942"/>
                </a:lnTo>
                <a:lnTo>
                  <a:pt x="630885" y="872392"/>
                </a:lnTo>
                <a:lnTo>
                  <a:pt x="630166" y="873111"/>
                </a:lnTo>
                <a:lnTo>
                  <a:pt x="629361" y="873917"/>
                </a:lnTo>
                <a:lnTo>
                  <a:pt x="629361" y="876198"/>
                </a:lnTo>
                <a:lnTo>
                  <a:pt x="628891" y="877430"/>
                </a:lnTo>
                <a:lnTo>
                  <a:pt x="628612" y="877709"/>
                </a:lnTo>
                <a:lnTo>
                  <a:pt x="628129" y="878958"/>
                </a:lnTo>
                <a:lnTo>
                  <a:pt x="628611" y="878105"/>
                </a:lnTo>
                <a:close/>
              </a:path>
              <a:path w="651459" h="962494">
                <a:moveTo>
                  <a:pt x="633388" y="122796"/>
                </a:moveTo>
                <a:lnTo>
                  <a:pt x="637755" y="122021"/>
                </a:lnTo>
                <a:lnTo>
                  <a:pt x="637755" y="121259"/>
                </a:lnTo>
                <a:lnTo>
                  <a:pt x="632616" y="122021"/>
                </a:lnTo>
                <a:lnTo>
                  <a:pt x="632421" y="122021"/>
                </a:lnTo>
                <a:lnTo>
                  <a:pt x="632142" y="122313"/>
                </a:lnTo>
                <a:lnTo>
                  <a:pt x="631440" y="122021"/>
                </a:lnTo>
                <a:lnTo>
                  <a:pt x="630885" y="121790"/>
                </a:lnTo>
                <a:lnTo>
                  <a:pt x="629608" y="121259"/>
                </a:lnTo>
                <a:lnTo>
                  <a:pt x="627837" y="120522"/>
                </a:lnTo>
                <a:lnTo>
                  <a:pt x="625944" y="119735"/>
                </a:lnTo>
                <a:lnTo>
                  <a:pt x="627837" y="122395"/>
                </a:lnTo>
                <a:lnTo>
                  <a:pt x="628230" y="121259"/>
                </a:lnTo>
                <a:lnTo>
                  <a:pt x="630062" y="122021"/>
                </a:lnTo>
                <a:lnTo>
                  <a:pt x="630885" y="122021"/>
                </a:lnTo>
                <a:lnTo>
                  <a:pt x="631924" y="122796"/>
                </a:lnTo>
                <a:lnTo>
                  <a:pt x="633388" y="122796"/>
                </a:lnTo>
                <a:close/>
              </a:path>
              <a:path w="651459" h="962494">
                <a:moveTo>
                  <a:pt x="627837" y="118211"/>
                </a:moveTo>
                <a:lnTo>
                  <a:pt x="625023" y="118211"/>
                </a:lnTo>
                <a:lnTo>
                  <a:pt x="627570" y="119265"/>
                </a:lnTo>
                <a:lnTo>
                  <a:pt x="627837" y="118211"/>
                </a:lnTo>
                <a:close/>
              </a:path>
              <a:path w="651459" h="962494">
                <a:moveTo>
                  <a:pt x="629754" y="883244"/>
                </a:moveTo>
                <a:lnTo>
                  <a:pt x="628230" y="884767"/>
                </a:lnTo>
                <a:lnTo>
                  <a:pt x="625712" y="884767"/>
                </a:lnTo>
                <a:lnTo>
                  <a:pt x="625551" y="885154"/>
                </a:lnTo>
                <a:lnTo>
                  <a:pt x="624027" y="887440"/>
                </a:lnTo>
                <a:lnTo>
                  <a:pt x="622515" y="889722"/>
                </a:lnTo>
                <a:lnTo>
                  <a:pt x="622134" y="890864"/>
                </a:lnTo>
                <a:lnTo>
                  <a:pt x="620991" y="892008"/>
                </a:lnTo>
                <a:lnTo>
                  <a:pt x="629754" y="883244"/>
                </a:lnTo>
                <a:close/>
              </a:path>
              <a:path w="651459" h="962494">
                <a:moveTo>
                  <a:pt x="630885" y="121056"/>
                </a:moveTo>
                <a:lnTo>
                  <a:pt x="630885" y="120283"/>
                </a:lnTo>
                <a:lnTo>
                  <a:pt x="631857" y="121259"/>
                </a:lnTo>
                <a:lnTo>
                  <a:pt x="632421" y="121259"/>
                </a:lnTo>
                <a:lnTo>
                  <a:pt x="632421" y="117449"/>
                </a:lnTo>
                <a:lnTo>
                  <a:pt x="630885" y="117449"/>
                </a:lnTo>
                <a:lnTo>
                  <a:pt x="630339" y="119735"/>
                </a:lnTo>
                <a:lnTo>
                  <a:pt x="625944" y="119735"/>
                </a:lnTo>
                <a:lnTo>
                  <a:pt x="627837" y="120522"/>
                </a:lnTo>
                <a:lnTo>
                  <a:pt x="629608" y="121259"/>
                </a:lnTo>
                <a:lnTo>
                  <a:pt x="630885" y="121056"/>
                </a:lnTo>
                <a:close/>
              </a:path>
              <a:path w="651459" h="962494">
                <a:moveTo>
                  <a:pt x="625360" y="139560"/>
                </a:moveTo>
                <a:lnTo>
                  <a:pt x="625081" y="139280"/>
                </a:lnTo>
                <a:lnTo>
                  <a:pt x="624802" y="139002"/>
                </a:lnTo>
                <a:lnTo>
                  <a:pt x="623054" y="137261"/>
                </a:lnTo>
                <a:lnTo>
                  <a:pt x="621741" y="135953"/>
                </a:lnTo>
                <a:lnTo>
                  <a:pt x="623068" y="137261"/>
                </a:lnTo>
                <a:lnTo>
                  <a:pt x="621741" y="135750"/>
                </a:lnTo>
                <a:lnTo>
                  <a:pt x="621551" y="135750"/>
                </a:lnTo>
                <a:lnTo>
                  <a:pt x="622312" y="137261"/>
                </a:lnTo>
                <a:lnTo>
                  <a:pt x="624801" y="139560"/>
                </a:lnTo>
                <a:lnTo>
                  <a:pt x="625360" y="139560"/>
                </a:lnTo>
                <a:close/>
              </a:path>
              <a:path w="651459" h="962494">
                <a:moveTo>
                  <a:pt x="622515" y="886094"/>
                </a:moveTo>
                <a:lnTo>
                  <a:pt x="623840" y="884767"/>
                </a:lnTo>
                <a:lnTo>
                  <a:pt x="618705" y="884767"/>
                </a:lnTo>
                <a:lnTo>
                  <a:pt x="622515" y="885337"/>
                </a:lnTo>
                <a:lnTo>
                  <a:pt x="621872" y="886738"/>
                </a:lnTo>
                <a:lnTo>
                  <a:pt x="622515" y="886094"/>
                </a:lnTo>
                <a:close/>
              </a:path>
              <a:path w="651459" h="962494">
                <a:moveTo>
                  <a:pt x="623068" y="137261"/>
                </a:moveTo>
                <a:lnTo>
                  <a:pt x="621741" y="135939"/>
                </a:lnTo>
                <a:lnTo>
                  <a:pt x="623054" y="137261"/>
                </a:lnTo>
                <a:lnTo>
                  <a:pt x="624802" y="139002"/>
                </a:lnTo>
                <a:lnTo>
                  <a:pt x="623068" y="137261"/>
                </a:lnTo>
                <a:close/>
              </a:path>
              <a:path w="651459" h="962494">
                <a:moveTo>
                  <a:pt x="624027" y="886072"/>
                </a:moveTo>
                <a:lnTo>
                  <a:pt x="624027" y="884767"/>
                </a:lnTo>
                <a:lnTo>
                  <a:pt x="624567" y="884767"/>
                </a:lnTo>
                <a:lnTo>
                  <a:pt x="625081" y="883526"/>
                </a:lnTo>
                <a:lnTo>
                  <a:pt x="625138" y="884767"/>
                </a:lnTo>
                <a:lnTo>
                  <a:pt x="625551" y="884767"/>
                </a:lnTo>
                <a:lnTo>
                  <a:pt x="625551" y="883775"/>
                </a:lnTo>
                <a:lnTo>
                  <a:pt x="625360" y="883244"/>
                </a:lnTo>
                <a:lnTo>
                  <a:pt x="624319" y="884290"/>
                </a:lnTo>
                <a:lnTo>
                  <a:pt x="624027" y="884583"/>
                </a:lnTo>
                <a:lnTo>
                  <a:pt x="623843" y="884767"/>
                </a:lnTo>
                <a:lnTo>
                  <a:pt x="622515" y="886094"/>
                </a:lnTo>
                <a:lnTo>
                  <a:pt x="624027" y="886072"/>
                </a:lnTo>
                <a:close/>
              </a:path>
              <a:path w="651459" h="962494">
                <a:moveTo>
                  <a:pt x="625551" y="139750"/>
                </a:moveTo>
                <a:lnTo>
                  <a:pt x="625360" y="139560"/>
                </a:lnTo>
                <a:lnTo>
                  <a:pt x="624801" y="139560"/>
                </a:lnTo>
                <a:lnTo>
                  <a:pt x="625551" y="140309"/>
                </a:lnTo>
                <a:lnTo>
                  <a:pt x="625551" y="139750"/>
                </a:lnTo>
                <a:close/>
              </a:path>
              <a:path w="651459" h="962494">
                <a:moveTo>
                  <a:pt x="625585" y="137261"/>
                </a:moveTo>
                <a:lnTo>
                  <a:pt x="625551" y="136785"/>
                </a:lnTo>
                <a:lnTo>
                  <a:pt x="625354" y="136704"/>
                </a:lnTo>
                <a:lnTo>
                  <a:pt x="625551" y="137261"/>
                </a:lnTo>
                <a:close/>
              </a:path>
              <a:path w="651459" h="962494">
                <a:moveTo>
                  <a:pt x="626706" y="137261"/>
                </a:moveTo>
                <a:lnTo>
                  <a:pt x="626325" y="136893"/>
                </a:lnTo>
                <a:lnTo>
                  <a:pt x="626325" y="137104"/>
                </a:lnTo>
                <a:lnTo>
                  <a:pt x="626669" y="137246"/>
                </a:lnTo>
                <a:close/>
              </a:path>
              <a:path w="651459" h="962494">
                <a:moveTo>
                  <a:pt x="627837" y="140309"/>
                </a:moveTo>
                <a:lnTo>
                  <a:pt x="626846" y="140309"/>
                </a:lnTo>
                <a:lnTo>
                  <a:pt x="626605" y="140804"/>
                </a:lnTo>
                <a:lnTo>
                  <a:pt x="626325" y="140525"/>
                </a:lnTo>
                <a:lnTo>
                  <a:pt x="627087" y="142798"/>
                </a:lnTo>
                <a:lnTo>
                  <a:pt x="627087" y="140891"/>
                </a:lnTo>
                <a:lnTo>
                  <a:pt x="627367" y="141566"/>
                </a:lnTo>
                <a:lnTo>
                  <a:pt x="627837" y="143550"/>
                </a:lnTo>
                <a:lnTo>
                  <a:pt x="628611" y="144328"/>
                </a:lnTo>
                <a:lnTo>
                  <a:pt x="627837" y="140309"/>
                </a:lnTo>
                <a:close/>
              </a:path>
              <a:path w="651459" h="962494">
                <a:moveTo>
                  <a:pt x="629170" y="145656"/>
                </a:moveTo>
                <a:lnTo>
                  <a:pt x="628611" y="144881"/>
                </a:lnTo>
                <a:lnTo>
                  <a:pt x="628611" y="145097"/>
                </a:lnTo>
                <a:lnTo>
                  <a:pt x="628395" y="144881"/>
                </a:lnTo>
                <a:lnTo>
                  <a:pt x="627837" y="144322"/>
                </a:lnTo>
                <a:lnTo>
                  <a:pt x="626325" y="144881"/>
                </a:lnTo>
                <a:lnTo>
                  <a:pt x="628611" y="145656"/>
                </a:lnTo>
                <a:lnTo>
                  <a:pt x="629170" y="145656"/>
                </a:lnTo>
                <a:close/>
              </a:path>
              <a:path w="651459" h="962494">
                <a:moveTo>
                  <a:pt x="627469" y="902294"/>
                </a:moveTo>
                <a:lnTo>
                  <a:pt x="628611" y="901152"/>
                </a:lnTo>
                <a:lnTo>
                  <a:pt x="628997" y="900766"/>
                </a:lnTo>
                <a:lnTo>
                  <a:pt x="627468" y="902294"/>
                </a:lnTo>
                <a:lnTo>
                  <a:pt x="626325" y="902676"/>
                </a:lnTo>
                <a:lnTo>
                  <a:pt x="627469" y="902294"/>
                </a:lnTo>
                <a:close/>
              </a:path>
              <a:path w="651459" h="962494">
                <a:moveTo>
                  <a:pt x="627367" y="141566"/>
                </a:moveTo>
                <a:lnTo>
                  <a:pt x="627087" y="140891"/>
                </a:lnTo>
                <a:lnTo>
                  <a:pt x="627087" y="141287"/>
                </a:lnTo>
                <a:lnTo>
                  <a:pt x="627087" y="142798"/>
                </a:lnTo>
                <a:lnTo>
                  <a:pt x="627837" y="143550"/>
                </a:lnTo>
                <a:lnTo>
                  <a:pt x="627367" y="141566"/>
                </a:lnTo>
                <a:close/>
              </a:path>
              <a:path w="651459" h="962494">
                <a:moveTo>
                  <a:pt x="630516" y="140309"/>
                </a:moveTo>
                <a:lnTo>
                  <a:pt x="629754" y="139560"/>
                </a:lnTo>
                <a:lnTo>
                  <a:pt x="628230" y="139560"/>
                </a:lnTo>
                <a:lnTo>
                  <a:pt x="627837" y="139941"/>
                </a:lnTo>
                <a:lnTo>
                  <a:pt x="627087" y="139560"/>
                </a:lnTo>
                <a:lnTo>
                  <a:pt x="626846" y="140309"/>
                </a:lnTo>
                <a:lnTo>
                  <a:pt x="630516" y="140309"/>
                </a:lnTo>
                <a:close/>
              </a:path>
              <a:path w="651459" h="962494">
                <a:moveTo>
                  <a:pt x="628988" y="138785"/>
                </a:moveTo>
                <a:lnTo>
                  <a:pt x="626129" y="135934"/>
                </a:lnTo>
                <a:lnTo>
                  <a:pt x="628988" y="138795"/>
                </a:lnTo>
                <a:close/>
              </a:path>
              <a:path w="651459" h="962494">
                <a:moveTo>
                  <a:pt x="628611" y="141465"/>
                </a:moveTo>
                <a:lnTo>
                  <a:pt x="628980" y="140309"/>
                </a:lnTo>
                <a:lnTo>
                  <a:pt x="627990" y="140309"/>
                </a:lnTo>
                <a:lnTo>
                  <a:pt x="627837" y="140309"/>
                </a:lnTo>
                <a:lnTo>
                  <a:pt x="628611" y="144328"/>
                </a:lnTo>
                <a:lnTo>
                  <a:pt x="628611" y="141465"/>
                </a:lnTo>
                <a:close/>
              </a:path>
              <a:path w="651459" h="962494">
                <a:moveTo>
                  <a:pt x="629361" y="144881"/>
                </a:moveTo>
                <a:lnTo>
                  <a:pt x="630025" y="144881"/>
                </a:lnTo>
                <a:lnTo>
                  <a:pt x="630135" y="144513"/>
                </a:lnTo>
                <a:lnTo>
                  <a:pt x="629361" y="142989"/>
                </a:lnTo>
                <a:lnTo>
                  <a:pt x="629361" y="143604"/>
                </a:lnTo>
                <a:lnTo>
                  <a:pt x="629162" y="144881"/>
                </a:lnTo>
                <a:lnTo>
                  <a:pt x="629361" y="145080"/>
                </a:lnTo>
                <a:lnTo>
                  <a:pt x="629361" y="144881"/>
                </a:lnTo>
                <a:close/>
              </a:path>
              <a:path w="651459" h="962494">
                <a:moveTo>
                  <a:pt x="628891" y="877430"/>
                </a:moveTo>
                <a:lnTo>
                  <a:pt x="629361" y="876198"/>
                </a:lnTo>
                <a:lnTo>
                  <a:pt x="629361" y="873917"/>
                </a:lnTo>
                <a:lnTo>
                  <a:pt x="628611" y="874666"/>
                </a:lnTo>
                <a:lnTo>
                  <a:pt x="628612" y="877709"/>
                </a:lnTo>
                <a:lnTo>
                  <a:pt x="628891" y="877430"/>
                </a:lnTo>
                <a:close/>
              </a:path>
              <a:path w="651459" h="962494">
                <a:moveTo>
                  <a:pt x="630136" y="875672"/>
                </a:moveTo>
                <a:lnTo>
                  <a:pt x="630855" y="873942"/>
                </a:lnTo>
                <a:lnTo>
                  <a:pt x="630415" y="874383"/>
                </a:lnTo>
                <a:lnTo>
                  <a:pt x="630135" y="873173"/>
                </a:lnTo>
                <a:lnTo>
                  <a:pt x="630136" y="874663"/>
                </a:lnTo>
                <a:lnTo>
                  <a:pt x="629653" y="875906"/>
                </a:lnTo>
                <a:lnTo>
                  <a:pt x="630136" y="875672"/>
                </a:lnTo>
                <a:close/>
              </a:path>
              <a:path w="651459" h="962494">
                <a:moveTo>
                  <a:pt x="630166" y="873111"/>
                </a:moveTo>
                <a:lnTo>
                  <a:pt x="630885" y="871676"/>
                </a:lnTo>
                <a:lnTo>
                  <a:pt x="631304" y="871973"/>
                </a:lnTo>
                <a:lnTo>
                  <a:pt x="631647" y="871437"/>
                </a:lnTo>
                <a:lnTo>
                  <a:pt x="632055" y="870454"/>
                </a:lnTo>
                <a:lnTo>
                  <a:pt x="631647" y="870542"/>
                </a:lnTo>
                <a:lnTo>
                  <a:pt x="631546" y="870962"/>
                </a:lnTo>
                <a:lnTo>
                  <a:pt x="630939" y="871569"/>
                </a:lnTo>
                <a:lnTo>
                  <a:pt x="629361" y="873144"/>
                </a:lnTo>
                <a:lnTo>
                  <a:pt x="629361" y="873917"/>
                </a:lnTo>
                <a:lnTo>
                  <a:pt x="630166" y="873111"/>
                </a:lnTo>
                <a:close/>
              </a:path>
              <a:path w="651459" h="962494">
                <a:moveTo>
                  <a:pt x="631647" y="150418"/>
                </a:moveTo>
                <a:lnTo>
                  <a:pt x="630885" y="148901"/>
                </a:lnTo>
                <a:lnTo>
                  <a:pt x="630136" y="148155"/>
                </a:lnTo>
                <a:lnTo>
                  <a:pt x="630135" y="148907"/>
                </a:lnTo>
                <a:lnTo>
                  <a:pt x="630885" y="149656"/>
                </a:lnTo>
                <a:lnTo>
                  <a:pt x="630885" y="151193"/>
                </a:lnTo>
                <a:lnTo>
                  <a:pt x="631647" y="151952"/>
                </a:lnTo>
                <a:lnTo>
                  <a:pt x="631647" y="150418"/>
                </a:lnTo>
                <a:close/>
              </a:path>
              <a:path w="651459" h="962494">
                <a:moveTo>
                  <a:pt x="630346" y="145656"/>
                </a:moveTo>
                <a:lnTo>
                  <a:pt x="630135" y="144881"/>
                </a:lnTo>
                <a:lnTo>
                  <a:pt x="630135" y="145147"/>
                </a:lnTo>
                <a:lnTo>
                  <a:pt x="630214" y="145656"/>
                </a:lnTo>
                <a:lnTo>
                  <a:pt x="629934" y="145656"/>
                </a:lnTo>
                <a:lnTo>
                  <a:pt x="630135" y="145858"/>
                </a:lnTo>
                <a:lnTo>
                  <a:pt x="630415" y="146138"/>
                </a:lnTo>
                <a:lnTo>
                  <a:pt x="630346" y="145656"/>
                </a:lnTo>
                <a:close/>
              </a:path>
              <a:path w="651459" h="962494">
                <a:moveTo>
                  <a:pt x="626846" y="140309"/>
                </a:moveTo>
                <a:lnTo>
                  <a:pt x="626325" y="140309"/>
                </a:lnTo>
                <a:lnTo>
                  <a:pt x="626325" y="140525"/>
                </a:lnTo>
                <a:lnTo>
                  <a:pt x="626605" y="140804"/>
                </a:lnTo>
                <a:lnTo>
                  <a:pt x="626846" y="140309"/>
                </a:lnTo>
                <a:close/>
              </a:path>
              <a:path w="651459" h="962494">
                <a:moveTo>
                  <a:pt x="626325" y="881912"/>
                </a:moveTo>
                <a:lnTo>
                  <a:pt x="626325" y="881520"/>
                </a:lnTo>
                <a:lnTo>
                  <a:pt x="625843" y="882003"/>
                </a:lnTo>
                <a:lnTo>
                  <a:pt x="625551" y="881528"/>
                </a:lnTo>
                <a:lnTo>
                  <a:pt x="625551" y="882296"/>
                </a:lnTo>
                <a:lnTo>
                  <a:pt x="625771" y="883244"/>
                </a:lnTo>
                <a:lnTo>
                  <a:pt x="626325" y="881912"/>
                </a:lnTo>
                <a:close/>
              </a:path>
              <a:path w="651459" h="962494">
                <a:moveTo>
                  <a:pt x="629361" y="147180"/>
                </a:moveTo>
                <a:lnTo>
                  <a:pt x="628611" y="145846"/>
                </a:lnTo>
                <a:lnTo>
                  <a:pt x="626325" y="145656"/>
                </a:lnTo>
                <a:lnTo>
                  <a:pt x="626325" y="147180"/>
                </a:lnTo>
                <a:lnTo>
                  <a:pt x="629361" y="147180"/>
                </a:lnTo>
                <a:close/>
              </a:path>
              <a:path w="651459" h="962494">
                <a:moveTo>
                  <a:pt x="631647" y="148484"/>
                </a:moveTo>
                <a:lnTo>
                  <a:pt x="631239" y="147180"/>
                </a:lnTo>
                <a:lnTo>
                  <a:pt x="630885" y="146037"/>
                </a:lnTo>
                <a:lnTo>
                  <a:pt x="634326" y="145656"/>
                </a:lnTo>
                <a:lnTo>
                  <a:pt x="634326" y="144881"/>
                </a:lnTo>
                <a:lnTo>
                  <a:pt x="630885" y="126225"/>
                </a:lnTo>
                <a:lnTo>
                  <a:pt x="630516" y="140309"/>
                </a:lnTo>
                <a:lnTo>
                  <a:pt x="629939" y="140506"/>
                </a:lnTo>
                <a:lnTo>
                  <a:pt x="633552" y="144881"/>
                </a:lnTo>
                <a:lnTo>
                  <a:pt x="630608" y="145656"/>
                </a:lnTo>
                <a:lnTo>
                  <a:pt x="630885" y="146323"/>
                </a:lnTo>
                <a:lnTo>
                  <a:pt x="631104" y="147180"/>
                </a:lnTo>
                <a:lnTo>
                  <a:pt x="631177" y="147662"/>
                </a:lnTo>
                <a:lnTo>
                  <a:pt x="630885" y="147370"/>
                </a:lnTo>
                <a:lnTo>
                  <a:pt x="630694" y="147180"/>
                </a:lnTo>
                <a:lnTo>
                  <a:pt x="630136" y="146621"/>
                </a:lnTo>
                <a:lnTo>
                  <a:pt x="629360" y="145846"/>
                </a:lnTo>
                <a:lnTo>
                  <a:pt x="629170" y="145656"/>
                </a:lnTo>
                <a:lnTo>
                  <a:pt x="628611" y="145656"/>
                </a:lnTo>
                <a:lnTo>
                  <a:pt x="629361" y="146598"/>
                </a:lnTo>
                <a:lnTo>
                  <a:pt x="629940" y="147180"/>
                </a:lnTo>
                <a:lnTo>
                  <a:pt x="630135" y="147180"/>
                </a:lnTo>
                <a:lnTo>
                  <a:pt x="630885" y="148128"/>
                </a:lnTo>
                <a:lnTo>
                  <a:pt x="631647" y="148893"/>
                </a:lnTo>
                <a:lnTo>
                  <a:pt x="631647" y="148484"/>
                </a:lnTo>
                <a:close/>
              </a:path>
              <a:path w="651459" h="962494">
                <a:moveTo>
                  <a:pt x="628612" y="877709"/>
                </a:moveTo>
                <a:lnTo>
                  <a:pt x="628611" y="876949"/>
                </a:lnTo>
                <a:lnTo>
                  <a:pt x="628611" y="876190"/>
                </a:lnTo>
                <a:lnTo>
                  <a:pt x="627087" y="877717"/>
                </a:lnTo>
                <a:lnTo>
                  <a:pt x="627087" y="878476"/>
                </a:lnTo>
                <a:lnTo>
                  <a:pt x="628612" y="877709"/>
                </a:lnTo>
                <a:close/>
              </a:path>
              <a:path w="651459" h="962494">
                <a:moveTo>
                  <a:pt x="626808" y="906590"/>
                </a:moveTo>
                <a:lnTo>
                  <a:pt x="628139" y="902294"/>
                </a:lnTo>
                <a:lnTo>
                  <a:pt x="626325" y="906678"/>
                </a:lnTo>
                <a:lnTo>
                  <a:pt x="626808" y="906590"/>
                </a:lnTo>
                <a:close/>
              </a:path>
              <a:path w="651459" h="962494">
                <a:moveTo>
                  <a:pt x="627087" y="882102"/>
                </a:moveTo>
                <a:lnTo>
                  <a:pt x="628611" y="878421"/>
                </a:lnTo>
                <a:lnTo>
                  <a:pt x="627087" y="881788"/>
                </a:lnTo>
                <a:lnTo>
                  <a:pt x="626485" y="883244"/>
                </a:lnTo>
                <a:lnTo>
                  <a:pt x="627087" y="882102"/>
                </a:lnTo>
                <a:close/>
              </a:path>
              <a:path w="651459" h="962494">
                <a:moveTo>
                  <a:pt x="632616" y="122021"/>
                </a:moveTo>
                <a:lnTo>
                  <a:pt x="637755" y="121259"/>
                </a:lnTo>
                <a:lnTo>
                  <a:pt x="632421" y="121259"/>
                </a:lnTo>
                <a:lnTo>
                  <a:pt x="632421" y="121826"/>
                </a:lnTo>
                <a:lnTo>
                  <a:pt x="631857" y="121259"/>
                </a:lnTo>
                <a:lnTo>
                  <a:pt x="631380" y="121551"/>
                </a:lnTo>
                <a:lnTo>
                  <a:pt x="631088" y="121259"/>
                </a:lnTo>
                <a:lnTo>
                  <a:pt x="630885" y="121056"/>
                </a:lnTo>
                <a:lnTo>
                  <a:pt x="629608" y="121259"/>
                </a:lnTo>
                <a:lnTo>
                  <a:pt x="630885" y="121259"/>
                </a:lnTo>
                <a:lnTo>
                  <a:pt x="631440" y="122021"/>
                </a:lnTo>
                <a:lnTo>
                  <a:pt x="632616" y="122021"/>
                </a:lnTo>
                <a:close/>
              </a:path>
              <a:path w="651459" h="962494">
                <a:moveTo>
                  <a:pt x="634326" y="128130"/>
                </a:moveTo>
                <a:lnTo>
                  <a:pt x="633564" y="127355"/>
                </a:lnTo>
                <a:lnTo>
                  <a:pt x="632421" y="125467"/>
                </a:lnTo>
                <a:lnTo>
                  <a:pt x="630885" y="123928"/>
                </a:lnTo>
                <a:lnTo>
                  <a:pt x="629754" y="122796"/>
                </a:lnTo>
                <a:lnTo>
                  <a:pt x="628992" y="122021"/>
                </a:lnTo>
                <a:lnTo>
                  <a:pt x="630885" y="125448"/>
                </a:lnTo>
                <a:lnTo>
                  <a:pt x="632421" y="126987"/>
                </a:lnTo>
                <a:lnTo>
                  <a:pt x="634326" y="144881"/>
                </a:lnTo>
                <a:lnTo>
                  <a:pt x="634326" y="128130"/>
                </a:lnTo>
                <a:close/>
              </a:path>
              <a:path w="651459" h="962494">
                <a:moveTo>
                  <a:pt x="629361" y="145656"/>
                </a:moveTo>
                <a:lnTo>
                  <a:pt x="629170" y="145656"/>
                </a:lnTo>
                <a:lnTo>
                  <a:pt x="629360" y="145846"/>
                </a:lnTo>
                <a:lnTo>
                  <a:pt x="630136" y="146621"/>
                </a:lnTo>
                <a:lnTo>
                  <a:pt x="629361" y="145656"/>
                </a:lnTo>
                <a:close/>
              </a:path>
              <a:path w="651459" h="962494">
                <a:moveTo>
                  <a:pt x="630148" y="144927"/>
                </a:moveTo>
                <a:lnTo>
                  <a:pt x="630346" y="145656"/>
                </a:lnTo>
                <a:lnTo>
                  <a:pt x="630148" y="144927"/>
                </a:lnTo>
                <a:close/>
              </a:path>
              <a:path w="651459" h="962494">
                <a:moveTo>
                  <a:pt x="630148" y="144881"/>
                </a:moveTo>
                <a:close/>
              </a:path>
              <a:path w="651459" h="962494">
                <a:moveTo>
                  <a:pt x="630135" y="147180"/>
                </a:moveTo>
                <a:lnTo>
                  <a:pt x="629940" y="147180"/>
                </a:lnTo>
                <a:lnTo>
                  <a:pt x="630136" y="147376"/>
                </a:lnTo>
                <a:lnTo>
                  <a:pt x="630885" y="148128"/>
                </a:lnTo>
                <a:lnTo>
                  <a:pt x="630135" y="147180"/>
                </a:lnTo>
                <a:close/>
              </a:path>
              <a:path w="651459" h="962494">
                <a:moveTo>
                  <a:pt x="630136" y="904025"/>
                </a:moveTo>
                <a:lnTo>
                  <a:pt x="630618" y="903544"/>
                </a:lnTo>
                <a:lnTo>
                  <a:pt x="631380" y="902780"/>
                </a:lnTo>
                <a:lnTo>
                  <a:pt x="631865" y="902294"/>
                </a:lnTo>
                <a:lnTo>
                  <a:pt x="630135" y="902294"/>
                </a:lnTo>
                <a:lnTo>
                  <a:pt x="629856" y="904303"/>
                </a:lnTo>
                <a:lnTo>
                  <a:pt x="629094" y="905066"/>
                </a:lnTo>
                <a:lnTo>
                  <a:pt x="628611" y="902294"/>
                </a:lnTo>
                <a:lnTo>
                  <a:pt x="628611" y="905546"/>
                </a:lnTo>
                <a:lnTo>
                  <a:pt x="630135" y="909149"/>
                </a:lnTo>
                <a:lnTo>
                  <a:pt x="630136" y="904025"/>
                </a:lnTo>
                <a:close/>
              </a:path>
              <a:path w="651459" h="962494">
                <a:moveTo>
                  <a:pt x="629856" y="904303"/>
                </a:moveTo>
                <a:lnTo>
                  <a:pt x="630135" y="902294"/>
                </a:lnTo>
                <a:lnTo>
                  <a:pt x="628611" y="901152"/>
                </a:lnTo>
                <a:lnTo>
                  <a:pt x="628611" y="902294"/>
                </a:lnTo>
                <a:lnTo>
                  <a:pt x="629094" y="905066"/>
                </a:lnTo>
                <a:lnTo>
                  <a:pt x="629856" y="904303"/>
                </a:lnTo>
                <a:close/>
              </a:path>
              <a:path w="651459" h="962494">
                <a:moveTo>
                  <a:pt x="630135" y="145147"/>
                </a:moveTo>
                <a:lnTo>
                  <a:pt x="630025" y="144881"/>
                </a:lnTo>
                <a:lnTo>
                  <a:pt x="629892" y="144881"/>
                </a:lnTo>
                <a:lnTo>
                  <a:pt x="629934" y="145656"/>
                </a:lnTo>
                <a:lnTo>
                  <a:pt x="630214" y="145656"/>
                </a:lnTo>
                <a:lnTo>
                  <a:pt x="630135" y="145147"/>
                </a:lnTo>
                <a:close/>
              </a:path>
              <a:path w="651459" h="962494">
                <a:moveTo>
                  <a:pt x="630885" y="147180"/>
                </a:moveTo>
                <a:lnTo>
                  <a:pt x="630885" y="146652"/>
                </a:lnTo>
                <a:lnTo>
                  <a:pt x="630470" y="145656"/>
                </a:lnTo>
                <a:lnTo>
                  <a:pt x="630885" y="146957"/>
                </a:lnTo>
                <a:lnTo>
                  <a:pt x="630694" y="147180"/>
                </a:lnTo>
                <a:lnTo>
                  <a:pt x="630885" y="147370"/>
                </a:lnTo>
                <a:lnTo>
                  <a:pt x="630885" y="147180"/>
                </a:lnTo>
                <a:close/>
              </a:path>
              <a:path w="651459" h="962494">
                <a:moveTo>
                  <a:pt x="630885" y="872392"/>
                </a:moveTo>
                <a:lnTo>
                  <a:pt x="631304" y="871973"/>
                </a:lnTo>
                <a:lnTo>
                  <a:pt x="630885" y="871676"/>
                </a:lnTo>
                <a:lnTo>
                  <a:pt x="630166" y="873111"/>
                </a:lnTo>
                <a:lnTo>
                  <a:pt x="630885" y="872392"/>
                </a:lnTo>
                <a:close/>
              </a:path>
              <a:path w="651459" h="962494">
                <a:moveTo>
                  <a:pt x="631104" y="147180"/>
                </a:moveTo>
                <a:lnTo>
                  <a:pt x="630885" y="146323"/>
                </a:lnTo>
                <a:lnTo>
                  <a:pt x="630608" y="145656"/>
                </a:lnTo>
                <a:lnTo>
                  <a:pt x="630885" y="146652"/>
                </a:lnTo>
                <a:lnTo>
                  <a:pt x="630977" y="147180"/>
                </a:lnTo>
                <a:lnTo>
                  <a:pt x="631177" y="147662"/>
                </a:lnTo>
                <a:lnTo>
                  <a:pt x="631104" y="147180"/>
                </a:lnTo>
                <a:close/>
              </a:path>
              <a:path w="651459" h="962494">
                <a:moveTo>
                  <a:pt x="631546" y="870962"/>
                </a:moveTo>
                <a:lnTo>
                  <a:pt x="631647" y="870542"/>
                </a:lnTo>
                <a:lnTo>
                  <a:pt x="632055" y="870454"/>
                </a:lnTo>
                <a:lnTo>
                  <a:pt x="632421" y="869149"/>
                </a:lnTo>
                <a:lnTo>
                  <a:pt x="633910" y="865555"/>
                </a:lnTo>
                <a:lnTo>
                  <a:pt x="632422" y="865514"/>
                </a:lnTo>
                <a:lnTo>
                  <a:pt x="631647" y="866287"/>
                </a:lnTo>
                <a:lnTo>
                  <a:pt x="632422" y="867040"/>
                </a:lnTo>
                <a:lnTo>
                  <a:pt x="631825" y="869800"/>
                </a:lnTo>
                <a:lnTo>
                  <a:pt x="631647" y="870155"/>
                </a:lnTo>
                <a:lnTo>
                  <a:pt x="630939" y="871569"/>
                </a:lnTo>
                <a:lnTo>
                  <a:pt x="631546" y="870962"/>
                </a:lnTo>
                <a:close/>
              </a:path>
              <a:path w="651459" h="962494">
                <a:moveTo>
                  <a:pt x="631647" y="870155"/>
                </a:moveTo>
                <a:lnTo>
                  <a:pt x="631825" y="869800"/>
                </a:lnTo>
                <a:lnTo>
                  <a:pt x="632422" y="867040"/>
                </a:lnTo>
                <a:lnTo>
                  <a:pt x="631647" y="866287"/>
                </a:lnTo>
                <a:lnTo>
                  <a:pt x="631647" y="867814"/>
                </a:lnTo>
                <a:lnTo>
                  <a:pt x="630885" y="868574"/>
                </a:lnTo>
                <a:lnTo>
                  <a:pt x="630939" y="871569"/>
                </a:lnTo>
                <a:lnTo>
                  <a:pt x="631647" y="870155"/>
                </a:lnTo>
                <a:close/>
              </a:path>
              <a:path w="651459" h="962494">
                <a:moveTo>
                  <a:pt x="641184" y="158610"/>
                </a:moveTo>
                <a:lnTo>
                  <a:pt x="633945" y="152895"/>
                </a:lnTo>
                <a:lnTo>
                  <a:pt x="633945" y="153849"/>
                </a:lnTo>
                <a:lnTo>
                  <a:pt x="633139" y="151911"/>
                </a:lnTo>
                <a:lnTo>
                  <a:pt x="632701" y="150710"/>
                </a:lnTo>
                <a:lnTo>
                  <a:pt x="632421" y="149847"/>
                </a:lnTo>
                <a:lnTo>
                  <a:pt x="641184" y="158610"/>
                </a:lnTo>
                <a:lnTo>
                  <a:pt x="647450" y="148109"/>
                </a:lnTo>
                <a:lnTo>
                  <a:pt x="647576" y="145534"/>
                </a:lnTo>
                <a:lnTo>
                  <a:pt x="646125" y="142011"/>
                </a:lnTo>
                <a:lnTo>
                  <a:pt x="645935" y="141440"/>
                </a:lnTo>
                <a:lnTo>
                  <a:pt x="645917" y="141071"/>
                </a:lnTo>
                <a:lnTo>
                  <a:pt x="645376" y="139358"/>
                </a:lnTo>
                <a:lnTo>
                  <a:pt x="645375" y="138599"/>
                </a:lnTo>
                <a:lnTo>
                  <a:pt x="644601" y="137062"/>
                </a:lnTo>
                <a:lnTo>
                  <a:pt x="644601" y="137821"/>
                </a:lnTo>
                <a:lnTo>
                  <a:pt x="645096" y="139077"/>
                </a:lnTo>
                <a:lnTo>
                  <a:pt x="645375" y="139756"/>
                </a:lnTo>
                <a:lnTo>
                  <a:pt x="645783" y="141071"/>
                </a:lnTo>
                <a:lnTo>
                  <a:pt x="645858" y="141363"/>
                </a:lnTo>
                <a:lnTo>
                  <a:pt x="646125" y="142227"/>
                </a:lnTo>
                <a:lnTo>
                  <a:pt x="645096" y="144297"/>
                </a:lnTo>
                <a:lnTo>
                  <a:pt x="640422" y="141071"/>
                </a:lnTo>
                <a:lnTo>
                  <a:pt x="635850" y="147180"/>
                </a:lnTo>
                <a:lnTo>
                  <a:pt x="631360" y="147180"/>
                </a:lnTo>
                <a:lnTo>
                  <a:pt x="632421" y="150035"/>
                </a:lnTo>
                <a:lnTo>
                  <a:pt x="632597" y="150607"/>
                </a:lnTo>
                <a:lnTo>
                  <a:pt x="632422" y="150432"/>
                </a:lnTo>
                <a:lnTo>
                  <a:pt x="632421" y="151193"/>
                </a:lnTo>
                <a:lnTo>
                  <a:pt x="633945" y="154242"/>
                </a:lnTo>
                <a:lnTo>
                  <a:pt x="634225" y="154520"/>
                </a:lnTo>
                <a:lnTo>
                  <a:pt x="637475" y="158610"/>
                </a:lnTo>
                <a:lnTo>
                  <a:pt x="638784" y="160731"/>
                </a:lnTo>
                <a:lnTo>
                  <a:pt x="634551" y="158610"/>
                </a:lnTo>
                <a:lnTo>
                  <a:pt x="633945" y="158307"/>
                </a:lnTo>
                <a:lnTo>
                  <a:pt x="632421" y="152724"/>
                </a:lnTo>
                <a:lnTo>
                  <a:pt x="632421" y="157543"/>
                </a:lnTo>
                <a:lnTo>
                  <a:pt x="633946" y="158610"/>
                </a:lnTo>
                <a:lnTo>
                  <a:pt x="642708" y="858861"/>
                </a:lnTo>
                <a:lnTo>
                  <a:pt x="641184" y="158610"/>
                </a:lnTo>
                <a:close/>
              </a:path>
              <a:path w="651459" h="962494">
                <a:moveTo>
                  <a:pt x="632421" y="150035"/>
                </a:moveTo>
                <a:lnTo>
                  <a:pt x="631360" y="147180"/>
                </a:lnTo>
                <a:lnTo>
                  <a:pt x="634326" y="145656"/>
                </a:lnTo>
                <a:lnTo>
                  <a:pt x="630885" y="146037"/>
                </a:lnTo>
                <a:lnTo>
                  <a:pt x="631239" y="147180"/>
                </a:lnTo>
                <a:lnTo>
                  <a:pt x="631647" y="148323"/>
                </a:lnTo>
                <a:lnTo>
                  <a:pt x="631939" y="149186"/>
                </a:lnTo>
                <a:lnTo>
                  <a:pt x="631647" y="148893"/>
                </a:lnTo>
                <a:lnTo>
                  <a:pt x="632422" y="150432"/>
                </a:lnTo>
                <a:lnTo>
                  <a:pt x="632421" y="150035"/>
                </a:lnTo>
                <a:close/>
              </a:path>
              <a:path w="651459" h="962494">
                <a:moveTo>
                  <a:pt x="632421" y="150035"/>
                </a:moveTo>
                <a:lnTo>
                  <a:pt x="632422" y="150432"/>
                </a:lnTo>
                <a:lnTo>
                  <a:pt x="632597" y="150607"/>
                </a:lnTo>
                <a:lnTo>
                  <a:pt x="632421" y="150035"/>
                </a:lnTo>
                <a:close/>
              </a:path>
              <a:path w="651459" h="962494">
                <a:moveTo>
                  <a:pt x="631647" y="148323"/>
                </a:moveTo>
                <a:lnTo>
                  <a:pt x="631239" y="147180"/>
                </a:lnTo>
                <a:lnTo>
                  <a:pt x="631647" y="148484"/>
                </a:lnTo>
                <a:lnTo>
                  <a:pt x="631647" y="148893"/>
                </a:lnTo>
                <a:lnTo>
                  <a:pt x="631939" y="149186"/>
                </a:lnTo>
                <a:lnTo>
                  <a:pt x="631647" y="148323"/>
                </a:lnTo>
                <a:close/>
              </a:path>
              <a:path w="651459" h="962494">
                <a:moveTo>
                  <a:pt x="642708" y="858861"/>
                </a:moveTo>
                <a:lnTo>
                  <a:pt x="634225" y="865240"/>
                </a:lnTo>
                <a:lnTo>
                  <a:pt x="633946" y="865468"/>
                </a:lnTo>
                <a:lnTo>
                  <a:pt x="633945" y="863992"/>
                </a:lnTo>
                <a:lnTo>
                  <a:pt x="632421" y="858861"/>
                </a:lnTo>
                <a:lnTo>
                  <a:pt x="632422" y="865514"/>
                </a:lnTo>
                <a:lnTo>
                  <a:pt x="633910" y="865555"/>
                </a:lnTo>
                <a:lnTo>
                  <a:pt x="633945" y="867627"/>
                </a:lnTo>
                <a:lnTo>
                  <a:pt x="632701" y="869810"/>
                </a:lnTo>
                <a:lnTo>
                  <a:pt x="631087" y="873710"/>
                </a:lnTo>
                <a:lnTo>
                  <a:pt x="630135" y="876010"/>
                </a:lnTo>
                <a:lnTo>
                  <a:pt x="631177" y="873620"/>
                </a:lnTo>
                <a:lnTo>
                  <a:pt x="636231" y="893532"/>
                </a:lnTo>
                <a:lnTo>
                  <a:pt x="642708" y="858861"/>
                </a:lnTo>
                <a:close/>
              </a:path>
              <a:path w="651459" h="962494">
                <a:moveTo>
                  <a:pt x="629002" y="900762"/>
                </a:moveTo>
                <a:lnTo>
                  <a:pt x="636231" y="893532"/>
                </a:lnTo>
                <a:lnTo>
                  <a:pt x="631177" y="873620"/>
                </a:lnTo>
                <a:lnTo>
                  <a:pt x="630135" y="876010"/>
                </a:lnTo>
                <a:lnTo>
                  <a:pt x="628611" y="879820"/>
                </a:lnTo>
                <a:lnTo>
                  <a:pt x="629754" y="883244"/>
                </a:lnTo>
                <a:lnTo>
                  <a:pt x="628999" y="900763"/>
                </a:lnTo>
                <a:close/>
              </a:path>
              <a:path w="651459" h="962494">
                <a:moveTo>
                  <a:pt x="630608" y="145656"/>
                </a:moveTo>
                <a:lnTo>
                  <a:pt x="633552" y="144881"/>
                </a:lnTo>
                <a:lnTo>
                  <a:pt x="630288" y="144881"/>
                </a:lnTo>
                <a:lnTo>
                  <a:pt x="630470" y="145656"/>
                </a:lnTo>
                <a:lnTo>
                  <a:pt x="630885" y="146652"/>
                </a:lnTo>
                <a:lnTo>
                  <a:pt x="630608" y="145656"/>
                </a:lnTo>
                <a:close/>
              </a:path>
              <a:path w="651459" h="962494">
                <a:moveTo>
                  <a:pt x="638505" y="128130"/>
                </a:moveTo>
                <a:lnTo>
                  <a:pt x="637946" y="127355"/>
                </a:lnTo>
                <a:lnTo>
                  <a:pt x="637755" y="122796"/>
                </a:lnTo>
                <a:lnTo>
                  <a:pt x="636714" y="126123"/>
                </a:lnTo>
                <a:lnTo>
                  <a:pt x="634428" y="123837"/>
                </a:lnTo>
                <a:lnTo>
                  <a:pt x="632421" y="123003"/>
                </a:lnTo>
                <a:lnTo>
                  <a:pt x="631924" y="122796"/>
                </a:lnTo>
                <a:lnTo>
                  <a:pt x="630885" y="122363"/>
                </a:lnTo>
                <a:lnTo>
                  <a:pt x="630885" y="122021"/>
                </a:lnTo>
                <a:lnTo>
                  <a:pt x="630062" y="122021"/>
                </a:lnTo>
                <a:lnTo>
                  <a:pt x="630884" y="122796"/>
                </a:lnTo>
                <a:lnTo>
                  <a:pt x="632421" y="125455"/>
                </a:lnTo>
                <a:lnTo>
                  <a:pt x="634319" y="127355"/>
                </a:lnTo>
                <a:lnTo>
                  <a:pt x="637221" y="127355"/>
                </a:lnTo>
                <a:lnTo>
                  <a:pt x="637476" y="126885"/>
                </a:lnTo>
                <a:lnTo>
                  <a:pt x="637755" y="127165"/>
                </a:lnTo>
                <a:lnTo>
                  <a:pt x="637755" y="128652"/>
                </a:lnTo>
                <a:lnTo>
                  <a:pt x="637541" y="128130"/>
                </a:lnTo>
                <a:lnTo>
                  <a:pt x="634337" y="128130"/>
                </a:lnTo>
                <a:lnTo>
                  <a:pt x="635835" y="129641"/>
                </a:lnTo>
                <a:lnTo>
                  <a:pt x="638163" y="129641"/>
                </a:lnTo>
                <a:lnTo>
                  <a:pt x="638505" y="128130"/>
                </a:lnTo>
                <a:close/>
              </a:path>
              <a:path w="651459" h="962494">
                <a:moveTo>
                  <a:pt x="630135" y="900294"/>
                </a:moveTo>
                <a:lnTo>
                  <a:pt x="634651" y="898428"/>
                </a:lnTo>
                <a:lnTo>
                  <a:pt x="636232" y="894593"/>
                </a:lnTo>
                <a:lnTo>
                  <a:pt x="636981" y="894949"/>
                </a:lnTo>
                <a:lnTo>
                  <a:pt x="637476" y="895160"/>
                </a:lnTo>
                <a:lnTo>
                  <a:pt x="638238" y="894396"/>
                </a:lnTo>
                <a:lnTo>
                  <a:pt x="638505" y="892676"/>
                </a:lnTo>
                <a:lnTo>
                  <a:pt x="638505" y="891250"/>
                </a:lnTo>
                <a:lnTo>
                  <a:pt x="636981" y="892774"/>
                </a:lnTo>
                <a:lnTo>
                  <a:pt x="636231" y="893532"/>
                </a:lnTo>
                <a:lnTo>
                  <a:pt x="630135" y="899629"/>
                </a:lnTo>
                <a:lnTo>
                  <a:pt x="629002" y="900762"/>
                </a:lnTo>
                <a:lnTo>
                  <a:pt x="630135" y="900294"/>
                </a:lnTo>
                <a:close/>
              </a:path>
              <a:path w="651459" h="962494">
                <a:moveTo>
                  <a:pt x="630885" y="123916"/>
                </a:moveTo>
                <a:lnTo>
                  <a:pt x="629766" y="122796"/>
                </a:lnTo>
                <a:lnTo>
                  <a:pt x="630885" y="123928"/>
                </a:lnTo>
                <a:lnTo>
                  <a:pt x="632421" y="125467"/>
                </a:lnTo>
                <a:lnTo>
                  <a:pt x="630885" y="123916"/>
                </a:lnTo>
                <a:close/>
              </a:path>
              <a:path w="651459" h="962494">
                <a:moveTo>
                  <a:pt x="630885" y="121259"/>
                </a:moveTo>
                <a:lnTo>
                  <a:pt x="629608" y="121259"/>
                </a:lnTo>
                <a:lnTo>
                  <a:pt x="630885" y="121790"/>
                </a:lnTo>
                <a:lnTo>
                  <a:pt x="631440" y="122021"/>
                </a:lnTo>
                <a:lnTo>
                  <a:pt x="630885" y="121259"/>
                </a:lnTo>
                <a:close/>
              </a:path>
              <a:path w="651459" h="962494">
                <a:moveTo>
                  <a:pt x="631857" y="121259"/>
                </a:moveTo>
                <a:lnTo>
                  <a:pt x="630885" y="120283"/>
                </a:lnTo>
                <a:lnTo>
                  <a:pt x="630885" y="121056"/>
                </a:lnTo>
                <a:lnTo>
                  <a:pt x="631088" y="121259"/>
                </a:lnTo>
                <a:lnTo>
                  <a:pt x="631380" y="121551"/>
                </a:lnTo>
                <a:lnTo>
                  <a:pt x="631857" y="121259"/>
                </a:lnTo>
                <a:close/>
              </a:path>
              <a:path w="651459" h="962494">
                <a:moveTo>
                  <a:pt x="631939" y="871338"/>
                </a:moveTo>
                <a:lnTo>
                  <a:pt x="632701" y="869810"/>
                </a:lnTo>
                <a:lnTo>
                  <a:pt x="633945" y="867627"/>
                </a:lnTo>
                <a:lnTo>
                  <a:pt x="633945" y="865912"/>
                </a:lnTo>
                <a:lnTo>
                  <a:pt x="632055" y="870454"/>
                </a:lnTo>
                <a:lnTo>
                  <a:pt x="631647" y="871437"/>
                </a:lnTo>
                <a:lnTo>
                  <a:pt x="631304" y="871973"/>
                </a:lnTo>
                <a:lnTo>
                  <a:pt x="631939" y="871338"/>
                </a:lnTo>
                <a:close/>
              </a:path>
              <a:path w="651459" h="962494">
                <a:moveTo>
                  <a:pt x="632421" y="122021"/>
                </a:moveTo>
                <a:lnTo>
                  <a:pt x="631440" y="122021"/>
                </a:lnTo>
                <a:lnTo>
                  <a:pt x="632142" y="122313"/>
                </a:lnTo>
                <a:lnTo>
                  <a:pt x="632421" y="122021"/>
                </a:lnTo>
                <a:close/>
              </a:path>
              <a:path w="651459" h="962494">
                <a:moveTo>
                  <a:pt x="634225" y="154520"/>
                </a:moveTo>
                <a:lnTo>
                  <a:pt x="633945" y="154242"/>
                </a:lnTo>
                <a:lnTo>
                  <a:pt x="632421" y="151193"/>
                </a:lnTo>
                <a:lnTo>
                  <a:pt x="632421" y="152724"/>
                </a:lnTo>
                <a:lnTo>
                  <a:pt x="633945" y="158307"/>
                </a:lnTo>
                <a:lnTo>
                  <a:pt x="634551" y="158610"/>
                </a:lnTo>
                <a:lnTo>
                  <a:pt x="634225" y="154520"/>
                </a:lnTo>
                <a:close/>
              </a:path>
              <a:path w="651459" h="962494">
                <a:moveTo>
                  <a:pt x="637755" y="122796"/>
                </a:moveTo>
                <a:lnTo>
                  <a:pt x="637755" y="122021"/>
                </a:lnTo>
                <a:lnTo>
                  <a:pt x="633388" y="122796"/>
                </a:lnTo>
                <a:lnTo>
                  <a:pt x="633666" y="123075"/>
                </a:lnTo>
                <a:lnTo>
                  <a:pt x="632421" y="122796"/>
                </a:lnTo>
                <a:lnTo>
                  <a:pt x="631924" y="122796"/>
                </a:lnTo>
                <a:lnTo>
                  <a:pt x="632421" y="123003"/>
                </a:lnTo>
                <a:lnTo>
                  <a:pt x="634428" y="123837"/>
                </a:lnTo>
                <a:lnTo>
                  <a:pt x="637755" y="122796"/>
                </a:lnTo>
                <a:close/>
              </a:path>
              <a:path w="651459" h="962494">
                <a:moveTo>
                  <a:pt x="634987" y="862953"/>
                </a:moveTo>
                <a:lnTo>
                  <a:pt x="642708" y="858861"/>
                </a:lnTo>
                <a:lnTo>
                  <a:pt x="633946" y="158610"/>
                </a:lnTo>
                <a:lnTo>
                  <a:pt x="633946" y="858861"/>
                </a:lnTo>
                <a:lnTo>
                  <a:pt x="632421" y="858861"/>
                </a:lnTo>
                <a:lnTo>
                  <a:pt x="633945" y="863992"/>
                </a:lnTo>
                <a:lnTo>
                  <a:pt x="634987" y="862953"/>
                </a:lnTo>
                <a:close/>
              </a:path>
              <a:path w="651459" h="962494">
                <a:moveTo>
                  <a:pt x="634225" y="865240"/>
                </a:moveTo>
                <a:lnTo>
                  <a:pt x="642708" y="858861"/>
                </a:lnTo>
                <a:lnTo>
                  <a:pt x="634987" y="862953"/>
                </a:lnTo>
                <a:lnTo>
                  <a:pt x="633945" y="863992"/>
                </a:lnTo>
                <a:lnTo>
                  <a:pt x="633946" y="865468"/>
                </a:lnTo>
                <a:lnTo>
                  <a:pt x="634225" y="865240"/>
                </a:lnTo>
                <a:close/>
              </a:path>
              <a:path w="651459" h="962494">
                <a:moveTo>
                  <a:pt x="632504" y="149929"/>
                </a:moveTo>
                <a:lnTo>
                  <a:pt x="632701" y="150710"/>
                </a:lnTo>
                <a:lnTo>
                  <a:pt x="633139" y="151911"/>
                </a:lnTo>
                <a:lnTo>
                  <a:pt x="633945" y="153849"/>
                </a:lnTo>
                <a:lnTo>
                  <a:pt x="633945" y="152895"/>
                </a:lnTo>
                <a:lnTo>
                  <a:pt x="641184" y="158610"/>
                </a:lnTo>
                <a:lnTo>
                  <a:pt x="632504" y="149929"/>
                </a:lnTo>
                <a:close/>
              </a:path>
              <a:path w="651459" h="962494">
                <a:moveTo>
                  <a:pt x="629939" y="140506"/>
                </a:moveTo>
                <a:lnTo>
                  <a:pt x="630516" y="140309"/>
                </a:lnTo>
                <a:lnTo>
                  <a:pt x="628980" y="140309"/>
                </a:lnTo>
                <a:lnTo>
                  <a:pt x="633552" y="144881"/>
                </a:lnTo>
                <a:lnTo>
                  <a:pt x="629939" y="140506"/>
                </a:lnTo>
                <a:close/>
              </a:path>
              <a:path w="651459" h="962494">
                <a:moveTo>
                  <a:pt x="635092" y="128130"/>
                </a:moveTo>
                <a:lnTo>
                  <a:pt x="637221" y="127355"/>
                </a:lnTo>
                <a:lnTo>
                  <a:pt x="634319" y="127355"/>
                </a:lnTo>
                <a:lnTo>
                  <a:pt x="632421" y="125455"/>
                </a:lnTo>
                <a:lnTo>
                  <a:pt x="634307" y="127355"/>
                </a:lnTo>
                <a:lnTo>
                  <a:pt x="635080" y="128130"/>
                </a:lnTo>
                <a:close/>
              </a:path>
              <a:path w="651459" h="962494">
                <a:moveTo>
                  <a:pt x="635088" y="129641"/>
                </a:moveTo>
                <a:lnTo>
                  <a:pt x="634326" y="128130"/>
                </a:lnTo>
                <a:lnTo>
                  <a:pt x="634314" y="144881"/>
                </a:lnTo>
                <a:lnTo>
                  <a:pt x="634326" y="145656"/>
                </a:lnTo>
                <a:lnTo>
                  <a:pt x="635850" y="147180"/>
                </a:lnTo>
                <a:lnTo>
                  <a:pt x="635088" y="129641"/>
                </a:lnTo>
                <a:close/>
              </a:path>
              <a:path w="651459" h="962494">
                <a:moveTo>
                  <a:pt x="632421" y="126987"/>
                </a:moveTo>
                <a:lnTo>
                  <a:pt x="630885" y="125448"/>
                </a:lnTo>
                <a:lnTo>
                  <a:pt x="630885" y="126225"/>
                </a:lnTo>
                <a:lnTo>
                  <a:pt x="634326" y="144881"/>
                </a:lnTo>
                <a:lnTo>
                  <a:pt x="632421" y="126987"/>
                </a:lnTo>
                <a:close/>
              </a:path>
              <a:path w="651459" h="962494">
                <a:moveTo>
                  <a:pt x="642048" y="132981"/>
                </a:moveTo>
                <a:lnTo>
                  <a:pt x="640227" y="129641"/>
                </a:lnTo>
                <a:lnTo>
                  <a:pt x="635835" y="129641"/>
                </a:lnTo>
                <a:lnTo>
                  <a:pt x="641553" y="135367"/>
                </a:lnTo>
                <a:lnTo>
                  <a:pt x="638505" y="131559"/>
                </a:lnTo>
                <a:lnTo>
                  <a:pt x="638505" y="130471"/>
                </a:lnTo>
                <a:lnTo>
                  <a:pt x="639267" y="132321"/>
                </a:lnTo>
                <a:lnTo>
                  <a:pt x="641553" y="135367"/>
                </a:lnTo>
                <a:lnTo>
                  <a:pt x="642048" y="132981"/>
                </a:lnTo>
                <a:close/>
              </a:path>
              <a:path w="651459" h="962494">
                <a:moveTo>
                  <a:pt x="636981" y="900766"/>
                </a:moveTo>
                <a:lnTo>
                  <a:pt x="638505" y="900766"/>
                </a:lnTo>
                <a:lnTo>
                  <a:pt x="636981" y="896416"/>
                </a:lnTo>
                <a:lnTo>
                  <a:pt x="636714" y="896683"/>
                </a:lnTo>
                <a:lnTo>
                  <a:pt x="636232" y="897166"/>
                </a:lnTo>
                <a:lnTo>
                  <a:pt x="636231" y="897923"/>
                </a:lnTo>
                <a:lnTo>
                  <a:pt x="633393" y="900766"/>
                </a:lnTo>
                <a:lnTo>
                  <a:pt x="636981" y="902294"/>
                </a:lnTo>
                <a:lnTo>
                  <a:pt x="636981" y="900766"/>
                </a:lnTo>
                <a:close/>
              </a:path>
              <a:path w="651459" h="962494">
                <a:moveTo>
                  <a:pt x="635190" y="898206"/>
                </a:moveTo>
                <a:lnTo>
                  <a:pt x="635952" y="897446"/>
                </a:lnTo>
                <a:lnTo>
                  <a:pt x="636231" y="896768"/>
                </a:lnTo>
                <a:lnTo>
                  <a:pt x="636981" y="894949"/>
                </a:lnTo>
                <a:lnTo>
                  <a:pt x="636232" y="894593"/>
                </a:lnTo>
                <a:lnTo>
                  <a:pt x="634651" y="898428"/>
                </a:lnTo>
                <a:lnTo>
                  <a:pt x="635190" y="898206"/>
                </a:lnTo>
                <a:close/>
              </a:path>
              <a:path w="651459" h="962494">
                <a:moveTo>
                  <a:pt x="637756" y="128130"/>
                </a:moveTo>
                <a:lnTo>
                  <a:pt x="637756" y="127355"/>
                </a:lnTo>
                <a:lnTo>
                  <a:pt x="637755" y="127165"/>
                </a:lnTo>
                <a:lnTo>
                  <a:pt x="637476" y="126885"/>
                </a:lnTo>
                <a:lnTo>
                  <a:pt x="637221" y="127355"/>
                </a:lnTo>
                <a:lnTo>
                  <a:pt x="637541" y="128130"/>
                </a:lnTo>
                <a:lnTo>
                  <a:pt x="637756" y="128130"/>
                </a:lnTo>
                <a:close/>
              </a:path>
              <a:path w="651459" h="962494">
                <a:moveTo>
                  <a:pt x="640041" y="888964"/>
                </a:moveTo>
                <a:lnTo>
                  <a:pt x="641184" y="876382"/>
                </a:lnTo>
                <a:lnTo>
                  <a:pt x="646620" y="876110"/>
                </a:lnTo>
                <a:lnTo>
                  <a:pt x="646927" y="875802"/>
                </a:lnTo>
                <a:lnTo>
                  <a:pt x="648411" y="874309"/>
                </a:lnTo>
                <a:lnTo>
                  <a:pt x="649185" y="873530"/>
                </a:lnTo>
                <a:lnTo>
                  <a:pt x="649185" y="869914"/>
                </a:lnTo>
                <a:lnTo>
                  <a:pt x="649935" y="867627"/>
                </a:lnTo>
                <a:lnTo>
                  <a:pt x="642708" y="858861"/>
                </a:lnTo>
                <a:lnTo>
                  <a:pt x="638505" y="891250"/>
                </a:lnTo>
                <a:lnTo>
                  <a:pt x="638505" y="892676"/>
                </a:lnTo>
                <a:lnTo>
                  <a:pt x="640041" y="888964"/>
                </a:lnTo>
                <a:close/>
              </a:path>
              <a:path w="651459" h="962494">
                <a:moveTo>
                  <a:pt x="639267" y="129641"/>
                </a:moveTo>
                <a:lnTo>
                  <a:pt x="639000" y="128409"/>
                </a:lnTo>
                <a:lnTo>
                  <a:pt x="639267" y="128677"/>
                </a:lnTo>
                <a:lnTo>
                  <a:pt x="639267" y="129641"/>
                </a:lnTo>
                <a:lnTo>
                  <a:pt x="640227" y="129641"/>
                </a:lnTo>
                <a:lnTo>
                  <a:pt x="639267" y="128130"/>
                </a:lnTo>
                <a:lnTo>
                  <a:pt x="638505" y="128130"/>
                </a:lnTo>
                <a:lnTo>
                  <a:pt x="638163" y="129641"/>
                </a:lnTo>
                <a:lnTo>
                  <a:pt x="639267" y="129641"/>
                </a:lnTo>
                <a:close/>
              </a:path>
              <a:path w="651459" h="962494">
                <a:moveTo>
                  <a:pt x="638505" y="122796"/>
                </a:moveTo>
                <a:lnTo>
                  <a:pt x="637946" y="127355"/>
                </a:lnTo>
                <a:lnTo>
                  <a:pt x="639267" y="127355"/>
                </a:lnTo>
                <a:lnTo>
                  <a:pt x="639267" y="122796"/>
                </a:lnTo>
              </a:path>
              <a:path w="651459" h="962494">
                <a:moveTo>
                  <a:pt x="637946" y="127355"/>
                </a:moveTo>
                <a:lnTo>
                  <a:pt x="638157" y="127647"/>
                </a:lnTo>
                <a:lnTo>
                  <a:pt x="638349" y="127914"/>
                </a:lnTo>
                <a:lnTo>
                  <a:pt x="638505" y="127914"/>
                </a:lnTo>
                <a:lnTo>
                  <a:pt x="638238" y="127647"/>
                </a:lnTo>
                <a:lnTo>
                  <a:pt x="638505" y="127355"/>
                </a:lnTo>
              </a:path>
              <a:path w="651459" h="962494">
                <a:moveTo>
                  <a:pt x="638505" y="127355"/>
                </a:moveTo>
                <a:lnTo>
                  <a:pt x="638505" y="127914"/>
                </a:lnTo>
                <a:lnTo>
                  <a:pt x="638873" y="127914"/>
                </a:lnTo>
                <a:lnTo>
                  <a:pt x="639267" y="127355"/>
                </a:lnTo>
              </a:path>
              <a:path w="651459" h="962494">
                <a:moveTo>
                  <a:pt x="638349" y="127914"/>
                </a:moveTo>
                <a:lnTo>
                  <a:pt x="638505" y="128130"/>
                </a:lnTo>
                <a:lnTo>
                  <a:pt x="638721" y="128130"/>
                </a:lnTo>
                <a:lnTo>
                  <a:pt x="638873" y="127914"/>
                </a:lnTo>
              </a:path>
              <a:path w="651459" h="962494">
                <a:moveTo>
                  <a:pt x="638505" y="122796"/>
                </a:moveTo>
                <a:lnTo>
                  <a:pt x="638505" y="122021"/>
                </a:lnTo>
                <a:lnTo>
                  <a:pt x="637755" y="122021"/>
                </a:lnTo>
                <a:lnTo>
                  <a:pt x="637755" y="122796"/>
                </a:lnTo>
                <a:lnTo>
                  <a:pt x="637946" y="127355"/>
                </a:lnTo>
                <a:lnTo>
                  <a:pt x="638505" y="122796"/>
                </a:lnTo>
                <a:close/>
              </a:path>
              <a:path w="651459" h="962494">
                <a:moveTo>
                  <a:pt x="640041" y="893349"/>
                </a:moveTo>
                <a:lnTo>
                  <a:pt x="640042" y="892592"/>
                </a:lnTo>
                <a:lnTo>
                  <a:pt x="639762" y="892114"/>
                </a:lnTo>
                <a:lnTo>
                  <a:pt x="640042" y="891833"/>
                </a:lnTo>
                <a:lnTo>
                  <a:pt x="641565" y="890300"/>
                </a:lnTo>
                <a:lnTo>
                  <a:pt x="643077" y="888780"/>
                </a:lnTo>
                <a:lnTo>
                  <a:pt x="643077" y="888032"/>
                </a:lnTo>
                <a:lnTo>
                  <a:pt x="641566" y="889544"/>
                </a:lnTo>
                <a:lnTo>
                  <a:pt x="640524" y="890586"/>
                </a:lnTo>
                <a:lnTo>
                  <a:pt x="640041" y="890358"/>
                </a:lnTo>
                <a:lnTo>
                  <a:pt x="639000" y="892873"/>
                </a:lnTo>
                <a:lnTo>
                  <a:pt x="638505" y="894129"/>
                </a:lnTo>
                <a:lnTo>
                  <a:pt x="638505" y="894889"/>
                </a:lnTo>
                <a:lnTo>
                  <a:pt x="640041" y="893349"/>
                </a:lnTo>
                <a:close/>
              </a:path>
              <a:path w="651459" h="962494">
                <a:moveTo>
                  <a:pt x="643077" y="129641"/>
                </a:moveTo>
                <a:lnTo>
                  <a:pt x="643077" y="128130"/>
                </a:lnTo>
                <a:lnTo>
                  <a:pt x="639267" y="127355"/>
                </a:lnTo>
                <a:lnTo>
                  <a:pt x="638721" y="128130"/>
                </a:lnTo>
                <a:lnTo>
                  <a:pt x="639267" y="128130"/>
                </a:lnTo>
                <a:lnTo>
                  <a:pt x="640227" y="129641"/>
                </a:lnTo>
                <a:lnTo>
                  <a:pt x="642315" y="131737"/>
                </a:lnTo>
                <a:lnTo>
                  <a:pt x="643077" y="129641"/>
                </a:lnTo>
                <a:close/>
              </a:path>
              <a:path w="651459" h="962494">
                <a:moveTo>
                  <a:pt x="641565" y="891067"/>
                </a:moveTo>
                <a:lnTo>
                  <a:pt x="641565" y="890300"/>
                </a:lnTo>
                <a:lnTo>
                  <a:pt x="640042" y="891833"/>
                </a:lnTo>
                <a:lnTo>
                  <a:pt x="639762" y="892114"/>
                </a:lnTo>
                <a:lnTo>
                  <a:pt x="640042" y="892592"/>
                </a:lnTo>
                <a:lnTo>
                  <a:pt x="641565" y="891067"/>
                </a:lnTo>
                <a:close/>
              </a:path>
              <a:path w="651459" h="962494">
                <a:moveTo>
                  <a:pt x="642315" y="136130"/>
                </a:moveTo>
                <a:lnTo>
                  <a:pt x="642048" y="132981"/>
                </a:lnTo>
                <a:lnTo>
                  <a:pt x="641553" y="135367"/>
                </a:lnTo>
                <a:lnTo>
                  <a:pt x="635835" y="129641"/>
                </a:lnTo>
                <a:lnTo>
                  <a:pt x="643851" y="138417"/>
                </a:lnTo>
                <a:lnTo>
                  <a:pt x="642315" y="136130"/>
                </a:lnTo>
                <a:close/>
              </a:path>
              <a:path w="651459" h="962494">
                <a:moveTo>
                  <a:pt x="639267" y="132321"/>
                </a:moveTo>
                <a:lnTo>
                  <a:pt x="638505" y="130471"/>
                </a:lnTo>
                <a:lnTo>
                  <a:pt x="638505" y="131559"/>
                </a:lnTo>
                <a:lnTo>
                  <a:pt x="641553" y="135367"/>
                </a:lnTo>
                <a:lnTo>
                  <a:pt x="639267" y="132321"/>
                </a:lnTo>
                <a:close/>
              </a:path>
              <a:path w="651459" h="962494">
                <a:moveTo>
                  <a:pt x="643851" y="128130"/>
                </a:moveTo>
                <a:lnTo>
                  <a:pt x="643077" y="128130"/>
                </a:lnTo>
                <a:lnTo>
                  <a:pt x="643077" y="129641"/>
                </a:lnTo>
                <a:lnTo>
                  <a:pt x="643851" y="129641"/>
                </a:lnTo>
                <a:lnTo>
                  <a:pt x="643851" y="128130"/>
                </a:lnTo>
                <a:close/>
              </a:path>
              <a:path w="651459" h="962494">
                <a:moveTo>
                  <a:pt x="644601" y="138527"/>
                </a:moveTo>
                <a:lnTo>
                  <a:pt x="643851" y="136310"/>
                </a:lnTo>
                <a:lnTo>
                  <a:pt x="643572" y="136029"/>
                </a:lnTo>
                <a:lnTo>
                  <a:pt x="643851" y="136708"/>
                </a:lnTo>
                <a:lnTo>
                  <a:pt x="644601" y="138831"/>
                </a:lnTo>
                <a:lnTo>
                  <a:pt x="643851" y="137021"/>
                </a:lnTo>
                <a:lnTo>
                  <a:pt x="643851" y="138417"/>
                </a:lnTo>
                <a:lnTo>
                  <a:pt x="645375" y="140703"/>
                </a:lnTo>
                <a:lnTo>
                  <a:pt x="644601" y="138527"/>
                </a:lnTo>
                <a:close/>
              </a:path>
              <a:path w="651459" h="962494">
                <a:moveTo>
                  <a:pt x="651459" y="147472"/>
                </a:moveTo>
                <a:lnTo>
                  <a:pt x="649935" y="146711"/>
                </a:lnTo>
                <a:lnTo>
                  <a:pt x="649935" y="152133"/>
                </a:lnTo>
                <a:lnTo>
                  <a:pt x="647450" y="148109"/>
                </a:lnTo>
                <a:lnTo>
                  <a:pt x="641184" y="158610"/>
                </a:lnTo>
                <a:lnTo>
                  <a:pt x="642708" y="858861"/>
                </a:lnTo>
                <a:lnTo>
                  <a:pt x="649935" y="867627"/>
                </a:lnTo>
                <a:lnTo>
                  <a:pt x="651459" y="876382"/>
                </a:lnTo>
                <a:lnTo>
                  <a:pt x="651459" y="147472"/>
                </a:lnTo>
                <a:close/>
              </a:path>
              <a:path w="651459" h="962494">
                <a:moveTo>
                  <a:pt x="645375" y="136309"/>
                </a:moveTo>
                <a:lnTo>
                  <a:pt x="644601" y="135534"/>
                </a:lnTo>
                <a:lnTo>
                  <a:pt x="643851" y="134785"/>
                </a:lnTo>
                <a:lnTo>
                  <a:pt x="643077" y="134010"/>
                </a:lnTo>
                <a:lnTo>
                  <a:pt x="642810" y="134505"/>
                </a:lnTo>
                <a:lnTo>
                  <a:pt x="643077" y="135479"/>
                </a:lnTo>
                <a:lnTo>
                  <a:pt x="643077" y="134773"/>
                </a:lnTo>
                <a:lnTo>
                  <a:pt x="643851" y="135551"/>
                </a:lnTo>
                <a:lnTo>
                  <a:pt x="644601" y="136303"/>
                </a:lnTo>
                <a:lnTo>
                  <a:pt x="645375" y="137080"/>
                </a:lnTo>
                <a:lnTo>
                  <a:pt x="645375" y="136309"/>
                </a:lnTo>
                <a:close/>
              </a:path>
              <a:path w="651459" h="962494">
                <a:moveTo>
                  <a:pt x="642810" y="134505"/>
                </a:moveTo>
                <a:lnTo>
                  <a:pt x="643077" y="134010"/>
                </a:lnTo>
                <a:lnTo>
                  <a:pt x="642315" y="133248"/>
                </a:lnTo>
                <a:lnTo>
                  <a:pt x="642315" y="133629"/>
                </a:lnTo>
                <a:lnTo>
                  <a:pt x="643077" y="135479"/>
                </a:lnTo>
                <a:lnTo>
                  <a:pt x="642810" y="134505"/>
                </a:lnTo>
                <a:close/>
              </a:path>
              <a:path w="651459" h="962494">
                <a:moveTo>
                  <a:pt x="643077" y="887265"/>
                </a:moveTo>
                <a:lnTo>
                  <a:pt x="643077" y="886508"/>
                </a:lnTo>
                <a:lnTo>
                  <a:pt x="643851" y="885730"/>
                </a:lnTo>
                <a:lnTo>
                  <a:pt x="643852" y="884213"/>
                </a:lnTo>
                <a:lnTo>
                  <a:pt x="644601" y="883459"/>
                </a:lnTo>
                <a:lnTo>
                  <a:pt x="644601" y="882703"/>
                </a:lnTo>
                <a:lnTo>
                  <a:pt x="646125" y="881170"/>
                </a:lnTo>
                <a:lnTo>
                  <a:pt x="646125" y="879057"/>
                </a:lnTo>
                <a:lnTo>
                  <a:pt x="646125" y="881926"/>
                </a:lnTo>
                <a:lnTo>
                  <a:pt x="646887" y="881160"/>
                </a:lnTo>
                <a:lnTo>
                  <a:pt x="646887" y="880403"/>
                </a:lnTo>
                <a:lnTo>
                  <a:pt x="646125" y="878621"/>
                </a:lnTo>
                <a:lnTo>
                  <a:pt x="644601" y="882323"/>
                </a:lnTo>
                <a:lnTo>
                  <a:pt x="644334" y="882971"/>
                </a:lnTo>
                <a:lnTo>
                  <a:pt x="643852" y="883815"/>
                </a:lnTo>
                <a:lnTo>
                  <a:pt x="643572" y="884494"/>
                </a:lnTo>
                <a:lnTo>
                  <a:pt x="643076" y="885043"/>
                </a:lnTo>
                <a:lnTo>
                  <a:pt x="642810" y="886776"/>
                </a:lnTo>
                <a:lnTo>
                  <a:pt x="642048" y="887540"/>
                </a:lnTo>
                <a:lnTo>
                  <a:pt x="643077" y="884738"/>
                </a:lnTo>
                <a:lnTo>
                  <a:pt x="643077" y="884389"/>
                </a:lnTo>
                <a:lnTo>
                  <a:pt x="646688" y="876382"/>
                </a:lnTo>
                <a:lnTo>
                  <a:pt x="646620" y="876110"/>
                </a:lnTo>
                <a:lnTo>
                  <a:pt x="641184" y="876382"/>
                </a:lnTo>
                <a:lnTo>
                  <a:pt x="641565" y="886677"/>
                </a:lnTo>
                <a:lnTo>
                  <a:pt x="641565" y="888388"/>
                </a:lnTo>
                <a:lnTo>
                  <a:pt x="643077" y="887265"/>
                </a:lnTo>
                <a:close/>
              </a:path>
              <a:path w="651459" h="962494">
                <a:moveTo>
                  <a:pt x="642810" y="886776"/>
                </a:moveTo>
                <a:lnTo>
                  <a:pt x="643076" y="885043"/>
                </a:lnTo>
                <a:lnTo>
                  <a:pt x="643851" y="883163"/>
                </a:lnTo>
                <a:lnTo>
                  <a:pt x="644601" y="881344"/>
                </a:lnTo>
                <a:lnTo>
                  <a:pt x="645858" y="878396"/>
                </a:lnTo>
                <a:lnTo>
                  <a:pt x="646125" y="878292"/>
                </a:lnTo>
                <a:lnTo>
                  <a:pt x="644601" y="881994"/>
                </a:lnTo>
                <a:lnTo>
                  <a:pt x="644334" y="882971"/>
                </a:lnTo>
                <a:lnTo>
                  <a:pt x="644601" y="882323"/>
                </a:lnTo>
                <a:lnTo>
                  <a:pt x="646125" y="878621"/>
                </a:lnTo>
                <a:lnTo>
                  <a:pt x="646469" y="877784"/>
                </a:lnTo>
                <a:lnTo>
                  <a:pt x="646688" y="876382"/>
                </a:lnTo>
                <a:lnTo>
                  <a:pt x="643851" y="882867"/>
                </a:lnTo>
                <a:lnTo>
                  <a:pt x="643077" y="884738"/>
                </a:lnTo>
                <a:lnTo>
                  <a:pt x="642048" y="887540"/>
                </a:lnTo>
                <a:lnTo>
                  <a:pt x="642810" y="886776"/>
                </a:lnTo>
                <a:close/>
              </a:path>
              <a:path w="651459" h="962494">
                <a:moveTo>
                  <a:pt x="643851" y="887257"/>
                </a:moveTo>
                <a:lnTo>
                  <a:pt x="643851" y="886487"/>
                </a:lnTo>
                <a:lnTo>
                  <a:pt x="644601" y="885734"/>
                </a:lnTo>
                <a:lnTo>
                  <a:pt x="643851" y="885730"/>
                </a:lnTo>
                <a:lnTo>
                  <a:pt x="643077" y="886508"/>
                </a:lnTo>
                <a:lnTo>
                  <a:pt x="643077" y="887265"/>
                </a:lnTo>
                <a:lnTo>
                  <a:pt x="643851" y="887257"/>
                </a:lnTo>
                <a:close/>
              </a:path>
              <a:path w="651459" h="962494">
                <a:moveTo>
                  <a:pt x="643852" y="883815"/>
                </a:moveTo>
                <a:lnTo>
                  <a:pt x="644601" y="881994"/>
                </a:lnTo>
                <a:lnTo>
                  <a:pt x="646125" y="878292"/>
                </a:lnTo>
                <a:lnTo>
                  <a:pt x="645858" y="878396"/>
                </a:lnTo>
                <a:lnTo>
                  <a:pt x="644601" y="881344"/>
                </a:lnTo>
                <a:lnTo>
                  <a:pt x="643851" y="883163"/>
                </a:lnTo>
                <a:lnTo>
                  <a:pt x="643572" y="884494"/>
                </a:lnTo>
                <a:lnTo>
                  <a:pt x="643852" y="883815"/>
                </a:lnTo>
                <a:close/>
              </a:path>
              <a:path w="651459" h="962494">
                <a:moveTo>
                  <a:pt x="644601" y="884977"/>
                </a:moveTo>
                <a:lnTo>
                  <a:pt x="646125" y="883447"/>
                </a:lnTo>
                <a:lnTo>
                  <a:pt x="644601" y="883459"/>
                </a:lnTo>
                <a:lnTo>
                  <a:pt x="643852" y="884213"/>
                </a:lnTo>
                <a:lnTo>
                  <a:pt x="643851" y="885730"/>
                </a:lnTo>
                <a:lnTo>
                  <a:pt x="644601" y="885734"/>
                </a:lnTo>
                <a:lnTo>
                  <a:pt x="644601" y="884977"/>
                </a:lnTo>
                <a:close/>
              </a:path>
              <a:path w="651459" h="962494">
                <a:moveTo>
                  <a:pt x="643851" y="136708"/>
                </a:moveTo>
                <a:lnTo>
                  <a:pt x="643572" y="136029"/>
                </a:lnTo>
                <a:lnTo>
                  <a:pt x="643851" y="137021"/>
                </a:lnTo>
                <a:lnTo>
                  <a:pt x="644601" y="138831"/>
                </a:lnTo>
                <a:lnTo>
                  <a:pt x="643851" y="136708"/>
                </a:lnTo>
                <a:close/>
              </a:path>
              <a:path w="651459" h="962494">
                <a:moveTo>
                  <a:pt x="645375" y="140408"/>
                </a:moveTo>
                <a:lnTo>
                  <a:pt x="644601" y="138201"/>
                </a:lnTo>
                <a:lnTo>
                  <a:pt x="644334" y="137553"/>
                </a:lnTo>
                <a:lnTo>
                  <a:pt x="643851" y="136310"/>
                </a:lnTo>
                <a:lnTo>
                  <a:pt x="644601" y="138527"/>
                </a:lnTo>
                <a:lnTo>
                  <a:pt x="645375" y="140703"/>
                </a:lnTo>
                <a:lnTo>
                  <a:pt x="645375" y="140408"/>
                </a:lnTo>
                <a:close/>
              </a:path>
              <a:path w="651459" h="962494">
                <a:moveTo>
                  <a:pt x="646125" y="883447"/>
                </a:moveTo>
                <a:lnTo>
                  <a:pt x="646125" y="881926"/>
                </a:lnTo>
                <a:lnTo>
                  <a:pt x="646125" y="881170"/>
                </a:lnTo>
                <a:lnTo>
                  <a:pt x="644601" y="882703"/>
                </a:lnTo>
                <a:lnTo>
                  <a:pt x="644601" y="883459"/>
                </a:lnTo>
                <a:lnTo>
                  <a:pt x="646125" y="883447"/>
                </a:lnTo>
                <a:close/>
              </a:path>
              <a:path w="651459" h="962494">
                <a:moveTo>
                  <a:pt x="649935" y="141071"/>
                </a:moveTo>
                <a:lnTo>
                  <a:pt x="648411" y="142405"/>
                </a:lnTo>
                <a:lnTo>
                  <a:pt x="647649" y="141640"/>
                </a:lnTo>
                <a:lnTo>
                  <a:pt x="647082" y="141071"/>
                </a:lnTo>
                <a:lnTo>
                  <a:pt x="646887" y="140875"/>
                </a:lnTo>
                <a:lnTo>
                  <a:pt x="646125" y="139351"/>
                </a:lnTo>
                <a:lnTo>
                  <a:pt x="645375" y="137840"/>
                </a:lnTo>
                <a:lnTo>
                  <a:pt x="644601" y="136303"/>
                </a:lnTo>
                <a:lnTo>
                  <a:pt x="643851" y="135551"/>
                </a:lnTo>
                <a:lnTo>
                  <a:pt x="644601" y="137062"/>
                </a:lnTo>
                <a:lnTo>
                  <a:pt x="645375" y="138599"/>
                </a:lnTo>
                <a:lnTo>
                  <a:pt x="646125" y="140110"/>
                </a:lnTo>
                <a:lnTo>
                  <a:pt x="646887" y="141071"/>
                </a:lnTo>
                <a:lnTo>
                  <a:pt x="647649" y="143154"/>
                </a:lnTo>
                <a:lnTo>
                  <a:pt x="648411" y="143916"/>
                </a:lnTo>
                <a:lnTo>
                  <a:pt x="649185" y="144691"/>
                </a:lnTo>
                <a:lnTo>
                  <a:pt x="649935" y="146711"/>
                </a:lnTo>
                <a:lnTo>
                  <a:pt x="649935" y="141071"/>
                </a:lnTo>
                <a:close/>
              </a:path>
              <a:path w="651459" h="962494">
                <a:moveTo>
                  <a:pt x="646887" y="140116"/>
                </a:moveTo>
                <a:lnTo>
                  <a:pt x="646125" y="138592"/>
                </a:lnTo>
                <a:lnTo>
                  <a:pt x="645375" y="137080"/>
                </a:lnTo>
                <a:lnTo>
                  <a:pt x="644601" y="136303"/>
                </a:lnTo>
                <a:lnTo>
                  <a:pt x="645375" y="137840"/>
                </a:lnTo>
                <a:lnTo>
                  <a:pt x="646125" y="139351"/>
                </a:lnTo>
                <a:lnTo>
                  <a:pt x="646887" y="140875"/>
                </a:lnTo>
                <a:lnTo>
                  <a:pt x="646887" y="140116"/>
                </a:lnTo>
                <a:close/>
              </a:path>
              <a:path w="651459" h="962494">
                <a:moveTo>
                  <a:pt x="643851" y="882867"/>
                </a:moveTo>
                <a:lnTo>
                  <a:pt x="646688" y="876382"/>
                </a:lnTo>
                <a:lnTo>
                  <a:pt x="643077" y="884389"/>
                </a:lnTo>
                <a:lnTo>
                  <a:pt x="643077" y="884738"/>
                </a:lnTo>
                <a:lnTo>
                  <a:pt x="643851" y="882867"/>
                </a:lnTo>
                <a:close/>
              </a:path>
              <a:path w="651459" h="962494">
                <a:moveTo>
                  <a:pt x="649185" y="144691"/>
                </a:moveTo>
                <a:lnTo>
                  <a:pt x="648411" y="143916"/>
                </a:lnTo>
                <a:lnTo>
                  <a:pt x="648411" y="146799"/>
                </a:lnTo>
                <a:lnTo>
                  <a:pt x="648411" y="145951"/>
                </a:lnTo>
                <a:lnTo>
                  <a:pt x="647649" y="145275"/>
                </a:lnTo>
                <a:lnTo>
                  <a:pt x="646887" y="142392"/>
                </a:lnTo>
                <a:lnTo>
                  <a:pt x="646887" y="141071"/>
                </a:lnTo>
                <a:lnTo>
                  <a:pt x="646125" y="140110"/>
                </a:lnTo>
                <a:lnTo>
                  <a:pt x="645376" y="139358"/>
                </a:lnTo>
                <a:lnTo>
                  <a:pt x="645917" y="141071"/>
                </a:lnTo>
                <a:lnTo>
                  <a:pt x="646125" y="141071"/>
                </a:lnTo>
                <a:lnTo>
                  <a:pt x="646163" y="141669"/>
                </a:lnTo>
                <a:lnTo>
                  <a:pt x="646887" y="143425"/>
                </a:lnTo>
                <a:lnTo>
                  <a:pt x="647576" y="145534"/>
                </a:lnTo>
                <a:lnTo>
                  <a:pt x="648411" y="147561"/>
                </a:lnTo>
                <a:lnTo>
                  <a:pt x="649185" y="149847"/>
                </a:lnTo>
                <a:lnTo>
                  <a:pt x="649185" y="144691"/>
                </a:lnTo>
                <a:close/>
              </a:path>
              <a:path w="651459" h="962494">
                <a:moveTo>
                  <a:pt x="646887" y="143425"/>
                </a:moveTo>
                <a:lnTo>
                  <a:pt x="646887" y="143751"/>
                </a:lnTo>
                <a:lnTo>
                  <a:pt x="646125" y="141630"/>
                </a:lnTo>
                <a:lnTo>
                  <a:pt x="646125" y="141071"/>
                </a:lnTo>
                <a:lnTo>
                  <a:pt x="645917" y="141071"/>
                </a:lnTo>
                <a:lnTo>
                  <a:pt x="645935" y="141440"/>
                </a:lnTo>
                <a:lnTo>
                  <a:pt x="646125" y="141901"/>
                </a:lnTo>
                <a:lnTo>
                  <a:pt x="647576" y="145534"/>
                </a:lnTo>
                <a:lnTo>
                  <a:pt x="646887" y="143425"/>
                </a:lnTo>
                <a:close/>
              </a:path>
              <a:path w="651459" h="962494">
                <a:moveTo>
                  <a:pt x="646887" y="143425"/>
                </a:moveTo>
                <a:lnTo>
                  <a:pt x="646163" y="141669"/>
                </a:lnTo>
                <a:lnTo>
                  <a:pt x="646125" y="141071"/>
                </a:lnTo>
                <a:lnTo>
                  <a:pt x="646125" y="141630"/>
                </a:lnTo>
                <a:lnTo>
                  <a:pt x="646887" y="143751"/>
                </a:lnTo>
                <a:lnTo>
                  <a:pt x="646887" y="143425"/>
                </a:lnTo>
                <a:close/>
              </a:path>
              <a:path w="651459" h="962494">
                <a:moveTo>
                  <a:pt x="646125" y="142227"/>
                </a:moveTo>
                <a:lnTo>
                  <a:pt x="645858" y="141363"/>
                </a:lnTo>
                <a:lnTo>
                  <a:pt x="645783" y="141071"/>
                </a:lnTo>
                <a:lnTo>
                  <a:pt x="645375" y="140082"/>
                </a:lnTo>
                <a:lnTo>
                  <a:pt x="645649" y="141071"/>
                </a:lnTo>
                <a:lnTo>
                  <a:pt x="640422" y="141071"/>
                </a:lnTo>
                <a:lnTo>
                  <a:pt x="645096" y="144297"/>
                </a:lnTo>
                <a:lnTo>
                  <a:pt x="646125" y="142227"/>
                </a:lnTo>
                <a:close/>
              </a:path>
              <a:path w="651459" h="962494">
                <a:moveTo>
                  <a:pt x="646125" y="141901"/>
                </a:moveTo>
                <a:lnTo>
                  <a:pt x="645935" y="141440"/>
                </a:lnTo>
                <a:lnTo>
                  <a:pt x="646125" y="142011"/>
                </a:lnTo>
                <a:lnTo>
                  <a:pt x="647576" y="145534"/>
                </a:lnTo>
                <a:lnTo>
                  <a:pt x="646125" y="141901"/>
                </a:lnTo>
                <a:close/>
              </a:path>
              <a:path w="651459" h="962494">
                <a:moveTo>
                  <a:pt x="646887" y="878517"/>
                </a:moveTo>
                <a:lnTo>
                  <a:pt x="647237" y="877015"/>
                </a:lnTo>
                <a:lnTo>
                  <a:pt x="647384" y="876382"/>
                </a:lnTo>
                <a:lnTo>
                  <a:pt x="646927" y="875802"/>
                </a:lnTo>
                <a:lnTo>
                  <a:pt x="646620" y="876110"/>
                </a:lnTo>
                <a:lnTo>
                  <a:pt x="646688" y="876382"/>
                </a:lnTo>
                <a:lnTo>
                  <a:pt x="646887" y="876769"/>
                </a:lnTo>
                <a:lnTo>
                  <a:pt x="646887" y="877366"/>
                </a:lnTo>
                <a:lnTo>
                  <a:pt x="646734" y="879171"/>
                </a:lnTo>
                <a:lnTo>
                  <a:pt x="646887" y="880403"/>
                </a:lnTo>
                <a:lnTo>
                  <a:pt x="646887" y="878517"/>
                </a:lnTo>
                <a:close/>
              </a:path>
              <a:path w="651459" h="962494">
                <a:moveTo>
                  <a:pt x="646734" y="879171"/>
                </a:moveTo>
                <a:lnTo>
                  <a:pt x="646887" y="877366"/>
                </a:lnTo>
                <a:lnTo>
                  <a:pt x="646887" y="876769"/>
                </a:lnTo>
                <a:lnTo>
                  <a:pt x="646688" y="876382"/>
                </a:lnTo>
                <a:lnTo>
                  <a:pt x="646469" y="877784"/>
                </a:lnTo>
                <a:lnTo>
                  <a:pt x="646125" y="878621"/>
                </a:lnTo>
                <a:lnTo>
                  <a:pt x="646887" y="880403"/>
                </a:lnTo>
                <a:lnTo>
                  <a:pt x="646734" y="879171"/>
                </a:lnTo>
                <a:close/>
              </a:path>
              <a:path w="651459" h="962494">
                <a:moveTo>
                  <a:pt x="647649" y="877331"/>
                </a:moveTo>
                <a:lnTo>
                  <a:pt x="647649" y="876382"/>
                </a:lnTo>
                <a:lnTo>
                  <a:pt x="647869" y="876382"/>
                </a:lnTo>
                <a:lnTo>
                  <a:pt x="648370" y="875879"/>
                </a:lnTo>
                <a:lnTo>
                  <a:pt x="649185" y="875063"/>
                </a:lnTo>
                <a:lnTo>
                  <a:pt x="649185" y="873530"/>
                </a:lnTo>
                <a:lnTo>
                  <a:pt x="648411" y="874309"/>
                </a:lnTo>
                <a:lnTo>
                  <a:pt x="647649" y="875247"/>
                </a:lnTo>
                <a:lnTo>
                  <a:pt x="647384" y="876382"/>
                </a:lnTo>
                <a:lnTo>
                  <a:pt x="647237" y="877015"/>
                </a:lnTo>
                <a:lnTo>
                  <a:pt x="646887" y="878517"/>
                </a:lnTo>
                <a:lnTo>
                  <a:pt x="646887" y="878864"/>
                </a:lnTo>
                <a:lnTo>
                  <a:pt x="647649" y="877331"/>
                </a:lnTo>
                <a:close/>
              </a:path>
              <a:path w="651459" h="962494">
                <a:moveTo>
                  <a:pt x="648411" y="143916"/>
                </a:moveTo>
                <a:lnTo>
                  <a:pt x="647649" y="143154"/>
                </a:lnTo>
                <a:lnTo>
                  <a:pt x="646887" y="141071"/>
                </a:lnTo>
                <a:lnTo>
                  <a:pt x="646887" y="142392"/>
                </a:lnTo>
                <a:lnTo>
                  <a:pt x="647649" y="145275"/>
                </a:lnTo>
                <a:lnTo>
                  <a:pt x="648411" y="145951"/>
                </a:lnTo>
                <a:lnTo>
                  <a:pt x="648411" y="143916"/>
                </a:lnTo>
                <a:close/>
              </a:path>
              <a:path w="651459" h="962494">
                <a:moveTo>
                  <a:pt x="648120" y="876382"/>
                </a:moveTo>
                <a:lnTo>
                  <a:pt x="651459" y="876382"/>
                </a:lnTo>
                <a:lnTo>
                  <a:pt x="649185" y="873530"/>
                </a:lnTo>
                <a:lnTo>
                  <a:pt x="649185" y="875063"/>
                </a:lnTo>
                <a:lnTo>
                  <a:pt x="648370" y="875879"/>
                </a:lnTo>
                <a:lnTo>
                  <a:pt x="647869" y="876382"/>
                </a:lnTo>
                <a:lnTo>
                  <a:pt x="647649" y="876382"/>
                </a:lnTo>
                <a:lnTo>
                  <a:pt x="647649" y="876602"/>
                </a:lnTo>
                <a:lnTo>
                  <a:pt x="648120" y="876382"/>
                </a:lnTo>
                <a:close/>
              </a:path>
              <a:path w="651459" h="962494">
                <a:moveTo>
                  <a:pt x="647649" y="879637"/>
                </a:moveTo>
                <a:lnTo>
                  <a:pt x="647649" y="877331"/>
                </a:lnTo>
                <a:lnTo>
                  <a:pt x="646887" y="878864"/>
                </a:lnTo>
                <a:lnTo>
                  <a:pt x="646887" y="880403"/>
                </a:lnTo>
                <a:lnTo>
                  <a:pt x="647649" y="879637"/>
                </a:lnTo>
                <a:close/>
              </a:path>
              <a:path w="651459" h="962494">
                <a:moveTo>
                  <a:pt x="649935" y="141071"/>
                </a:moveTo>
                <a:lnTo>
                  <a:pt x="647649" y="141071"/>
                </a:lnTo>
                <a:lnTo>
                  <a:pt x="647649" y="140881"/>
                </a:lnTo>
                <a:lnTo>
                  <a:pt x="647082" y="141071"/>
                </a:lnTo>
                <a:lnTo>
                  <a:pt x="647649" y="141640"/>
                </a:lnTo>
                <a:lnTo>
                  <a:pt x="648411" y="142405"/>
                </a:lnTo>
                <a:lnTo>
                  <a:pt x="649935" y="141071"/>
                </a:lnTo>
                <a:close/>
              </a:path>
              <a:path w="651459" h="962494">
                <a:moveTo>
                  <a:pt x="647649" y="140881"/>
                </a:moveTo>
                <a:lnTo>
                  <a:pt x="646887" y="140116"/>
                </a:lnTo>
                <a:lnTo>
                  <a:pt x="646887" y="140875"/>
                </a:lnTo>
                <a:lnTo>
                  <a:pt x="647082" y="141071"/>
                </a:lnTo>
                <a:lnTo>
                  <a:pt x="647649" y="140881"/>
                </a:lnTo>
                <a:close/>
              </a:path>
              <a:path w="651459" h="962494">
                <a:moveTo>
                  <a:pt x="647649" y="875247"/>
                </a:moveTo>
                <a:lnTo>
                  <a:pt x="648411" y="874309"/>
                </a:lnTo>
                <a:lnTo>
                  <a:pt x="646927" y="875802"/>
                </a:lnTo>
                <a:lnTo>
                  <a:pt x="647384" y="876382"/>
                </a:lnTo>
                <a:lnTo>
                  <a:pt x="647649" y="875247"/>
                </a:lnTo>
                <a:close/>
              </a:path>
              <a:path w="651459" h="962494">
                <a:moveTo>
                  <a:pt x="649935" y="867627"/>
                </a:moveTo>
                <a:lnTo>
                  <a:pt x="649185" y="869914"/>
                </a:lnTo>
                <a:lnTo>
                  <a:pt x="649185" y="873530"/>
                </a:lnTo>
                <a:lnTo>
                  <a:pt x="651459" y="876382"/>
                </a:lnTo>
                <a:lnTo>
                  <a:pt x="649935" y="867627"/>
                </a:lnTo>
                <a:close/>
              </a:path>
              <a:path w="651459" h="962494">
                <a:moveTo>
                  <a:pt x="649935" y="151371"/>
                </a:moveTo>
                <a:lnTo>
                  <a:pt x="649935" y="146711"/>
                </a:lnTo>
                <a:lnTo>
                  <a:pt x="649185" y="146338"/>
                </a:lnTo>
                <a:lnTo>
                  <a:pt x="649185" y="149847"/>
                </a:lnTo>
                <a:lnTo>
                  <a:pt x="647450" y="148109"/>
                </a:lnTo>
                <a:lnTo>
                  <a:pt x="649935" y="152133"/>
                </a:lnTo>
                <a:lnTo>
                  <a:pt x="649935" y="151371"/>
                </a:lnTo>
                <a:close/>
              </a:path>
              <a:path w="651459" h="962494">
                <a:moveTo>
                  <a:pt x="648411" y="147561"/>
                </a:moveTo>
                <a:lnTo>
                  <a:pt x="647576" y="145534"/>
                </a:lnTo>
                <a:lnTo>
                  <a:pt x="647450" y="148109"/>
                </a:lnTo>
                <a:lnTo>
                  <a:pt x="649185" y="149847"/>
                </a:lnTo>
                <a:lnTo>
                  <a:pt x="648411" y="147561"/>
                </a:lnTo>
                <a:close/>
              </a:path>
              <a:path w="651459" h="962494">
                <a:moveTo>
                  <a:pt x="636981" y="892774"/>
                </a:moveTo>
                <a:lnTo>
                  <a:pt x="638505" y="891250"/>
                </a:lnTo>
                <a:lnTo>
                  <a:pt x="642708" y="858861"/>
                </a:lnTo>
                <a:lnTo>
                  <a:pt x="636231" y="893532"/>
                </a:lnTo>
                <a:lnTo>
                  <a:pt x="636981" y="892774"/>
                </a:lnTo>
                <a:close/>
              </a:path>
              <a:path w="651459" h="962494">
                <a:moveTo>
                  <a:pt x="619848" y="893151"/>
                </a:moveTo>
                <a:lnTo>
                  <a:pt x="618707" y="894293"/>
                </a:lnTo>
                <a:lnTo>
                  <a:pt x="626325" y="902676"/>
                </a:lnTo>
                <a:lnTo>
                  <a:pt x="619848" y="893151"/>
                </a:lnTo>
                <a:close/>
              </a:path>
              <a:path w="651459" h="962494">
                <a:moveTo>
                  <a:pt x="645375" y="139756"/>
                </a:moveTo>
                <a:lnTo>
                  <a:pt x="645096" y="139077"/>
                </a:lnTo>
                <a:lnTo>
                  <a:pt x="644601" y="137821"/>
                </a:lnTo>
                <a:lnTo>
                  <a:pt x="645375" y="140082"/>
                </a:lnTo>
                <a:lnTo>
                  <a:pt x="645783" y="141071"/>
                </a:lnTo>
                <a:lnTo>
                  <a:pt x="645375" y="139756"/>
                </a:lnTo>
                <a:close/>
              </a:path>
              <a:path w="651459" h="962494">
                <a:moveTo>
                  <a:pt x="641566" y="889544"/>
                </a:moveTo>
                <a:lnTo>
                  <a:pt x="643077" y="888032"/>
                </a:lnTo>
                <a:lnTo>
                  <a:pt x="641565" y="888782"/>
                </a:lnTo>
                <a:lnTo>
                  <a:pt x="641286" y="889063"/>
                </a:lnTo>
                <a:lnTo>
                  <a:pt x="640524" y="890586"/>
                </a:lnTo>
                <a:lnTo>
                  <a:pt x="641566" y="889544"/>
                </a:lnTo>
                <a:close/>
              </a:path>
              <a:path w="651459" h="962494">
                <a:moveTo>
                  <a:pt x="637475" y="158610"/>
                </a:moveTo>
                <a:lnTo>
                  <a:pt x="634225" y="154520"/>
                </a:lnTo>
                <a:lnTo>
                  <a:pt x="634551" y="158610"/>
                </a:lnTo>
                <a:lnTo>
                  <a:pt x="638784" y="160731"/>
                </a:lnTo>
                <a:lnTo>
                  <a:pt x="637475" y="158610"/>
                </a:lnTo>
                <a:close/>
              </a:path>
              <a:path w="651459" h="962494">
                <a:moveTo>
                  <a:pt x="633945" y="865912"/>
                </a:moveTo>
                <a:lnTo>
                  <a:pt x="633945" y="865519"/>
                </a:lnTo>
                <a:lnTo>
                  <a:pt x="632421" y="869149"/>
                </a:lnTo>
                <a:lnTo>
                  <a:pt x="632055" y="870454"/>
                </a:lnTo>
                <a:lnTo>
                  <a:pt x="633945" y="865912"/>
                </a:lnTo>
                <a:close/>
              </a:path>
              <a:path w="651459" h="962494">
                <a:moveTo>
                  <a:pt x="629892" y="144881"/>
                </a:moveTo>
                <a:lnTo>
                  <a:pt x="629361" y="144881"/>
                </a:lnTo>
                <a:lnTo>
                  <a:pt x="629361" y="145080"/>
                </a:lnTo>
                <a:lnTo>
                  <a:pt x="629934" y="145656"/>
                </a:lnTo>
                <a:lnTo>
                  <a:pt x="629892" y="144881"/>
                </a:lnTo>
                <a:close/>
              </a:path>
              <a:path w="651459" h="962494">
                <a:moveTo>
                  <a:pt x="624027" y="884583"/>
                </a:moveTo>
                <a:lnTo>
                  <a:pt x="624319" y="884290"/>
                </a:lnTo>
                <a:lnTo>
                  <a:pt x="625360" y="883244"/>
                </a:lnTo>
                <a:lnTo>
                  <a:pt x="624026" y="884580"/>
                </a:lnTo>
                <a:lnTo>
                  <a:pt x="623843" y="884767"/>
                </a:lnTo>
                <a:lnTo>
                  <a:pt x="624027" y="884583"/>
                </a:lnTo>
                <a:close/>
              </a:path>
              <a:path w="651459" h="962494">
                <a:moveTo>
                  <a:pt x="618559" y="115588"/>
                </a:moveTo>
                <a:lnTo>
                  <a:pt x="618324" y="115176"/>
                </a:lnTo>
                <a:lnTo>
                  <a:pt x="617562" y="115176"/>
                </a:lnTo>
                <a:lnTo>
                  <a:pt x="618864" y="115894"/>
                </a:lnTo>
                <a:lnTo>
                  <a:pt x="618559" y="115588"/>
                </a:lnTo>
                <a:close/>
              </a:path>
              <a:path w="651459" h="962494">
                <a:moveTo>
                  <a:pt x="613371" y="132122"/>
                </a:moveTo>
                <a:lnTo>
                  <a:pt x="613188" y="131940"/>
                </a:lnTo>
                <a:lnTo>
                  <a:pt x="612407" y="131165"/>
                </a:lnTo>
                <a:lnTo>
                  <a:pt x="611644" y="131940"/>
                </a:lnTo>
                <a:lnTo>
                  <a:pt x="613372" y="133451"/>
                </a:lnTo>
                <a:lnTo>
                  <a:pt x="613371" y="132122"/>
                </a:lnTo>
                <a:close/>
              </a:path>
              <a:path w="651459" h="962494">
                <a:moveTo>
                  <a:pt x="610323" y="131165"/>
                </a:moveTo>
                <a:lnTo>
                  <a:pt x="609942" y="130416"/>
                </a:lnTo>
                <a:lnTo>
                  <a:pt x="608606" y="130416"/>
                </a:lnTo>
                <a:lnTo>
                  <a:pt x="609358" y="131165"/>
                </a:lnTo>
                <a:lnTo>
                  <a:pt x="610323" y="131165"/>
                </a:lnTo>
                <a:close/>
              </a:path>
              <a:path w="651459" h="962494">
                <a:moveTo>
                  <a:pt x="606710" y="919057"/>
                </a:moveTo>
                <a:lnTo>
                  <a:pt x="605927" y="918327"/>
                </a:lnTo>
                <a:lnTo>
                  <a:pt x="605697" y="918292"/>
                </a:lnTo>
                <a:lnTo>
                  <a:pt x="604161" y="919057"/>
                </a:lnTo>
                <a:lnTo>
                  <a:pt x="606710" y="919057"/>
                </a:lnTo>
                <a:close/>
              </a:path>
              <a:path w="651459" h="962494">
                <a:moveTo>
                  <a:pt x="611086" y="897934"/>
                </a:moveTo>
                <a:lnTo>
                  <a:pt x="609841" y="898003"/>
                </a:lnTo>
                <a:lnTo>
                  <a:pt x="609079" y="898766"/>
                </a:lnTo>
                <a:lnTo>
                  <a:pt x="609319" y="899242"/>
                </a:lnTo>
                <a:lnTo>
                  <a:pt x="611086" y="897934"/>
                </a:lnTo>
                <a:close/>
              </a:path>
              <a:path w="651459" h="962494">
                <a:moveTo>
                  <a:pt x="606268" y="900766"/>
                </a:moveTo>
                <a:lnTo>
                  <a:pt x="604507" y="901053"/>
                </a:lnTo>
                <a:lnTo>
                  <a:pt x="604029" y="901529"/>
                </a:lnTo>
                <a:lnTo>
                  <a:pt x="604428" y="901529"/>
                </a:lnTo>
                <a:lnTo>
                  <a:pt x="606268" y="900766"/>
                </a:lnTo>
                <a:close/>
              </a:path>
              <a:path w="651459" h="962494">
                <a:moveTo>
                  <a:pt x="599104" y="922095"/>
                </a:moveTo>
                <a:lnTo>
                  <a:pt x="602703" y="921463"/>
                </a:lnTo>
                <a:lnTo>
                  <a:pt x="599856" y="921344"/>
                </a:lnTo>
                <a:lnTo>
                  <a:pt x="598512" y="921344"/>
                </a:lnTo>
                <a:lnTo>
                  <a:pt x="599061" y="922102"/>
                </a:lnTo>
                <a:close/>
              </a:path>
              <a:path w="651459" h="962494">
                <a:moveTo>
                  <a:pt x="602502" y="902294"/>
                </a:moveTo>
                <a:lnTo>
                  <a:pt x="602504" y="901529"/>
                </a:lnTo>
                <a:lnTo>
                  <a:pt x="601741" y="902294"/>
                </a:lnTo>
                <a:lnTo>
                  <a:pt x="602317" y="902480"/>
                </a:lnTo>
                <a:lnTo>
                  <a:pt x="602502" y="902294"/>
                </a:lnTo>
                <a:close/>
              </a:path>
              <a:path w="651459" h="962494">
                <a:moveTo>
                  <a:pt x="379069" y="960207"/>
                </a:moveTo>
                <a:lnTo>
                  <a:pt x="378307" y="960207"/>
                </a:lnTo>
                <a:lnTo>
                  <a:pt x="377647" y="958401"/>
                </a:lnTo>
                <a:lnTo>
                  <a:pt x="375259" y="960972"/>
                </a:lnTo>
                <a:lnTo>
                  <a:pt x="381177" y="960972"/>
                </a:lnTo>
                <a:lnTo>
                  <a:pt x="379069" y="960207"/>
                </a:lnTo>
                <a:close/>
              </a:path>
              <a:path w="651459" h="962494">
                <a:moveTo>
                  <a:pt x="348589" y="960972"/>
                </a:moveTo>
                <a:lnTo>
                  <a:pt x="347754" y="960972"/>
                </a:lnTo>
                <a:lnTo>
                  <a:pt x="348513" y="962494"/>
                </a:lnTo>
                <a:lnTo>
                  <a:pt x="354685" y="962494"/>
                </a:lnTo>
                <a:lnTo>
                  <a:pt x="348589" y="960972"/>
                </a:lnTo>
                <a:close/>
              </a:path>
              <a:path w="651459" h="962494">
                <a:moveTo>
                  <a:pt x="334492" y="946109"/>
                </a:moveTo>
                <a:lnTo>
                  <a:pt x="329641" y="939153"/>
                </a:lnTo>
                <a:lnTo>
                  <a:pt x="326068" y="937669"/>
                </a:lnTo>
                <a:lnTo>
                  <a:pt x="329245" y="955328"/>
                </a:lnTo>
                <a:lnTo>
                  <a:pt x="330212" y="955356"/>
                </a:lnTo>
                <a:lnTo>
                  <a:pt x="333248" y="956115"/>
                </a:lnTo>
                <a:lnTo>
                  <a:pt x="334492" y="946109"/>
                </a:lnTo>
                <a:close/>
              </a:path>
              <a:path w="651459" h="962494">
                <a:moveTo>
                  <a:pt x="329005" y="938516"/>
                </a:moveTo>
                <a:lnTo>
                  <a:pt x="328015" y="938107"/>
                </a:lnTo>
                <a:lnTo>
                  <a:pt x="327833" y="937342"/>
                </a:lnTo>
                <a:lnTo>
                  <a:pt x="326491" y="937342"/>
                </a:lnTo>
                <a:lnTo>
                  <a:pt x="329641" y="939153"/>
                </a:lnTo>
                <a:lnTo>
                  <a:pt x="329005" y="938516"/>
                </a:lnTo>
                <a:close/>
              </a:path>
              <a:path w="651459" h="962494">
                <a:moveTo>
                  <a:pt x="36400" y="846667"/>
                </a:moveTo>
                <a:lnTo>
                  <a:pt x="34883" y="845907"/>
                </a:lnTo>
                <a:lnTo>
                  <a:pt x="33325" y="845907"/>
                </a:lnTo>
                <a:lnTo>
                  <a:pt x="34086" y="846667"/>
                </a:lnTo>
                <a:lnTo>
                  <a:pt x="36400" y="846667"/>
                </a:lnTo>
                <a:close/>
              </a:path>
              <a:path w="651459" h="962494">
                <a:moveTo>
                  <a:pt x="29916" y="823047"/>
                </a:moveTo>
                <a:lnTo>
                  <a:pt x="29717" y="822849"/>
                </a:lnTo>
                <a:lnTo>
                  <a:pt x="29717" y="823047"/>
                </a:lnTo>
                <a:lnTo>
                  <a:pt x="29152" y="822284"/>
                </a:lnTo>
                <a:lnTo>
                  <a:pt x="28436" y="823047"/>
                </a:lnTo>
                <a:lnTo>
                  <a:pt x="29718" y="823579"/>
                </a:lnTo>
                <a:lnTo>
                  <a:pt x="30962" y="824095"/>
                </a:lnTo>
                <a:lnTo>
                  <a:pt x="29916" y="823047"/>
                </a:lnTo>
                <a:close/>
              </a:path>
              <a:path w="651459" h="962494">
                <a:moveTo>
                  <a:pt x="26399" y="840569"/>
                </a:moveTo>
                <a:lnTo>
                  <a:pt x="24936" y="840569"/>
                </a:lnTo>
                <a:lnTo>
                  <a:pt x="26187" y="841061"/>
                </a:lnTo>
                <a:lnTo>
                  <a:pt x="28696" y="842097"/>
                </a:lnTo>
                <a:lnTo>
                  <a:pt x="26399" y="840569"/>
                </a:lnTo>
                <a:close/>
              </a:path>
              <a:path w="651459" h="962494">
                <a:moveTo>
                  <a:pt x="26660" y="50620"/>
                </a:moveTo>
                <a:lnTo>
                  <a:pt x="29020" y="49644"/>
                </a:lnTo>
                <a:lnTo>
                  <a:pt x="26726" y="50462"/>
                </a:lnTo>
                <a:lnTo>
                  <a:pt x="26187" y="50685"/>
                </a:lnTo>
                <a:lnTo>
                  <a:pt x="25338" y="51168"/>
                </a:lnTo>
                <a:lnTo>
                  <a:pt x="26660" y="50620"/>
                </a:lnTo>
                <a:close/>
              </a:path>
              <a:path w="651459" h="962494">
                <a:moveTo>
                  <a:pt x="31445" y="823047"/>
                </a:moveTo>
                <a:lnTo>
                  <a:pt x="30682" y="823047"/>
                </a:lnTo>
                <a:lnTo>
                  <a:pt x="29916" y="823047"/>
                </a:lnTo>
                <a:lnTo>
                  <a:pt x="30962" y="824095"/>
                </a:lnTo>
                <a:lnTo>
                  <a:pt x="32204" y="824571"/>
                </a:lnTo>
                <a:lnTo>
                  <a:pt x="31445" y="823047"/>
                </a:lnTo>
                <a:close/>
              </a:path>
              <a:path w="651459" h="962494">
                <a:moveTo>
                  <a:pt x="31229" y="69659"/>
                </a:moveTo>
                <a:lnTo>
                  <a:pt x="30962" y="69176"/>
                </a:lnTo>
                <a:lnTo>
                  <a:pt x="30718" y="68681"/>
                </a:lnTo>
                <a:lnTo>
                  <a:pt x="30200" y="69938"/>
                </a:lnTo>
                <a:lnTo>
                  <a:pt x="31229" y="69659"/>
                </a:lnTo>
                <a:close/>
              </a:path>
              <a:path w="651459" h="962494">
                <a:moveTo>
                  <a:pt x="30962" y="824095"/>
                </a:moveTo>
                <a:lnTo>
                  <a:pt x="29718" y="823579"/>
                </a:lnTo>
                <a:lnTo>
                  <a:pt x="30725" y="824571"/>
                </a:lnTo>
                <a:lnTo>
                  <a:pt x="32204" y="824571"/>
                </a:lnTo>
                <a:lnTo>
                  <a:pt x="30962" y="824095"/>
                </a:lnTo>
                <a:close/>
              </a:path>
              <a:path w="651459" h="962494">
                <a:moveTo>
                  <a:pt x="29438" y="70700"/>
                </a:moveTo>
                <a:lnTo>
                  <a:pt x="29822" y="68681"/>
                </a:lnTo>
                <a:lnTo>
                  <a:pt x="30232" y="67684"/>
                </a:lnTo>
                <a:lnTo>
                  <a:pt x="28943" y="68313"/>
                </a:lnTo>
                <a:lnTo>
                  <a:pt x="28943" y="70815"/>
                </a:lnTo>
                <a:lnTo>
                  <a:pt x="29438" y="70700"/>
                </a:lnTo>
                <a:close/>
              </a:path>
              <a:path w="651459" h="962494">
                <a:moveTo>
                  <a:pt x="28943" y="71196"/>
                </a:moveTo>
                <a:lnTo>
                  <a:pt x="28943" y="70905"/>
                </a:lnTo>
                <a:lnTo>
                  <a:pt x="28676" y="71462"/>
                </a:lnTo>
                <a:lnTo>
                  <a:pt x="28943" y="71196"/>
                </a:lnTo>
                <a:close/>
              </a:path>
              <a:path w="651459" h="962494">
                <a:moveTo>
                  <a:pt x="26669" y="816187"/>
                </a:moveTo>
                <a:lnTo>
                  <a:pt x="26670" y="814664"/>
                </a:lnTo>
                <a:lnTo>
                  <a:pt x="22859" y="814664"/>
                </a:lnTo>
                <a:lnTo>
                  <a:pt x="22860" y="815230"/>
                </a:lnTo>
                <a:lnTo>
                  <a:pt x="23814" y="816187"/>
                </a:lnTo>
                <a:lnTo>
                  <a:pt x="24383" y="816757"/>
                </a:lnTo>
                <a:lnTo>
                  <a:pt x="26669" y="816187"/>
                </a:lnTo>
                <a:close/>
              </a:path>
              <a:path w="651459" h="962494">
                <a:moveTo>
                  <a:pt x="24383" y="81838"/>
                </a:moveTo>
                <a:lnTo>
                  <a:pt x="24384" y="81648"/>
                </a:lnTo>
                <a:lnTo>
                  <a:pt x="23609" y="81648"/>
                </a:lnTo>
                <a:lnTo>
                  <a:pt x="23609" y="82616"/>
                </a:lnTo>
                <a:lnTo>
                  <a:pt x="24383" y="81838"/>
                </a:lnTo>
                <a:close/>
              </a:path>
              <a:path w="651459" h="962494">
                <a:moveTo>
                  <a:pt x="6858" y="820384"/>
                </a:moveTo>
                <a:lnTo>
                  <a:pt x="7137" y="78879"/>
                </a:lnTo>
                <a:lnTo>
                  <a:pt x="5333" y="82029"/>
                </a:lnTo>
                <a:lnTo>
                  <a:pt x="4966" y="84098"/>
                </a:lnTo>
                <a:lnTo>
                  <a:pt x="6375" y="82689"/>
                </a:lnTo>
                <a:lnTo>
                  <a:pt x="6858" y="821781"/>
                </a:lnTo>
                <a:lnTo>
                  <a:pt x="7899" y="824298"/>
                </a:lnTo>
                <a:lnTo>
                  <a:pt x="6858" y="820384"/>
                </a:lnTo>
                <a:close/>
              </a:path>
              <a:path w="651459" h="962494">
                <a:moveTo>
                  <a:pt x="8369" y="828381"/>
                </a:moveTo>
                <a:lnTo>
                  <a:pt x="6858" y="824774"/>
                </a:lnTo>
                <a:lnTo>
                  <a:pt x="5333" y="821727"/>
                </a:lnTo>
                <a:lnTo>
                  <a:pt x="5333" y="828381"/>
                </a:lnTo>
                <a:lnTo>
                  <a:pt x="8369" y="828381"/>
                </a:lnTo>
                <a:close/>
              </a:path>
              <a:path w="651459" h="962494">
                <a:moveTo>
                  <a:pt x="5333" y="819495"/>
                </a:moveTo>
                <a:lnTo>
                  <a:pt x="4760" y="818109"/>
                </a:lnTo>
                <a:lnTo>
                  <a:pt x="5334" y="819813"/>
                </a:lnTo>
                <a:lnTo>
                  <a:pt x="5613" y="820488"/>
                </a:lnTo>
                <a:lnTo>
                  <a:pt x="5333" y="819495"/>
                </a:lnTo>
                <a:close/>
              </a:path>
              <a:path w="651459" h="962494">
                <a:moveTo>
                  <a:pt x="16484" y="805045"/>
                </a:moveTo>
                <a:lnTo>
                  <a:pt x="15722" y="803521"/>
                </a:lnTo>
                <a:lnTo>
                  <a:pt x="17246" y="807331"/>
                </a:lnTo>
                <a:lnTo>
                  <a:pt x="17561" y="807646"/>
                </a:lnTo>
                <a:lnTo>
                  <a:pt x="16484" y="805045"/>
                </a:lnTo>
                <a:close/>
              </a:path>
              <a:path w="651459" h="962494">
                <a:moveTo>
                  <a:pt x="17525" y="788200"/>
                </a:moveTo>
                <a:lnTo>
                  <a:pt x="17525" y="802097"/>
                </a:lnTo>
                <a:lnTo>
                  <a:pt x="17525" y="788200"/>
                </a:lnTo>
                <a:close/>
              </a:path>
              <a:path w="651459" h="962494">
                <a:moveTo>
                  <a:pt x="17525" y="803041"/>
                </a:moveTo>
                <a:lnTo>
                  <a:pt x="17525" y="805144"/>
                </a:lnTo>
                <a:lnTo>
                  <a:pt x="17525" y="803041"/>
                </a:lnTo>
                <a:close/>
              </a:path>
              <a:path w="651459" h="962494">
                <a:moveTo>
                  <a:pt x="1524" y="777135"/>
                </a:moveTo>
                <a:lnTo>
                  <a:pt x="762" y="777899"/>
                </a:lnTo>
                <a:lnTo>
                  <a:pt x="1524" y="779417"/>
                </a:lnTo>
                <a:lnTo>
                  <a:pt x="1524" y="777135"/>
                </a:lnTo>
                <a:close/>
              </a:path>
              <a:path w="651459" h="962494">
                <a:moveTo>
                  <a:pt x="5613" y="85737"/>
                </a:moveTo>
                <a:lnTo>
                  <a:pt x="3048" y="90411"/>
                </a:lnTo>
                <a:lnTo>
                  <a:pt x="3048" y="91173"/>
                </a:lnTo>
                <a:lnTo>
                  <a:pt x="5613" y="85737"/>
                </a:lnTo>
                <a:close/>
              </a:path>
              <a:path w="651459" h="962494">
                <a:moveTo>
                  <a:pt x="3809" y="819441"/>
                </a:moveTo>
                <a:lnTo>
                  <a:pt x="3809" y="820200"/>
                </a:lnTo>
                <a:lnTo>
                  <a:pt x="5333" y="821727"/>
                </a:lnTo>
                <a:lnTo>
                  <a:pt x="3809" y="819441"/>
                </a:lnTo>
                <a:close/>
              </a:path>
              <a:path w="651459" h="962494">
                <a:moveTo>
                  <a:pt x="7137" y="823534"/>
                </a:moveTo>
                <a:lnTo>
                  <a:pt x="6858" y="823254"/>
                </a:lnTo>
                <a:lnTo>
                  <a:pt x="8369" y="826289"/>
                </a:lnTo>
                <a:lnTo>
                  <a:pt x="7137" y="823534"/>
                </a:lnTo>
                <a:close/>
              </a:path>
              <a:path w="651459" h="962494">
                <a:moveTo>
                  <a:pt x="7620" y="73825"/>
                </a:moveTo>
                <a:lnTo>
                  <a:pt x="6858" y="73063"/>
                </a:lnTo>
                <a:lnTo>
                  <a:pt x="6857" y="74587"/>
                </a:lnTo>
                <a:lnTo>
                  <a:pt x="7620" y="73825"/>
                </a:lnTo>
                <a:close/>
              </a:path>
              <a:path w="651459" h="962494">
                <a:moveTo>
                  <a:pt x="20951" y="817714"/>
                </a:moveTo>
                <a:lnTo>
                  <a:pt x="20193" y="817714"/>
                </a:lnTo>
                <a:lnTo>
                  <a:pt x="21488" y="818252"/>
                </a:lnTo>
                <a:lnTo>
                  <a:pt x="20951" y="817714"/>
                </a:lnTo>
                <a:close/>
              </a:path>
              <a:path w="651459" h="962494">
                <a:moveTo>
                  <a:pt x="24618" y="819237"/>
                </a:moveTo>
                <a:lnTo>
                  <a:pt x="24384" y="818672"/>
                </a:lnTo>
                <a:lnTo>
                  <a:pt x="24384" y="819237"/>
                </a:lnTo>
                <a:lnTo>
                  <a:pt x="24618" y="819237"/>
                </a:lnTo>
                <a:close/>
              </a:path>
              <a:path w="651459" h="962494">
                <a:moveTo>
                  <a:pt x="29718" y="817714"/>
                </a:moveTo>
                <a:lnTo>
                  <a:pt x="28194" y="817714"/>
                </a:lnTo>
                <a:lnTo>
                  <a:pt x="28394" y="821524"/>
                </a:lnTo>
                <a:lnTo>
                  <a:pt x="29718" y="817714"/>
                </a:lnTo>
                <a:close/>
              </a:path>
              <a:path w="651459" h="962494">
                <a:moveTo>
                  <a:pt x="29717" y="822284"/>
                </a:moveTo>
                <a:lnTo>
                  <a:pt x="29152" y="822284"/>
                </a:lnTo>
                <a:lnTo>
                  <a:pt x="29438" y="822571"/>
                </a:lnTo>
                <a:lnTo>
                  <a:pt x="29717" y="822284"/>
                </a:lnTo>
                <a:close/>
              </a:path>
              <a:path w="651459" h="962494">
                <a:moveTo>
                  <a:pt x="29337" y="824571"/>
                </a:moveTo>
                <a:lnTo>
                  <a:pt x="28193" y="823521"/>
                </a:lnTo>
                <a:lnTo>
                  <a:pt x="29181" y="825946"/>
                </a:lnTo>
                <a:lnTo>
                  <a:pt x="29337" y="824571"/>
                </a:lnTo>
                <a:close/>
              </a:path>
              <a:path w="651459" h="962494">
                <a:moveTo>
                  <a:pt x="35534" y="64604"/>
                </a:moveTo>
                <a:lnTo>
                  <a:pt x="34995" y="64827"/>
                </a:lnTo>
                <a:lnTo>
                  <a:pt x="34772" y="65366"/>
                </a:lnTo>
                <a:lnTo>
                  <a:pt x="35534" y="64604"/>
                </a:lnTo>
                <a:close/>
              </a:path>
              <a:path w="651459" h="962494">
                <a:moveTo>
                  <a:pt x="35108" y="845144"/>
                </a:moveTo>
                <a:lnTo>
                  <a:pt x="34556" y="845743"/>
                </a:lnTo>
                <a:lnTo>
                  <a:pt x="35252" y="845907"/>
                </a:lnTo>
                <a:lnTo>
                  <a:pt x="35108" y="845144"/>
                </a:lnTo>
                <a:close/>
              </a:path>
              <a:path w="651459" h="962494">
                <a:moveTo>
                  <a:pt x="56006" y="38976"/>
                </a:moveTo>
                <a:lnTo>
                  <a:pt x="52958" y="38976"/>
                </a:lnTo>
                <a:lnTo>
                  <a:pt x="56006" y="38976"/>
                </a:lnTo>
                <a:close/>
              </a:path>
              <a:path w="651459" h="962494">
                <a:moveTo>
                  <a:pt x="326491" y="937342"/>
                </a:moveTo>
                <a:lnTo>
                  <a:pt x="326068" y="937669"/>
                </a:lnTo>
                <a:lnTo>
                  <a:pt x="329641" y="939153"/>
                </a:lnTo>
                <a:lnTo>
                  <a:pt x="326491" y="937342"/>
                </a:lnTo>
                <a:close/>
              </a:path>
              <a:path w="651459" h="962494">
                <a:moveTo>
                  <a:pt x="334430" y="940394"/>
                </a:moveTo>
                <a:lnTo>
                  <a:pt x="334111" y="940394"/>
                </a:lnTo>
                <a:lnTo>
                  <a:pt x="334492" y="940552"/>
                </a:lnTo>
                <a:lnTo>
                  <a:pt x="334430" y="940394"/>
                </a:lnTo>
                <a:close/>
              </a:path>
              <a:path w="651459" h="962494">
                <a:moveTo>
                  <a:pt x="345541" y="942681"/>
                </a:moveTo>
                <a:lnTo>
                  <a:pt x="344779" y="942681"/>
                </a:lnTo>
                <a:lnTo>
                  <a:pt x="345553" y="943634"/>
                </a:lnTo>
                <a:lnTo>
                  <a:pt x="345541" y="942681"/>
                </a:lnTo>
                <a:close/>
              </a:path>
              <a:path w="651459" h="962494">
                <a:moveTo>
                  <a:pt x="349351" y="943444"/>
                </a:moveTo>
                <a:lnTo>
                  <a:pt x="348589" y="943444"/>
                </a:lnTo>
                <a:lnTo>
                  <a:pt x="354025" y="946010"/>
                </a:lnTo>
                <a:lnTo>
                  <a:pt x="349351" y="943444"/>
                </a:lnTo>
                <a:close/>
              </a:path>
              <a:path w="651459" h="962494">
                <a:moveTo>
                  <a:pt x="351637" y="960972"/>
                </a:moveTo>
                <a:lnTo>
                  <a:pt x="350875" y="960972"/>
                </a:lnTo>
                <a:lnTo>
                  <a:pt x="354685" y="962494"/>
                </a:lnTo>
                <a:lnTo>
                  <a:pt x="351637" y="960972"/>
                </a:lnTo>
                <a:close/>
              </a:path>
              <a:path w="651459" h="962494">
                <a:moveTo>
                  <a:pt x="356209" y="944967"/>
                </a:moveTo>
                <a:lnTo>
                  <a:pt x="355447" y="944967"/>
                </a:lnTo>
                <a:lnTo>
                  <a:pt x="361759" y="949810"/>
                </a:lnTo>
                <a:lnTo>
                  <a:pt x="356209" y="944967"/>
                </a:lnTo>
                <a:close/>
              </a:path>
              <a:path w="651459" h="962494">
                <a:moveTo>
                  <a:pt x="359257" y="944967"/>
                </a:moveTo>
                <a:lnTo>
                  <a:pt x="358495" y="944967"/>
                </a:lnTo>
                <a:lnTo>
                  <a:pt x="361759" y="949810"/>
                </a:lnTo>
                <a:lnTo>
                  <a:pt x="359257" y="944967"/>
                </a:lnTo>
                <a:close/>
              </a:path>
              <a:path w="651459" h="962494">
                <a:moveTo>
                  <a:pt x="382117" y="942681"/>
                </a:moveTo>
                <a:lnTo>
                  <a:pt x="381540" y="942681"/>
                </a:lnTo>
                <a:lnTo>
                  <a:pt x="381130" y="943091"/>
                </a:lnTo>
                <a:lnTo>
                  <a:pt x="382117" y="942681"/>
                </a:lnTo>
                <a:close/>
              </a:path>
              <a:path w="651459" h="962494">
                <a:moveTo>
                  <a:pt x="375259" y="960972"/>
                </a:moveTo>
                <a:lnTo>
                  <a:pt x="377647" y="958401"/>
                </a:lnTo>
                <a:lnTo>
                  <a:pt x="375079" y="960972"/>
                </a:lnTo>
                <a:lnTo>
                  <a:pt x="375259" y="960972"/>
                </a:lnTo>
                <a:close/>
              </a:path>
              <a:path w="651459" h="962494">
                <a:moveTo>
                  <a:pt x="381940" y="960207"/>
                </a:moveTo>
                <a:lnTo>
                  <a:pt x="381355" y="960207"/>
                </a:lnTo>
                <a:lnTo>
                  <a:pt x="381177" y="960972"/>
                </a:lnTo>
                <a:lnTo>
                  <a:pt x="381940" y="960207"/>
                </a:lnTo>
                <a:close/>
              </a:path>
              <a:path w="651459" h="962494">
                <a:moveTo>
                  <a:pt x="598512" y="921344"/>
                </a:moveTo>
                <a:lnTo>
                  <a:pt x="597750" y="921344"/>
                </a:lnTo>
                <a:lnTo>
                  <a:pt x="599061" y="922102"/>
                </a:lnTo>
                <a:lnTo>
                  <a:pt x="598512" y="921344"/>
                </a:lnTo>
                <a:close/>
              </a:path>
              <a:path w="651459" h="962494">
                <a:moveTo>
                  <a:pt x="612597" y="897719"/>
                </a:moveTo>
                <a:lnTo>
                  <a:pt x="612228" y="897719"/>
                </a:lnTo>
                <a:lnTo>
                  <a:pt x="612597" y="897883"/>
                </a:lnTo>
                <a:lnTo>
                  <a:pt x="612597" y="897719"/>
                </a:lnTo>
                <a:close/>
              </a:path>
              <a:path w="651459" h="962494">
                <a:moveTo>
                  <a:pt x="612051" y="112115"/>
                </a:moveTo>
                <a:lnTo>
                  <a:pt x="609942" y="112890"/>
                </a:lnTo>
                <a:lnTo>
                  <a:pt x="610704" y="112890"/>
                </a:lnTo>
                <a:lnTo>
                  <a:pt x="612051" y="112115"/>
                </a:lnTo>
                <a:close/>
              </a:path>
              <a:path w="651459" h="962494">
                <a:moveTo>
                  <a:pt x="622515" y="889722"/>
                </a:moveTo>
                <a:lnTo>
                  <a:pt x="622515" y="886094"/>
                </a:lnTo>
                <a:lnTo>
                  <a:pt x="622134" y="890864"/>
                </a:lnTo>
                <a:lnTo>
                  <a:pt x="622515" y="889722"/>
                </a:lnTo>
                <a:close/>
              </a:path>
              <a:path w="651459" h="962494">
                <a:moveTo>
                  <a:pt x="621551" y="135750"/>
                </a:moveTo>
                <a:lnTo>
                  <a:pt x="620992" y="135750"/>
                </a:lnTo>
                <a:lnTo>
                  <a:pt x="622312" y="137261"/>
                </a:lnTo>
                <a:lnTo>
                  <a:pt x="621551" y="135750"/>
                </a:lnTo>
                <a:close/>
              </a:path>
              <a:path w="651459" h="962494">
                <a:moveTo>
                  <a:pt x="624802" y="140309"/>
                </a:moveTo>
                <a:lnTo>
                  <a:pt x="620991" y="139560"/>
                </a:lnTo>
                <a:lnTo>
                  <a:pt x="620991" y="140309"/>
                </a:lnTo>
                <a:lnTo>
                  <a:pt x="624802" y="140309"/>
                </a:lnTo>
                <a:close/>
              </a:path>
              <a:path w="651459" h="962494">
                <a:moveTo>
                  <a:pt x="624802" y="140309"/>
                </a:moveTo>
                <a:lnTo>
                  <a:pt x="624801" y="144881"/>
                </a:lnTo>
                <a:lnTo>
                  <a:pt x="625551" y="144881"/>
                </a:lnTo>
                <a:lnTo>
                  <a:pt x="624802" y="140309"/>
                </a:lnTo>
                <a:close/>
              </a:path>
              <a:path w="651459" h="962494">
                <a:moveTo>
                  <a:pt x="625551" y="883244"/>
                </a:moveTo>
                <a:lnTo>
                  <a:pt x="625360" y="883244"/>
                </a:lnTo>
                <a:lnTo>
                  <a:pt x="625551" y="883775"/>
                </a:lnTo>
                <a:lnTo>
                  <a:pt x="625551" y="883244"/>
                </a:lnTo>
                <a:close/>
              </a:path>
              <a:path w="651459" h="962494">
                <a:moveTo>
                  <a:pt x="628611" y="144881"/>
                </a:moveTo>
                <a:lnTo>
                  <a:pt x="628395" y="144881"/>
                </a:lnTo>
                <a:lnTo>
                  <a:pt x="628611" y="145097"/>
                </a:lnTo>
                <a:lnTo>
                  <a:pt x="628611" y="144881"/>
                </a:lnTo>
                <a:close/>
              </a:path>
              <a:path w="651459" h="962494">
                <a:moveTo>
                  <a:pt x="636231" y="897923"/>
                </a:moveTo>
                <a:lnTo>
                  <a:pt x="634428" y="898970"/>
                </a:lnTo>
                <a:lnTo>
                  <a:pt x="633393" y="900766"/>
                </a:lnTo>
                <a:lnTo>
                  <a:pt x="636231" y="897923"/>
                </a:lnTo>
                <a:close/>
              </a:path>
              <a:path w="651459" h="962494">
                <a:moveTo>
                  <a:pt x="630135" y="899629"/>
                </a:moveTo>
                <a:lnTo>
                  <a:pt x="636231" y="893532"/>
                </a:lnTo>
                <a:lnTo>
                  <a:pt x="629002" y="900762"/>
                </a:lnTo>
                <a:lnTo>
                  <a:pt x="630135" y="899629"/>
                </a:lnTo>
                <a:close/>
              </a:path>
              <a:path w="651459" h="962494">
                <a:moveTo>
                  <a:pt x="633388" y="122796"/>
                </a:moveTo>
                <a:lnTo>
                  <a:pt x="632421" y="122796"/>
                </a:lnTo>
                <a:lnTo>
                  <a:pt x="633666" y="123075"/>
                </a:lnTo>
                <a:lnTo>
                  <a:pt x="633388" y="122796"/>
                </a:lnTo>
                <a:close/>
              </a:path>
              <a:path w="651459" h="962494">
                <a:moveTo>
                  <a:pt x="635850" y="147180"/>
                </a:moveTo>
                <a:lnTo>
                  <a:pt x="634326" y="145656"/>
                </a:lnTo>
                <a:lnTo>
                  <a:pt x="631360" y="147180"/>
                </a:lnTo>
                <a:lnTo>
                  <a:pt x="635850" y="147180"/>
                </a:lnTo>
                <a:close/>
              </a:path>
              <a:path w="651459" h="962494">
                <a:moveTo>
                  <a:pt x="637541" y="128130"/>
                </a:moveTo>
                <a:lnTo>
                  <a:pt x="637221" y="127355"/>
                </a:lnTo>
                <a:lnTo>
                  <a:pt x="635092" y="128130"/>
                </a:lnTo>
                <a:lnTo>
                  <a:pt x="637541" y="128130"/>
                </a:lnTo>
                <a:close/>
              </a:path>
              <a:path w="651459" h="962494">
                <a:moveTo>
                  <a:pt x="643077" y="127355"/>
                </a:moveTo>
                <a:lnTo>
                  <a:pt x="639267" y="127355"/>
                </a:lnTo>
                <a:lnTo>
                  <a:pt x="643077" y="128130"/>
                </a:lnTo>
                <a:lnTo>
                  <a:pt x="643077" y="127355"/>
                </a:lnTo>
                <a:close/>
              </a:path>
              <a:path w="651459" h="962494">
                <a:moveTo>
                  <a:pt x="643077" y="135479"/>
                </a:moveTo>
                <a:lnTo>
                  <a:pt x="642315" y="133629"/>
                </a:lnTo>
                <a:lnTo>
                  <a:pt x="643077" y="136893"/>
                </a:lnTo>
                <a:lnTo>
                  <a:pt x="643077" y="135479"/>
                </a:lnTo>
                <a:close/>
              </a:path>
              <a:path w="651459" h="962494">
                <a:moveTo>
                  <a:pt x="648120" y="876382"/>
                </a:moveTo>
                <a:lnTo>
                  <a:pt x="647649" y="876602"/>
                </a:lnTo>
                <a:lnTo>
                  <a:pt x="647649" y="877331"/>
                </a:lnTo>
                <a:lnTo>
                  <a:pt x="648120" y="876382"/>
                </a:lnTo>
                <a:close/>
              </a:path>
              <a:path w="651459" h="962494">
                <a:moveTo>
                  <a:pt x="649185" y="144691"/>
                </a:moveTo>
                <a:lnTo>
                  <a:pt x="649185" y="146338"/>
                </a:lnTo>
                <a:lnTo>
                  <a:pt x="649935" y="146711"/>
                </a:lnTo>
                <a:lnTo>
                  <a:pt x="649185" y="144691"/>
                </a:lnTo>
                <a:close/>
              </a:path>
              <a:path w="651459" h="962494">
                <a:moveTo>
                  <a:pt x="628999" y="900763"/>
                </a:moveTo>
                <a:lnTo>
                  <a:pt x="629754" y="883244"/>
                </a:lnTo>
                <a:lnTo>
                  <a:pt x="628992" y="900766"/>
                </a:lnTo>
                <a:close/>
              </a:path>
              <a:path w="651459" h="962494">
                <a:moveTo>
                  <a:pt x="646125" y="137833"/>
                </a:moveTo>
                <a:lnTo>
                  <a:pt x="645375" y="137080"/>
                </a:lnTo>
                <a:lnTo>
                  <a:pt x="646125" y="138592"/>
                </a:lnTo>
                <a:lnTo>
                  <a:pt x="646125" y="137833"/>
                </a:lnTo>
                <a:close/>
              </a:path>
              <a:path w="651459" h="962494">
                <a:moveTo>
                  <a:pt x="645375" y="138599"/>
                </a:moveTo>
                <a:lnTo>
                  <a:pt x="645376" y="139358"/>
                </a:lnTo>
                <a:lnTo>
                  <a:pt x="646125" y="140110"/>
                </a:lnTo>
                <a:lnTo>
                  <a:pt x="645375" y="138599"/>
                </a:lnTo>
                <a:close/>
              </a:path>
              <a:path w="651459" h="962494">
                <a:moveTo>
                  <a:pt x="646887" y="139357"/>
                </a:moveTo>
                <a:lnTo>
                  <a:pt x="646125" y="138592"/>
                </a:lnTo>
                <a:lnTo>
                  <a:pt x="646887" y="140116"/>
                </a:lnTo>
                <a:lnTo>
                  <a:pt x="646887" y="139357"/>
                </a:lnTo>
                <a:close/>
              </a:path>
              <a:path w="651459" h="962494">
                <a:moveTo>
                  <a:pt x="641565" y="886677"/>
                </a:moveTo>
                <a:lnTo>
                  <a:pt x="641184" y="876382"/>
                </a:lnTo>
                <a:lnTo>
                  <a:pt x="640041" y="888964"/>
                </a:lnTo>
                <a:lnTo>
                  <a:pt x="641565" y="886677"/>
                </a:lnTo>
                <a:close/>
              </a:path>
              <a:path w="651459" h="962494">
                <a:moveTo>
                  <a:pt x="640422" y="141071"/>
                </a:moveTo>
                <a:lnTo>
                  <a:pt x="635088" y="129641"/>
                </a:lnTo>
                <a:lnTo>
                  <a:pt x="635850" y="147180"/>
                </a:lnTo>
                <a:lnTo>
                  <a:pt x="640422" y="141071"/>
                </a:lnTo>
                <a:close/>
              </a:path>
              <a:path w="651459" h="962494">
                <a:moveTo>
                  <a:pt x="644334" y="882971"/>
                </a:moveTo>
                <a:lnTo>
                  <a:pt x="644601" y="881994"/>
                </a:lnTo>
                <a:lnTo>
                  <a:pt x="643852" y="883815"/>
                </a:lnTo>
                <a:lnTo>
                  <a:pt x="644334" y="882971"/>
                </a:lnTo>
                <a:close/>
              </a:path>
              <a:path w="651459" h="962494">
                <a:moveTo>
                  <a:pt x="644601" y="129641"/>
                </a:moveTo>
                <a:lnTo>
                  <a:pt x="643851" y="129641"/>
                </a:lnTo>
                <a:lnTo>
                  <a:pt x="644601" y="135534"/>
                </a:lnTo>
                <a:lnTo>
                  <a:pt x="644601" y="129641"/>
                </a:lnTo>
                <a:close/>
              </a:path>
              <a:path w="651459" h="962494">
                <a:moveTo>
                  <a:pt x="643572" y="884494"/>
                </a:moveTo>
                <a:lnTo>
                  <a:pt x="643851" y="883163"/>
                </a:lnTo>
                <a:lnTo>
                  <a:pt x="643076" y="885043"/>
                </a:lnTo>
                <a:lnTo>
                  <a:pt x="643572" y="884494"/>
                </a:lnTo>
                <a:close/>
              </a:path>
              <a:path w="651459" h="962494">
                <a:moveTo>
                  <a:pt x="642315" y="131737"/>
                </a:moveTo>
                <a:lnTo>
                  <a:pt x="640227" y="129641"/>
                </a:lnTo>
                <a:lnTo>
                  <a:pt x="642048" y="132981"/>
                </a:lnTo>
                <a:lnTo>
                  <a:pt x="642315" y="131737"/>
                </a:lnTo>
                <a:close/>
              </a:path>
              <a:path w="651459" h="962494">
                <a:moveTo>
                  <a:pt x="639267" y="128677"/>
                </a:moveTo>
                <a:lnTo>
                  <a:pt x="639000" y="128409"/>
                </a:lnTo>
                <a:lnTo>
                  <a:pt x="639267" y="129641"/>
                </a:lnTo>
                <a:lnTo>
                  <a:pt x="639267" y="128677"/>
                </a:lnTo>
                <a:close/>
              </a:path>
              <a:path w="651459" h="962494">
                <a:moveTo>
                  <a:pt x="638505" y="127355"/>
                </a:moveTo>
                <a:lnTo>
                  <a:pt x="638238" y="127647"/>
                </a:lnTo>
                <a:lnTo>
                  <a:pt x="638505" y="127914"/>
                </a:lnTo>
                <a:lnTo>
                  <a:pt x="638505" y="127355"/>
                </a:lnTo>
                <a:close/>
              </a:path>
              <a:path w="651459" h="962494">
                <a:moveTo>
                  <a:pt x="637756" y="128130"/>
                </a:moveTo>
                <a:lnTo>
                  <a:pt x="637541" y="128130"/>
                </a:lnTo>
                <a:lnTo>
                  <a:pt x="637755" y="128652"/>
                </a:lnTo>
                <a:lnTo>
                  <a:pt x="637756" y="128130"/>
                </a:lnTo>
                <a:close/>
              </a:path>
              <a:path w="651459" h="962494">
                <a:moveTo>
                  <a:pt x="637755" y="122796"/>
                </a:moveTo>
                <a:lnTo>
                  <a:pt x="634428" y="123837"/>
                </a:lnTo>
                <a:lnTo>
                  <a:pt x="636714" y="126123"/>
                </a:lnTo>
                <a:lnTo>
                  <a:pt x="637755" y="122796"/>
                </a:lnTo>
                <a:close/>
              </a:path>
              <a:path w="651459" h="962494">
                <a:moveTo>
                  <a:pt x="638505" y="894889"/>
                </a:moveTo>
                <a:lnTo>
                  <a:pt x="636981" y="896416"/>
                </a:lnTo>
                <a:lnTo>
                  <a:pt x="638505" y="900766"/>
                </a:lnTo>
                <a:lnTo>
                  <a:pt x="638505" y="894889"/>
                </a:lnTo>
                <a:close/>
              </a:path>
              <a:path w="651459" h="962494">
                <a:moveTo>
                  <a:pt x="634307" y="127355"/>
                </a:moveTo>
                <a:lnTo>
                  <a:pt x="634337" y="128130"/>
                </a:lnTo>
                <a:lnTo>
                  <a:pt x="635080" y="128130"/>
                </a:lnTo>
                <a:lnTo>
                  <a:pt x="634307" y="127355"/>
                </a:lnTo>
                <a:close/>
              </a:path>
              <a:path w="651459" h="962494">
                <a:moveTo>
                  <a:pt x="632504" y="149929"/>
                </a:moveTo>
                <a:lnTo>
                  <a:pt x="632701" y="150710"/>
                </a:lnTo>
                <a:lnTo>
                  <a:pt x="632504" y="149929"/>
                </a:lnTo>
                <a:close/>
              </a:path>
              <a:path w="651459" h="962494">
                <a:moveTo>
                  <a:pt x="632421" y="149847"/>
                </a:moveTo>
                <a:lnTo>
                  <a:pt x="632421" y="149848"/>
                </a:lnTo>
                <a:lnTo>
                  <a:pt x="632422" y="149849"/>
                </a:lnTo>
                <a:close/>
              </a:path>
              <a:path w="651459" h="962494">
                <a:moveTo>
                  <a:pt x="632421" y="121259"/>
                </a:moveTo>
                <a:lnTo>
                  <a:pt x="631857" y="121259"/>
                </a:lnTo>
                <a:lnTo>
                  <a:pt x="632421" y="121826"/>
                </a:lnTo>
                <a:lnTo>
                  <a:pt x="632421" y="121259"/>
                </a:lnTo>
                <a:close/>
              </a:path>
              <a:path w="651459" h="962494">
                <a:moveTo>
                  <a:pt x="632701" y="869810"/>
                </a:moveTo>
                <a:lnTo>
                  <a:pt x="631939" y="871338"/>
                </a:lnTo>
                <a:lnTo>
                  <a:pt x="631087" y="873710"/>
                </a:lnTo>
                <a:lnTo>
                  <a:pt x="632701" y="869810"/>
                </a:lnTo>
                <a:close/>
              </a:path>
              <a:path w="651459" h="962494">
                <a:moveTo>
                  <a:pt x="630885" y="122021"/>
                </a:moveTo>
                <a:lnTo>
                  <a:pt x="630885" y="122363"/>
                </a:lnTo>
                <a:lnTo>
                  <a:pt x="631924" y="122796"/>
                </a:lnTo>
                <a:lnTo>
                  <a:pt x="630885" y="122021"/>
                </a:lnTo>
                <a:close/>
              </a:path>
              <a:path w="651459" h="962494">
                <a:moveTo>
                  <a:pt x="632421" y="151193"/>
                </a:moveTo>
                <a:lnTo>
                  <a:pt x="632421" y="152724"/>
                </a:lnTo>
                <a:lnTo>
                  <a:pt x="632421" y="151193"/>
                </a:lnTo>
                <a:close/>
              </a:path>
              <a:path w="651459" h="962494">
                <a:moveTo>
                  <a:pt x="633946" y="158610"/>
                </a:moveTo>
                <a:lnTo>
                  <a:pt x="632421" y="157543"/>
                </a:lnTo>
                <a:lnTo>
                  <a:pt x="631647" y="158610"/>
                </a:lnTo>
                <a:lnTo>
                  <a:pt x="633946" y="158610"/>
                </a:lnTo>
                <a:close/>
              </a:path>
              <a:path w="651459" h="962494">
                <a:moveTo>
                  <a:pt x="630885" y="147180"/>
                </a:moveTo>
                <a:lnTo>
                  <a:pt x="630885" y="147370"/>
                </a:lnTo>
                <a:lnTo>
                  <a:pt x="631177" y="147662"/>
                </a:lnTo>
                <a:lnTo>
                  <a:pt x="630885" y="147180"/>
                </a:lnTo>
                <a:close/>
              </a:path>
              <a:path w="651459" h="962494">
                <a:moveTo>
                  <a:pt x="628998" y="900766"/>
                </a:moveTo>
                <a:lnTo>
                  <a:pt x="628611" y="901152"/>
                </a:lnTo>
                <a:lnTo>
                  <a:pt x="628998" y="900766"/>
                </a:lnTo>
                <a:close/>
              </a:path>
              <a:path w="651459" h="962494">
                <a:moveTo>
                  <a:pt x="630135" y="876010"/>
                </a:moveTo>
                <a:lnTo>
                  <a:pt x="628611" y="879057"/>
                </a:lnTo>
                <a:lnTo>
                  <a:pt x="628611" y="879820"/>
                </a:lnTo>
                <a:lnTo>
                  <a:pt x="630135" y="876010"/>
                </a:lnTo>
                <a:close/>
              </a:path>
              <a:path w="651459" h="962494">
                <a:moveTo>
                  <a:pt x="631647" y="149660"/>
                </a:moveTo>
                <a:lnTo>
                  <a:pt x="630885" y="148901"/>
                </a:lnTo>
                <a:lnTo>
                  <a:pt x="631647" y="150418"/>
                </a:lnTo>
                <a:lnTo>
                  <a:pt x="631647" y="149660"/>
                </a:lnTo>
                <a:close/>
              </a:path>
              <a:path w="651459" h="962494">
                <a:moveTo>
                  <a:pt x="630885" y="868574"/>
                </a:moveTo>
                <a:lnTo>
                  <a:pt x="630939" y="871569"/>
                </a:lnTo>
                <a:lnTo>
                  <a:pt x="630939" y="194358"/>
                </a:lnTo>
                <a:lnTo>
                  <a:pt x="630885" y="868574"/>
                </a:lnTo>
                <a:lnTo>
                  <a:pt x="630884" y="871622"/>
                </a:lnTo>
                <a:lnTo>
                  <a:pt x="630885" y="868574"/>
                </a:lnTo>
                <a:close/>
              </a:path>
              <a:path w="651459" h="962494">
                <a:moveTo>
                  <a:pt x="613371" y="125463"/>
                </a:moveTo>
                <a:lnTo>
                  <a:pt x="610323" y="123939"/>
                </a:lnTo>
                <a:lnTo>
                  <a:pt x="613372" y="126982"/>
                </a:lnTo>
                <a:lnTo>
                  <a:pt x="613371" y="125463"/>
                </a:lnTo>
                <a:close/>
              </a:path>
              <a:path w="651459" h="962494">
                <a:moveTo>
                  <a:pt x="627837" y="124701"/>
                </a:moveTo>
                <a:lnTo>
                  <a:pt x="620991" y="130797"/>
                </a:lnTo>
                <a:lnTo>
                  <a:pt x="624604" y="134410"/>
                </a:lnTo>
                <a:lnTo>
                  <a:pt x="627837" y="124701"/>
                </a:lnTo>
                <a:close/>
              </a:path>
              <a:path w="651459" h="962494">
                <a:moveTo>
                  <a:pt x="630136" y="875672"/>
                </a:moveTo>
                <a:lnTo>
                  <a:pt x="629653" y="875906"/>
                </a:lnTo>
                <a:lnTo>
                  <a:pt x="629361" y="876611"/>
                </a:lnTo>
                <a:lnTo>
                  <a:pt x="630136" y="875672"/>
                </a:lnTo>
                <a:close/>
              </a:path>
              <a:path w="651459" h="962494">
                <a:moveTo>
                  <a:pt x="626129" y="135934"/>
                </a:moveTo>
                <a:lnTo>
                  <a:pt x="624801" y="135369"/>
                </a:lnTo>
                <a:lnTo>
                  <a:pt x="625551" y="136131"/>
                </a:lnTo>
                <a:lnTo>
                  <a:pt x="626129" y="135934"/>
                </a:lnTo>
                <a:close/>
              </a:path>
              <a:path w="651459" h="962494">
                <a:moveTo>
                  <a:pt x="626325" y="138786"/>
                </a:moveTo>
                <a:lnTo>
                  <a:pt x="626325" y="139051"/>
                </a:lnTo>
                <a:lnTo>
                  <a:pt x="626325" y="138786"/>
                </a:lnTo>
                <a:close/>
              </a:path>
              <a:path w="651459" h="962494">
                <a:moveTo>
                  <a:pt x="626605" y="881240"/>
                </a:moveTo>
                <a:lnTo>
                  <a:pt x="626325" y="881520"/>
                </a:lnTo>
                <a:lnTo>
                  <a:pt x="626325" y="881912"/>
                </a:lnTo>
                <a:lnTo>
                  <a:pt x="626605" y="881240"/>
                </a:lnTo>
                <a:close/>
              </a:path>
              <a:path w="651459" h="962494">
                <a:moveTo>
                  <a:pt x="629361" y="147180"/>
                </a:moveTo>
                <a:lnTo>
                  <a:pt x="629361" y="147383"/>
                </a:lnTo>
                <a:lnTo>
                  <a:pt x="630136" y="148155"/>
                </a:lnTo>
                <a:lnTo>
                  <a:pt x="629361" y="147180"/>
                </a:lnTo>
                <a:close/>
              </a:path>
              <a:path w="651459" h="962494">
                <a:moveTo>
                  <a:pt x="628230" y="139560"/>
                </a:moveTo>
                <a:lnTo>
                  <a:pt x="627087" y="139560"/>
                </a:lnTo>
                <a:lnTo>
                  <a:pt x="627837" y="139941"/>
                </a:lnTo>
                <a:lnTo>
                  <a:pt x="628230" y="139560"/>
                </a:lnTo>
                <a:close/>
              </a:path>
              <a:path w="651459" h="962494">
                <a:moveTo>
                  <a:pt x="627087" y="138417"/>
                </a:moveTo>
                <a:lnTo>
                  <a:pt x="627456" y="138785"/>
                </a:lnTo>
                <a:lnTo>
                  <a:pt x="628213" y="138785"/>
                </a:lnTo>
                <a:lnTo>
                  <a:pt x="627087" y="138417"/>
                </a:lnTo>
                <a:close/>
              </a:path>
              <a:path w="651459" h="962494">
                <a:moveTo>
                  <a:pt x="629754" y="883244"/>
                </a:moveTo>
                <a:lnTo>
                  <a:pt x="620991" y="892008"/>
                </a:lnTo>
                <a:lnTo>
                  <a:pt x="629754" y="883244"/>
                </a:lnTo>
                <a:close/>
              </a:path>
              <a:path w="651459" h="962494">
                <a:moveTo>
                  <a:pt x="628611" y="878105"/>
                </a:moveTo>
                <a:lnTo>
                  <a:pt x="628129" y="878958"/>
                </a:lnTo>
                <a:lnTo>
                  <a:pt x="627087" y="881461"/>
                </a:lnTo>
                <a:lnTo>
                  <a:pt x="628611" y="878105"/>
                </a:lnTo>
                <a:close/>
              </a:path>
              <a:path w="651459" h="962494">
                <a:moveTo>
                  <a:pt x="626485" y="883244"/>
                </a:moveTo>
                <a:lnTo>
                  <a:pt x="626326" y="883292"/>
                </a:lnTo>
                <a:lnTo>
                  <a:pt x="626325" y="883630"/>
                </a:lnTo>
                <a:lnTo>
                  <a:pt x="626485" y="883244"/>
                </a:lnTo>
                <a:close/>
              </a:path>
              <a:path w="651459" h="962494">
                <a:moveTo>
                  <a:pt x="625551" y="144881"/>
                </a:moveTo>
                <a:lnTo>
                  <a:pt x="625551" y="145656"/>
                </a:lnTo>
                <a:lnTo>
                  <a:pt x="626325" y="145656"/>
                </a:lnTo>
                <a:lnTo>
                  <a:pt x="625551" y="144881"/>
                </a:lnTo>
                <a:close/>
              </a:path>
              <a:path w="651459" h="962494">
                <a:moveTo>
                  <a:pt x="627837" y="115176"/>
                </a:moveTo>
                <a:lnTo>
                  <a:pt x="621944" y="115925"/>
                </a:lnTo>
                <a:lnTo>
                  <a:pt x="624230" y="115925"/>
                </a:lnTo>
                <a:lnTo>
                  <a:pt x="627837" y="115176"/>
                </a:lnTo>
                <a:close/>
              </a:path>
              <a:path w="651459" h="962494">
                <a:moveTo>
                  <a:pt x="623658" y="118211"/>
                </a:moveTo>
                <a:lnTo>
                  <a:pt x="622896" y="117449"/>
                </a:lnTo>
                <a:lnTo>
                  <a:pt x="627837" y="123168"/>
                </a:lnTo>
                <a:lnTo>
                  <a:pt x="623658" y="118211"/>
                </a:lnTo>
                <a:close/>
              </a:path>
              <a:path w="651459" h="962494">
                <a:moveTo>
                  <a:pt x="621372" y="891622"/>
                </a:moveTo>
                <a:lnTo>
                  <a:pt x="620991" y="891622"/>
                </a:lnTo>
                <a:lnTo>
                  <a:pt x="620991" y="892003"/>
                </a:lnTo>
                <a:lnTo>
                  <a:pt x="621372" y="891622"/>
                </a:lnTo>
                <a:close/>
              </a:path>
              <a:path w="651459" h="962494">
                <a:moveTo>
                  <a:pt x="616902" y="913446"/>
                </a:moveTo>
                <a:lnTo>
                  <a:pt x="617664" y="912686"/>
                </a:lnTo>
                <a:lnTo>
                  <a:pt x="615152" y="913724"/>
                </a:lnTo>
                <a:lnTo>
                  <a:pt x="616902" y="913446"/>
                </a:lnTo>
                <a:close/>
              </a:path>
              <a:path w="651459" h="962494">
                <a:moveTo>
                  <a:pt x="612228" y="130416"/>
                </a:moveTo>
                <a:lnTo>
                  <a:pt x="611652" y="130416"/>
                </a:lnTo>
                <a:lnTo>
                  <a:pt x="612407" y="131165"/>
                </a:lnTo>
                <a:lnTo>
                  <a:pt x="612228" y="130416"/>
                </a:lnTo>
                <a:close/>
              </a:path>
              <a:path w="651459" h="962494">
                <a:moveTo>
                  <a:pt x="611086" y="897719"/>
                </a:moveTo>
                <a:lnTo>
                  <a:pt x="611085" y="897526"/>
                </a:lnTo>
                <a:lnTo>
                  <a:pt x="610124" y="897719"/>
                </a:lnTo>
                <a:lnTo>
                  <a:pt x="611086" y="897719"/>
                </a:lnTo>
                <a:close/>
              </a:path>
              <a:path w="651459" h="962494">
                <a:moveTo>
                  <a:pt x="607828" y="129641"/>
                </a:moveTo>
                <a:lnTo>
                  <a:pt x="607656" y="129641"/>
                </a:lnTo>
                <a:lnTo>
                  <a:pt x="608606" y="130416"/>
                </a:lnTo>
                <a:lnTo>
                  <a:pt x="607828" y="129641"/>
                </a:lnTo>
                <a:close/>
              </a:path>
              <a:path w="651459" h="962494">
                <a:moveTo>
                  <a:pt x="601741" y="902294"/>
                </a:moveTo>
                <a:lnTo>
                  <a:pt x="600213" y="902294"/>
                </a:lnTo>
                <a:lnTo>
                  <a:pt x="600798" y="903052"/>
                </a:lnTo>
                <a:lnTo>
                  <a:pt x="601741" y="902294"/>
                </a:lnTo>
                <a:close/>
              </a:path>
              <a:path w="651459" h="962494">
                <a:moveTo>
                  <a:pt x="595464" y="904576"/>
                </a:moveTo>
                <a:lnTo>
                  <a:pt x="594883" y="904576"/>
                </a:lnTo>
                <a:lnTo>
                  <a:pt x="594471" y="904989"/>
                </a:lnTo>
                <a:lnTo>
                  <a:pt x="595464" y="904576"/>
                </a:lnTo>
                <a:close/>
              </a:path>
              <a:path w="651459" h="962494">
                <a:moveTo>
                  <a:pt x="591961" y="906031"/>
                </a:moveTo>
                <a:lnTo>
                  <a:pt x="589267" y="907150"/>
                </a:lnTo>
                <a:lnTo>
                  <a:pt x="585177" y="914106"/>
                </a:lnTo>
                <a:lnTo>
                  <a:pt x="591961" y="906031"/>
                </a:lnTo>
                <a:close/>
              </a:path>
              <a:path w="651459" h="962494">
                <a:moveTo>
                  <a:pt x="384505" y="957638"/>
                </a:moveTo>
                <a:lnTo>
                  <a:pt x="379831" y="960207"/>
                </a:lnTo>
                <a:lnTo>
                  <a:pt x="380593" y="960207"/>
                </a:lnTo>
                <a:lnTo>
                  <a:pt x="384505" y="957638"/>
                </a:lnTo>
                <a:close/>
              </a:path>
              <a:path w="651459" h="962494">
                <a:moveTo>
                  <a:pt x="382302" y="941922"/>
                </a:moveTo>
                <a:lnTo>
                  <a:pt x="380593" y="942681"/>
                </a:lnTo>
                <a:lnTo>
                  <a:pt x="381355" y="942681"/>
                </a:lnTo>
                <a:lnTo>
                  <a:pt x="382302" y="941922"/>
                </a:lnTo>
                <a:close/>
              </a:path>
              <a:path w="651459" h="962494">
                <a:moveTo>
                  <a:pt x="377647" y="958401"/>
                </a:moveTo>
                <a:lnTo>
                  <a:pt x="372211" y="960972"/>
                </a:lnTo>
                <a:lnTo>
                  <a:pt x="372973" y="960972"/>
                </a:lnTo>
                <a:lnTo>
                  <a:pt x="377647" y="958401"/>
                </a:lnTo>
                <a:close/>
              </a:path>
              <a:path w="651459" h="962494">
                <a:moveTo>
                  <a:pt x="375079" y="960972"/>
                </a:moveTo>
                <a:lnTo>
                  <a:pt x="373735" y="960972"/>
                </a:lnTo>
                <a:lnTo>
                  <a:pt x="373557" y="962494"/>
                </a:lnTo>
                <a:lnTo>
                  <a:pt x="375079" y="960972"/>
                </a:lnTo>
                <a:close/>
              </a:path>
              <a:path w="651459" h="962494">
                <a:moveTo>
                  <a:pt x="358571" y="943444"/>
                </a:moveTo>
                <a:lnTo>
                  <a:pt x="356971" y="944967"/>
                </a:lnTo>
                <a:lnTo>
                  <a:pt x="357733" y="944967"/>
                </a:lnTo>
                <a:lnTo>
                  <a:pt x="358571" y="943444"/>
                </a:lnTo>
                <a:close/>
              </a:path>
              <a:path w="651459" h="962494">
                <a:moveTo>
                  <a:pt x="350697" y="942681"/>
                </a:moveTo>
                <a:lnTo>
                  <a:pt x="350113" y="943444"/>
                </a:lnTo>
                <a:lnTo>
                  <a:pt x="350875" y="943444"/>
                </a:lnTo>
                <a:lnTo>
                  <a:pt x="350697" y="942681"/>
                </a:lnTo>
                <a:close/>
              </a:path>
              <a:path w="651459" h="962494">
                <a:moveTo>
                  <a:pt x="353161" y="960972"/>
                </a:moveTo>
                <a:lnTo>
                  <a:pt x="349351" y="960972"/>
                </a:lnTo>
                <a:lnTo>
                  <a:pt x="353161" y="960973"/>
                </a:lnTo>
                <a:close/>
              </a:path>
              <a:path w="651459" h="962494">
                <a:moveTo>
                  <a:pt x="344017" y="960207"/>
                </a:moveTo>
                <a:lnTo>
                  <a:pt x="343441" y="960207"/>
                </a:lnTo>
                <a:lnTo>
                  <a:pt x="344208" y="960972"/>
                </a:lnTo>
                <a:lnTo>
                  <a:pt x="344017" y="960207"/>
                </a:lnTo>
                <a:close/>
              </a:path>
              <a:path w="651459" h="962494">
                <a:moveTo>
                  <a:pt x="274040" y="500"/>
                </a:moveTo>
                <a:lnTo>
                  <a:pt x="59848" y="38214"/>
                </a:lnTo>
                <a:lnTo>
                  <a:pt x="60578" y="38214"/>
                </a:lnTo>
                <a:lnTo>
                  <a:pt x="274040" y="500"/>
                </a:lnTo>
                <a:close/>
              </a:path>
              <a:path w="651459" h="962494">
                <a:moveTo>
                  <a:pt x="328726" y="7975"/>
                </a:moveTo>
                <a:lnTo>
                  <a:pt x="323405" y="24701"/>
                </a:lnTo>
                <a:lnTo>
                  <a:pt x="325170" y="25158"/>
                </a:lnTo>
                <a:lnTo>
                  <a:pt x="328726" y="7975"/>
                </a:lnTo>
                <a:close/>
              </a:path>
              <a:path w="651459" h="962494">
                <a:moveTo>
                  <a:pt x="62966" y="53174"/>
                </a:moveTo>
                <a:lnTo>
                  <a:pt x="58293" y="55740"/>
                </a:lnTo>
                <a:lnTo>
                  <a:pt x="59054" y="55740"/>
                </a:lnTo>
                <a:lnTo>
                  <a:pt x="62966" y="53174"/>
                </a:lnTo>
                <a:close/>
              </a:path>
              <a:path w="651459" h="962494">
                <a:moveTo>
                  <a:pt x="60391" y="55740"/>
                </a:moveTo>
                <a:lnTo>
                  <a:pt x="59817" y="55740"/>
                </a:lnTo>
                <a:lnTo>
                  <a:pt x="59626" y="56502"/>
                </a:lnTo>
                <a:lnTo>
                  <a:pt x="60391" y="55740"/>
                </a:lnTo>
                <a:close/>
              </a:path>
              <a:path w="651459" h="962494">
                <a:moveTo>
                  <a:pt x="47802" y="39738"/>
                </a:moveTo>
                <a:lnTo>
                  <a:pt x="47625" y="40500"/>
                </a:lnTo>
                <a:lnTo>
                  <a:pt x="48387" y="40500"/>
                </a:lnTo>
                <a:lnTo>
                  <a:pt x="47802" y="39738"/>
                </a:lnTo>
                <a:close/>
              </a:path>
              <a:path w="651459" h="962494">
                <a:moveTo>
                  <a:pt x="42100" y="61836"/>
                </a:moveTo>
                <a:lnTo>
                  <a:pt x="42118" y="61061"/>
                </a:lnTo>
                <a:lnTo>
                  <a:pt x="41341" y="61836"/>
                </a:lnTo>
                <a:lnTo>
                  <a:pt x="42100" y="61836"/>
                </a:lnTo>
                <a:close/>
              </a:path>
              <a:path w="651459" h="962494">
                <a:moveTo>
                  <a:pt x="43814" y="42024"/>
                </a:moveTo>
                <a:lnTo>
                  <a:pt x="43230" y="42024"/>
                </a:lnTo>
                <a:lnTo>
                  <a:pt x="42818" y="42436"/>
                </a:lnTo>
                <a:lnTo>
                  <a:pt x="43814" y="42024"/>
                </a:lnTo>
                <a:close/>
              </a:path>
              <a:path w="651459" h="962494">
                <a:moveTo>
                  <a:pt x="35304" y="64122"/>
                </a:moveTo>
                <a:lnTo>
                  <a:pt x="35534" y="64604"/>
                </a:lnTo>
                <a:lnTo>
                  <a:pt x="35304" y="64122"/>
                </a:lnTo>
                <a:close/>
              </a:path>
              <a:path w="651459" h="962494">
                <a:moveTo>
                  <a:pt x="35610" y="44310"/>
                </a:moveTo>
                <a:lnTo>
                  <a:pt x="35610" y="43548"/>
                </a:lnTo>
                <a:lnTo>
                  <a:pt x="34848" y="44310"/>
                </a:lnTo>
                <a:lnTo>
                  <a:pt x="35610" y="44310"/>
                </a:lnTo>
                <a:close/>
              </a:path>
              <a:path w="651459" h="962494">
                <a:moveTo>
                  <a:pt x="32562" y="45834"/>
                </a:moveTo>
                <a:lnTo>
                  <a:pt x="32562" y="45072"/>
                </a:lnTo>
                <a:lnTo>
                  <a:pt x="31800" y="45834"/>
                </a:lnTo>
                <a:lnTo>
                  <a:pt x="32562" y="45834"/>
                </a:lnTo>
                <a:close/>
              </a:path>
              <a:path w="651459" h="962494">
                <a:moveTo>
                  <a:pt x="28193" y="69075"/>
                </a:moveTo>
                <a:lnTo>
                  <a:pt x="27813" y="68681"/>
                </a:lnTo>
                <a:lnTo>
                  <a:pt x="24541" y="72728"/>
                </a:lnTo>
                <a:lnTo>
                  <a:pt x="28193" y="69075"/>
                </a:lnTo>
                <a:close/>
              </a:path>
              <a:path w="651459" h="962494">
                <a:moveTo>
                  <a:pt x="24562" y="839811"/>
                </a:moveTo>
                <a:lnTo>
                  <a:pt x="24175" y="839811"/>
                </a:lnTo>
                <a:lnTo>
                  <a:pt x="24663" y="840296"/>
                </a:lnTo>
                <a:lnTo>
                  <a:pt x="24562" y="839811"/>
                </a:lnTo>
                <a:close/>
              </a:path>
              <a:path w="651459" h="962494">
                <a:moveTo>
                  <a:pt x="22473" y="819237"/>
                </a:moveTo>
                <a:lnTo>
                  <a:pt x="21717" y="819237"/>
                </a:lnTo>
                <a:lnTo>
                  <a:pt x="22859" y="819624"/>
                </a:lnTo>
                <a:lnTo>
                  <a:pt x="22473" y="819237"/>
                </a:lnTo>
                <a:close/>
              </a:path>
              <a:path w="651459" h="962494">
                <a:moveTo>
                  <a:pt x="22860" y="815230"/>
                </a:moveTo>
                <a:lnTo>
                  <a:pt x="22860" y="815990"/>
                </a:lnTo>
                <a:lnTo>
                  <a:pt x="23056" y="816187"/>
                </a:lnTo>
                <a:lnTo>
                  <a:pt x="22860" y="815230"/>
                </a:lnTo>
                <a:close/>
              </a:path>
              <a:path w="651459" h="962494">
                <a:moveTo>
                  <a:pt x="21323" y="92519"/>
                </a:moveTo>
                <a:lnTo>
                  <a:pt x="20574" y="91173"/>
                </a:lnTo>
                <a:lnTo>
                  <a:pt x="20573" y="93271"/>
                </a:lnTo>
                <a:lnTo>
                  <a:pt x="21323" y="92519"/>
                </a:lnTo>
                <a:close/>
              </a:path>
              <a:path w="651459" h="962494">
                <a:moveTo>
                  <a:pt x="21323" y="812189"/>
                </a:moveTo>
                <a:lnTo>
                  <a:pt x="20574" y="811435"/>
                </a:lnTo>
                <a:lnTo>
                  <a:pt x="21323" y="812932"/>
                </a:lnTo>
                <a:lnTo>
                  <a:pt x="21323" y="812189"/>
                </a:lnTo>
                <a:close/>
              </a:path>
              <a:path w="651459" h="962494">
                <a:moveTo>
                  <a:pt x="19799" y="94050"/>
                </a:moveTo>
                <a:lnTo>
                  <a:pt x="19799" y="95745"/>
                </a:lnTo>
                <a:lnTo>
                  <a:pt x="19799" y="94050"/>
                </a:lnTo>
                <a:close/>
              </a:path>
              <a:path w="651459" h="962494">
                <a:moveTo>
                  <a:pt x="16801" y="785116"/>
                </a:moveTo>
                <a:lnTo>
                  <a:pt x="19050" y="779237"/>
                </a:lnTo>
                <a:lnTo>
                  <a:pt x="16484" y="785434"/>
                </a:lnTo>
                <a:lnTo>
                  <a:pt x="16801" y="785116"/>
                </a:lnTo>
                <a:close/>
              </a:path>
              <a:path w="651459" h="962494">
                <a:moveTo>
                  <a:pt x="18288" y="787438"/>
                </a:moveTo>
                <a:lnTo>
                  <a:pt x="17525" y="786857"/>
                </a:lnTo>
                <a:lnTo>
                  <a:pt x="17525" y="788200"/>
                </a:lnTo>
                <a:lnTo>
                  <a:pt x="18288" y="787438"/>
                </a:lnTo>
                <a:close/>
              </a:path>
              <a:path w="651459" h="962494">
                <a:moveTo>
                  <a:pt x="9319" y="72125"/>
                </a:moveTo>
                <a:lnTo>
                  <a:pt x="9144" y="72301"/>
                </a:lnTo>
                <a:lnTo>
                  <a:pt x="9143" y="72546"/>
                </a:lnTo>
                <a:lnTo>
                  <a:pt x="9319" y="72125"/>
                </a:lnTo>
                <a:close/>
              </a:path>
              <a:path w="651459" h="962494">
                <a:moveTo>
                  <a:pt x="3809" y="85255"/>
                </a:moveTo>
                <a:lnTo>
                  <a:pt x="3048" y="86017"/>
                </a:lnTo>
                <a:lnTo>
                  <a:pt x="3810" y="87547"/>
                </a:lnTo>
                <a:lnTo>
                  <a:pt x="3809" y="85255"/>
                </a:lnTo>
                <a:close/>
              </a:path>
              <a:path w="651459" h="962494">
                <a:moveTo>
                  <a:pt x="2285" y="815631"/>
                </a:moveTo>
                <a:lnTo>
                  <a:pt x="2285" y="817154"/>
                </a:lnTo>
                <a:lnTo>
                  <a:pt x="3048" y="817918"/>
                </a:lnTo>
                <a:lnTo>
                  <a:pt x="2285" y="815631"/>
                </a:lnTo>
                <a:close/>
              </a:path>
              <a:path w="651459" h="962494">
                <a:moveTo>
                  <a:pt x="762" y="808194"/>
                </a:moveTo>
                <a:lnTo>
                  <a:pt x="762" y="808954"/>
                </a:lnTo>
                <a:lnTo>
                  <a:pt x="1524" y="811822"/>
                </a:lnTo>
                <a:lnTo>
                  <a:pt x="762" y="808194"/>
                </a:lnTo>
                <a:close/>
              </a:path>
              <a:path w="651459" h="962494">
                <a:moveTo>
                  <a:pt x="3327" y="777610"/>
                </a:moveTo>
                <a:lnTo>
                  <a:pt x="762" y="782284"/>
                </a:lnTo>
                <a:lnTo>
                  <a:pt x="762" y="783047"/>
                </a:lnTo>
                <a:lnTo>
                  <a:pt x="3327" y="777610"/>
                </a:lnTo>
                <a:close/>
              </a:path>
              <a:path w="651459" h="962494">
                <a:moveTo>
                  <a:pt x="3048" y="817918"/>
                </a:moveTo>
                <a:lnTo>
                  <a:pt x="3048" y="818677"/>
                </a:lnTo>
                <a:lnTo>
                  <a:pt x="3809" y="819441"/>
                </a:lnTo>
                <a:lnTo>
                  <a:pt x="3048" y="817918"/>
                </a:lnTo>
                <a:close/>
              </a:path>
              <a:path w="651459" h="962494">
                <a:moveTo>
                  <a:pt x="2285" y="812319"/>
                </a:moveTo>
                <a:lnTo>
                  <a:pt x="1524" y="810477"/>
                </a:lnTo>
                <a:lnTo>
                  <a:pt x="2285" y="812584"/>
                </a:lnTo>
                <a:lnTo>
                  <a:pt x="2285" y="812319"/>
                </a:lnTo>
                <a:close/>
              </a:path>
              <a:path w="651459" h="962494">
                <a:moveTo>
                  <a:pt x="2473" y="812772"/>
                </a:moveTo>
                <a:lnTo>
                  <a:pt x="2285" y="812004"/>
                </a:lnTo>
                <a:lnTo>
                  <a:pt x="3327" y="813626"/>
                </a:lnTo>
                <a:lnTo>
                  <a:pt x="762" y="783812"/>
                </a:lnTo>
                <a:lnTo>
                  <a:pt x="761" y="780181"/>
                </a:lnTo>
                <a:lnTo>
                  <a:pt x="762" y="807430"/>
                </a:lnTo>
                <a:lnTo>
                  <a:pt x="1524" y="810477"/>
                </a:lnTo>
                <a:lnTo>
                  <a:pt x="2285" y="812319"/>
                </a:lnTo>
                <a:lnTo>
                  <a:pt x="2285" y="812764"/>
                </a:lnTo>
                <a:lnTo>
                  <a:pt x="2285" y="812584"/>
                </a:lnTo>
                <a:lnTo>
                  <a:pt x="1524" y="810477"/>
                </a:lnTo>
                <a:lnTo>
                  <a:pt x="1524" y="811822"/>
                </a:lnTo>
                <a:lnTo>
                  <a:pt x="2286" y="814871"/>
                </a:lnTo>
                <a:lnTo>
                  <a:pt x="3047" y="815635"/>
                </a:lnTo>
                <a:lnTo>
                  <a:pt x="2473" y="812772"/>
                </a:lnTo>
                <a:close/>
              </a:path>
              <a:path w="651459" h="962494">
                <a:moveTo>
                  <a:pt x="1524" y="811822"/>
                </a:moveTo>
                <a:lnTo>
                  <a:pt x="762" y="808954"/>
                </a:lnTo>
                <a:lnTo>
                  <a:pt x="762" y="808194"/>
                </a:lnTo>
                <a:lnTo>
                  <a:pt x="1524" y="811822"/>
                </a:lnTo>
                <a:lnTo>
                  <a:pt x="1524" y="810477"/>
                </a:lnTo>
                <a:lnTo>
                  <a:pt x="762" y="807430"/>
                </a:lnTo>
                <a:lnTo>
                  <a:pt x="761" y="780181"/>
                </a:lnTo>
                <a:lnTo>
                  <a:pt x="0" y="780944"/>
                </a:lnTo>
                <a:lnTo>
                  <a:pt x="0" y="810298"/>
                </a:lnTo>
                <a:lnTo>
                  <a:pt x="761" y="811060"/>
                </a:lnTo>
                <a:lnTo>
                  <a:pt x="762" y="813344"/>
                </a:lnTo>
                <a:lnTo>
                  <a:pt x="1524" y="814108"/>
                </a:lnTo>
                <a:lnTo>
                  <a:pt x="1524" y="811822"/>
                </a:lnTo>
                <a:close/>
              </a:path>
              <a:path w="651459" h="962494">
                <a:moveTo>
                  <a:pt x="2285" y="774848"/>
                </a:moveTo>
                <a:lnTo>
                  <a:pt x="1524" y="775611"/>
                </a:lnTo>
                <a:lnTo>
                  <a:pt x="1524" y="778474"/>
                </a:lnTo>
                <a:lnTo>
                  <a:pt x="2285" y="778474"/>
                </a:lnTo>
                <a:lnTo>
                  <a:pt x="2285" y="775611"/>
                </a:lnTo>
              </a:path>
              <a:path w="651459" h="962494">
                <a:moveTo>
                  <a:pt x="762" y="777899"/>
                </a:moveTo>
                <a:lnTo>
                  <a:pt x="761" y="779417"/>
                </a:lnTo>
                <a:lnTo>
                  <a:pt x="1524" y="779417"/>
                </a:lnTo>
              </a:path>
              <a:path w="651459" h="962494">
                <a:moveTo>
                  <a:pt x="2474" y="778465"/>
                </a:moveTo>
                <a:lnTo>
                  <a:pt x="2285" y="778474"/>
                </a:lnTo>
                <a:lnTo>
                  <a:pt x="2470" y="778474"/>
                </a:lnTo>
              </a:path>
              <a:path w="651459" h="962494">
                <a:moveTo>
                  <a:pt x="1524" y="778474"/>
                </a:moveTo>
                <a:lnTo>
                  <a:pt x="1524" y="779417"/>
                </a:lnTo>
                <a:lnTo>
                  <a:pt x="2080" y="779417"/>
                </a:lnTo>
                <a:lnTo>
                  <a:pt x="2470" y="778474"/>
                </a:lnTo>
              </a:path>
              <a:path w="651459" h="962494">
                <a:moveTo>
                  <a:pt x="761" y="779417"/>
                </a:moveTo>
                <a:lnTo>
                  <a:pt x="761" y="780002"/>
                </a:lnTo>
                <a:lnTo>
                  <a:pt x="1524" y="780002"/>
                </a:lnTo>
                <a:lnTo>
                  <a:pt x="1524" y="779417"/>
                </a:lnTo>
              </a:path>
              <a:path w="651459" h="962494">
                <a:moveTo>
                  <a:pt x="1524" y="779417"/>
                </a:moveTo>
                <a:lnTo>
                  <a:pt x="1524" y="780002"/>
                </a:lnTo>
                <a:lnTo>
                  <a:pt x="1838" y="780002"/>
                </a:lnTo>
                <a:lnTo>
                  <a:pt x="2080" y="779417"/>
                </a:lnTo>
              </a:path>
              <a:path w="651459" h="962494">
                <a:moveTo>
                  <a:pt x="761" y="780002"/>
                </a:moveTo>
                <a:lnTo>
                  <a:pt x="761" y="780181"/>
                </a:lnTo>
                <a:lnTo>
                  <a:pt x="1524" y="780760"/>
                </a:lnTo>
                <a:lnTo>
                  <a:pt x="1763" y="780181"/>
                </a:lnTo>
                <a:lnTo>
                  <a:pt x="1838" y="780002"/>
                </a:lnTo>
              </a:path>
              <a:path w="651459" h="962494">
                <a:moveTo>
                  <a:pt x="2474" y="778465"/>
                </a:moveTo>
                <a:lnTo>
                  <a:pt x="3773" y="774882"/>
                </a:lnTo>
                <a:lnTo>
                  <a:pt x="2285" y="774848"/>
                </a:lnTo>
                <a:lnTo>
                  <a:pt x="2285" y="778474"/>
                </a:lnTo>
                <a:lnTo>
                  <a:pt x="2474" y="778465"/>
                </a:lnTo>
                <a:close/>
              </a:path>
              <a:path w="651459" h="962494">
                <a:moveTo>
                  <a:pt x="3809" y="816129"/>
                </a:moveTo>
                <a:lnTo>
                  <a:pt x="2695" y="812995"/>
                </a:lnTo>
                <a:lnTo>
                  <a:pt x="3327" y="813626"/>
                </a:lnTo>
                <a:lnTo>
                  <a:pt x="2285" y="812004"/>
                </a:lnTo>
                <a:lnTo>
                  <a:pt x="2473" y="812772"/>
                </a:lnTo>
                <a:lnTo>
                  <a:pt x="3048" y="814287"/>
                </a:lnTo>
                <a:lnTo>
                  <a:pt x="3809" y="816398"/>
                </a:lnTo>
                <a:lnTo>
                  <a:pt x="4000" y="816589"/>
                </a:lnTo>
                <a:lnTo>
                  <a:pt x="3809" y="816129"/>
                </a:lnTo>
                <a:close/>
              </a:path>
              <a:path w="651459" h="962494">
                <a:moveTo>
                  <a:pt x="4559" y="85077"/>
                </a:moveTo>
                <a:lnTo>
                  <a:pt x="3809" y="85255"/>
                </a:lnTo>
                <a:lnTo>
                  <a:pt x="3809" y="86595"/>
                </a:lnTo>
                <a:lnTo>
                  <a:pt x="3809" y="87547"/>
                </a:lnTo>
                <a:lnTo>
                  <a:pt x="4364" y="87547"/>
                </a:lnTo>
                <a:lnTo>
                  <a:pt x="4758" y="86595"/>
                </a:lnTo>
                <a:lnTo>
                  <a:pt x="4582" y="85255"/>
                </a:lnTo>
              </a:path>
              <a:path w="651459" h="962494">
                <a:moveTo>
                  <a:pt x="3048" y="86017"/>
                </a:moveTo>
                <a:lnTo>
                  <a:pt x="3047" y="87547"/>
                </a:lnTo>
                <a:lnTo>
                  <a:pt x="3809" y="87547"/>
                </a:lnTo>
              </a:path>
              <a:path w="651459" h="962494">
                <a:moveTo>
                  <a:pt x="3047" y="87547"/>
                </a:moveTo>
                <a:lnTo>
                  <a:pt x="3047" y="88125"/>
                </a:lnTo>
                <a:lnTo>
                  <a:pt x="3809" y="88125"/>
                </a:lnTo>
                <a:lnTo>
                  <a:pt x="3809" y="87547"/>
                </a:lnTo>
              </a:path>
              <a:path w="651459" h="962494">
                <a:moveTo>
                  <a:pt x="3809" y="87547"/>
                </a:moveTo>
                <a:lnTo>
                  <a:pt x="3809" y="88125"/>
                </a:lnTo>
                <a:lnTo>
                  <a:pt x="4125" y="88125"/>
                </a:lnTo>
                <a:lnTo>
                  <a:pt x="4364" y="87547"/>
                </a:lnTo>
              </a:path>
              <a:path w="651459" h="962494">
                <a:moveTo>
                  <a:pt x="3047" y="88125"/>
                </a:moveTo>
                <a:lnTo>
                  <a:pt x="3047" y="88312"/>
                </a:lnTo>
                <a:lnTo>
                  <a:pt x="3809" y="88887"/>
                </a:lnTo>
                <a:lnTo>
                  <a:pt x="4047" y="88312"/>
                </a:lnTo>
                <a:lnTo>
                  <a:pt x="4125" y="88125"/>
                </a:lnTo>
              </a:path>
              <a:path w="651459" h="962494">
                <a:moveTo>
                  <a:pt x="5333" y="819495"/>
                </a:moveTo>
                <a:lnTo>
                  <a:pt x="5613" y="820488"/>
                </a:lnTo>
                <a:lnTo>
                  <a:pt x="5334" y="819813"/>
                </a:lnTo>
                <a:lnTo>
                  <a:pt x="4760" y="818109"/>
                </a:lnTo>
                <a:lnTo>
                  <a:pt x="3809" y="815814"/>
                </a:lnTo>
                <a:lnTo>
                  <a:pt x="4089" y="816678"/>
                </a:lnTo>
                <a:lnTo>
                  <a:pt x="4536" y="817886"/>
                </a:lnTo>
                <a:lnTo>
                  <a:pt x="5334" y="820208"/>
                </a:lnTo>
                <a:lnTo>
                  <a:pt x="6375" y="822011"/>
                </a:lnTo>
                <a:lnTo>
                  <a:pt x="5333" y="819495"/>
                </a:lnTo>
                <a:close/>
              </a:path>
              <a:path w="651459" h="962494">
                <a:moveTo>
                  <a:pt x="4559" y="81457"/>
                </a:moveTo>
                <a:lnTo>
                  <a:pt x="3809" y="82207"/>
                </a:lnTo>
                <a:lnTo>
                  <a:pt x="4559" y="84505"/>
                </a:lnTo>
                <a:lnTo>
                  <a:pt x="4559" y="81457"/>
                </a:lnTo>
                <a:close/>
              </a:path>
              <a:path w="651459" h="962494">
                <a:moveTo>
                  <a:pt x="5334" y="78387"/>
                </a:moveTo>
                <a:lnTo>
                  <a:pt x="4559" y="79159"/>
                </a:lnTo>
                <a:lnTo>
                  <a:pt x="4559" y="81267"/>
                </a:lnTo>
                <a:lnTo>
                  <a:pt x="5333" y="81267"/>
                </a:lnTo>
                <a:lnTo>
                  <a:pt x="5334" y="79159"/>
                </a:lnTo>
              </a:path>
              <a:path w="651459" h="962494">
                <a:moveTo>
                  <a:pt x="6284" y="79732"/>
                </a:moveTo>
                <a:lnTo>
                  <a:pt x="5334" y="80683"/>
                </a:lnTo>
                <a:lnTo>
                  <a:pt x="5333" y="81267"/>
                </a:lnTo>
                <a:lnTo>
                  <a:pt x="5649" y="81267"/>
                </a:lnTo>
                <a:lnTo>
                  <a:pt x="5891" y="80683"/>
                </a:lnTo>
              </a:path>
              <a:path w="651459" h="962494">
                <a:moveTo>
                  <a:pt x="4559" y="81267"/>
                </a:moveTo>
                <a:lnTo>
                  <a:pt x="4559" y="82029"/>
                </a:lnTo>
                <a:lnTo>
                  <a:pt x="4559" y="84098"/>
                </a:lnTo>
                <a:lnTo>
                  <a:pt x="4966" y="84098"/>
                </a:lnTo>
                <a:lnTo>
                  <a:pt x="5333" y="82029"/>
                </a:lnTo>
                <a:lnTo>
                  <a:pt x="5649" y="81267"/>
                </a:lnTo>
              </a:path>
              <a:path w="651459" h="962494">
                <a:moveTo>
                  <a:pt x="3809" y="82207"/>
                </a:moveTo>
                <a:lnTo>
                  <a:pt x="3809" y="84505"/>
                </a:lnTo>
                <a:lnTo>
                  <a:pt x="4559" y="84505"/>
                </a:lnTo>
              </a:path>
              <a:path w="651459" h="962494">
                <a:moveTo>
                  <a:pt x="6375" y="82689"/>
                </a:moveTo>
                <a:lnTo>
                  <a:pt x="4966" y="84098"/>
                </a:lnTo>
                <a:lnTo>
                  <a:pt x="6376" y="84098"/>
                </a:lnTo>
              </a:path>
              <a:path w="651459" h="962494">
                <a:moveTo>
                  <a:pt x="4559" y="84098"/>
                </a:moveTo>
                <a:lnTo>
                  <a:pt x="4559" y="84505"/>
                </a:lnTo>
                <a:lnTo>
                  <a:pt x="6376" y="84505"/>
                </a:lnTo>
                <a:lnTo>
                  <a:pt x="6376" y="84098"/>
                </a:lnTo>
              </a:path>
              <a:path w="651459" h="962494">
                <a:moveTo>
                  <a:pt x="3809" y="84505"/>
                </a:moveTo>
                <a:lnTo>
                  <a:pt x="3809" y="85077"/>
                </a:lnTo>
                <a:lnTo>
                  <a:pt x="6376" y="85077"/>
                </a:lnTo>
                <a:lnTo>
                  <a:pt x="6376" y="84505"/>
                </a:lnTo>
              </a:path>
              <a:path w="651459" h="962494">
                <a:moveTo>
                  <a:pt x="3809" y="85077"/>
                </a:moveTo>
                <a:lnTo>
                  <a:pt x="3809" y="85255"/>
                </a:lnTo>
                <a:lnTo>
                  <a:pt x="4559" y="85077"/>
                </a:lnTo>
              </a:path>
              <a:path w="651459" h="962494">
                <a:moveTo>
                  <a:pt x="4559" y="85077"/>
                </a:moveTo>
                <a:lnTo>
                  <a:pt x="4646" y="85737"/>
                </a:lnTo>
                <a:lnTo>
                  <a:pt x="6377" y="85737"/>
                </a:lnTo>
                <a:lnTo>
                  <a:pt x="6376" y="85077"/>
                </a:lnTo>
              </a:path>
              <a:path w="651459" h="962494">
                <a:moveTo>
                  <a:pt x="4646" y="85737"/>
                </a:moveTo>
                <a:lnTo>
                  <a:pt x="4758" y="86595"/>
                </a:lnTo>
                <a:lnTo>
                  <a:pt x="3809" y="88887"/>
                </a:lnTo>
                <a:lnTo>
                  <a:pt x="5142" y="86595"/>
                </a:lnTo>
                <a:lnTo>
                  <a:pt x="5613" y="85737"/>
                </a:lnTo>
              </a:path>
              <a:path w="651459" h="962494">
                <a:moveTo>
                  <a:pt x="5613" y="85737"/>
                </a:moveTo>
                <a:lnTo>
                  <a:pt x="3048" y="91173"/>
                </a:lnTo>
                <a:lnTo>
                  <a:pt x="6380" y="91173"/>
                </a:lnTo>
                <a:lnTo>
                  <a:pt x="6377" y="85737"/>
                </a:lnTo>
              </a:path>
              <a:path w="651459" h="962494">
                <a:moveTo>
                  <a:pt x="3047" y="88312"/>
                </a:moveTo>
                <a:lnTo>
                  <a:pt x="3047" y="88887"/>
                </a:lnTo>
                <a:lnTo>
                  <a:pt x="3809" y="88887"/>
                </a:lnTo>
              </a:path>
              <a:path w="651459" h="962494">
                <a:moveTo>
                  <a:pt x="3047" y="88887"/>
                </a:moveTo>
                <a:lnTo>
                  <a:pt x="3047" y="90411"/>
                </a:lnTo>
                <a:lnTo>
                  <a:pt x="3047" y="91173"/>
                </a:lnTo>
                <a:lnTo>
                  <a:pt x="3048" y="90411"/>
                </a:lnTo>
                <a:lnTo>
                  <a:pt x="3884" y="88887"/>
                </a:lnTo>
              </a:path>
              <a:path w="651459" h="962494">
                <a:moveTo>
                  <a:pt x="3047" y="91173"/>
                </a:moveTo>
                <a:lnTo>
                  <a:pt x="3048" y="91935"/>
                </a:lnTo>
                <a:lnTo>
                  <a:pt x="4851" y="772278"/>
                </a:lnTo>
                <a:lnTo>
                  <a:pt x="4089" y="774565"/>
                </a:lnTo>
                <a:lnTo>
                  <a:pt x="3327" y="777610"/>
                </a:lnTo>
                <a:lnTo>
                  <a:pt x="4851" y="818201"/>
                </a:lnTo>
                <a:lnTo>
                  <a:pt x="6855" y="818201"/>
                </a:lnTo>
                <a:lnTo>
                  <a:pt x="6829" y="777610"/>
                </a:lnTo>
                <a:lnTo>
                  <a:pt x="6827" y="774565"/>
                </a:lnTo>
                <a:lnTo>
                  <a:pt x="6825" y="772278"/>
                </a:lnTo>
                <a:lnTo>
                  <a:pt x="6381" y="91935"/>
                </a:lnTo>
                <a:lnTo>
                  <a:pt x="6380" y="91173"/>
                </a:lnTo>
              </a:path>
              <a:path w="651459" h="962494">
                <a:moveTo>
                  <a:pt x="3809" y="815814"/>
                </a:moveTo>
                <a:lnTo>
                  <a:pt x="4760" y="818109"/>
                </a:lnTo>
              </a:path>
              <a:path w="651459" h="962494">
                <a:moveTo>
                  <a:pt x="3048" y="816394"/>
                </a:moveTo>
                <a:lnTo>
                  <a:pt x="3302" y="817157"/>
                </a:lnTo>
                <a:lnTo>
                  <a:pt x="3810" y="818681"/>
                </a:lnTo>
                <a:lnTo>
                  <a:pt x="4827" y="820208"/>
                </a:lnTo>
                <a:lnTo>
                  <a:pt x="5333" y="820967"/>
                </a:lnTo>
                <a:lnTo>
                  <a:pt x="6029" y="822011"/>
                </a:lnTo>
                <a:lnTo>
                  <a:pt x="6375" y="822011"/>
                </a:lnTo>
                <a:lnTo>
                  <a:pt x="5772" y="820967"/>
                </a:lnTo>
                <a:lnTo>
                  <a:pt x="5334" y="820208"/>
                </a:lnTo>
                <a:lnTo>
                  <a:pt x="4571" y="818681"/>
                </a:lnTo>
                <a:lnTo>
                  <a:pt x="3809" y="817157"/>
                </a:lnTo>
              </a:path>
              <a:path w="651459" h="962494">
                <a:moveTo>
                  <a:pt x="4797" y="818201"/>
                </a:moveTo>
                <a:lnTo>
                  <a:pt x="5333" y="819495"/>
                </a:lnTo>
                <a:lnTo>
                  <a:pt x="6280" y="821781"/>
                </a:lnTo>
                <a:lnTo>
                  <a:pt x="6375" y="822011"/>
                </a:lnTo>
                <a:lnTo>
                  <a:pt x="6953" y="822011"/>
                </a:lnTo>
                <a:lnTo>
                  <a:pt x="6858" y="821781"/>
                </a:lnTo>
                <a:lnTo>
                  <a:pt x="6856" y="819495"/>
                </a:lnTo>
                <a:lnTo>
                  <a:pt x="6855" y="818201"/>
                </a:lnTo>
              </a:path>
              <a:path w="651459" h="962494">
                <a:moveTo>
                  <a:pt x="6029" y="822011"/>
                </a:moveTo>
                <a:lnTo>
                  <a:pt x="6858" y="823254"/>
                </a:lnTo>
                <a:lnTo>
                  <a:pt x="7137" y="823534"/>
                </a:lnTo>
                <a:lnTo>
                  <a:pt x="7479" y="824298"/>
                </a:lnTo>
                <a:lnTo>
                  <a:pt x="7899" y="824298"/>
                </a:lnTo>
                <a:lnTo>
                  <a:pt x="7583" y="823534"/>
                </a:lnTo>
                <a:lnTo>
                  <a:pt x="7467" y="823254"/>
                </a:lnTo>
                <a:lnTo>
                  <a:pt x="6953" y="822011"/>
                </a:lnTo>
              </a:path>
              <a:path w="651459" h="962494">
                <a:moveTo>
                  <a:pt x="8369" y="824034"/>
                </a:moveTo>
                <a:lnTo>
                  <a:pt x="7899" y="824298"/>
                </a:lnTo>
                <a:lnTo>
                  <a:pt x="8478" y="824298"/>
                </a:lnTo>
              </a:path>
              <a:path w="651459" h="962494">
                <a:moveTo>
                  <a:pt x="7479" y="824298"/>
                </a:moveTo>
                <a:lnTo>
                  <a:pt x="8160" y="825821"/>
                </a:lnTo>
                <a:lnTo>
                  <a:pt x="9108" y="825821"/>
                </a:lnTo>
                <a:lnTo>
                  <a:pt x="8478" y="824298"/>
                </a:lnTo>
              </a:path>
              <a:path w="651459" h="962494">
                <a:moveTo>
                  <a:pt x="8160" y="825821"/>
                </a:moveTo>
                <a:lnTo>
                  <a:pt x="8369" y="826289"/>
                </a:lnTo>
                <a:lnTo>
                  <a:pt x="8661" y="825821"/>
                </a:lnTo>
              </a:path>
              <a:path w="651459" h="962494">
                <a:moveTo>
                  <a:pt x="8661" y="825821"/>
                </a:moveTo>
                <a:lnTo>
                  <a:pt x="8866" y="825905"/>
                </a:lnTo>
                <a:lnTo>
                  <a:pt x="9143" y="826020"/>
                </a:lnTo>
                <a:lnTo>
                  <a:pt x="9108" y="825821"/>
                </a:lnTo>
              </a:path>
              <a:path w="651459" h="962494">
                <a:moveTo>
                  <a:pt x="6858" y="76869"/>
                </a:moveTo>
                <a:lnTo>
                  <a:pt x="7585" y="76144"/>
                </a:lnTo>
                <a:lnTo>
                  <a:pt x="7620" y="75933"/>
                </a:lnTo>
                <a:lnTo>
                  <a:pt x="8369" y="74251"/>
                </a:lnTo>
                <a:lnTo>
                  <a:pt x="8369" y="74409"/>
                </a:lnTo>
                <a:lnTo>
                  <a:pt x="9143" y="72546"/>
                </a:lnTo>
                <a:lnTo>
                  <a:pt x="9144" y="72301"/>
                </a:lnTo>
                <a:lnTo>
                  <a:pt x="9319" y="72125"/>
                </a:lnTo>
                <a:lnTo>
                  <a:pt x="9906" y="70715"/>
                </a:lnTo>
                <a:lnTo>
                  <a:pt x="10668" y="69520"/>
                </a:lnTo>
                <a:lnTo>
                  <a:pt x="11430" y="67996"/>
                </a:lnTo>
                <a:lnTo>
                  <a:pt x="13716" y="66027"/>
                </a:lnTo>
                <a:lnTo>
                  <a:pt x="14504" y="64122"/>
                </a:lnTo>
                <a:lnTo>
                  <a:pt x="14757" y="61353"/>
                </a:lnTo>
                <a:lnTo>
                  <a:pt x="15036" y="60312"/>
                </a:lnTo>
                <a:lnTo>
                  <a:pt x="10668" y="60312"/>
                </a:lnTo>
                <a:lnTo>
                  <a:pt x="13716" y="61633"/>
                </a:lnTo>
                <a:lnTo>
                  <a:pt x="13715" y="64122"/>
                </a:lnTo>
                <a:lnTo>
                  <a:pt x="13233" y="63639"/>
                </a:lnTo>
                <a:lnTo>
                  <a:pt x="13033" y="64122"/>
                </a:lnTo>
                <a:lnTo>
                  <a:pt x="11429" y="67679"/>
                </a:lnTo>
                <a:lnTo>
                  <a:pt x="10668" y="68883"/>
                </a:lnTo>
                <a:lnTo>
                  <a:pt x="10185" y="69735"/>
                </a:lnTo>
                <a:lnTo>
                  <a:pt x="9906" y="70015"/>
                </a:lnTo>
                <a:lnTo>
                  <a:pt x="9144" y="70777"/>
                </a:lnTo>
                <a:lnTo>
                  <a:pt x="9906" y="70410"/>
                </a:lnTo>
                <a:lnTo>
                  <a:pt x="9144" y="72251"/>
                </a:lnTo>
                <a:lnTo>
                  <a:pt x="8661" y="73545"/>
                </a:lnTo>
                <a:lnTo>
                  <a:pt x="8369" y="74123"/>
                </a:lnTo>
                <a:lnTo>
                  <a:pt x="7619" y="74587"/>
                </a:lnTo>
                <a:lnTo>
                  <a:pt x="6857" y="75349"/>
                </a:lnTo>
                <a:lnTo>
                  <a:pt x="6095" y="76111"/>
                </a:lnTo>
                <a:lnTo>
                  <a:pt x="5333" y="76873"/>
                </a:lnTo>
                <a:lnTo>
                  <a:pt x="6096" y="77628"/>
                </a:lnTo>
                <a:lnTo>
                  <a:pt x="6858" y="76869"/>
                </a:lnTo>
                <a:close/>
              </a:path>
              <a:path w="651459" h="962494">
                <a:moveTo>
                  <a:pt x="6857" y="75349"/>
                </a:moveTo>
                <a:lnTo>
                  <a:pt x="7619" y="74587"/>
                </a:lnTo>
                <a:lnTo>
                  <a:pt x="8369" y="74123"/>
                </a:lnTo>
                <a:lnTo>
                  <a:pt x="8570" y="73636"/>
                </a:lnTo>
                <a:lnTo>
                  <a:pt x="8369" y="73075"/>
                </a:lnTo>
                <a:lnTo>
                  <a:pt x="9109" y="72336"/>
                </a:lnTo>
                <a:lnTo>
                  <a:pt x="9906" y="70410"/>
                </a:lnTo>
                <a:lnTo>
                  <a:pt x="9144" y="70777"/>
                </a:lnTo>
                <a:lnTo>
                  <a:pt x="8369" y="71551"/>
                </a:lnTo>
                <a:lnTo>
                  <a:pt x="7620" y="72301"/>
                </a:lnTo>
                <a:lnTo>
                  <a:pt x="6858" y="73063"/>
                </a:lnTo>
                <a:lnTo>
                  <a:pt x="7620" y="73825"/>
                </a:lnTo>
                <a:lnTo>
                  <a:pt x="6857" y="74587"/>
                </a:lnTo>
                <a:lnTo>
                  <a:pt x="6096" y="75349"/>
                </a:lnTo>
                <a:lnTo>
                  <a:pt x="6095" y="76111"/>
                </a:lnTo>
                <a:lnTo>
                  <a:pt x="6857" y="75349"/>
                </a:lnTo>
                <a:close/>
              </a:path>
              <a:path w="651459" h="962494">
                <a:moveTo>
                  <a:pt x="8369" y="71551"/>
                </a:moveTo>
                <a:lnTo>
                  <a:pt x="9144" y="70777"/>
                </a:lnTo>
                <a:lnTo>
                  <a:pt x="9906" y="70015"/>
                </a:lnTo>
                <a:lnTo>
                  <a:pt x="10185" y="69735"/>
                </a:lnTo>
                <a:lnTo>
                  <a:pt x="10668" y="68883"/>
                </a:lnTo>
                <a:lnTo>
                  <a:pt x="11429" y="67679"/>
                </a:lnTo>
                <a:lnTo>
                  <a:pt x="12471" y="65163"/>
                </a:lnTo>
                <a:lnTo>
                  <a:pt x="12750" y="64122"/>
                </a:lnTo>
                <a:lnTo>
                  <a:pt x="11988" y="64122"/>
                </a:lnTo>
                <a:lnTo>
                  <a:pt x="10668" y="60312"/>
                </a:lnTo>
                <a:lnTo>
                  <a:pt x="10668" y="64122"/>
                </a:lnTo>
                <a:lnTo>
                  <a:pt x="11429" y="64681"/>
                </a:lnTo>
                <a:lnTo>
                  <a:pt x="11429" y="65443"/>
                </a:lnTo>
                <a:lnTo>
                  <a:pt x="10668" y="66205"/>
                </a:lnTo>
                <a:lnTo>
                  <a:pt x="9905" y="66967"/>
                </a:lnTo>
                <a:lnTo>
                  <a:pt x="9143" y="68491"/>
                </a:lnTo>
                <a:lnTo>
                  <a:pt x="9906" y="67729"/>
                </a:lnTo>
                <a:lnTo>
                  <a:pt x="10668" y="66967"/>
                </a:lnTo>
                <a:lnTo>
                  <a:pt x="11429" y="66205"/>
                </a:lnTo>
                <a:lnTo>
                  <a:pt x="10947" y="68211"/>
                </a:lnTo>
                <a:lnTo>
                  <a:pt x="10668" y="68491"/>
                </a:lnTo>
                <a:lnTo>
                  <a:pt x="9906" y="69253"/>
                </a:lnTo>
                <a:lnTo>
                  <a:pt x="9144" y="70015"/>
                </a:lnTo>
                <a:lnTo>
                  <a:pt x="8369" y="64122"/>
                </a:lnTo>
                <a:lnTo>
                  <a:pt x="8369" y="70789"/>
                </a:lnTo>
                <a:lnTo>
                  <a:pt x="7620" y="71539"/>
                </a:lnTo>
                <a:lnTo>
                  <a:pt x="7620" y="72301"/>
                </a:lnTo>
                <a:lnTo>
                  <a:pt x="8369" y="71551"/>
                </a:lnTo>
                <a:close/>
              </a:path>
              <a:path w="651459" h="962494">
                <a:moveTo>
                  <a:pt x="8661" y="73545"/>
                </a:moveTo>
                <a:lnTo>
                  <a:pt x="9109" y="72336"/>
                </a:lnTo>
                <a:lnTo>
                  <a:pt x="8369" y="73075"/>
                </a:lnTo>
                <a:lnTo>
                  <a:pt x="8570" y="73636"/>
                </a:lnTo>
                <a:lnTo>
                  <a:pt x="8369" y="74123"/>
                </a:lnTo>
                <a:lnTo>
                  <a:pt x="8661" y="73545"/>
                </a:lnTo>
                <a:close/>
              </a:path>
              <a:path w="651459" h="962494">
                <a:moveTo>
                  <a:pt x="9143" y="826020"/>
                </a:moveTo>
                <a:lnTo>
                  <a:pt x="8661" y="825821"/>
                </a:lnTo>
                <a:lnTo>
                  <a:pt x="8369" y="826289"/>
                </a:lnTo>
                <a:lnTo>
                  <a:pt x="9143" y="827820"/>
                </a:lnTo>
                <a:lnTo>
                  <a:pt x="9143" y="826020"/>
                </a:lnTo>
                <a:close/>
              </a:path>
              <a:path w="651459" h="962494">
                <a:moveTo>
                  <a:pt x="8369" y="822670"/>
                </a:moveTo>
                <a:lnTo>
                  <a:pt x="7899" y="75831"/>
                </a:lnTo>
                <a:lnTo>
                  <a:pt x="6858" y="78219"/>
                </a:lnTo>
                <a:lnTo>
                  <a:pt x="6284" y="79732"/>
                </a:lnTo>
                <a:lnTo>
                  <a:pt x="5333" y="82029"/>
                </a:lnTo>
                <a:lnTo>
                  <a:pt x="7137" y="78879"/>
                </a:lnTo>
                <a:lnTo>
                  <a:pt x="6858" y="820384"/>
                </a:lnTo>
                <a:lnTo>
                  <a:pt x="7899" y="824298"/>
                </a:lnTo>
                <a:lnTo>
                  <a:pt x="8369" y="824034"/>
                </a:lnTo>
                <a:lnTo>
                  <a:pt x="9143" y="825905"/>
                </a:lnTo>
                <a:lnTo>
                  <a:pt x="8369" y="822670"/>
                </a:lnTo>
                <a:close/>
              </a:path>
              <a:path w="651459" h="962494">
                <a:moveTo>
                  <a:pt x="9906" y="69253"/>
                </a:moveTo>
                <a:lnTo>
                  <a:pt x="10668" y="68491"/>
                </a:lnTo>
                <a:lnTo>
                  <a:pt x="10947" y="68211"/>
                </a:lnTo>
                <a:lnTo>
                  <a:pt x="11429" y="66205"/>
                </a:lnTo>
                <a:lnTo>
                  <a:pt x="10668" y="66967"/>
                </a:lnTo>
                <a:lnTo>
                  <a:pt x="9906" y="67729"/>
                </a:lnTo>
                <a:lnTo>
                  <a:pt x="9143" y="68491"/>
                </a:lnTo>
                <a:lnTo>
                  <a:pt x="9905" y="66967"/>
                </a:lnTo>
                <a:lnTo>
                  <a:pt x="10668" y="66205"/>
                </a:lnTo>
                <a:lnTo>
                  <a:pt x="11429" y="65443"/>
                </a:lnTo>
                <a:lnTo>
                  <a:pt x="11429" y="64681"/>
                </a:lnTo>
                <a:lnTo>
                  <a:pt x="10668" y="64122"/>
                </a:lnTo>
                <a:lnTo>
                  <a:pt x="8369" y="64122"/>
                </a:lnTo>
                <a:lnTo>
                  <a:pt x="9144" y="70015"/>
                </a:lnTo>
                <a:lnTo>
                  <a:pt x="9906" y="69253"/>
                </a:lnTo>
                <a:close/>
              </a:path>
              <a:path w="651459" h="962494">
                <a:moveTo>
                  <a:pt x="10668" y="69837"/>
                </a:moveTo>
                <a:lnTo>
                  <a:pt x="11430" y="67996"/>
                </a:lnTo>
                <a:lnTo>
                  <a:pt x="10668" y="69520"/>
                </a:lnTo>
                <a:lnTo>
                  <a:pt x="9906" y="70715"/>
                </a:lnTo>
                <a:lnTo>
                  <a:pt x="9905" y="71361"/>
                </a:lnTo>
                <a:lnTo>
                  <a:pt x="10668" y="69837"/>
                </a:lnTo>
                <a:close/>
              </a:path>
              <a:path w="651459" h="962494">
                <a:moveTo>
                  <a:pt x="16764" y="831049"/>
                </a:moveTo>
                <a:lnTo>
                  <a:pt x="14094" y="828381"/>
                </a:lnTo>
                <a:lnTo>
                  <a:pt x="13555" y="827843"/>
                </a:lnTo>
                <a:lnTo>
                  <a:pt x="12179" y="826480"/>
                </a:lnTo>
                <a:lnTo>
                  <a:pt x="10668" y="824957"/>
                </a:lnTo>
                <a:lnTo>
                  <a:pt x="9891" y="826329"/>
                </a:lnTo>
                <a:lnTo>
                  <a:pt x="10668" y="828195"/>
                </a:lnTo>
                <a:lnTo>
                  <a:pt x="10668" y="826650"/>
                </a:lnTo>
                <a:lnTo>
                  <a:pt x="12179" y="827274"/>
                </a:lnTo>
                <a:lnTo>
                  <a:pt x="13537" y="827835"/>
                </a:lnTo>
                <a:lnTo>
                  <a:pt x="14084" y="828381"/>
                </a:lnTo>
                <a:lnTo>
                  <a:pt x="16764" y="831055"/>
                </a:lnTo>
                <a:close/>
              </a:path>
              <a:path w="651459" h="962494">
                <a:moveTo>
                  <a:pt x="12179" y="828381"/>
                </a:moveTo>
                <a:lnTo>
                  <a:pt x="10745" y="828381"/>
                </a:lnTo>
                <a:lnTo>
                  <a:pt x="14084" y="828381"/>
                </a:lnTo>
                <a:lnTo>
                  <a:pt x="13537" y="827835"/>
                </a:lnTo>
                <a:lnTo>
                  <a:pt x="12179" y="827274"/>
                </a:lnTo>
                <a:lnTo>
                  <a:pt x="10668" y="826650"/>
                </a:lnTo>
                <a:lnTo>
                  <a:pt x="10668" y="828381"/>
                </a:lnTo>
                <a:lnTo>
                  <a:pt x="10947" y="828866"/>
                </a:lnTo>
                <a:lnTo>
                  <a:pt x="12179" y="828381"/>
                </a:lnTo>
                <a:close/>
              </a:path>
              <a:path w="651459" h="962494">
                <a:moveTo>
                  <a:pt x="13502" y="832191"/>
                </a:moveTo>
                <a:lnTo>
                  <a:pt x="12179" y="830872"/>
                </a:lnTo>
                <a:lnTo>
                  <a:pt x="8369" y="828381"/>
                </a:lnTo>
                <a:lnTo>
                  <a:pt x="8369" y="832191"/>
                </a:lnTo>
                <a:lnTo>
                  <a:pt x="13502" y="832191"/>
                </a:lnTo>
                <a:close/>
              </a:path>
              <a:path w="651459" h="962494">
                <a:moveTo>
                  <a:pt x="13515" y="832191"/>
                </a:moveTo>
                <a:lnTo>
                  <a:pt x="12179" y="830854"/>
                </a:lnTo>
                <a:lnTo>
                  <a:pt x="10668" y="829343"/>
                </a:lnTo>
                <a:lnTo>
                  <a:pt x="10459" y="828381"/>
                </a:lnTo>
                <a:lnTo>
                  <a:pt x="10185" y="828108"/>
                </a:lnTo>
                <a:lnTo>
                  <a:pt x="9705" y="828381"/>
                </a:lnTo>
                <a:lnTo>
                  <a:pt x="12179" y="830856"/>
                </a:lnTo>
                <a:lnTo>
                  <a:pt x="13514" y="832191"/>
                </a:lnTo>
                <a:lnTo>
                  <a:pt x="15036" y="833714"/>
                </a:lnTo>
                <a:lnTo>
                  <a:pt x="13515" y="832191"/>
                </a:lnTo>
                <a:close/>
              </a:path>
              <a:path w="651459" h="962494">
                <a:moveTo>
                  <a:pt x="10668" y="828588"/>
                </a:moveTo>
                <a:lnTo>
                  <a:pt x="10459" y="828381"/>
                </a:lnTo>
                <a:lnTo>
                  <a:pt x="10668" y="829343"/>
                </a:lnTo>
                <a:lnTo>
                  <a:pt x="12179" y="830854"/>
                </a:lnTo>
                <a:lnTo>
                  <a:pt x="10668" y="828588"/>
                </a:lnTo>
                <a:close/>
              </a:path>
              <a:path w="651459" h="962494">
                <a:moveTo>
                  <a:pt x="13033" y="64122"/>
                </a:moveTo>
                <a:lnTo>
                  <a:pt x="13233" y="63639"/>
                </a:lnTo>
                <a:lnTo>
                  <a:pt x="13715" y="64122"/>
                </a:lnTo>
                <a:lnTo>
                  <a:pt x="13716" y="61633"/>
                </a:lnTo>
                <a:lnTo>
                  <a:pt x="10668" y="60312"/>
                </a:lnTo>
                <a:lnTo>
                  <a:pt x="11988" y="64122"/>
                </a:lnTo>
                <a:lnTo>
                  <a:pt x="12750" y="64122"/>
                </a:lnTo>
                <a:lnTo>
                  <a:pt x="12471" y="65163"/>
                </a:lnTo>
                <a:lnTo>
                  <a:pt x="11429" y="67679"/>
                </a:lnTo>
                <a:lnTo>
                  <a:pt x="13033" y="64122"/>
                </a:lnTo>
                <a:close/>
              </a:path>
              <a:path w="651459" h="962494">
                <a:moveTo>
                  <a:pt x="16081" y="60312"/>
                </a:moveTo>
                <a:lnTo>
                  <a:pt x="16281" y="59829"/>
                </a:lnTo>
                <a:lnTo>
                  <a:pt x="15798" y="60312"/>
                </a:lnTo>
                <a:lnTo>
                  <a:pt x="15240" y="60312"/>
                </a:lnTo>
                <a:lnTo>
                  <a:pt x="15239" y="62345"/>
                </a:lnTo>
                <a:lnTo>
                  <a:pt x="16081" y="60312"/>
                </a:lnTo>
                <a:close/>
              </a:path>
              <a:path w="651459" h="962494">
                <a:moveTo>
                  <a:pt x="24003" y="73266"/>
                </a:moveTo>
                <a:lnTo>
                  <a:pt x="23241" y="73266"/>
                </a:lnTo>
                <a:lnTo>
                  <a:pt x="20193" y="60312"/>
                </a:lnTo>
                <a:lnTo>
                  <a:pt x="16382" y="64122"/>
                </a:lnTo>
                <a:lnTo>
                  <a:pt x="11429" y="69075"/>
                </a:lnTo>
                <a:lnTo>
                  <a:pt x="17906" y="64122"/>
                </a:lnTo>
                <a:lnTo>
                  <a:pt x="19430" y="77838"/>
                </a:lnTo>
                <a:lnTo>
                  <a:pt x="24003" y="73266"/>
                </a:lnTo>
                <a:close/>
              </a:path>
              <a:path w="651459" h="962494">
                <a:moveTo>
                  <a:pt x="19430" y="833714"/>
                </a:moveTo>
                <a:lnTo>
                  <a:pt x="17906" y="832191"/>
                </a:lnTo>
                <a:lnTo>
                  <a:pt x="16764" y="832191"/>
                </a:lnTo>
                <a:lnTo>
                  <a:pt x="19428" y="833714"/>
                </a:lnTo>
                <a:lnTo>
                  <a:pt x="20954" y="835237"/>
                </a:lnTo>
                <a:lnTo>
                  <a:pt x="19430" y="833714"/>
                </a:lnTo>
                <a:close/>
              </a:path>
              <a:path w="651459" h="962494">
                <a:moveTo>
                  <a:pt x="17145" y="81648"/>
                </a:moveTo>
                <a:lnTo>
                  <a:pt x="17110" y="98894"/>
                </a:lnTo>
                <a:lnTo>
                  <a:pt x="17246" y="98894"/>
                </a:lnTo>
              </a:path>
              <a:path w="651459" h="962494">
                <a:moveTo>
                  <a:pt x="22097" y="86413"/>
                </a:moveTo>
                <a:lnTo>
                  <a:pt x="21323" y="87191"/>
                </a:lnTo>
                <a:lnTo>
                  <a:pt x="20373" y="88144"/>
                </a:lnTo>
                <a:lnTo>
                  <a:pt x="20449" y="88709"/>
                </a:lnTo>
                <a:lnTo>
                  <a:pt x="20552" y="89484"/>
                </a:lnTo>
                <a:lnTo>
                  <a:pt x="20574" y="89649"/>
                </a:lnTo>
                <a:lnTo>
                  <a:pt x="20332" y="90233"/>
                </a:lnTo>
                <a:lnTo>
                  <a:pt x="20161" y="90646"/>
                </a:lnTo>
                <a:lnTo>
                  <a:pt x="19799" y="92697"/>
                </a:lnTo>
                <a:lnTo>
                  <a:pt x="19562" y="93271"/>
                </a:lnTo>
                <a:lnTo>
                  <a:pt x="19242" y="94049"/>
                </a:lnTo>
                <a:lnTo>
                  <a:pt x="18849" y="95002"/>
                </a:lnTo>
                <a:lnTo>
                  <a:pt x="18298" y="96342"/>
                </a:lnTo>
                <a:lnTo>
                  <a:pt x="17246" y="98894"/>
                </a:lnTo>
                <a:lnTo>
                  <a:pt x="19799" y="98894"/>
                </a:lnTo>
                <a:lnTo>
                  <a:pt x="19799" y="96342"/>
                </a:lnTo>
                <a:lnTo>
                  <a:pt x="19799" y="95002"/>
                </a:lnTo>
                <a:lnTo>
                  <a:pt x="19799" y="94049"/>
                </a:lnTo>
                <a:lnTo>
                  <a:pt x="20573" y="93271"/>
                </a:lnTo>
                <a:lnTo>
                  <a:pt x="20573" y="92697"/>
                </a:lnTo>
                <a:lnTo>
                  <a:pt x="20574" y="90646"/>
                </a:lnTo>
                <a:lnTo>
                  <a:pt x="20574" y="90233"/>
                </a:lnTo>
                <a:lnTo>
                  <a:pt x="21158" y="89649"/>
                </a:lnTo>
                <a:lnTo>
                  <a:pt x="21323" y="89484"/>
                </a:lnTo>
                <a:lnTo>
                  <a:pt x="22098" y="88709"/>
                </a:lnTo>
                <a:lnTo>
                  <a:pt x="22097" y="88144"/>
                </a:lnTo>
                <a:lnTo>
                  <a:pt x="22097" y="87191"/>
                </a:lnTo>
              </a:path>
              <a:path w="651459" h="962494">
                <a:moveTo>
                  <a:pt x="17110" y="98894"/>
                </a:moveTo>
                <a:lnTo>
                  <a:pt x="15739" y="779237"/>
                </a:lnTo>
                <a:lnTo>
                  <a:pt x="19799" y="779237"/>
                </a:lnTo>
                <a:lnTo>
                  <a:pt x="19799" y="98894"/>
                </a:lnTo>
              </a:path>
              <a:path w="651459" h="962494">
                <a:moveTo>
                  <a:pt x="15739" y="779237"/>
                </a:moveTo>
                <a:lnTo>
                  <a:pt x="15727" y="785434"/>
                </a:lnTo>
                <a:lnTo>
                  <a:pt x="16484" y="785434"/>
                </a:lnTo>
                <a:lnTo>
                  <a:pt x="19050" y="779237"/>
                </a:lnTo>
              </a:path>
              <a:path w="651459" h="962494">
                <a:moveTo>
                  <a:pt x="19050" y="779237"/>
                </a:moveTo>
                <a:lnTo>
                  <a:pt x="18175" y="781524"/>
                </a:lnTo>
                <a:lnTo>
                  <a:pt x="19799" y="781524"/>
                </a:lnTo>
                <a:lnTo>
                  <a:pt x="19799" y="779237"/>
                </a:lnTo>
              </a:path>
              <a:path w="651459" h="962494">
                <a:moveTo>
                  <a:pt x="18175" y="781524"/>
                </a:moveTo>
                <a:lnTo>
                  <a:pt x="16801" y="785116"/>
                </a:lnTo>
                <a:lnTo>
                  <a:pt x="16484" y="785434"/>
                </a:lnTo>
                <a:lnTo>
                  <a:pt x="18005" y="785434"/>
                </a:lnTo>
                <a:lnTo>
                  <a:pt x="18288" y="785151"/>
                </a:lnTo>
                <a:lnTo>
                  <a:pt x="18288" y="781524"/>
                </a:lnTo>
              </a:path>
              <a:path w="651459" h="962494">
                <a:moveTo>
                  <a:pt x="18288" y="781524"/>
                </a:moveTo>
                <a:lnTo>
                  <a:pt x="18619" y="782105"/>
                </a:lnTo>
                <a:lnTo>
                  <a:pt x="19050" y="782857"/>
                </a:lnTo>
                <a:lnTo>
                  <a:pt x="19799" y="782105"/>
                </a:lnTo>
                <a:lnTo>
                  <a:pt x="19799" y="781524"/>
                </a:lnTo>
              </a:path>
              <a:path w="651459" h="962494">
                <a:moveTo>
                  <a:pt x="15727" y="785434"/>
                </a:moveTo>
                <a:lnTo>
                  <a:pt x="15726" y="785914"/>
                </a:lnTo>
                <a:lnTo>
                  <a:pt x="15724" y="786867"/>
                </a:lnTo>
                <a:lnTo>
                  <a:pt x="15722" y="787721"/>
                </a:lnTo>
                <a:lnTo>
                  <a:pt x="16574" y="786867"/>
                </a:lnTo>
                <a:lnTo>
                  <a:pt x="17526" y="785914"/>
                </a:lnTo>
                <a:lnTo>
                  <a:pt x="18005" y="785434"/>
                </a:lnTo>
              </a:path>
              <a:path w="651459" h="962494">
                <a:moveTo>
                  <a:pt x="16763" y="830290"/>
                </a:moveTo>
                <a:lnTo>
                  <a:pt x="17145" y="814664"/>
                </a:lnTo>
                <a:lnTo>
                  <a:pt x="18668" y="816187"/>
                </a:lnTo>
                <a:lnTo>
                  <a:pt x="19961" y="816723"/>
                </a:lnTo>
                <a:lnTo>
                  <a:pt x="21323" y="816574"/>
                </a:lnTo>
                <a:lnTo>
                  <a:pt x="22347" y="817714"/>
                </a:lnTo>
                <a:lnTo>
                  <a:pt x="22860" y="817466"/>
                </a:lnTo>
                <a:lnTo>
                  <a:pt x="22330" y="816187"/>
                </a:lnTo>
                <a:lnTo>
                  <a:pt x="19425" y="816187"/>
                </a:lnTo>
                <a:lnTo>
                  <a:pt x="17903" y="814664"/>
                </a:lnTo>
                <a:lnTo>
                  <a:pt x="14097" y="810854"/>
                </a:lnTo>
                <a:lnTo>
                  <a:pt x="14960" y="790766"/>
                </a:lnTo>
                <a:lnTo>
                  <a:pt x="17525" y="788200"/>
                </a:lnTo>
                <a:lnTo>
                  <a:pt x="17525" y="786857"/>
                </a:lnTo>
                <a:lnTo>
                  <a:pt x="18288" y="787438"/>
                </a:lnTo>
                <a:lnTo>
                  <a:pt x="18288" y="785151"/>
                </a:lnTo>
                <a:lnTo>
                  <a:pt x="17526" y="785914"/>
                </a:lnTo>
                <a:lnTo>
                  <a:pt x="16574" y="786867"/>
                </a:lnTo>
                <a:lnTo>
                  <a:pt x="15722" y="787721"/>
                </a:lnTo>
                <a:lnTo>
                  <a:pt x="17145" y="81648"/>
                </a:lnTo>
                <a:lnTo>
                  <a:pt x="9143" y="72885"/>
                </a:lnTo>
                <a:lnTo>
                  <a:pt x="9143" y="823434"/>
                </a:lnTo>
                <a:lnTo>
                  <a:pt x="9891" y="826329"/>
                </a:lnTo>
                <a:lnTo>
                  <a:pt x="10668" y="824957"/>
                </a:lnTo>
                <a:lnTo>
                  <a:pt x="12179" y="826480"/>
                </a:lnTo>
                <a:lnTo>
                  <a:pt x="13555" y="827843"/>
                </a:lnTo>
                <a:lnTo>
                  <a:pt x="14094" y="828381"/>
                </a:lnTo>
                <a:lnTo>
                  <a:pt x="13555" y="827843"/>
                </a:lnTo>
                <a:lnTo>
                  <a:pt x="14858" y="828381"/>
                </a:lnTo>
                <a:lnTo>
                  <a:pt x="16763" y="831049"/>
                </a:lnTo>
                <a:lnTo>
                  <a:pt x="16763" y="830290"/>
                </a:lnTo>
                <a:close/>
              </a:path>
              <a:path w="651459" h="962494">
                <a:moveTo>
                  <a:pt x="20574" y="814664"/>
                </a:moveTo>
                <a:lnTo>
                  <a:pt x="20573" y="812940"/>
                </a:lnTo>
                <a:lnTo>
                  <a:pt x="19799" y="811408"/>
                </a:lnTo>
                <a:lnTo>
                  <a:pt x="19532" y="811141"/>
                </a:lnTo>
                <a:lnTo>
                  <a:pt x="19050" y="810657"/>
                </a:lnTo>
                <a:lnTo>
                  <a:pt x="19050" y="811056"/>
                </a:lnTo>
                <a:lnTo>
                  <a:pt x="19081" y="811445"/>
                </a:lnTo>
                <a:lnTo>
                  <a:pt x="19799" y="813179"/>
                </a:lnTo>
                <a:lnTo>
                  <a:pt x="19799" y="812164"/>
                </a:lnTo>
                <a:lnTo>
                  <a:pt x="20536" y="814664"/>
                </a:lnTo>
                <a:lnTo>
                  <a:pt x="20574" y="815050"/>
                </a:lnTo>
                <a:lnTo>
                  <a:pt x="20414" y="814664"/>
                </a:lnTo>
                <a:lnTo>
                  <a:pt x="19799" y="813527"/>
                </a:lnTo>
                <a:lnTo>
                  <a:pt x="18843" y="811207"/>
                </a:lnTo>
                <a:lnTo>
                  <a:pt x="18491" y="810854"/>
                </a:lnTo>
                <a:lnTo>
                  <a:pt x="14097" y="810854"/>
                </a:lnTo>
                <a:lnTo>
                  <a:pt x="17903" y="814664"/>
                </a:lnTo>
                <a:lnTo>
                  <a:pt x="19425" y="816187"/>
                </a:lnTo>
                <a:lnTo>
                  <a:pt x="21163" y="816187"/>
                </a:lnTo>
                <a:lnTo>
                  <a:pt x="20574" y="814664"/>
                </a:lnTo>
                <a:close/>
              </a:path>
              <a:path w="651459" h="962494">
                <a:moveTo>
                  <a:pt x="20161" y="90646"/>
                </a:moveTo>
                <a:lnTo>
                  <a:pt x="20574" y="89649"/>
                </a:lnTo>
                <a:lnTo>
                  <a:pt x="20373" y="88144"/>
                </a:lnTo>
                <a:lnTo>
                  <a:pt x="19532" y="88988"/>
                </a:lnTo>
                <a:lnTo>
                  <a:pt x="20294" y="86702"/>
                </a:lnTo>
                <a:lnTo>
                  <a:pt x="20609" y="86386"/>
                </a:lnTo>
                <a:lnTo>
                  <a:pt x="21056" y="85178"/>
                </a:lnTo>
                <a:lnTo>
                  <a:pt x="21909" y="82801"/>
                </a:lnTo>
                <a:lnTo>
                  <a:pt x="22386" y="81648"/>
                </a:lnTo>
                <a:lnTo>
                  <a:pt x="22580" y="81368"/>
                </a:lnTo>
                <a:lnTo>
                  <a:pt x="22859" y="80505"/>
                </a:lnTo>
                <a:lnTo>
                  <a:pt x="22859" y="81267"/>
                </a:lnTo>
                <a:lnTo>
                  <a:pt x="22859" y="80800"/>
                </a:lnTo>
                <a:lnTo>
                  <a:pt x="22657" y="81291"/>
                </a:lnTo>
                <a:lnTo>
                  <a:pt x="22860" y="81648"/>
                </a:lnTo>
                <a:lnTo>
                  <a:pt x="23058" y="81648"/>
                </a:lnTo>
                <a:lnTo>
                  <a:pt x="23609" y="80336"/>
                </a:lnTo>
                <a:lnTo>
                  <a:pt x="23609" y="78981"/>
                </a:lnTo>
                <a:lnTo>
                  <a:pt x="24383" y="79558"/>
                </a:lnTo>
                <a:lnTo>
                  <a:pt x="24104" y="78320"/>
                </a:lnTo>
                <a:lnTo>
                  <a:pt x="24034" y="77838"/>
                </a:lnTo>
                <a:lnTo>
                  <a:pt x="22333" y="81648"/>
                </a:lnTo>
                <a:lnTo>
                  <a:pt x="21818" y="82892"/>
                </a:lnTo>
                <a:lnTo>
                  <a:pt x="17145" y="81648"/>
                </a:lnTo>
                <a:lnTo>
                  <a:pt x="18770" y="92036"/>
                </a:lnTo>
                <a:lnTo>
                  <a:pt x="18008" y="95846"/>
                </a:lnTo>
                <a:lnTo>
                  <a:pt x="20161" y="90646"/>
                </a:lnTo>
                <a:close/>
              </a:path>
              <a:path w="651459" h="962494">
                <a:moveTo>
                  <a:pt x="18849" y="95002"/>
                </a:moveTo>
                <a:lnTo>
                  <a:pt x="19799" y="92697"/>
                </a:lnTo>
                <a:lnTo>
                  <a:pt x="20161" y="90646"/>
                </a:lnTo>
                <a:lnTo>
                  <a:pt x="18008" y="95846"/>
                </a:lnTo>
                <a:lnTo>
                  <a:pt x="18770" y="92036"/>
                </a:lnTo>
                <a:lnTo>
                  <a:pt x="17145" y="81648"/>
                </a:lnTo>
                <a:lnTo>
                  <a:pt x="17246" y="98894"/>
                </a:lnTo>
                <a:lnTo>
                  <a:pt x="18849" y="95002"/>
                </a:lnTo>
                <a:close/>
              </a:path>
              <a:path w="651459" h="962494">
                <a:moveTo>
                  <a:pt x="23416" y="839811"/>
                </a:moveTo>
                <a:lnTo>
                  <a:pt x="24562" y="839811"/>
                </a:lnTo>
                <a:lnTo>
                  <a:pt x="24125" y="839047"/>
                </a:lnTo>
                <a:lnTo>
                  <a:pt x="21615" y="838010"/>
                </a:lnTo>
                <a:lnTo>
                  <a:pt x="20091" y="837251"/>
                </a:lnTo>
                <a:lnTo>
                  <a:pt x="18843" y="836759"/>
                </a:lnTo>
                <a:lnTo>
                  <a:pt x="17805" y="835728"/>
                </a:lnTo>
                <a:lnTo>
                  <a:pt x="18791" y="835237"/>
                </a:lnTo>
                <a:lnTo>
                  <a:pt x="16763" y="834400"/>
                </a:lnTo>
                <a:lnTo>
                  <a:pt x="16281" y="834200"/>
                </a:lnTo>
                <a:lnTo>
                  <a:pt x="15038" y="833714"/>
                </a:lnTo>
                <a:lnTo>
                  <a:pt x="16560" y="835237"/>
                </a:lnTo>
                <a:lnTo>
                  <a:pt x="16764" y="834684"/>
                </a:lnTo>
                <a:lnTo>
                  <a:pt x="17043" y="834964"/>
                </a:lnTo>
                <a:lnTo>
                  <a:pt x="17315" y="835237"/>
                </a:lnTo>
                <a:lnTo>
                  <a:pt x="18084" y="836759"/>
                </a:lnTo>
                <a:lnTo>
                  <a:pt x="21145" y="839047"/>
                </a:lnTo>
                <a:lnTo>
                  <a:pt x="21892" y="839047"/>
                </a:lnTo>
                <a:lnTo>
                  <a:pt x="22377" y="838774"/>
                </a:lnTo>
                <a:lnTo>
                  <a:pt x="22650" y="839047"/>
                </a:lnTo>
                <a:lnTo>
                  <a:pt x="22658" y="839811"/>
                </a:lnTo>
                <a:lnTo>
                  <a:pt x="23418" y="840569"/>
                </a:lnTo>
                <a:lnTo>
                  <a:pt x="23416" y="839811"/>
                </a:lnTo>
                <a:close/>
              </a:path>
              <a:path w="651459" h="962494">
                <a:moveTo>
                  <a:pt x="20573" y="814755"/>
                </a:moveTo>
                <a:lnTo>
                  <a:pt x="19799" y="812164"/>
                </a:lnTo>
                <a:lnTo>
                  <a:pt x="19799" y="812875"/>
                </a:lnTo>
                <a:lnTo>
                  <a:pt x="19799" y="813179"/>
                </a:lnTo>
                <a:lnTo>
                  <a:pt x="19081" y="811445"/>
                </a:lnTo>
                <a:lnTo>
                  <a:pt x="18287" y="809530"/>
                </a:lnTo>
                <a:lnTo>
                  <a:pt x="18008" y="808855"/>
                </a:lnTo>
                <a:lnTo>
                  <a:pt x="18288" y="809717"/>
                </a:lnTo>
                <a:lnTo>
                  <a:pt x="18843" y="811207"/>
                </a:lnTo>
                <a:lnTo>
                  <a:pt x="19799" y="813527"/>
                </a:lnTo>
                <a:lnTo>
                  <a:pt x="20414" y="814664"/>
                </a:lnTo>
                <a:lnTo>
                  <a:pt x="20574" y="815050"/>
                </a:lnTo>
                <a:lnTo>
                  <a:pt x="20573" y="814755"/>
                </a:lnTo>
                <a:close/>
              </a:path>
              <a:path w="651459" h="962494">
                <a:moveTo>
                  <a:pt x="18770" y="810378"/>
                </a:moveTo>
                <a:lnTo>
                  <a:pt x="18288" y="809136"/>
                </a:lnTo>
                <a:lnTo>
                  <a:pt x="18287" y="806859"/>
                </a:lnTo>
                <a:lnTo>
                  <a:pt x="19050" y="807625"/>
                </a:lnTo>
                <a:lnTo>
                  <a:pt x="19050" y="806850"/>
                </a:lnTo>
                <a:lnTo>
                  <a:pt x="18288" y="806087"/>
                </a:lnTo>
                <a:lnTo>
                  <a:pt x="18288" y="803804"/>
                </a:lnTo>
                <a:lnTo>
                  <a:pt x="17525" y="803041"/>
                </a:lnTo>
                <a:lnTo>
                  <a:pt x="17525" y="806092"/>
                </a:lnTo>
                <a:lnTo>
                  <a:pt x="17561" y="807646"/>
                </a:lnTo>
                <a:lnTo>
                  <a:pt x="18100" y="808947"/>
                </a:lnTo>
                <a:lnTo>
                  <a:pt x="18287" y="809400"/>
                </a:lnTo>
                <a:lnTo>
                  <a:pt x="19050" y="811240"/>
                </a:lnTo>
                <a:lnTo>
                  <a:pt x="18770" y="810378"/>
                </a:lnTo>
                <a:close/>
              </a:path>
              <a:path w="651459" h="962494">
                <a:moveTo>
                  <a:pt x="21323" y="812932"/>
                </a:moveTo>
                <a:lnTo>
                  <a:pt x="20574" y="811435"/>
                </a:lnTo>
                <a:lnTo>
                  <a:pt x="20574" y="810660"/>
                </a:lnTo>
                <a:lnTo>
                  <a:pt x="19799" y="809885"/>
                </a:lnTo>
                <a:lnTo>
                  <a:pt x="19050" y="809135"/>
                </a:lnTo>
                <a:lnTo>
                  <a:pt x="18288" y="808194"/>
                </a:lnTo>
                <a:lnTo>
                  <a:pt x="18288" y="809136"/>
                </a:lnTo>
                <a:lnTo>
                  <a:pt x="18770" y="810378"/>
                </a:lnTo>
                <a:lnTo>
                  <a:pt x="19050" y="809902"/>
                </a:lnTo>
                <a:lnTo>
                  <a:pt x="19799" y="810656"/>
                </a:lnTo>
                <a:lnTo>
                  <a:pt x="20574" y="812183"/>
                </a:lnTo>
                <a:lnTo>
                  <a:pt x="21323" y="813691"/>
                </a:lnTo>
                <a:lnTo>
                  <a:pt x="21323" y="812932"/>
                </a:lnTo>
                <a:close/>
              </a:path>
              <a:path w="651459" h="962494">
                <a:moveTo>
                  <a:pt x="19799" y="808379"/>
                </a:moveTo>
                <a:lnTo>
                  <a:pt x="19050" y="807625"/>
                </a:lnTo>
                <a:lnTo>
                  <a:pt x="18287" y="806859"/>
                </a:lnTo>
                <a:lnTo>
                  <a:pt x="18287" y="808373"/>
                </a:lnTo>
                <a:lnTo>
                  <a:pt x="18288" y="808194"/>
                </a:lnTo>
                <a:lnTo>
                  <a:pt x="19050" y="809135"/>
                </a:lnTo>
                <a:lnTo>
                  <a:pt x="19799" y="809885"/>
                </a:lnTo>
                <a:lnTo>
                  <a:pt x="19799" y="808379"/>
                </a:lnTo>
                <a:close/>
              </a:path>
              <a:path w="651459" h="962494">
                <a:moveTo>
                  <a:pt x="17525" y="806092"/>
                </a:moveTo>
                <a:lnTo>
                  <a:pt x="17525" y="803041"/>
                </a:lnTo>
                <a:lnTo>
                  <a:pt x="14960" y="800470"/>
                </a:lnTo>
                <a:lnTo>
                  <a:pt x="15722" y="803521"/>
                </a:lnTo>
                <a:lnTo>
                  <a:pt x="16484" y="805045"/>
                </a:lnTo>
                <a:lnTo>
                  <a:pt x="17561" y="807646"/>
                </a:lnTo>
                <a:lnTo>
                  <a:pt x="17525" y="806092"/>
                </a:lnTo>
                <a:close/>
              </a:path>
              <a:path w="651459" h="962494">
                <a:moveTo>
                  <a:pt x="19050" y="784387"/>
                </a:moveTo>
                <a:lnTo>
                  <a:pt x="19050" y="782857"/>
                </a:lnTo>
                <a:lnTo>
                  <a:pt x="18288" y="781524"/>
                </a:lnTo>
                <a:lnTo>
                  <a:pt x="18288" y="785151"/>
                </a:lnTo>
                <a:lnTo>
                  <a:pt x="19050" y="784387"/>
                </a:lnTo>
                <a:close/>
              </a:path>
              <a:path w="651459" h="962494">
                <a:moveTo>
                  <a:pt x="22860" y="817466"/>
                </a:moveTo>
                <a:lnTo>
                  <a:pt x="22347" y="817714"/>
                </a:lnTo>
                <a:lnTo>
                  <a:pt x="21323" y="816574"/>
                </a:lnTo>
                <a:lnTo>
                  <a:pt x="19961" y="816723"/>
                </a:lnTo>
                <a:lnTo>
                  <a:pt x="18668" y="816187"/>
                </a:lnTo>
                <a:lnTo>
                  <a:pt x="17145" y="814664"/>
                </a:lnTo>
                <a:lnTo>
                  <a:pt x="20193" y="817714"/>
                </a:lnTo>
                <a:lnTo>
                  <a:pt x="20951" y="817714"/>
                </a:lnTo>
                <a:lnTo>
                  <a:pt x="21488" y="818252"/>
                </a:lnTo>
                <a:lnTo>
                  <a:pt x="22860" y="818821"/>
                </a:lnTo>
                <a:lnTo>
                  <a:pt x="22860" y="817466"/>
                </a:lnTo>
                <a:close/>
              </a:path>
              <a:path w="651459" h="962494">
                <a:moveTo>
                  <a:pt x="22333" y="81648"/>
                </a:moveTo>
                <a:lnTo>
                  <a:pt x="23910" y="77838"/>
                </a:lnTo>
                <a:lnTo>
                  <a:pt x="24383" y="76695"/>
                </a:lnTo>
                <a:lnTo>
                  <a:pt x="25527" y="73266"/>
                </a:lnTo>
                <a:lnTo>
                  <a:pt x="20954" y="77838"/>
                </a:lnTo>
                <a:lnTo>
                  <a:pt x="17145" y="81648"/>
                </a:lnTo>
                <a:lnTo>
                  <a:pt x="21818" y="82892"/>
                </a:lnTo>
                <a:lnTo>
                  <a:pt x="22333" y="81648"/>
                </a:lnTo>
                <a:close/>
              </a:path>
              <a:path w="651459" h="962494">
                <a:moveTo>
                  <a:pt x="20574" y="95567"/>
                </a:moveTo>
                <a:lnTo>
                  <a:pt x="20573" y="93271"/>
                </a:lnTo>
                <a:lnTo>
                  <a:pt x="19799" y="94049"/>
                </a:lnTo>
                <a:lnTo>
                  <a:pt x="19799" y="96342"/>
                </a:lnTo>
                <a:lnTo>
                  <a:pt x="20574" y="95567"/>
                </a:lnTo>
                <a:close/>
              </a:path>
              <a:path w="651459" h="962494">
                <a:moveTo>
                  <a:pt x="16763" y="833714"/>
                </a:moveTo>
                <a:lnTo>
                  <a:pt x="15038" y="833714"/>
                </a:lnTo>
                <a:lnTo>
                  <a:pt x="16281" y="834200"/>
                </a:lnTo>
                <a:lnTo>
                  <a:pt x="16763" y="834400"/>
                </a:lnTo>
                <a:lnTo>
                  <a:pt x="18791" y="835237"/>
                </a:lnTo>
                <a:lnTo>
                  <a:pt x="16763" y="833714"/>
                </a:lnTo>
                <a:close/>
              </a:path>
              <a:path w="651459" h="962494">
                <a:moveTo>
                  <a:pt x="15240" y="60109"/>
                </a:moveTo>
                <a:lnTo>
                  <a:pt x="19608" y="55740"/>
                </a:lnTo>
                <a:lnTo>
                  <a:pt x="19799" y="55549"/>
                </a:lnTo>
                <a:lnTo>
                  <a:pt x="19329" y="56019"/>
                </a:lnTo>
                <a:lnTo>
                  <a:pt x="18567" y="56781"/>
                </a:lnTo>
                <a:lnTo>
                  <a:pt x="15239" y="60109"/>
                </a:lnTo>
                <a:close/>
              </a:path>
              <a:path w="651459" h="962494">
                <a:moveTo>
                  <a:pt x="22330" y="816187"/>
                </a:moveTo>
                <a:lnTo>
                  <a:pt x="21818" y="814951"/>
                </a:lnTo>
                <a:lnTo>
                  <a:pt x="21323" y="814664"/>
                </a:lnTo>
                <a:lnTo>
                  <a:pt x="20573" y="812940"/>
                </a:lnTo>
                <a:lnTo>
                  <a:pt x="20574" y="814664"/>
                </a:lnTo>
                <a:lnTo>
                  <a:pt x="21163" y="816187"/>
                </a:lnTo>
                <a:lnTo>
                  <a:pt x="22330" y="816187"/>
                </a:lnTo>
                <a:close/>
              </a:path>
              <a:path w="651459" h="962494">
                <a:moveTo>
                  <a:pt x="20574" y="91173"/>
                </a:moveTo>
                <a:lnTo>
                  <a:pt x="21323" y="92519"/>
                </a:lnTo>
                <a:lnTo>
                  <a:pt x="21323" y="89484"/>
                </a:lnTo>
                <a:lnTo>
                  <a:pt x="20574" y="90233"/>
                </a:lnTo>
                <a:lnTo>
                  <a:pt x="20574" y="91173"/>
                </a:lnTo>
                <a:lnTo>
                  <a:pt x="20573" y="93271"/>
                </a:lnTo>
                <a:lnTo>
                  <a:pt x="20574" y="91173"/>
                </a:lnTo>
                <a:close/>
              </a:path>
              <a:path w="651459" h="962494">
                <a:moveTo>
                  <a:pt x="23996" y="55740"/>
                </a:moveTo>
                <a:lnTo>
                  <a:pt x="21323" y="54025"/>
                </a:lnTo>
                <a:lnTo>
                  <a:pt x="20853" y="54495"/>
                </a:lnTo>
                <a:lnTo>
                  <a:pt x="21323" y="55740"/>
                </a:lnTo>
                <a:lnTo>
                  <a:pt x="19799" y="55740"/>
                </a:lnTo>
                <a:lnTo>
                  <a:pt x="19799" y="59931"/>
                </a:lnTo>
                <a:lnTo>
                  <a:pt x="23996" y="55740"/>
                </a:lnTo>
                <a:close/>
              </a:path>
              <a:path w="651459" h="962494">
                <a:moveTo>
                  <a:pt x="20091" y="55257"/>
                </a:moveTo>
                <a:lnTo>
                  <a:pt x="21323" y="54016"/>
                </a:lnTo>
                <a:lnTo>
                  <a:pt x="19799" y="55537"/>
                </a:lnTo>
                <a:lnTo>
                  <a:pt x="20091" y="55257"/>
                </a:lnTo>
                <a:close/>
              </a:path>
              <a:path w="651459" h="962494">
                <a:moveTo>
                  <a:pt x="21323" y="812932"/>
                </a:moveTo>
                <a:lnTo>
                  <a:pt x="21323" y="813691"/>
                </a:lnTo>
                <a:lnTo>
                  <a:pt x="22100" y="814470"/>
                </a:lnTo>
                <a:lnTo>
                  <a:pt x="22294" y="814664"/>
                </a:lnTo>
                <a:lnTo>
                  <a:pt x="22449" y="815230"/>
                </a:lnTo>
                <a:lnTo>
                  <a:pt x="22860" y="815230"/>
                </a:lnTo>
                <a:lnTo>
                  <a:pt x="22860" y="814664"/>
                </a:lnTo>
                <a:lnTo>
                  <a:pt x="22859" y="814470"/>
                </a:lnTo>
                <a:lnTo>
                  <a:pt x="22081" y="813691"/>
                </a:lnTo>
              </a:path>
              <a:path w="651459" h="962494">
                <a:moveTo>
                  <a:pt x="22449" y="815230"/>
                </a:moveTo>
                <a:lnTo>
                  <a:pt x="22860" y="815230"/>
                </a:lnTo>
              </a:path>
              <a:path w="651459" h="962494">
                <a:moveTo>
                  <a:pt x="22860" y="815230"/>
                </a:moveTo>
              </a:path>
              <a:path w="651459" h="962494">
                <a:moveTo>
                  <a:pt x="22860" y="815230"/>
                </a:moveTo>
                <a:lnTo>
                  <a:pt x="22860" y="815230"/>
                </a:lnTo>
                <a:lnTo>
                  <a:pt x="22860" y="815230"/>
                </a:lnTo>
              </a:path>
              <a:path w="651459" h="962494">
                <a:moveTo>
                  <a:pt x="22449" y="815230"/>
                </a:moveTo>
                <a:lnTo>
                  <a:pt x="22580" y="815710"/>
                </a:lnTo>
                <a:lnTo>
                  <a:pt x="22744" y="815990"/>
                </a:lnTo>
                <a:lnTo>
                  <a:pt x="22860" y="816187"/>
                </a:lnTo>
                <a:lnTo>
                  <a:pt x="22962" y="817714"/>
                </a:lnTo>
                <a:lnTo>
                  <a:pt x="23080" y="817998"/>
                </a:lnTo>
                <a:lnTo>
                  <a:pt x="23196" y="818277"/>
                </a:lnTo>
                <a:lnTo>
                  <a:pt x="23303" y="818537"/>
                </a:lnTo>
                <a:lnTo>
                  <a:pt x="24643" y="818537"/>
                </a:lnTo>
                <a:lnTo>
                  <a:pt x="24384" y="818277"/>
                </a:lnTo>
                <a:lnTo>
                  <a:pt x="24130" y="818023"/>
                </a:lnTo>
                <a:lnTo>
                  <a:pt x="24384" y="817714"/>
                </a:lnTo>
                <a:lnTo>
                  <a:pt x="23056" y="816187"/>
                </a:lnTo>
                <a:lnTo>
                  <a:pt x="22860" y="815990"/>
                </a:lnTo>
                <a:lnTo>
                  <a:pt x="22860" y="815710"/>
                </a:lnTo>
                <a:lnTo>
                  <a:pt x="22860" y="815230"/>
                </a:lnTo>
              </a:path>
              <a:path w="651459" h="962494">
                <a:moveTo>
                  <a:pt x="22860" y="815230"/>
                </a:moveTo>
                <a:lnTo>
                  <a:pt x="23056" y="816187"/>
                </a:lnTo>
                <a:lnTo>
                  <a:pt x="23625" y="816757"/>
                </a:lnTo>
                <a:lnTo>
                  <a:pt x="24383" y="816757"/>
                </a:lnTo>
                <a:lnTo>
                  <a:pt x="23814" y="816187"/>
                </a:lnTo>
                <a:lnTo>
                  <a:pt x="22860" y="815230"/>
                </a:lnTo>
              </a:path>
              <a:path w="651459" h="962494">
                <a:moveTo>
                  <a:pt x="28193" y="816187"/>
                </a:moveTo>
                <a:lnTo>
                  <a:pt x="26669" y="816187"/>
                </a:lnTo>
                <a:lnTo>
                  <a:pt x="24383" y="816757"/>
                </a:lnTo>
                <a:lnTo>
                  <a:pt x="28194" y="816757"/>
                </a:lnTo>
                <a:lnTo>
                  <a:pt x="28194" y="816187"/>
                </a:lnTo>
              </a:path>
              <a:path w="651459" h="962494">
                <a:moveTo>
                  <a:pt x="23625" y="816757"/>
                </a:moveTo>
                <a:lnTo>
                  <a:pt x="24384" y="817517"/>
                </a:lnTo>
                <a:lnTo>
                  <a:pt x="24580" y="817714"/>
                </a:lnTo>
                <a:lnTo>
                  <a:pt x="26669" y="817714"/>
                </a:lnTo>
                <a:lnTo>
                  <a:pt x="28194" y="821324"/>
                </a:lnTo>
                <a:lnTo>
                  <a:pt x="28194" y="821524"/>
                </a:lnTo>
                <a:lnTo>
                  <a:pt x="28394" y="821524"/>
                </a:lnTo>
                <a:lnTo>
                  <a:pt x="28383" y="821324"/>
                </a:lnTo>
                <a:lnTo>
                  <a:pt x="28194" y="817714"/>
                </a:lnTo>
                <a:lnTo>
                  <a:pt x="28194" y="817517"/>
                </a:lnTo>
                <a:lnTo>
                  <a:pt x="28194" y="816757"/>
                </a:lnTo>
              </a:path>
              <a:path w="651459" h="962494">
                <a:moveTo>
                  <a:pt x="29718" y="817714"/>
                </a:moveTo>
                <a:lnTo>
                  <a:pt x="28394" y="821524"/>
                </a:lnTo>
                <a:lnTo>
                  <a:pt x="29717" y="821524"/>
                </a:lnTo>
              </a:path>
              <a:path w="651459" h="962494">
                <a:moveTo>
                  <a:pt x="23303" y="818537"/>
                </a:moveTo>
                <a:lnTo>
                  <a:pt x="23536" y="819101"/>
                </a:lnTo>
                <a:lnTo>
                  <a:pt x="23864" y="819237"/>
                </a:lnTo>
                <a:lnTo>
                  <a:pt x="23954" y="819101"/>
                </a:lnTo>
                <a:lnTo>
                  <a:pt x="24328" y="818537"/>
                </a:lnTo>
              </a:path>
              <a:path w="651459" h="962494">
                <a:moveTo>
                  <a:pt x="24328" y="818537"/>
                </a:moveTo>
                <a:lnTo>
                  <a:pt x="24453" y="818761"/>
                </a:lnTo>
                <a:lnTo>
                  <a:pt x="24618" y="819237"/>
                </a:lnTo>
                <a:lnTo>
                  <a:pt x="24735" y="819520"/>
                </a:lnTo>
                <a:lnTo>
                  <a:pt x="25223" y="819801"/>
                </a:lnTo>
                <a:lnTo>
                  <a:pt x="25853" y="820062"/>
                </a:lnTo>
                <a:lnTo>
                  <a:pt x="25982" y="820285"/>
                </a:lnTo>
                <a:lnTo>
                  <a:pt x="26297" y="821137"/>
                </a:lnTo>
                <a:lnTo>
                  <a:pt x="26361" y="821291"/>
                </a:lnTo>
                <a:lnTo>
                  <a:pt x="26458" y="821524"/>
                </a:lnTo>
                <a:lnTo>
                  <a:pt x="25907" y="821524"/>
                </a:lnTo>
                <a:lnTo>
                  <a:pt x="26370" y="822036"/>
                </a:lnTo>
                <a:lnTo>
                  <a:pt x="26739" y="822036"/>
                </a:lnTo>
                <a:lnTo>
                  <a:pt x="26670" y="821524"/>
                </a:lnTo>
                <a:lnTo>
                  <a:pt x="26670" y="821291"/>
                </a:lnTo>
                <a:lnTo>
                  <a:pt x="26627" y="821137"/>
                </a:lnTo>
                <a:lnTo>
                  <a:pt x="26390" y="820285"/>
                </a:lnTo>
                <a:lnTo>
                  <a:pt x="26191" y="820085"/>
                </a:lnTo>
                <a:lnTo>
                  <a:pt x="25907" y="819801"/>
                </a:lnTo>
                <a:lnTo>
                  <a:pt x="25722" y="819614"/>
                </a:lnTo>
                <a:lnTo>
                  <a:pt x="25908" y="819237"/>
                </a:lnTo>
                <a:lnTo>
                  <a:pt x="24866" y="818761"/>
                </a:lnTo>
                <a:lnTo>
                  <a:pt x="24666" y="818560"/>
                </a:lnTo>
              </a:path>
              <a:path w="651459" h="962494">
                <a:moveTo>
                  <a:pt x="34277" y="821524"/>
                </a:moveTo>
                <a:lnTo>
                  <a:pt x="29717" y="821524"/>
                </a:lnTo>
                <a:lnTo>
                  <a:pt x="34277" y="821524"/>
                </a:lnTo>
              </a:path>
              <a:path w="651459" h="962494">
                <a:moveTo>
                  <a:pt x="28194" y="821524"/>
                </a:moveTo>
                <a:lnTo>
                  <a:pt x="29717" y="821524"/>
                </a:lnTo>
              </a:path>
              <a:path w="651459" h="962494">
                <a:moveTo>
                  <a:pt x="28194" y="821524"/>
                </a:moveTo>
                <a:lnTo>
                  <a:pt x="28194" y="822284"/>
                </a:lnTo>
                <a:lnTo>
                  <a:pt x="28193" y="822947"/>
                </a:lnTo>
                <a:lnTo>
                  <a:pt x="27981" y="823047"/>
                </a:lnTo>
                <a:lnTo>
                  <a:pt x="28436" y="823047"/>
                </a:lnTo>
                <a:lnTo>
                  <a:pt x="29152" y="822284"/>
                </a:lnTo>
                <a:lnTo>
                  <a:pt x="29921" y="822284"/>
                </a:lnTo>
                <a:lnTo>
                  <a:pt x="34277" y="821524"/>
                </a:lnTo>
              </a:path>
              <a:path w="651459" h="962494">
                <a:moveTo>
                  <a:pt x="26370" y="822036"/>
                </a:moveTo>
                <a:lnTo>
                  <a:pt x="26595" y="822284"/>
                </a:lnTo>
                <a:lnTo>
                  <a:pt x="26670" y="822036"/>
                </a:lnTo>
              </a:path>
              <a:path w="651459" h="962494">
                <a:moveTo>
                  <a:pt x="26670" y="822036"/>
                </a:moveTo>
                <a:lnTo>
                  <a:pt x="26670" y="822284"/>
                </a:lnTo>
                <a:lnTo>
                  <a:pt x="26739" y="822036"/>
                </a:lnTo>
              </a:path>
              <a:path w="651459" h="962494">
                <a:moveTo>
                  <a:pt x="27666" y="822284"/>
                </a:moveTo>
                <a:lnTo>
                  <a:pt x="26772" y="822284"/>
                </a:lnTo>
                <a:lnTo>
                  <a:pt x="27665" y="822284"/>
                </a:lnTo>
              </a:path>
              <a:path w="651459" h="962494">
                <a:moveTo>
                  <a:pt x="26670" y="822284"/>
                </a:moveTo>
                <a:lnTo>
                  <a:pt x="27013" y="823047"/>
                </a:lnTo>
                <a:lnTo>
                  <a:pt x="26809" y="822372"/>
                </a:lnTo>
                <a:lnTo>
                  <a:pt x="27369" y="822314"/>
                </a:lnTo>
                <a:lnTo>
                  <a:pt x="27665" y="822284"/>
                </a:lnTo>
              </a:path>
              <a:path w="651459" h="962494">
                <a:moveTo>
                  <a:pt x="27980" y="823047"/>
                </a:moveTo>
                <a:lnTo>
                  <a:pt x="27096" y="823066"/>
                </a:lnTo>
                <a:lnTo>
                  <a:pt x="28193" y="823066"/>
                </a:lnTo>
              </a:path>
              <a:path w="651459" h="962494">
                <a:moveTo>
                  <a:pt x="28193" y="823047"/>
                </a:moveTo>
                <a:lnTo>
                  <a:pt x="28193" y="823521"/>
                </a:lnTo>
                <a:lnTo>
                  <a:pt x="29336" y="824571"/>
                </a:lnTo>
                <a:lnTo>
                  <a:pt x="30725" y="824571"/>
                </a:lnTo>
                <a:lnTo>
                  <a:pt x="29718" y="823579"/>
                </a:lnTo>
                <a:lnTo>
                  <a:pt x="29579" y="823521"/>
                </a:lnTo>
                <a:lnTo>
                  <a:pt x="28436" y="823047"/>
                </a:lnTo>
              </a:path>
              <a:path w="651459" h="962494">
                <a:moveTo>
                  <a:pt x="27022" y="823066"/>
                </a:moveTo>
                <a:lnTo>
                  <a:pt x="27232" y="823513"/>
                </a:lnTo>
                <a:lnTo>
                  <a:pt x="27656" y="824418"/>
                </a:lnTo>
                <a:lnTo>
                  <a:pt x="28193" y="825717"/>
                </a:lnTo>
                <a:lnTo>
                  <a:pt x="28193" y="824418"/>
                </a:lnTo>
                <a:lnTo>
                  <a:pt x="28193" y="823560"/>
                </a:lnTo>
                <a:lnTo>
                  <a:pt x="28193" y="823066"/>
                </a:lnTo>
              </a:path>
              <a:path w="651459" h="962494">
                <a:moveTo>
                  <a:pt x="20373" y="88144"/>
                </a:moveTo>
                <a:lnTo>
                  <a:pt x="21323" y="87191"/>
                </a:lnTo>
                <a:lnTo>
                  <a:pt x="22097" y="86413"/>
                </a:lnTo>
                <a:lnTo>
                  <a:pt x="22098" y="84892"/>
                </a:lnTo>
                <a:lnTo>
                  <a:pt x="21147" y="85087"/>
                </a:lnTo>
                <a:lnTo>
                  <a:pt x="22124" y="82585"/>
                </a:lnTo>
                <a:lnTo>
                  <a:pt x="22860" y="81847"/>
                </a:lnTo>
                <a:lnTo>
                  <a:pt x="22860" y="81648"/>
                </a:lnTo>
                <a:lnTo>
                  <a:pt x="22657" y="81291"/>
                </a:lnTo>
                <a:lnTo>
                  <a:pt x="22859" y="80800"/>
                </a:lnTo>
                <a:lnTo>
                  <a:pt x="22859" y="80505"/>
                </a:lnTo>
                <a:lnTo>
                  <a:pt x="22580" y="81368"/>
                </a:lnTo>
                <a:lnTo>
                  <a:pt x="22386" y="81648"/>
                </a:lnTo>
                <a:lnTo>
                  <a:pt x="21909" y="82801"/>
                </a:lnTo>
                <a:lnTo>
                  <a:pt x="21056" y="85178"/>
                </a:lnTo>
                <a:lnTo>
                  <a:pt x="20609" y="86386"/>
                </a:lnTo>
                <a:lnTo>
                  <a:pt x="20294" y="86702"/>
                </a:lnTo>
                <a:lnTo>
                  <a:pt x="19532" y="88988"/>
                </a:lnTo>
                <a:lnTo>
                  <a:pt x="20373" y="88144"/>
                </a:lnTo>
                <a:close/>
              </a:path>
              <a:path w="651459" h="962494">
                <a:moveTo>
                  <a:pt x="24002" y="55740"/>
                </a:moveTo>
                <a:lnTo>
                  <a:pt x="19431" y="60312"/>
                </a:lnTo>
                <a:lnTo>
                  <a:pt x="24147" y="60312"/>
                </a:lnTo>
              </a:path>
              <a:path w="651459" h="962494">
                <a:moveTo>
                  <a:pt x="19431" y="60312"/>
                </a:moveTo>
                <a:lnTo>
                  <a:pt x="15621" y="64122"/>
                </a:lnTo>
                <a:lnTo>
                  <a:pt x="15276" y="64122"/>
                </a:lnTo>
                <a:lnTo>
                  <a:pt x="15239" y="64503"/>
                </a:lnTo>
                <a:lnTo>
                  <a:pt x="16382" y="64122"/>
                </a:lnTo>
                <a:lnTo>
                  <a:pt x="20193" y="60312"/>
                </a:lnTo>
              </a:path>
              <a:path w="651459" h="962494">
                <a:moveTo>
                  <a:pt x="20193" y="60312"/>
                </a:moveTo>
                <a:lnTo>
                  <a:pt x="23114" y="72728"/>
                </a:lnTo>
                <a:lnTo>
                  <a:pt x="24541" y="72728"/>
                </a:lnTo>
                <a:lnTo>
                  <a:pt x="24147" y="60312"/>
                </a:lnTo>
              </a:path>
              <a:path w="651459" h="962494">
                <a:moveTo>
                  <a:pt x="17906" y="64122"/>
                </a:moveTo>
                <a:lnTo>
                  <a:pt x="9423" y="72021"/>
                </a:lnTo>
                <a:lnTo>
                  <a:pt x="9143" y="72696"/>
                </a:lnTo>
                <a:lnTo>
                  <a:pt x="9143" y="72885"/>
                </a:lnTo>
                <a:lnTo>
                  <a:pt x="18880" y="72885"/>
                </a:lnTo>
                <a:lnTo>
                  <a:pt x="18859" y="72696"/>
                </a:lnTo>
                <a:lnTo>
                  <a:pt x="18784" y="72021"/>
                </a:lnTo>
              </a:path>
              <a:path w="651459" h="962494">
                <a:moveTo>
                  <a:pt x="27419" y="70599"/>
                </a:moveTo>
                <a:lnTo>
                  <a:pt x="26284" y="71438"/>
                </a:lnTo>
                <a:lnTo>
                  <a:pt x="26151" y="71536"/>
                </a:lnTo>
                <a:lnTo>
                  <a:pt x="27654" y="71536"/>
                </a:lnTo>
              </a:path>
              <a:path w="651459" h="962494">
                <a:moveTo>
                  <a:pt x="26151" y="71536"/>
                </a:moveTo>
                <a:lnTo>
                  <a:pt x="25891" y="71729"/>
                </a:lnTo>
                <a:lnTo>
                  <a:pt x="25358" y="72123"/>
                </a:lnTo>
                <a:lnTo>
                  <a:pt x="26791" y="72123"/>
                </a:lnTo>
                <a:lnTo>
                  <a:pt x="26953" y="71729"/>
                </a:lnTo>
                <a:lnTo>
                  <a:pt x="27418" y="71536"/>
                </a:lnTo>
              </a:path>
              <a:path w="651459" h="962494">
                <a:moveTo>
                  <a:pt x="27418" y="71536"/>
                </a:moveTo>
                <a:lnTo>
                  <a:pt x="27419" y="73266"/>
                </a:lnTo>
                <a:lnTo>
                  <a:pt x="27299" y="73482"/>
                </a:lnTo>
                <a:lnTo>
                  <a:pt x="27152" y="73748"/>
                </a:lnTo>
                <a:lnTo>
                  <a:pt x="26670" y="74231"/>
                </a:lnTo>
                <a:lnTo>
                  <a:pt x="26390" y="74510"/>
                </a:lnTo>
                <a:lnTo>
                  <a:pt x="27152" y="74510"/>
                </a:lnTo>
                <a:lnTo>
                  <a:pt x="27419" y="74244"/>
                </a:lnTo>
                <a:lnTo>
                  <a:pt x="27419" y="73748"/>
                </a:lnTo>
                <a:lnTo>
                  <a:pt x="27419" y="73482"/>
                </a:lnTo>
                <a:lnTo>
                  <a:pt x="27635" y="73266"/>
                </a:lnTo>
                <a:lnTo>
                  <a:pt x="27654" y="71536"/>
                </a:lnTo>
              </a:path>
              <a:path w="651459" h="962494">
                <a:moveTo>
                  <a:pt x="25358" y="72123"/>
                </a:moveTo>
                <a:lnTo>
                  <a:pt x="24541" y="72728"/>
                </a:lnTo>
                <a:lnTo>
                  <a:pt x="26065" y="72728"/>
                </a:lnTo>
                <a:lnTo>
                  <a:pt x="26670" y="72123"/>
                </a:lnTo>
              </a:path>
              <a:path w="651459" h="962494">
                <a:moveTo>
                  <a:pt x="26670" y="72123"/>
                </a:moveTo>
                <a:lnTo>
                  <a:pt x="26669" y="72418"/>
                </a:lnTo>
                <a:lnTo>
                  <a:pt x="26791" y="72123"/>
                </a:lnTo>
              </a:path>
              <a:path w="651459" h="962494">
                <a:moveTo>
                  <a:pt x="23114" y="72728"/>
                </a:moveTo>
                <a:lnTo>
                  <a:pt x="23151" y="72885"/>
                </a:lnTo>
                <a:lnTo>
                  <a:pt x="23240" y="73266"/>
                </a:lnTo>
                <a:lnTo>
                  <a:pt x="25527" y="73266"/>
                </a:lnTo>
                <a:lnTo>
                  <a:pt x="25908" y="72885"/>
                </a:lnTo>
                <a:lnTo>
                  <a:pt x="26065" y="72728"/>
                </a:lnTo>
              </a:path>
              <a:path w="651459" h="962494">
                <a:moveTo>
                  <a:pt x="9143" y="72885"/>
                </a:moveTo>
                <a:lnTo>
                  <a:pt x="9143" y="196197"/>
                </a:lnTo>
                <a:lnTo>
                  <a:pt x="9143" y="72885"/>
                </a:lnTo>
              </a:path>
              <a:path w="651459" h="962494">
                <a:moveTo>
                  <a:pt x="9143" y="72885"/>
                </a:moveTo>
                <a:lnTo>
                  <a:pt x="13666" y="77838"/>
                </a:lnTo>
                <a:lnTo>
                  <a:pt x="19430" y="77838"/>
                </a:lnTo>
                <a:lnTo>
                  <a:pt x="18880" y="72885"/>
                </a:lnTo>
              </a:path>
              <a:path w="651459" h="962494">
                <a:moveTo>
                  <a:pt x="25527" y="73266"/>
                </a:moveTo>
                <a:lnTo>
                  <a:pt x="25400" y="73647"/>
                </a:lnTo>
                <a:lnTo>
                  <a:pt x="26342" y="73647"/>
                </a:lnTo>
                <a:lnTo>
                  <a:pt x="26320" y="73266"/>
                </a:lnTo>
              </a:path>
              <a:path w="651459" h="962494">
                <a:moveTo>
                  <a:pt x="23240" y="73266"/>
                </a:moveTo>
                <a:lnTo>
                  <a:pt x="23241" y="73266"/>
                </a:lnTo>
                <a:lnTo>
                  <a:pt x="24003" y="73266"/>
                </a:lnTo>
              </a:path>
              <a:path w="651459" h="962494">
                <a:moveTo>
                  <a:pt x="24003" y="73266"/>
                </a:moveTo>
                <a:lnTo>
                  <a:pt x="19430" y="77838"/>
                </a:lnTo>
                <a:lnTo>
                  <a:pt x="20954" y="77838"/>
                </a:lnTo>
                <a:lnTo>
                  <a:pt x="25527" y="73266"/>
                </a:lnTo>
              </a:path>
              <a:path w="651459" h="962494">
                <a:moveTo>
                  <a:pt x="25400" y="73647"/>
                </a:moveTo>
                <a:lnTo>
                  <a:pt x="25294" y="73964"/>
                </a:lnTo>
                <a:lnTo>
                  <a:pt x="25907" y="73964"/>
                </a:lnTo>
                <a:lnTo>
                  <a:pt x="25908" y="73647"/>
                </a:lnTo>
              </a:path>
              <a:path w="651459" h="962494">
                <a:moveTo>
                  <a:pt x="25908" y="73647"/>
                </a:moveTo>
                <a:lnTo>
                  <a:pt x="25907" y="73964"/>
                </a:lnTo>
                <a:lnTo>
                  <a:pt x="26359" y="73964"/>
                </a:lnTo>
                <a:lnTo>
                  <a:pt x="26342" y="73647"/>
                </a:lnTo>
              </a:path>
              <a:path w="651459" h="962494">
                <a:moveTo>
                  <a:pt x="25294" y="73964"/>
                </a:moveTo>
                <a:lnTo>
                  <a:pt x="24892" y="75171"/>
                </a:lnTo>
                <a:lnTo>
                  <a:pt x="24383" y="76695"/>
                </a:lnTo>
                <a:lnTo>
                  <a:pt x="24261" y="76990"/>
                </a:lnTo>
                <a:lnTo>
                  <a:pt x="23990" y="77645"/>
                </a:lnTo>
                <a:lnTo>
                  <a:pt x="23910" y="77838"/>
                </a:lnTo>
                <a:lnTo>
                  <a:pt x="24064" y="78040"/>
                </a:lnTo>
                <a:lnTo>
                  <a:pt x="24104" y="78320"/>
                </a:lnTo>
                <a:lnTo>
                  <a:pt x="24214" y="78806"/>
                </a:lnTo>
                <a:lnTo>
                  <a:pt x="25133" y="78806"/>
                </a:lnTo>
                <a:lnTo>
                  <a:pt x="24658" y="78320"/>
                </a:lnTo>
                <a:lnTo>
                  <a:pt x="24383" y="78040"/>
                </a:lnTo>
                <a:lnTo>
                  <a:pt x="24304" y="77838"/>
                </a:lnTo>
                <a:lnTo>
                  <a:pt x="24383" y="77645"/>
                </a:lnTo>
                <a:lnTo>
                  <a:pt x="24384" y="76990"/>
                </a:lnTo>
                <a:lnTo>
                  <a:pt x="24505" y="76695"/>
                </a:lnTo>
                <a:lnTo>
                  <a:pt x="25133" y="75171"/>
                </a:lnTo>
                <a:lnTo>
                  <a:pt x="25907" y="73964"/>
                </a:lnTo>
              </a:path>
              <a:path w="651459" h="962494">
                <a:moveTo>
                  <a:pt x="25907" y="73964"/>
                </a:moveTo>
                <a:lnTo>
                  <a:pt x="25907" y="74268"/>
                </a:lnTo>
                <a:lnTo>
                  <a:pt x="26162" y="74510"/>
                </a:lnTo>
                <a:lnTo>
                  <a:pt x="26390" y="74510"/>
                </a:lnTo>
                <a:lnTo>
                  <a:pt x="26376" y="74268"/>
                </a:lnTo>
                <a:lnTo>
                  <a:pt x="26359" y="73964"/>
                </a:lnTo>
              </a:path>
              <a:path w="651459" h="962494">
                <a:moveTo>
                  <a:pt x="26162" y="74510"/>
                </a:moveTo>
                <a:lnTo>
                  <a:pt x="26670" y="74993"/>
                </a:lnTo>
                <a:lnTo>
                  <a:pt x="27152" y="74510"/>
                </a:lnTo>
              </a:path>
              <a:path w="651459" h="962494">
                <a:moveTo>
                  <a:pt x="13666" y="77838"/>
                </a:moveTo>
                <a:lnTo>
                  <a:pt x="17145" y="81648"/>
                </a:lnTo>
                <a:lnTo>
                  <a:pt x="20954" y="77838"/>
                </a:lnTo>
              </a:path>
              <a:path w="651459" h="962494">
                <a:moveTo>
                  <a:pt x="25908" y="78028"/>
                </a:moveTo>
                <a:lnTo>
                  <a:pt x="25133" y="78806"/>
                </a:lnTo>
                <a:lnTo>
                  <a:pt x="26071" y="78806"/>
                </a:lnTo>
              </a:path>
              <a:path w="651459" h="962494">
                <a:moveTo>
                  <a:pt x="24214" y="78806"/>
                </a:moveTo>
                <a:lnTo>
                  <a:pt x="24383" y="79558"/>
                </a:lnTo>
                <a:lnTo>
                  <a:pt x="25133" y="79565"/>
                </a:lnTo>
                <a:lnTo>
                  <a:pt x="24383" y="80317"/>
                </a:lnTo>
                <a:lnTo>
                  <a:pt x="23609" y="81095"/>
                </a:lnTo>
                <a:lnTo>
                  <a:pt x="23058" y="81648"/>
                </a:lnTo>
                <a:lnTo>
                  <a:pt x="26249" y="81648"/>
                </a:lnTo>
                <a:lnTo>
                  <a:pt x="26670" y="81648"/>
                </a:lnTo>
                <a:lnTo>
                  <a:pt x="26553" y="81095"/>
                </a:lnTo>
                <a:lnTo>
                  <a:pt x="26389" y="80317"/>
                </a:lnTo>
                <a:lnTo>
                  <a:pt x="26231" y="79565"/>
                </a:lnTo>
                <a:lnTo>
                  <a:pt x="26071" y="78806"/>
                </a:lnTo>
              </a:path>
              <a:path w="651459" h="962494">
                <a:moveTo>
                  <a:pt x="22860" y="81648"/>
                </a:moveTo>
                <a:lnTo>
                  <a:pt x="22860" y="81648"/>
                </a:lnTo>
                <a:lnTo>
                  <a:pt x="23058" y="81648"/>
                </a:lnTo>
              </a:path>
              <a:path w="651459" h="962494">
                <a:moveTo>
                  <a:pt x="22860" y="81648"/>
                </a:moveTo>
                <a:lnTo>
                  <a:pt x="22860" y="81847"/>
                </a:lnTo>
                <a:lnTo>
                  <a:pt x="22124" y="82585"/>
                </a:lnTo>
                <a:lnTo>
                  <a:pt x="22044" y="82791"/>
                </a:lnTo>
                <a:lnTo>
                  <a:pt x="23435" y="82791"/>
                </a:lnTo>
                <a:lnTo>
                  <a:pt x="23609" y="82616"/>
                </a:lnTo>
                <a:lnTo>
                  <a:pt x="23609" y="81847"/>
                </a:lnTo>
                <a:lnTo>
                  <a:pt x="23609" y="81648"/>
                </a:lnTo>
                <a:lnTo>
                  <a:pt x="26249" y="81648"/>
                </a:lnTo>
              </a:path>
              <a:path w="651459" h="962494">
                <a:moveTo>
                  <a:pt x="22044" y="82791"/>
                </a:moveTo>
                <a:lnTo>
                  <a:pt x="21746" y="83553"/>
                </a:lnTo>
                <a:lnTo>
                  <a:pt x="21520" y="84133"/>
                </a:lnTo>
                <a:lnTo>
                  <a:pt x="22098" y="84133"/>
                </a:lnTo>
                <a:lnTo>
                  <a:pt x="22098" y="83553"/>
                </a:lnTo>
                <a:lnTo>
                  <a:pt x="22098" y="82791"/>
                </a:lnTo>
              </a:path>
              <a:path w="651459" h="962494">
                <a:moveTo>
                  <a:pt x="22098" y="82791"/>
                </a:moveTo>
                <a:lnTo>
                  <a:pt x="22098" y="83368"/>
                </a:lnTo>
                <a:lnTo>
                  <a:pt x="22098" y="84133"/>
                </a:lnTo>
                <a:lnTo>
                  <a:pt x="22860" y="84133"/>
                </a:lnTo>
                <a:lnTo>
                  <a:pt x="22860" y="83368"/>
                </a:lnTo>
                <a:lnTo>
                  <a:pt x="23435" y="82791"/>
                </a:lnTo>
              </a:path>
              <a:path w="651459" h="962494">
                <a:moveTo>
                  <a:pt x="21520" y="84133"/>
                </a:moveTo>
                <a:lnTo>
                  <a:pt x="21223" y="84892"/>
                </a:lnTo>
                <a:lnTo>
                  <a:pt x="22860" y="84892"/>
                </a:lnTo>
                <a:lnTo>
                  <a:pt x="22860" y="84133"/>
                </a:lnTo>
              </a:path>
              <a:path w="651459" h="962494">
                <a:moveTo>
                  <a:pt x="21223" y="84892"/>
                </a:moveTo>
                <a:lnTo>
                  <a:pt x="21147" y="85087"/>
                </a:lnTo>
                <a:lnTo>
                  <a:pt x="22098" y="84892"/>
                </a:lnTo>
              </a:path>
              <a:path w="651459" h="962494">
                <a:moveTo>
                  <a:pt x="22098" y="84892"/>
                </a:moveTo>
                <a:lnTo>
                  <a:pt x="22097" y="85648"/>
                </a:lnTo>
                <a:lnTo>
                  <a:pt x="22097" y="86413"/>
                </a:lnTo>
                <a:lnTo>
                  <a:pt x="22859" y="85648"/>
                </a:lnTo>
                <a:lnTo>
                  <a:pt x="22860" y="84892"/>
                </a:lnTo>
              </a:path>
              <a:path w="651459" h="962494">
                <a:moveTo>
                  <a:pt x="9143" y="196197"/>
                </a:moveTo>
                <a:lnTo>
                  <a:pt x="9143" y="823434"/>
                </a:lnTo>
              </a:path>
              <a:path w="651459" h="962494">
                <a:moveTo>
                  <a:pt x="17525" y="788200"/>
                </a:moveTo>
                <a:lnTo>
                  <a:pt x="14960" y="790766"/>
                </a:lnTo>
                <a:lnTo>
                  <a:pt x="14543" y="800470"/>
                </a:lnTo>
                <a:lnTo>
                  <a:pt x="17525" y="800470"/>
                </a:lnTo>
                <a:lnTo>
                  <a:pt x="17525" y="790766"/>
                </a:lnTo>
              </a:path>
              <a:path w="651459" h="962494">
                <a:moveTo>
                  <a:pt x="14543" y="800470"/>
                </a:moveTo>
                <a:lnTo>
                  <a:pt x="14412" y="803521"/>
                </a:lnTo>
                <a:lnTo>
                  <a:pt x="14248" y="807331"/>
                </a:lnTo>
                <a:lnTo>
                  <a:pt x="14234" y="807646"/>
                </a:lnTo>
                <a:lnTo>
                  <a:pt x="14182" y="808855"/>
                </a:lnTo>
                <a:lnTo>
                  <a:pt x="18062" y="808855"/>
                </a:lnTo>
                <a:lnTo>
                  <a:pt x="17561" y="807646"/>
                </a:lnTo>
                <a:lnTo>
                  <a:pt x="17337" y="807422"/>
                </a:lnTo>
                <a:lnTo>
                  <a:pt x="15722" y="803521"/>
                </a:lnTo>
                <a:lnTo>
                  <a:pt x="14960" y="800470"/>
                </a:lnTo>
              </a:path>
              <a:path w="651459" h="962494">
                <a:moveTo>
                  <a:pt x="14960" y="800470"/>
                </a:moveTo>
                <a:lnTo>
                  <a:pt x="17525" y="803041"/>
                </a:lnTo>
                <a:lnTo>
                  <a:pt x="17525" y="800470"/>
                </a:lnTo>
              </a:path>
              <a:path w="651459" h="962494">
                <a:moveTo>
                  <a:pt x="14182" y="808855"/>
                </a:moveTo>
                <a:lnTo>
                  <a:pt x="14145" y="809717"/>
                </a:lnTo>
                <a:lnTo>
                  <a:pt x="14097" y="810854"/>
                </a:lnTo>
                <a:lnTo>
                  <a:pt x="18711" y="810854"/>
                </a:lnTo>
                <a:lnTo>
                  <a:pt x="18288" y="809717"/>
                </a:lnTo>
                <a:lnTo>
                  <a:pt x="18008" y="808855"/>
                </a:lnTo>
              </a:path>
              <a:path w="651459" h="962494">
                <a:moveTo>
                  <a:pt x="18008" y="808855"/>
                </a:moveTo>
                <a:lnTo>
                  <a:pt x="18234" y="809400"/>
                </a:lnTo>
                <a:lnTo>
                  <a:pt x="18287" y="809530"/>
                </a:lnTo>
                <a:lnTo>
                  <a:pt x="18996" y="811240"/>
                </a:lnTo>
                <a:lnTo>
                  <a:pt x="18341" y="809530"/>
                </a:lnTo>
                <a:lnTo>
                  <a:pt x="18287" y="809400"/>
                </a:lnTo>
                <a:lnTo>
                  <a:pt x="18100" y="808947"/>
                </a:lnTo>
              </a:path>
              <a:path w="651459" h="962494">
                <a:moveTo>
                  <a:pt x="19050" y="809902"/>
                </a:moveTo>
                <a:lnTo>
                  <a:pt x="18770" y="810378"/>
                </a:lnTo>
                <a:lnTo>
                  <a:pt x="18860" y="810656"/>
                </a:lnTo>
                <a:lnTo>
                  <a:pt x="19800" y="810657"/>
                </a:lnTo>
                <a:lnTo>
                  <a:pt x="19522" y="810378"/>
                </a:lnTo>
              </a:path>
              <a:path w="651459" h="962494">
                <a:moveTo>
                  <a:pt x="18861" y="810657"/>
                </a:moveTo>
                <a:lnTo>
                  <a:pt x="18990" y="811056"/>
                </a:lnTo>
                <a:lnTo>
                  <a:pt x="19050" y="811240"/>
                </a:lnTo>
                <a:lnTo>
                  <a:pt x="19050" y="811056"/>
                </a:lnTo>
                <a:lnTo>
                  <a:pt x="19050" y="810657"/>
                </a:lnTo>
              </a:path>
              <a:path w="651459" h="962494">
                <a:moveTo>
                  <a:pt x="19050" y="810657"/>
                </a:moveTo>
                <a:lnTo>
                  <a:pt x="19532" y="811141"/>
                </a:lnTo>
                <a:lnTo>
                  <a:pt x="19799" y="811408"/>
                </a:lnTo>
                <a:lnTo>
                  <a:pt x="20190" y="812183"/>
                </a:lnTo>
                <a:lnTo>
                  <a:pt x="20573" y="812940"/>
                </a:lnTo>
                <a:lnTo>
                  <a:pt x="20900" y="813691"/>
                </a:lnTo>
                <a:lnTo>
                  <a:pt x="21323" y="814664"/>
                </a:lnTo>
                <a:lnTo>
                  <a:pt x="21818" y="814951"/>
                </a:lnTo>
                <a:lnTo>
                  <a:pt x="22133" y="815710"/>
                </a:lnTo>
                <a:lnTo>
                  <a:pt x="22330" y="816187"/>
                </a:lnTo>
                <a:lnTo>
                  <a:pt x="22860" y="817466"/>
                </a:lnTo>
                <a:lnTo>
                  <a:pt x="22860" y="817714"/>
                </a:lnTo>
                <a:lnTo>
                  <a:pt x="22860" y="818023"/>
                </a:lnTo>
                <a:lnTo>
                  <a:pt x="22860" y="818821"/>
                </a:lnTo>
                <a:lnTo>
                  <a:pt x="23420" y="818821"/>
                </a:lnTo>
                <a:lnTo>
                  <a:pt x="23090" y="818023"/>
                </a:lnTo>
                <a:lnTo>
                  <a:pt x="22962" y="817714"/>
                </a:lnTo>
                <a:lnTo>
                  <a:pt x="22946" y="817466"/>
                </a:lnTo>
                <a:lnTo>
                  <a:pt x="22860" y="816187"/>
                </a:lnTo>
                <a:lnTo>
                  <a:pt x="22580" y="815710"/>
                </a:lnTo>
                <a:lnTo>
                  <a:pt x="22373" y="814951"/>
                </a:lnTo>
                <a:lnTo>
                  <a:pt x="22294" y="814664"/>
                </a:lnTo>
                <a:lnTo>
                  <a:pt x="21323" y="813691"/>
                </a:lnTo>
                <a:lnTo>
                  <a:pt x="20950" y="812940"/>
                </a:lnTo>
                <a:lnTo>
                  <a:pt x="20574" y="812183"/>
                </a:lnTo>
                <a:lnTo>
                  <a:pt x="20180" y="811408"/>
                </a:lnTo>
                <a:lnTo>
                  <a:pt x="20045" y="811141"/>
                </a:lnTo>
                <a:lnTo>
                  <a:pt x="19800" y="810657"/>
                </a:lnTo>
              </a:path>
              <a:path w="651459" h="962494">
                <a:moveTo>
                  <a:pt x="18491" y="810854"/>
                </a:moveTo>
                <a:lnTo>
                  <a:pt x="18843" y="811207"/>
                </a:lnTo>
                <a:lnTo>
                  <a:pt x="18711" y="810854"/>
                </a:lnTo>
              </a:path>
              <a:path w="651459" h="962494">
                <a:moveTo>
                  <a:pt x="18996" y="811240"/>
                </a:moveTo>
                <a:lnTo>
                  <a:pt x="19081" y="811445"/>
                </a:lnTo>
                <a:lnTo>
                  <a:pt x="19064" y="811240"/>
                </a:lnTo>
              </a:path>
              <a:path w="651459" h="962494">
                <a:moveTo>
                  <a:pt x="17145" y="814664"/>
                </a:moveTo>
                <a:lnTo>
                  <a:pt x="17070" y="817714"/>
                </a:lnTo>
                <a:lnTo>
                  <a:pt x="17057" y="818252"/>
                </a:lnTo>
                <a:lnTo>
                  <a:pt x="17043" y="818821"/>
                </a:lnTo>
                <a:lnTo>
                  <a:pt x="22860" y="818821"/>
                </a:lnTo>
                <a:lnTo>
                  <a:pt x="21488" y="818252"/>
                </a:lnTo>
                <a:lnTo>
                  <a:pt x="20193" y="817714"/>
                </a:lnTo>
              </a:path>
              <a:path w="651459" h="962494">
                <a:moveTo>
                  <a:pt x="17043" y="818821"/>
                </a:moveTo>
                <a:lnTo>
                  <a:pt x="22859" y="818860"/>
                </a:lnTo>
              </a:path>
              <a:path w="651459" h="962494">
                <a:moveTo>
                  <a:pt x="22860" y="818821"/>
                </a:moveTo>
                <a:lnTo>
                  <a:pt x="23437" y="818860"/>
                </a:lnTo>
              </a:path>
              <a:path w="651459" h="962494">
                <a:moveTo>
                  <a:pt x="17042" y="818860"/>
                </a:moveTo>
                <a:lnTo>
                  <a:pt x="17036" y="819101"/>
                </a:lnTo>
                <a:lnTo>
                  <a:pt x="17033" y="819237"/>
                </a:lnTo>
                <a:lnTo>
                  <a:pt x="23864" y="819237"/>
                </a:lnTo>
                <a:lnTo>
                  <a:pt x="23536" y="819101"/>
                </a:lnTo>
                <a:lnTo>
                  <a:pt x="23437" y="818860"/>
                </a:lnTo>
              </a:path>
              <a:path w="651459" h="962494">
                <a:moveTo>
                  <a:pt x="17033" y="819237"/>
                </a:moveTo>
                <a:lnTo>
                  <a:pt x="16931" y="823434"/>
                </a:lnTo>
                <a:lnTo>
                  <a:pt x="16763" y="830290"/>
                </a:lnTo>
                <a:lnTo>
                  <a:pt x="16763" y="831049"/>
                </a:lnTo>
                <a:lnTo>
                  <a:pt x="25722" y="831049"/>
                </a:lnTo>
                <a:lnTo>
                  <a:pt x="25740" y="830290"/>
                </a:lnTo>
                <a:lnTo>
                  <a:pt x="25908" y="823434"/>
                </a:lnTo>
                <a:lnTo>
                  <a:pt x="21717" y="819237"/>
                </a:lnTo>
                <a:lnTo>
                  <a:pt x="23593" y="819237"/>
                </a:lnTo>
              </a:path>
              <a:path w="651459" h="962494">
                <a:moveTo>
                  <a:pt x="23593" y="819237"/>
                </a:moveTo>
                <a:lnTo>
                  <a:pt x="23682" y="819453"/>
                </a:lnTo>
                <a:lnTo>
                  <a:pt x="24383" y="819453"/>
                </a:lnTo>
                <a:lnTo>
                  <a:pt x="23864" y="819237"/>
                </a:lnTo>
              </a:path>
              <a:path w="651459" h="962494">
                <a:moveTo>
                  <a:pt x="24618" y="819237"/>
                </a:moveTo>
                <a:lnTo>
                  <a:pt x="24384" y="819237"/>
                </a:lnTo>
                <a:lnTo>
                  <a:pt x="24383" y="819453"/>
                </a:lnTo>
                <a:lnTo>
                  <a:pt x="24707" y="819453"/>
                </a:lnTo>
                <a:lnTo>
                  <a:pt x="24618" y="819237"/>
                </a:lnTo>
              </a:path>
              <a:path w="651459" h="962494">
                <a:moveTo>
                  <a:pt x="23682" y="819453"/>
                </a:moveTo>
                <a:lnTo>
                  <a:pt x="23749" y="819614"/>
                </a:lnTo>
                <a:lnTo>
                  <a:pt x="23934" y="820062"/>
                </a:lnTo>
                <a:lnTo>
                  <a:pt x="24383" y="820343"/>
                </a:lnTo>
                <a:lnTo>
                  <a:pt x="24495" y="820690"/>
                </a:lnTo>
                <a:lnTo>
                  <a:pt x="24764" y="821524"/>
                </a:lnTo>
                <a:lnTo>
                  <a:pt x="25730" y="821925"/>
                </a:lnTo>
                <a:lnTo>
                  <a:pt x="25907" y="821998"/>
                </a:lnTo>
                <a:lnTo>
                  <a:pt x="26595" y="822284"/>
                </a:lnTo>
                <a:lnTo>
                  <a:pt x="26337" y="821998"/>
                </a:lnTo>
                <a:lnTo>
                  <a:pt x="25907" y="821524"/>
                </a:lnTo>
                <a:lnTo>
                  <a:pt x="25564" y="821524"/>
                </a:lnTo>
                <a:lnTo>
                  <a:pt x="25219" y="820690"/>
                </a:lnTo>
                <a:lnTo>
                  <a:pt x="25568" y="820343"/>
                </a:lnTo>
                <a:lnTo>
                  <a:pt x="25737" y="820177"/>
                </a:lnTo>
                <a:lnTo>
                  <a:pt x="24774" y="819614"/>
                </a:lnTo>
                <a:lnTo>
                  <a:pt x="24707" y="819453"/>
                </a:lnTo>
              </a:path>
              <a:path w="651459" h="962494">
                <a:moveTo>
                  <a:pt x="9144" y="823435"/>
                </a:moveTo>
                <a:lnTo>
                  <a:pt x="9144" y="824532"/>
                </a:lnTo>
                <a:lnTo>
                  <a:pt x="9201" y="826044"/>
                </a:lnTo>
                <a:lnTo>
                  <a:pt x="9319" y="826329"/>
                </a:lnTo>
                <a:lnTo>
                  <a:pt x="9423" y="826580"/>
                </a:lnTo>
                <a:lnTo>
                  <a:pt x="10185" y="828108"/>
                </a:lnTo>
                <a:lnTo>
                  <a:pt x="10272" y="828195"/>
                </a:lnTo>
                <a:lnTo>
                  <a:pt x="10459" y="828381"/>
                </a:lnTo>
                <a:lnTo>
                  <a:pt x="10668" y="828588"/>
                </a:lnTo>
                <a:lnTo>
                  <a:pt x="10853" y="828866"/>
                </a:lnTo>
                <a:lnTo>
                  <a:pt x="10787" y="828588"/>
                </a:lnTo>
                <a:lnTo>
                  <a:pt x="10668" y="828381"/>
                </a:lnTo>
                <a:lnTo>
                  <a:pt x="10668" y="828195"/>
                </a:lnTo>
                <a:lnTo>
                  <a:pt x="9996" y="826580"/>
                </a:lnTo>
                <a:lnTo>
                  <a:pt x="9891" y="826329"/>
                </a:lnTo>
                <a:lnTo>
                  <a:pt x="9817" y="826044"/>
                </a:lnTo>
                <a:lnTo>
                  <a:pt x="9427" y="824532"/>
                </a:lnTo>
              </a:path>
              <a:path w="651459" h="962494">
                <a:moveTo>
                  <a:pt x="13555" y="827843"/>
                </a:moveTo>
                <a:lnTo>
                  <a:pt x="14094" y="828381"/>
                </a:lnTo>
                <a:lnTo>
                  <a:pt x="12179" y="828381"/>
                </a:lnTo>
                <a:lnTo>
                  <a:pt x="10947" y="828866"/>
                </a:lnTo>
                <a:lnTo>
                  <a:pt x="15205" y="828866"/>
                </a:lnTo>
                <a:lnTo>
                  <a:pt x="14859" y="828381"/>
                </a:lnTo>
              </a:path>
              <a:path w="651459" h="962494">
                <a:moveTo>
                  <a:pt x="10853" y="828866"/>
                </a:moveTo>
                <a:lnTo>
                  <a:pt x="12179" y="830854"/>
                </a:lnTo>
                <a:lnTo>
                  <a:pt x="12373" y="831049"/>
                </a:lnTo>
                <a:lnTo>
                  <a:pt x="16763" y="831049"/>
                </a:lnTo>
                <a:lnTo>
                  <a:pt x="16624" y="830854"/>
                </a:lnTo>
                <a:lnTo>
                  <a:pt x="15205" y="828866"/>
                </a:lnTo>
              </a:path>
              <a:path w="651459" h="962494">
                <a:moveTo>
                  <a:pt x="12373" y="831049"/>
                </a:moveTo>
                <a:lnTo>
                  <a:pt x="13515" y="832191"/>
                </a:lnTo>
                <a:lnTo>
                  <a:pt x="25694" y="832191"/>
                </a:lnTo>
                <a:lnTo>
                  <a:pt x="25722" y="831049"/>
                </a:lnTo>
              </a:path>
              <a:path w="651459" h="962494">
                <a:moveTo>
                  <a:pt x="13515" y="832191"/>
                </a:moveTo>
                <a:lnTo>
                  <a:pt x="13515" y="832191"/>
                </a:lnTo>
                <a:lnTo>
                  <a:pt x="17906" y="832191"/>
                </a:lnTo>
              </a:path>
              <a:path w="651459" h="962494">
                <a:moveTo>
                  <a:pt x="17906" y="832191"/>
                </a:moveTo>
                <a:lnTo>
                  <a:pt x="19430" y="833714"/>
                </a:lnTo>
                <a:lnTo>
                  <a:pt x="25526" y="839047"/>
                </a:lnTo>
                <a:lnTo>
                  <a:pt x="25657" y="833714"/>
                </a:lnTo>
                <a:lnTo>
                  <a:pt x="25694" y="832191"/>
                </a:lnTo>
              </a:path>
              <a:path w="651459" h="962494">
                <a:moveTo>
                  <a:pt x="23609" y="83375"/>
                </a:moveTo>
                <a:lnTo>
                  <a:pt x="23609" y="82616"/>
                </a:lnTo>
                <a:lnTo>
                  <a:pt x="22860" y="83368"/>
                </a:lnTo>
                <a:lnTo>
                  <a:pt x="22860" y="84127"/>
                </a:lnTo>
                <a:lnTo>
                  <a:pt x="23609" y="83375"/>
                </a:lnTo>
                <a:close/>
              </a:path>
              <a:path w="651459" h="962494">
                <a:moveTo>
                  <a:pt x="23609" y="81095"/>
                </a:moveTo>
                <a:lnTo>
                  <a:pt x="24383" y="80317"/>
                </a:lnTo>
                <a:lnTo>
                  <a:pt x="25133" y="79565"/>
                </a:lnTo>
                <a:lnTo>
                  <a:pt x="24383" y="79558"/>
                </a:lnTo>
                <a:lnTo>
                  <a:pt x="23609" y="78981"/>
                </a:lnTo>
                <a:lnTo>
                  <a:pt x="23609" y="80336"/>
                </a:lnTo>
                <a:lnTo>
                  <a:pt x="23058" y="81648"/>
                </a:lnTo>
                <a:lnTo>
                  <a:pt x="23609" y="81095"/>
                </a:lnTo>
                <a:close/>
              </a:path>
              <a:path w="651459" h="962494">
                <a:moveTo>
                  <a:pt x="38658" y="42024"/>
                </a:moveTo>
                <a:lnTo>
                  <a:pt x="37896" y="42786"/>
                </a:lnTo>
                <a:lnTo>
                  <a:pt x="39420" y="42786"/>
                </a:lnTo>
                <a:lnTo>
                  <a:pt x="40182" y="42024"/>
                </a:lnTo>
              </a:path>
              <a:path w="651459" h="962494">
                <a:moveTo>
                  <a:pt x="37134" y="42786"/>
                </a:moveTo>
                <a:lnTo>
                  <a:pt x="37134" y="42786"/>
                </a:lnTo>
                <a:lnTo>
                  <a:pt x="37896" y="42786"/>
                </a:lnTo>
              </a:path>
              <a:path w="651459" h="962494">
                <a:moveTo>
                  <a:pt x="37134" y="42786"/>
                </a:moveTo>
                <a:lnTo>
                  <a:pt x="37134" y="43548"/>
                </a:lnTo>
                <a:lnTo>
                  <a:pt x="36372" y="44310"/>
                </a:lnTo>
                <a:lnTo>
                  <a:pt x="35610" y="45072"/>
                </a:lnTo>
                <a:lnTo>
                  <a:pt x="36006" y="45072"/>
                </a:lnTo>
                <a:lnTo>
                  <a:pt x="37847" y="44310"/>
                </a:lnTo>
                <a:lnTo>
                  <a:pt x="38658" y="43548"/>
                </a:lnTo>
                <a:lnTo>
                  <a:pt x="39420" y="42786"/>
                </a:lnTo>
              </a:path>
              <a:path w="651459" h="962494">
                <a:moveTo>
                  <a:pt x="34848" y="45072"/>
                </a:moveTo>
                <a:lnTo>
                  <a:pt x="34848" y="45072"/>
                </a:lnTo>
                <a:lnTo>
                  <a:pt x="35610" y="45072"/>
                </a:lnTo>
              </a:path>
              <a:path w="651459" h="962494">
                <a:moveTo>
                  <a:pt x="34848" y="45072"/>
                </a:moveTo>
                <a:lnTo>
                  <a:pt x="34569" y="45351"/>
                </a:lnTo>
                <a:lnTo>
                  <a:pt x="34086" y="45834"/>
                </a:lnTo>
                <a:lnTo>
                  <a:pt x="34482" y="45834"/>
                </a:lnTo>
                <a:lnTo>
                  <a:pt x="35331" y="45351"/>
                </a:lnTo>
                <a:lnTo>
                  <a:pt x="36006" y="45072"/>
                </a:lnTo>
              </a:path>
              <a:path w="651459" h="962494">
                <a:moveTo>
                  <a:pt x="33324" y="45834"/>
                </a:moveTo>
                <a:lnTo>
                  <a:pt x="33324" y="45834"/>
                </a:lnTo>
                <a:lnTo>
                  <a:pt x="34086" y="45834"/>
                </a:lnTo>
              </a:path>
              <a:path w="651459" h="962494">
                <a:moveTo>
                  <a:pt x="33324" y="45834"/>
                </a:moveTo>
                <a:lnTo>
                  <a:pt x="33045" y="46113"/>
                </a:lnTo>
                <a:lnTo>
                  <a:pt x="32562" y="46596"/>
                </a:lnTo>
                <a:lnTo>
                  <a:pt x="31038" y="46596"/>
                </a:lnTo>
                <a:lnTo>
                  <a:pt x="30759" y="46875"/>
                </a:lnTo>
                <a:lnTo>
                  <a:pt x="29997" y="47637"/>
                </a:lnTo>
                <a:lnTo>
                  <a:pt x="30759" y="47637"/>
                </a:lnTo>
                <a:lnTo>
                  <a:pt x="32283" y="46875"/>
                </a:lnTo>
                <a:lnTo>
                  <a:pt x="32958" y="46596"/>
                </a:lnTo>
                <a:lnTo>
                  <a:pt x="33807" y="46113"/>
                </a:lnTo>
                <a:lnTo>
                  <a:pt x="34482" y="45834"/>
                </a:lnTo>
              </a:path>
              <a:path w="651459" h="962494">
                <a:moveTo>
                  <a:pt x="33592" y="46596"/>
                </a:moveTo>
                <a:lnTo>
                  <a:pt x="30759" y="47637"/>
                </a:lnTo>
                <a:lnTo>
                  <a:pt x="31076" y="47637"/>
                </a:lnTo>
              </a:path>
              <a:path w="651459" h="962494">
                <a:moveTo>
                  <a:pt x="24383" y="46596"/>
                </a:moveTo>
                <a:lnTo>
                  <a:pt x="24383" y="48882"/>
                </a:lnTo>
                <a:lnTo>
                  <a:pt x="27990" y="48882"/>
                </a:lnTo>
                <a:lnTo>
                  <a:pt x="27841" y="48882"/>
                </a:lnTo>
                <a:lnTo>
                  <a:pt x="27228" y="48882"/>
                </a:lnTo>
              </a:path>
              <a:path w="651459" h="962494">
                <a:moveTo>
                  <a:pt x="29997" y="47637"/>
                </a:moveTo>
                <a:lnTo>
                  <a:pt x="29514" y="48120"/>
                </a:lnTo>
                <a:lnTo>
                  <a:pt x="28752" y="48120"/>
                </a:lnTo>
                <a:lnTo>
                  <a:pt x="28473" y="48399"/>
                </a:lnTo>
                <a:lnTo>
                  <a:pt x="27990" y="48882"/>
                </a:lnTo>
                <a:lnTo>
                  <a:pt x="28386" y="48882"/>
                </a:lnTo>
                <a:lnTo>
                  <a:pt x="29235" y="48399"/>
                </a:lnTo>
                <a:lnTo>
                  <a:pt x="29910" y="48120"/>
                </a:lnTo>
                <a:lnTo>
                  <a:pt x="31076" y="47637"/>
                </a:lnTo>
              </a:path>
              <a:path w="651459" h="962494">
                <a:moveTo>
                  <a:pt x="24383" y="48882"/>
                </a:moveTo>
                <a:lnTo>
                  <a:pt x="24868" y="49161"/>
                </a:lnTo>
                <a:lnTo>
                  <a:pt x="25704" y="49644"/>
                </a:lnTo>
                <a:lnTo>
                  <a:pt x="24383" y="50962"/>
                </a:lnTo>
                <a:lnTo>
                  <a:pt x="24180" y="51168"/>
                </a:lnTo>
                <a:lnTo>
                  <a:pt x="24942" y="51168"/>
                </a:lnTo>
                <a:lnTo>
                  <a:pt x="25148" y="50962"/>
                </a:lnTo>
                <a:lnTo>
                  <a:pt x="26466" y="49644"/>
                </a:lnTo>
                <a:lnTo>
                  <a:pt x="27711" y="49161"/>
                </a:lnTo>
                <a:lnTo>
                  <a:pt x="28386" y="48882"/>
                </a:lnTo>
              </a:path>
              <a:path w="651459" h="962494">
                <a:moveTo>
                  <a:pt x="30099" y="49644"/>
                </a:moveTo>
                <a:lnTo>
                  <a:pt x="28575" y="51168"/>
                </a:lnTo>
                <a:lnTo>
                  <a:pt x="24926" y="54812"/>
                </a:lnTo>
                <a:lnTo>
                  <a:pt x="24383" y="56121"/>
                </a:lnTo>
                <a:lnTo>
                  <a:pt x="30563" y="56121"/>
                </a:lnTo>
                <a:lnTo>
                  <a:pt x="30469" y="54812"/>
                </a:lnTo>
                <a:lnTo>
                  <a:pt x="30208" y="51168"/>
                </a:lnTo>
              </a:path>
              <a:path w="651459" h="962494">
                <a:moveTo>
                  <a:pt x="24180" y="51168"/>
                </a:moveTo>
                <a:lnTo>
                  <a:pt x="21323" y="54016"/>
                </a:lnTo>
                <a:lnTo>
                  <a:pt x="24383" y="54025"/>
                </a:lnTo>
                <a:lnTo>
                  <a:pt x="24383" y="51168"/>
                </a:lnTo>
              </a:path>
              <a:path w="651459" h="962494">
                <a:moveTo>
                  <a:pt x="24383" y="51168"/>
                </a:moveTo>
                <a:lnTo>
                  <a:pt x="24942" y="51168"/>
                </a:lnTo>
                <a:lnTo>
                  <a:pt x="24942" y="51168"/>
                </a:lnTo>
              </a:path>
              <a:path w="651459" h="962494">
                <a:moveTo>
                  <a:pt x="21314" y="54025"/>
                </a:moveTo>
                <a:lnTo>
                  <a:pt x="20847" y="54495"/>
                </a:lnTo>
                <a:lnTo>
                  <a:pt x="20091" y="55257"/>
                </a:lnTo>
                <a:lnTo>
                  <a:pt x="19799" y="55549"/>
                </a:lnTo>
                <a:lnTo>
                  <a:pt x="19608" y="55740"/>
                </a:lnTo>
                <a:lnTo>
                  <a:pt x="15519" y="59829"/>
                </a:lnTo>
                <a:lnTo>
                  <a:pt x="19799" y="59829"/>
                </a:lnTo>
                <a:lnTo>
                  <a:pt x="19799" y="55740"/>
                </a:lnTo>
                <a:lnTo>
                  <a:pt x="19968" y="55740"/>
                </a:lnTo>
                <a:lnTo>
                  <a:pt x="21323" y="55740"/>
                </a:lnTo>
                <a:lnTo>
                  <a:pt x="21251" y="55549"/>
                </a:lnTo>
                <a:lnTo>
                  <a:pt x="21141" y="55257"/>
                </a:lnTo>
                <a:lnTo>
                  <a:pt x="20853" y="54495"/>
                </a:lnTo>
                <a:lnTo>
                  <a:pt x="21323" y="54025"/>
                </a:lnTo>
              </a:path>
              <a:path w="651459" h="962494">
                <a:moveTo>
                  <a:pt x="21323" y="54025"/>
                </a:moveTo>
                <a:lnTo>
                  <a:pt x="23994" y="55740"/>
                </a:lnTo>
                <a:lnTo>
                  <a:pt x="24383" y="55740"/>
                </a:lnTo>
                <a:lnTo>
                  <a:pt x="24383" y="54025"/>
                </a:lnTo>
              </a:path>
              <a:path w="651459" h="962494">
                <a:moveTo>
                  <a:pt x="23994" y="55740"/>
                </a:moveTo>
                <a:lnTo>
                  <a:pt x="23994" y="55740"/>
                </a:lnTo>
                <a:lnTo>
                  <a:pt x="24002" y="55740"/>
                </a:lnTo>
              </a:path>
              <a:path w="651459" h="962494">
                <a:moveTo>
                  <a:pt x="24002" y="55740"/>
                </a:moveTo>
                <a:lnTo>
                  <a:pt x="19799" y="59931"/>
                </a:lnTo>
                <a:lnTo>
                  <a:pt x="24002" y="55740"/>
                </a:lnTo>
              </a:path>
              <a:path w="651459" h="962494">
                <a:moveTo>
                  <a:pt x="24002" y="55740"/>
                </a:moveTo>
                <a:lnTo>
                  <a:pt x="24015" y="56121"/>
                </a:lnTo>
                <a:lnTo>
                  <a:pt x="24383" y="56121"/>
                </a:lnTo>
                <a:lnTo>
                  <a:pt x="24383" y="55740"/>
                </a:lnTo>
              </a:path>
              <a:path w="651459" h="962494">
                <a:moveTo>
                  <a:pt x="24015" y="56121"/>
                </a:moveTo>
                <a:lnTo>
                  <a:pt x="24305" y="65284"/>
                </a:lnTo>
                <a:lnTo>
                  <a:pt x="24341" y="66408"/>
                </a:lnTo>
                <a:lnTo>
                  <a:pt x="31177" y="66408"/>
                </a:lnTo>
                <a:lnTo>
                  <a:pt x="31221" y="65284"/>
                </a:lnTo>
                <a:lnTo>
                  <a:pt x="30563" y="56121"/>
                </a:lnTo>
              </a:path>
              <a:path w="651459" h="962494">
                <a:moveTo>
                  <a:pt x="15519" y="59829"/>
                </a:moveTo>
                <a:lnTo>
                  <a:pt x="15240" y="60109"/>
                </a:lnTo>
                <a:lnTo>
                  <a:pt x="15036" y="60312"/>
                </a:lnTo>
                <a:lnTo>
                  <a:pt x="15798" y="60312"/>
                </a:lnTo>
                <a:lnTo>
                  <a:pt x="16002" y="60109"/>
                </a:lnTo>
                <a:lnTo>
                  <a:pt x="16281" y="59829"/>
                </a:lnTo>
              </a:path>
              <a:path w="651459" h="962494">
                <a:moveTo>
                  <a:pt x="16281" y="59829"/>
                </a:moveTo>
                <a:lnTo>
                  <a:pt x="19799" y="59931"/>
                </a:lnTo>
              </a:path>
              <a:path w="651459" h="962494">
                <a:moveTo>
                  <a:pt x="16239" y="59931"/>
                </a:moveTo>
                <a:lnTo>
                  <a:pt x="16081" y="60312"/>
                </a:lnTo>
                <a:lnTo>
                  <a:pt x="15239" y="62345"/>
                </a:lnTo>
                <a:lnTo>
                  <a:pt x="17397" y="62345"/>
                </a:lnTo>
                <a:lnTo>
                  <a:pt x="19431" y="60312"/>
                </a:lnTo>
                <a:lnTo>
                  <a:pt x="19812" y="59931"/>
                </a:lnTo>
              </a:path>
              <a:path w="651459" h="962494">
                <a:moveTo>
                  <a:pt x="15036" y="60312"/>
                </a:moveTo>
                <a:lnTo>
                  <a:pt x="14757" y="61353"/>
                </a:lnTo>
                <a:lnTo>
                  <a:pt x="14666" y="62345"/>
                </a:lnTo>
                <a:lnTo>
                  <a:pt x="15239" y="62345"/>
                </a:lnTo>
                <a:lnTo>
                  <a:pt x="15239" y="61353"/>
                </a:lnTo>
                <a:lnTo>
                  <a:pt x="15240" y="60312"/>
                </a:lnTo>
              </a:path>
              <a:path w="651459" h="962494">
                <a:moveTo>
                  <a:pt x="15240" y="60312"/>
                </a:moveTo>
                <a:lnTo>
                  <a:pt x="15798" y="60312"/>
                </a:lnTo>
                <a:lnTo>
                  <a:pt x="15798" y="60312"/>
                </a:lnTo>
              </a:path>
              <a:path w="651459" h="962494">
                <a:moveTo>
                  <a:pt x="14666" y="62345"/>
                </a:moveTo>
                <a:lnTo>
                  <a:pt x="14504" y="64122"/>
                </a:lnTo>
                <a:lnTo>
                  <a:pt x="14346" y="64503"/>
                </a:lnTo>
                <a:lnTo>
                  <a:pt x="15239" y="64503"/>
                </a:lnTo>
                <a:lnTo>
                  <a:pt x="15239" y="64122"/>
                </a:lnTo>
                <a:lnTo>
                  <a:pt x="15621" y="64122"/>
                </a:lnTo>
                <a:lnTo>
                  <a:pt x="17397" y="62345"/>
                </a:lnTo>
              </a:path>
              <a:path w="651459" h="962494">
                <a:moveTo>
                  <a:pt x="17906" y="64122"/>
                </a:moveTo>
                <a:lnTo>
                  <a:pt x="11429" y="69075"/>
                </a:lnTo>
                <a:lnTo>
                  <a:pt x="12587" y="69075"/>
                </a:lnTo>
              </a:path>
              <a:path w="651459" h="962494">
                <a:moveTo>
                  <a:pt x="16382" y="64122"/>
                </a:moveTo>
                <a:lnTo>
                  <a:pt x="15239" y="64503"/>
                </a:lnTo>
                <a:lnTo>
                  <a:pt x="16001" y="64503"/>
                </a:lnTo>
              </a:path>
              <a:path w="651459" h="962494">
                <a:moveTo>
                  <a:pt x="14346" y="64503"/>
                </a:moveTo>
                <a:lnTo>
                  <a:pt x="13716" y="66027"/>
                </a:lnTo>
                <a:lnTo>
                  <a:pt x="11430" y="67996"/>
                </a:lnTo>
                <a:lnTo>
                  <a:pt x="10983" y="69075"/>
                </a:lnTo>
                <a:lnTo>
                  <a:pt x="11429" y="69075"/>
                </a:lnTo>
                <a:lnTo>
                  <a:pt x="12508" y="67996"/>
                </a:lnTo>
                <a:lnTo>
                  <a:pt x="14477" y="66027"/>
                </a:lnTo>
                <a:lnTo>
                  <a:pt x="16001" y="64503"/>
                </a:lnTo>
              </a:path>
              <a:path w="651459" h="962494">
                <a:moveTo>
                  <a:pt x="24341" y="66408"/>
                </a:moveTo>
                <a:lnTo>
                  <a:pt x="24365" y="67170"/>
                </a:lnTo>
                <a:lnTo>
                  <a:pt x="24413" y="68681"/>
                </a:lnTo>
                <a:lnTo>
                  <a:pt x="24541" y="72728"/>
                </a:lnTo>
                <a:lnTo>
                  <a:pt x="27813" y="68681"/>
                </a:lnTo>
                <a:lnTo>
                  <a:pt x="29337" y="67170"/>
                </a:lnTo>
                <a:lnTo>
                  <a:pt x="30099" y="66408"/>
                </a:lnTo>
              </a:path>
              <a:path w="651459" h="962494">
                <a:moveTo>
                  <a:pt x="30099" y="66408"/>
                </a:moveTo>
                <a:lnTo>
                  <a:pt x="30758" y="66408"/>
                </a:lnTo>
                <a:lnTo>
                  <a:pt x="30672" y="66617"/>
                </a:lnTo>
                <a:lnTo>
                  <a:pt x="30444" y="67170"/>
                </a:lnTo>
                <a:lnTo>
                  <a:pt x="30232" y="67684"/>
                </a:lnTo>
                <a:lnTo>
                  <a:pt x="29822" y="68681"/>
                </a:lnTo>
                <a:lnTo>
                  <a:pt x="29583" y="69938"/>
                </a:lnTo>
                <a:lnTo>
                  <a:pt x="30200" y="69938"/>
                </a:lnTo>
                <a:lnTo>
                  <a:pt x="30718" y="68681"/>
                </a:lnTo>
                <a:lnTo>
                  <a:pt x="31080" y="67684"/>
                </a:lnTo>
                <a:lnTo>
                  <a:pt x="31229" y="67274"/>
                </a:lnTo>
                <a:lnTo>
                  <a:pt x="31192" y="66617"/>
                </a:lnTo>
                <a:lnTo>
                  <a:pt x="31177" y="66408"/>
                </a:lnTo>
              </a:path>
              <a:path w="651459" h="962494">
                <a:moveTo>
                  <a:pt x="27813" y="68681"/>
                </a:moveTo>
                <a:lnTo>
                  <a:pt x="28193" y="69075"/>
                </a:lnTo>
                <a:lnTo>
                  <a:pt x="28194" y="70924"/>
                </a:lnTo>
                <a:lnTo>
                  <a:pt x="28194" y="71216"/>
                </a:lnTo>
                <a:lnTo>
                  <a:pt x="28444" y="71462"/>
                </a:lnTo>
                <a:lnTo>
                  <a:pt x="28676" y="71462"/>
                </a:lnTo>
                <a:lnTo>
                  <a:pt x="28778" y="71216"/>
                </a:lnTo>
                <a:lnTo>
                  <a:pt x="28898" y="70924"/>
                </a:lnTo>
                <a:lnTo>
                  <a:pt x="28810" y="69075"/>
                </a:lnTo>
                <a:lnTo>
                  <a:pt x="28791" y="68681"/>
                </a:lnTo>
              </a:path>
              <a:path w="651459" h="962494">
                <a:moveTo>
                  <a:pt x="10983" y="69075"/>
                </a:moveTo>
                <a:lnTo>
                  <a:pt x="10668" y="69837"/>
                </a:lnTo>
                <a:lnTo>
                  <a:pt x="9905" y="71361"/>
                </a:lnTo>
                <a:lnTo>
                  <a:pt x="10132" y="71361"/>
                </a:lnTo>
                <a:lnTo>
                  <a:pt x="11769" y="69837"/>
                </a:lnTo>
                <a:lnTo>
                  <a:pt x="12587" y="69075"/>
                </a:lnTo>
              </a:path>
              <a:path w="651459" h="962494">
                <a:moveTo>
                  <a:pt x="31229" y="69659"/>
                </a:moveTo>
                <a:lnTo>
                  <a:pt x="30200" y="69938"/>
                </a:lnTo>
                <a:lnTo>
                  <a:pt x="30950" y="69938"/>
                </a:lnTo>
              </a:path>
              <a:path w="651459" h="962494">
                <a:moveTo>
                  <a:pt x="29583" y="69938"/>
                </a:moveTo>
                <a:lnTo>
                  <a:pt x="29438" y="70700"/>
                </a:lnTo>
                <a:lnTo>
                  <a:pt x="28943" y="71196"/>
                </a:lnTo>
                <a:lnTo>
                  <a:pt x="28676" y="71462"/>
                </a:lnTo>
                <a:lnTo>
                  <a:pt x="29432" y="71462"/>
                </a:lnTo>
                <a:lnTo>
                  <a:pt x="29698" y="71196"/>
                </a:lnTo>
                <a:lnTo>
                  <a:pt x="30191" y="70700"/>
                </a:lnTo>
                <a:lnTo>
                  <a:pt x="30950" y="69938"/>
                </a:lnTo>
              </a:path>
              <a:path w="651459" h="962494">
                <a:moveTo>
                  <a:pt x="9906" y="70715"/>
                </a:moveTo>
                <a:lnTo>
                  <a:pt x="9637" y="71361"/>
                </a:lnTo>
                <a:lnTo>
                  <a:pt x="9905" y="71361"/>
                </a:lnTo>
              </a:path>
              <a:path w="651459" h="962494">
                <a:moveTo>
                  <a:pt x="9637" y="71361"/>
                </a:moveTo>
                <a:lnTo>
                  <a:pt x="9362" y="72021"/>
                </a:lnTo>
                <a:lnTo>
                  <a:pt x="9143" y="72546"/>
                </a:lnTo>
                <a:lnTo>
                  <a:pt x="9081" y="72696"/>
                </a:lnTo>
                <a:lnTo>
                  <a:pt x="8369" y="74409"/>
                </a:lnTo>
                <a:lnTo>
                  <a:pt x="9143" y="72696"/>
                </a:lnTo>
                <a:lnTo>
                  <a:pt x="9205" y="72546"/>
                </a:lnTo>
                <a:lnTo>
                  <a:pt x="9380" y="72125"/>
                </a:lnTo>
                <a:lnTo>
                  <a:pt x="10132" y="71361"/>
                </a:lnTo>
              </a:path>
              <a:path w="651459" h="962494">
                <a:moveTo>
                  <a:pt x="28444" y="71462"/>
                </a:moveTo>
                <a:lnTo>
                  <a:pt x="28943" y="71954"/>
                </a:lnTo>
                <a:lnTo>
                  <a:pt x="29432" y="71462"/>
                </a:lnTo>
              </a:path>
              <a:path w="651459" h="962494">
                <a:moveTo>
                  <a:pt x="8369" y="74251"/>
                </a:moveTo>
                <a:lnTo>
                  <a:pt x="8299" y="74409"/>
                </a:lnTo>
                <a:lnTo>
                  <a:pt x="8369" y="74409"/>
                </a:lnTo>
              </a:path>
              <a:path w="651459" h="962494">
                <a:moveTo>
                  <a:pt x="8299" y="74409"/>
                </a:moveTo>
                <a:lnTo>
                  <a:pt x="7625" y="75921"/>
                </a:lnTo>
                <a:lnTo>
                  <a:pt x="7585" y="76144"/>
                </a:lnTo>
                <a:lnTo>
                  <a:pt x="6858" y="76869"/>
                </a:lnTo>
                <a:lnTo>
                  <a:pt x="6096" y="77628"/>
                </a:lnTo>
                <a:lnTo>
                  <a:pt x="6989" y="77628"/>
                </a:lnTo>
                <a:lnTo>
                  <a:pt x="7354" y="76869"/>
                </a:lnTo>
                <a:lnTo>
                  <a:pt x="7702" y="76144"/>
                </a:lnTo>
                <a:lnTo>
                  <a:pt x="7803" y="75933"/>
                </a:lnTo>
                <a:lnTo>
                  <a:pt x="8435" y="74409"/>
                </a:lnTo>
              </a:path>
              <a:path w="651459" h="962494">
                <a:moveTo>
                  <a:pt x="5333" y="76873"/>
                </a:moveTo>
                <a:lnTo>
                  <a:pt x="5334" y="77628"/>
                </a:lnTo>
                <a:lnTo>
                  <a:pt x="6096" y="77628"/>
                </a:lnTo>
              </a:path>
              <a:path w="651459" h="962494">
                <a:moveTo>
                  <a:pt x="5334" y="77628"/>
                </a:moveTo>
                <a:lnTo>
                  <a:pt x="5334" y="77902"/>
                </a:lnTo>
                <a:lnTo>
                  <a:pt x="5334" y="78387"/>
                </a:lnTo>
                <a:lnTo>
                  <a:pt x="6096" y="79743"/>
                </a:lnTo>
                <a:lnTo>
                  <a:pt x="6657" y="78387"/>
                </a:lnTo>
                <a:lnTo>
                  <a:pt x="6857" y="77902"/>
                </a:lnTo>
                <a:lnTo>
                  <a:pt x="6989" y="77628"/>
                </a:lnTo>
              </a:path>
              <a:path w="651459" h="962494">
                <a:moveTo>
                  <a:pt x="24383" y="77838"/>
                </a:moveTo>
                <a:lnTo>
                  <a:pt x="24585" y="77838"/>
                </a:lnTo>
                <a:lnTo>
                  <a:pt x="25132" y="77288"/>
                </a:lnTo>
                <a:lnTo>
                  <a:pt x="25907" y="76510"/>
                </a:lnTo>
                <a:lnTo>
                  <a:pt x="26670" y="75745"/>
                </a:lnTo>
                <a:lnTo>
                  <a:pt x="27419" y="74993"/>
                </a:lnTo>
                <a:lnTo>
                  <a:pt x="28943" y="77838"/>
                </a:lnTo>
                <a:lnTo>
                  <a:pt x="28943" y="73266"/>
                </a:lnTo>
                <a:lnTo>
                  <a:pt x="28193" y="73266"/>
                </a:lnTo>
                <a:lnTo>
                  <a:pt x="27914" y="72986"/>
                </a:lnTo>
                <a:lnTo>
                  <a:pt x="28193" y="72706"/>
                </a:lnTo>
                <a:lnTo>
                  <a:pt x="28943" y="71954"/>
                </a:lnTo>
                <a:lnTo>
                  <a:pt x="28194" y="71216"/>
                </a:lnTo>
                <a:lnTo>
                  <a:pt x="28193" y="69075"/>
                </a:lnTo>
                <a:lnTo>
                  <a:pt x="24541" y="72728"/>
                </a:lnTo>
                <a:lnTo>
                  <a:pt x="27419" y="70599"/>
                </a:lnTo>
                <a:lnTo>
                  <a:pt x="27655" y="71438"/>
                </a:lnTo>
                <a:lnTo>
                  <a:pt x="27635" y="73266"/>
                </a:lnTo>
                <a:lnTo>
                  <a:pt x="28193" y="73469"/>
                </a:lnTo>
                <a:lnTo>
                  <a:pt x="27419" y="74244"/>
                </a:lnTo>
                <a:lnTo>
                  <a:pt x="26670" y="74993"/>
                </a:lnTo>
                <a:lnTo>
                  <a:pt x="25907" y="74268"/>
                </a:lnTo>
                <a:lnTo>
                  <a:pt x="25907" y="73964"/>
                </a:lnTo>
                <a:lnTo>
                  <a:pt x="25133" y="75835"/>
                </a:lnTo>
                <a:lnTo>
                  <a:pt x="25133" y="76149"/>
                </a:lnTo>
                <a:lnTo>
                  <a:pt x="25907" y="75755"/>
                </a:lnTo>
                <a:lnTo>
                  <a:pt x="25133" y="76530"/>
                </a:lnTo>
                <a:lnTo>
                  <a:pt x="24866" y="76796"/>
                </a:lnTo>
                <a:lnTo>
                  <a:pt x="24383" y="77645"/>
                </a:lnTo>
                <a:lnTo>
                  <a:pt x="24304" y="77838"/>
                </a:lnTo>
                <a:lnTo>
                  <a:pt x="24383" y="78040"/>
                </a:lnTo>
                <a:lnTo>
                  <a:pt x="24383" y="77838"/>
                </a:lnTo>
                <a:close/>
              </a:path>
              <a:path w="651459" h="962494">
                <a:moveTo>
                  <a:pt x="26670" y="77838"/>
                </a:moveTo>
                <a:lnTo>
                  <a:pt x="24383" y="77838"/>
                </a:lnTo>
                <a:lnTo>
                  <a:pt x="24383" y="78040"/>
                </a:lnTo>
                <a:lnTo>
                  <a:pt x="25133" y="78806"/>
                </a:lnTo>
                <a:lnTo>
                  <a:pt x="25908" y="78028"/>
                </a:lnTo>
                <a:lnTo>
                  <a:pt x="26670" y="81648"/>
                </a:lnTo>
                <a:lnTo>
                  <a:pt x="26670" y="77838"/>
                </a:lnTo>
                <a:close/>
              </a:path>
              <a:path w="651459" h="962494">
                <a:moveTo>
                  <a:pt x="24383" y="820343"/>
                </a:moveTo>
                <a:lnTo>
                  <a:pt x="23982" y="820177"/>
                </a:lnTo>
                <a:lnTo>
                  <a:pt x="24383" y="821147"/>
                </a:lnTo>
                <a:lnTo>
                  <a:pt x="24764" y="821524"/>
                </a:lnTo>
                <a:lnTo>
                  <a:pt x="24383" y="820343"/>
                </a:lnTo>
                <a:close/>
              </a:path>
              <a:path w="651459" h="962494">
                <a:moveTo>
                  <a:pt x="27666" y="822284"/>
                </a:moveTo>
                <a:lnTo>
                  <a:pt x="27376" y="821584"/>
                </a:lnTo>
                <a:lnTo>
                  <a:pt x="27152" y="821043"/>
                </a:lnTo>
                <a:lnTo>
                  <a:pt x="27231" y="821524"/>
                </a:lnTo>
                <a:lnTo>
                  <a:pt x="26669" y="819797"/>
                </a:lnTo>
                <a:lnTo>
                  <a:pt x="26111" y="819237"/>
                </a:lnTo>
                <a:lnTo>
                  <a:pt x="25908" y="819044"/>
                </a:lnTo>
                <a:lnTo>
                  <a:pt x="24580" y="817714"/>
                </a:lnTo>
                <a:lnTo>
                  <a:pt x="24384" y="817517"/>
                </a:lnTo>
                <a:lnTo>
                  <a:pt x="23056" y="816187"/>
                </a:lnTo>
                <a:lnTo>
                  <a:pt x="24384" y="817714"/>
                </a:lnTo>
                <a:lnTo>
                  <a:pt x="24104" y="817998"/>
                </a:lnTo>
                <a:lnTo>
                  <a:pt x="24384" y="818277"/>
                </a:lnTo>
                <a:lnTo>
                  <a:pt x="24866" y="818761"/>
                </a:lnTo>
                <a:lnTo>
                  <a:pt x="25908" y="819237"/>
                </a:lnTo>
                <a:lnTo>
                  <a:pt x="25628" y="819520"/>
                </a:lnTo>
                <a:lnTo>
                  <a:pt x="25907" y="819801"/>
                </a:lnTo>
                <a:lnTo>
                  <a:pt x="26390" y="820285"/>
                </a:lnTo>
                <a:lnTo>
                  <a:pt x="26670" y="821291"/>
                </a:lnTo>
                <a:lnTo>
                  <a:pt x="26670" y="821524"/>
                </a:lnTo>
                <a:lnTo>
                  <a:pt x="26772" y="822284"/>
                </a:lnTo>
                <a:lnTo>
                  <a:pt x="27666" y="822284"/>
                </a:lnTo>
                <a:close/>
              </a:path>
              <a:path w="651459" h="962494">
                <a:moveTo>
                  <a:pt x="24180" y="51168"/>
                </a:moveTo>
                <a:lnTo>
                  <a:pt x="24383" y="50962"/>
                </a:lnTo>
                <a:lnTo>
                  <a:pt x="25704" y="49644"/>
                </a:lnTo>
                <a:lnTo>
                  <a:pt x="24383" y="48882"/>
                </a:lnTo>
                <a:lnTo>
                  <a:pt x="21323" y="48882"/>
                </a:lnTo>
                <a:lnTo>
                  <a:pt x="21323" y="54016"/>
                </a:lnTo>
                <a:lnTo>
                  <a:pt x="24180" y="51168"/>
                </a:lnTo>
                <a:close/>
              </a:path>
              <a:path w="651459" h="962494">
                <a:moveTo>
                  <a:pt x="28943" y="77838"/>
                </a:moveTo>
                <a:lnTo>
                  <a:pt x="27419" y="74993"/>
                </a:lnTo>
                <a:lnTo>
                  <a:pt x="26670" y="75745"/>
                </a:lnTo>
                <a:lnTo>
                  <a:pt x="25907" y="76510"/>
                </a:lnTo>
                <a:lnTo>
                  <a:pt x="25132" y="77288"/>
                </a:lnTo>
                <a:lnTo>
                  <a:pt x="24585" y="77838"/>
                </a:lnTo>
                <a:lnTo>
                  <a:pt x="28943" y="77838"/>
                </a:lnTo>
                <a:close/>
              </a:path>
              <a:path w="651459" h="962494">
                <a:moveTo>
                  <a:pt x="24866" y="76796"/>
                </a:moveTo>
                <a:lnTo>
                  <a:pt x="25133" y="76530"/>
                </a:lnTo>
                <a:lnTo>
                  <a:pt x="25907" y="75755"/>
                </a:lnTo>
                <a:lnTo>
                  <a:pt x="25133" y="76149"/>
                </a:lnTo>
                <a:lnTo>
                  <a:pt x="25133" y="75835"/>
                </a:lnTo>
                <a:lnTo>
                  <a:pt x="25907" y="73964"/>
                </a:lnTo>
                <a:lnTo>
                  <a:pt x="25133" y="75171"/>
                </a:lnTo>
                <a:lnTo>
                  <a:pt x="24384" y="76990"/>
                </a:lnTo>
                <a:lnTo>
                  <a:pt x="24383" y="77645"/>
                </a:lnTo>
                <a:lnTo>
                  <a:pt x="24866" y="76796"/>
                </a:lnTo>
                <a:close/>
              </a:path>
              <a:path w="651459" h="962494">
                <a:moveTo>
                  <a:pt x="24384" y="818672"/>
                </a:moveTo>
                <a:lnTo>
                  <a:pt x="24618" y="819237"/>
                </a:lnTo>
                <a:lnTo>
                  <a:pt x="24384" y="818560"/>
                </a:lnTo>
                <a:lnTo>
                  <a:pt x="23864" y="819237"/>
                </a:lnTo>
                <a:lnTo>
                  <a:pt x="24383" y="819453"/>
                </a:lnTo>
                <a:lnTo>
                  <a:pt x="24384" y="818672"/>
                </a:lnTo>
                <a:close/>
              </a:path>
              <a:path w="651459" h="962494">
                <a:moveTo>
                  <a:pt x="26458" y="821524"/>
                </a:moveTo>
                <a:lnTo>
                  <a:pt x="26297" y="821137"/>
                </a:lnTo>
                <a:lnTo>
                  <a:pt x="25908" y="820195"/>
                </a:lnTo>
                <a:lnTo>
                  <a:pt x="25853" y="820062"/>
                </a:lnTo>
                <a:lnTo>
                  <a:pt x="25219" y="820690"/>
                </a:lnTo>
                <a:lnTo>
                  <a:pt x="25564" y="821524"/>
                </a:lnTo>
                <a:lnTo>
                  <a:pt x="26458" y="821524"/>
                </a:lnTo>
                <a:close/>
              </a:path>
              <a:path w="651459" h="962494">
                <a:moveTo>
                  <a:pt x="25908" y="820195"/>
                </a:moveTo>
                <a:lnTo>
                  <a:pt x="26297" y="821137"/>
                </a:lnTo>
                <a:lnTo>
                  <a:pt x="25908" y="820195"/>
                </a:lnTo>
                <a:close/>
              </a:path>
              <a:path w="651459" h="962494">
                <a:moveTo>
                  <a:pt x="25908" y="820085"/>
                </a:moveTo>
                <a:close/>
              </a:path>
              <a:path w="651459" h="962494">
                <a:moveTo>
                  <a:pt x="26670" y="824194"/>
                </a:moveTo>
                <a:lnTo>
                  <a:pt x="26128" y="822887"/>
                </a:lnTo>
                <a:lnTo>
                  <a:pt x="25907" y="822353"/>
                </a:lnTo>
                <a:lnTo>
                  <a:pt x="25526" y="822284"/>
                </a:lnTo>
                <a:lnTo>
                  <a:pt x="25908" y="823434"/>
                </a:lnTo>
                <a:lnTo>
                  <a:pt x="25526" y="839047"/>
                </a:lnTo>
                <a:lnTo>
                  <a:pt x="26288" y="839811"/>
                </a:lnTo>
                <a:lnTo>
                  <a:pt x="26670" y="824194"/>
                </a:lnTo>
                <a:close/>
              </a:path>
              <a:path w="651459" h="962494">
                <a:moveTo>
                  <a:pt x="25907" y="822353"/>
                </a:moveTo>
                <a:lnTo>
                  <a:pt x="26128" y="822887"/>
                </a:lnTo>
                <a:lnTo>
                  <a:pt x="25907" y="822353"/>
                </a:lnTo>
                <a:close/>
              </a:path>
              <a:path w="651459" h="962494">
                <a:moveTo>
                  <a:pt x="25907" y="822284"/>
                </a:moveTo>
                <a:lnTo>
                  <a:pt x="25879" y="822284"/>
                </a:lnTo>
                <a:lnTo>
                  <a:pt x="25907" y="822353"/>
                </a:lnTo>
                <a:close/>
              </a:path>
              <a:path w="651459" h="962494">
                <a:moveTo>
                  <a:pt x="30860" y="48882"/>
                </a:moveTo>
                <a:lnTo>
                  <a:pt x="29020" y="49644"/>
                </a:lnTo>
                <a:lnTo>
                  <a:pt x="26660" y="50620"/>
                </a:lnTo>
                <a:lnTo>
                  <a:pt x="25338" y="51168"/>
                </a:lnTo>
                <a:lnTo>
                  <a:pt x="24663" y="51447"/>
                </a:lnTo>
                <a:lnTo>
                  <a:pt x="24927" y="54808"/>
                </a:lnTo>
                <a:lnTo>
                  <a:pt x="26433" y="51168"/>
                </a:lnTo>
                <a:lnTo>
                  <a:pt x="28572" y="51168"/>
                </a:lnTo>
                <a:lnTo>
                  <a:pt x="30099" y="49644"/>
                </a:lnTo>
                <a:lnTo>
                  <a:pt x="31221" y="65284"/>
                </a:lnTo>
                <a:lnTo>
                  <a:pt x="30860" y="48882"/>
                </a:lnTo>
                <a:close/>
              </a:path>
              <a:path w="651459" h="962494">
                <a:moveTo>
                  <a:pt x="27152" y="73748"/>
                </a:moveTo>
                <a:lnTo>
                  <a:pt x="26903" y="73266"/>
                </a:lnTo>
                <a:lnTo>
                  <a:pt x="26669" y="72418"/>
                </a:lnTo>
                <a:lnTo>
                  <a:pt x="26670" y="72123"/>
                </a:lnTo>
                <a:lnTo>
                  <a:pt x="25908" y="72885"/>
                </a:lnTo>
                <a:lnTo>
                  <a:pt x="25527" y="73266"/>
                </a:lnTo>
                <a:lnTo>
                  <a:pt x="26670" y="73266"/>
                </a:lnTo>
                <a:lnTo>
                  <a:pt x="26670" y="74231"/>
                </a:lnTo>
                <a:lnTo>
                  <a:pt x="27152" y="73748"/>
                </a:lnTo>
                <a:close/>
              </a:path>
              <a:path w="651459" h="962494">
                <a:moveTo>
                  <a:pt x="26670" y="74231"/>
                </a:moveTo>
                <a:lnTo>
                  <a:pt x="26670" y="73266"/>
                </a:lnTo>
                <a:lnTo>
                  <a:pt x="26320" y="73266"/>
                </a:lnTo>
                <a:lnTo>
                  <a:pt x="26390" y="74510"/>
                </a:lnTo>
                <a:lnTo>
                  <a:pt x="26670" y="74231"/>
                </a:lnTo>
                <a:close/>
              </a:path>
              <a:path w="651459" h="962494">
                <a:moveTo>
                  <a:pt x="27088" y="823047"/>
                </a:moveTo>
                <a:lnTo>
                  <a:pt x="27887" y="822819"/>
                </a:lnTo>
                <a:lnTo>
                  <a:pt x="28194" y="822284"/>
                </a:lnTo>
                <a:lnTo>
                  <a:pt x="28194" y="821324"/>
                </a:lnTo>
                <a:lnTo>
                  <a:pt x="26669" y="817714"/>
                </a:lnTo>
                <a:lnTo>
                  <a:pt x="24580" y="817714"/>
                </a:lnTo>
                <a:lnTo>
                  <a:pt x="25908" y="819044"/>
                </a:lnTo>
                <a:lnTo>
                  <a:pt x="26111" y="819237"/>
                </a:lnTo>
                <a:lnTo>
                  <a:pt x="26669" y="819797"/>
                </a:lnTo>
                <a:lnTo>
                  <a:pt x="27231" y="821524"/>
                </a:lnTo>
                <a:lnTo>
                  <a:pt x="27152" y="821043"/>
                </a:lnTo>
                <a:lnTo>
                  <a:pt x="27632" y="821524"/>
                </a:lnTo>
                <a:lnTo>
                  <a:pt x="27914" y="821808"/>
                </a:lnTo>
                <a:lnTo>
                  <a:pt x="27666" y="822284"/>
                </a:lnTo>
                <a:lnTo>
                  <a:pt x="26809" y="822372"/>
                </a:lnTo>
                <a:lnTo>
                  <a:pt x="27050" y="823047"/>
                </a:lnTo>
                <a:close/>
              </a:path>
              <a:path w="651459" h="962494">
                <a:moveTo>
                  <a:pt x="27981" y="823047"/>
                </a:moveTo>
                <a:lnTo>
                  <a:pt x="28193" y="822947"/>
                </a:lnTo>
                <a:lnTo>
                  <a:pt x="28194" y="822284"/>
                </a:lnTo>
                <a:lnTo>
                  <a:pt x="27887" y="822819"/>
                </a:lnTo>
                <a:lnTo>
                  <a:pt x="27088" y="823047"/>
                </a:lnTo>
                <a:lnTo>
                  <a:pt x="27981" y="823047"/>
                </a:lnTo>
                <a:close/>
              </a:path>
              <a:path w="651459" h="962494">
                <a:moveTo>
                  <a:pt x="27419" y="73266"/>
                </a:moveTo>
                <a:lnTo>
                  <a:pt x="27418" y="71536"/>
                </a:lnTo>
                <a:lnTo>
                  <a:pt x="26953" y="71729"/>
                </a:lnTo>
                <a:lnTo>
                  <a:pt x="26669" y="72418"/>
                </a:lnTo>
                <a:lnTo>
                  <a:pt x="26903" y="73266"/>
                </a:lnTo>
                <a:lnTo>
                  <a:pt x="27152" y="73748"/>
                </a:lnTo>
                <a:lnTo>
                  <a:pt x="27419" y="73266"/>
                </a:lnTo>
                <a:close/>
              </a:path>
              <a:path w="651459" h="962494">
                <a:moveTo>
                  <a:pt x="27914" y="821808"/>
                </a:moveTo>
                <a:lnTo>
                  <a:pt x="27632" y="821524"/>
                </a:lnTo>
                <a:lnTo>
                  <a:pt x="27152" y="821043"/>
                </a:lnTo>
                <a:lnTo>
                  <a:pt x="27351" y="821524"/>
                </a:lnTo>
                <a:lnTo>
                  <a:pt x="27666" y="822284"/>
                </a:lnTo>
                <a:lnTo>
                  <a:pt x="27914" y="821808"/>
                </a:lnTo>
                <a:close/>
              </a:path>
              <a:path w="651459" h="962494">
                <a:moveTo>
                  <a:pt x="28193" y="73469"/>
                </a:moveTo>
                <a:lnTo>
                  <a:pt x="27635" y="73266"/>
                </a:lnTo>
                <a:lnTo>
                  <a:pt x="27419" y="73482"/>
                </a:lnTo>
                <a:lnTo>
                  <a:pt x="27419" y="74244"/>
                </a:lnTo>
                <a:lnTo>
                  <a:pt x="28193" y="73469"/>
                </a:lnTo>
                <a:close/>
              </a:path>
              <a:path w="651459" h="962494">
                <a:moveTo>
                  <a:pt x="32753" y="73266"/>
                </a:moveTo>
                <a:lnTo>
                  <a:pt x="31229" y="68910"/>
                </a:lnTo>
                <a:lnTo>
                  <a:pt x="31229" y="67441"/>
                </a:lnTo>
                <a:lnTo>
                  <a:pt x="31312" y="67240"/>
                </a:lnTo>
                <a:lnTo>
                  <a:pt x="31482" y="67170"/>
                </a:lnTo>
                <a:lnTo>
                  <a:pt x="31654" y="66408"/>
                </a:lnTo>
                <a:lnTo>
                  <a:pt x="32753" y="66408"/>
                </a:lnTo>
                <a:lnTo>
                  <a:pt x="31753" y="66170"/>
                </a:lnTo>
                <a:lnTo>
                  <a:pt x="31623" y="65646"/>
                </a:lnTo>
                <a:lnTo>
                  <a:pt x="31229" y="65276"/>
                </a:lnTo>
                <a:lnTo>
                  <a:pt x="31229" y="67274"/>
                </a:lnTo>
                <a:lnTo>
                  <a:pt x="30718" y="68681"/>
                </a:lnTo>
                <a:lnTo>
                  <a:pt x="30962" y="69176"/>
                </a:lnTo>
                <a:lnTo>
                  <a:pt x="31229" y="69659"/>
                </a:lnTo>
                <a:lnTo>
                  <a:pt x="28943" y="71954"/>
                </a:lnTo>
                <a:lnTo>
                  <a:pt x="28193" y="72706"/>
                </a:lnTo>
                <a:lnTo>
                  <a:pt x="27914" y="72986"/>
                </a:lnTo>
                <a:lnTo>
                  <a:pt x="28193" y="73266"/>
                </a:lnTo>
                <a:lnTo>
                  <a:pt x="32753" y="73266"/>
                </a:lnTo>
                <a:close/>
              </a:path>
              <a:path w="651459" h="962494">
                <a:moveTo>
                  <a:pt x="29438" y="70700"/>
                </a:moveTo>
                <a:lnTo>
                  <a:pt x="28943" y="70815"/>
                </a:lnTo>
                <a:lnTo>
                  <a:pt x="28943" y="68313"/>
                </a:lnTo>
                <a:lnTo>
                  <a:pt x="30232" y="67684"/>
                </a:lnTo>
                <a:lnTo>
                  <a:pt x="30444" y="67170"/>
                </a:lnTo>
                <a:lnTo>
                  <a:pt x="30672" y="66617"/>
                </a:lnTo>
                <a:lnTo>
                  <a:pt x="30758" y="66408"/>
                </a:lnTo>
                <a:lnTo>
                  <a:pt x="30099" y="66408"/>
                </a:lnTo>
                <a:lnTo>
                  <a:pt x="29337" y="67170"/>
                </a:lnTo>
                <a:lnTo>
                  <a:pt x="27813" y="68681"/>
                </a:lnTo>
                <a:lnTo>
                  <a:pt x="28791" y="68681"/>
                </a:lnTo>
                <a:lnTo>
                  <a:pt x="28898" y="70924"/>
                </a:lnTo>
                <a:lnTo>
                  <a:pt x="28943" y="71196"/>
                </a:lnTo>
                <a:lnTo>
                  <a:pt x="29438" y="70700"/>
                </a:lnTo>
                <a:close/>
              </a:path>
              <a:path w="651459" h="962494">
                <a:moveTo>
                  <a:pt x="32560" y="845144"/>
                </a:moveTo>
                <a:lnTo>
                  <a:pt x="31793" y="844379"/>
                </a:lnTo>
                <a:lnTo>
                  <a:pt x="31033" y="843621"/>
                </a:lnTo>
                <a:lnTo>
                  <a:pt x="29514" y="843621"/>
                </a:lnTo>
                <a:lnTo>
                  <a:pt x="27988" y="842097"/>
                </a:lnTo>
                <a:lnTo>
                  <a:pt x="26465" y="842097"/>
                </a:lnTo>
                <a:lnTo>
                  <a:pt x="27990" y="843621"/>
                </a:lnTo>
                <a:lnTo>
                  <a:pt x="28754" y="843621"/>
                </a:lnTo>
                <a:lnTo>
                  <a:pt x="29514" y="844379"/>
                </a:lnTo>
                <a:lnTo>
                  <a:pt x="30273" y="844379"/>
                </a:lnTo>
                <a:lnTo>
                  <a:pt x="31038" y="845144"/>
                </a:lnTo>
                <a:lnTo>
                  <a:pt x="31798" y="845144"/>
                </a:lnTo>
                <a:lnTo>
                  <a:pt x="32562" y="845907"/>
                </a:lnTo>
                <a:lnTo>
                  <a:pt x="33325" y="845907"/>
                </a:lnTo>
                <a:lnTo>
                  <a:pt x="32560" y="845144"/>
                </a:lnTo>
                <a:close/>
              </a:path>
              <a:path w="651459" h="962494">
                <a:moveTo>
                  <a:pt x="28752" y="48120"/>
                </a:moveTo>
                <a:lnTo>
                  <a:pt x="29514" y="48120"/>
                </a:lnTo>
                <a:lnTo>
                  <a:pt x="31038" y="46596"/>
                </a:lnTo>
                <a:lnTo>
                  <a:pt x="32562" y="46596"/>
                </a:lnTo>
                <a:lnTo>
                  <a:pt x="33324" y="45834"/>
                </a:lnTo>
                <a:lnTo>
                  <a:pt x="34086" y="45834"/>
                </a:lnTo>
                <a:lnTo>
                  <a:pt x="34848" y="45072"/>
                </a:lnTo>
                <a:lnTo>
                  <a:pt x="32562" y="45072"/>
                </a:lnTo>
                <a:lnTo>
                  <a:pt x="32562" y="45834"/>
                </a:lnTo>
                <a:lnTo>
                  <a:pt x="31038" y="45834"/>
                </a:lnTo>
                <a:lnTo>
                  <a:pt x="30276" y="46596"/>
                </a:lnTo>
                <a:lnTo>
                  <a:pt x="24383" y="46596"/>
                </a:lnTo>
                <a:lnTo>
                  <a:pt x="27228" y="48882"/>
                </a:lnTo>
                <a:lnTo>
                  <a:pt x="27990" y="48882"/>
                </a:lnTo>
                <a:lnTo>
                  <a:pt x="28752" y="48120"/>
                </a:lnTo>
                <a:close/>
              </a:path>
              <a:path w="651459" h="962494">
                <a:moveTo>
                  <a:pt x="28703" y="49644"/>
                </a:moveTo>
                <a:lnTo>
                  <a:pt x="30544" y="48882"/>
                </a:lnTo>
                <a:lnTo>
                  <a:pt x="30227" y="48120"/>
                </a:lnTo>
                <a:lnTo>
                  <a:pt x="33592" y="46596"/>
                </a:lnTo>
                <a:lnTo>
                  <a:pt x="29910" y="48120"/>
                </a:lnTo>
                <a:lnTo>
                  <a:pt x="29235" y="48399"/>
                </a:lnTo>
                <a:lnTo>
                  <a:pt x="28386" y="48882"/>
                </a:lnTo>
                <a:lnTo>
                  <a:pt x="27711" y="49161"/>
                </a:lnTo>
                <a:lnTo>
                  <a:pt x="26466" y="49644"/>
                </a:lnTo>
                <a:lnTo>
                  <a:pt x="26949" y="49923"/>
                </a:lnTo>
                <a:lnTo>
                  <a:pt x="28703" y="49644"/>
                </a:lnTo>
                <a:close/>
              </a:path>
              <a:path w="651459" h="962494">
                <a:moveTo>
                  <a:pt x="37338" y="68681"/>
                </a:moveTo>
                <a:lnTo>
                  <a:pt x="32753" y="67386"/>
                </a:lnTo>
                <a:lnTo>
                  <a:pt x="32969" y="67170"/>
                </a:lnTo>
                <a:lnTo>
                  <a:pt x="33248" y="66890"/>
                </a:lnTo>
                <a:lnTo>
                  <a:pt x="33332" y="66408"/>
                </a:lnTo>
                <a:lnTo>
                  <a:pt x="32753" y="65756"/>
                </a:lnTo>
                <a:lnTo>
                  <a:pt x="31968" y="65646"/>
                </a:lnTo>
                <a:lnTo>
                  <a:pt x="31623" y="65646"/>
                </a:lnTo>
                <a:lnTo>
                  <a:pt x="31753" y="66170"/>
                </a:lnTo>
                <a:lnTo>
                  <a:pt x="32753" y="66408"/>
                </a:lnTo>
                <a:lnTo>
                  <a:pt x="32753" y="67170"/>
                </a:lnTo>
                <a:lnTo>
                  <a:pt x="32486" y="67652"/>
                </a:lnTo>
                <a:lnTo>
                  <a:pt x="31724" y="68414"/>
                </a:lnTo>
                <a:lnTo>
                  <a:pt x="31482" y="67170"/>
                </a:lnTo>
                <a:lnTo>
                  <a:pt x="31341" y="67170"/>
                </a:lnTo>
                <a:lnTo>
                  <a:pt x="31457" y="68681"/>
                </a:lnTo>
                <a:lnTo>
                  <a:pt x="37338" y="68681"/>
                </a:lnTo>
                <a:close/>
              </a:path>
              <a:path w="651459" h="962494">
                <a:moveTo>
                  <a:pt x="32486" y="67652"/>
                </a:moveTo>
                <a:lnTo>
                  <a:pt x="32753" y="67170"/>
                </a:lnTo>
                <a:lnTo>
                  <a:pt x="32753" y="66408"/>
                </a:lnTo>
                <a:lnTo>
                  <a:pt x="31654" y="66408"/>
                </a:lnTo>
                <a:lnTo>
                  <a:pt x="31482" y="67170"/>
                </a:lnTo>
                <a:lnTo>
                  <a:pt x="31724" y="68414"/>
                </a:lnTo>
                <a:lnTo>
                  <a:pt x="32486" y="67652"/>
                </a:lnTo>
                <a:close/>
              </a:path>
              <a:path w="651459" h="962494">
                <a:moveTo>
                  <a:pt x="32753" y="68681"/>
                </a:moveTo>
                <a:lnTo>
                  <a:pt x="31457" y="68681"/>
                </a:lnTo>
                <a:lnTo>
                  <a:pt x="31312" y="67240"/>
                </a:lnTo>
                <a:lnTo>
                  <a:pt x="31229" y="67441"/>
                </a:lnTo>
                <a:lnTo>
                  <a:pt x="31229" y="68910"/>
                </a:lnTo>
                <a:lnTo>
                  <a:pt x="32753" y="73266"/>
                </a:lnTo>
                <a:lnTo>
                  <a:pt x="32753" y="68681"/>
                </a:lnTo>
                <a:close/>
              </a:path>
              <a:path w="651459" h="962494">
                <a:moveTo>
                  <a:pt x="35245" y="65646"/>
                </a:moveTo>
                <a:lnTo>
                  <a:pt x="36775" y="64122"/>
                </a:lnTo>
                <a:lnTo>
                  <a:pt x="37337" y="64122"/>
                </a:lnTo>
                <a:lnTo>
                  <a:pt x="37337" y="63360"/>
                </a:lnTo>
                <a:lnTo>
                  <a:pt x="37145" y="63360"/>
                </a:lnTo>
                <a:lnTo>
                  <a:pt x="35795" y="62894"/>
                </a:lnTo>
                <a:lnTo>
                  <a:pt x="36195" y="62598"/>
                </a:lnTo>
                <a:lnTo>
                  <a:pt x="36803" y="60460"/>
                </a:lnTo>
                <a:lnTo>
                  <a:pt x="37338" y="59169"/>
                </a:lnTo>
                <a:lnTo>
                  <a:pt x="38849" y="57645"/>
                </a:lnTo>
                <a:lnTo>
                  <a:pt x="38480" y="44310"/>
                </a:lnTo>
                <a:lnTo>
                  <a:pt x="36956" y="45072"/>
                </a:lnTo>
                <a:lnTo>
                  <a:pt x="35433" y="45834"/>
                </a:lnTo>
                <a:lnTo>
                  <a:pt x="33908" y="46596"/>
                </a:lnTo>
                <a:lnTo>
                  <a:pt x="32384" y="48120"/>
                </a:lnTo>
                <a:lnTo>
                  <a:pt x="31229" y="65265"/>
                </a:lnTo>
                <a:lnTo>
                  <a:pt x="32747" y="63756"/>
                </a:lnTo>
                <a:lnTo>
                  <a:pt x="33147" y="64122"/>
                </a:lnTo>
                <a:lnTo>
                  <a:pt x="34671" y="63360"/>
                </a:lnTo>
                <a:lnTo>
                  <a:pt x="35603" y="63360"/>
                </a:lnTo>
                <a:lnTo>
                  <a:pt x="35304" y="64122"/>
                </a:lnTo>
                <a:lnTo>
                  <a:pt x="35534" y="64604"/>
                </a:lnTo>
                <a:lnTo>
                  <a:pt x="34772" y="65366"/>
                </a:lnTo>
                <a:lnTo>
                  <a:pt x="34995" y="64827"/>
                </a:lnTo>
                <a:lnTo>
                  <a:pt x="35534" y="64604"/>
                </a:lnTo>
                <a:lnTo>
                  <a:pt x="35284" y="64130"/>
                </a:lnTo>
                <a:lnTo>
                  <a:pt x="33018" y="65646"/>
                </a:lnTo>
                <a:lnTo>
                  <a:pt x="34010" y="66128"/>
                </a:lnTo>
                <a:lnTo>
                  <a:pt x="34480" y="66408"/>
                </a:lnTo>
                <a:lnTo>
                  <a:pt x="35245" y="65646"/>
                </a:lnTo>
                <a:close/>
              </a:path>
              <a:path w="651459" h="962494">
                <a:moveTo>
                  <a:pt x="35284" y="64130"/>
                </a:moveTo>
                <a:lnTo>
                  <a:pt x="33147" y="64122"/>
                </a:lnTo>
                <a:lnTo>
                  <a:pt x="35304" y="64122"/>
                </a:lnTo>
                <a:lnTo>
                  <a:pt x="35603" y="63360"/>
                </a:lnTo>
                <a:lnTo>
                  <a:pt x="34671" y="63360"/>
                </a:lnTo>
                <a:lnTo>
                  <a:pt x="33147" y="64122"/>
                </a:lnTo>
                <a:lnTo>
                  <a:pt x="32753" y="63750"/>
                </a:lnTo>
                <a:lnTo>
                  <a:pt x="32039" y="65473"/>
                </a:lnTo>
                <a:lnTo>
                  <a:pt x="32753" y="65646"/>
                </a:lnTo>
                <a:lnTo>
                  <a:pt x="33018" y="65646"/>
                </a:lnTo>
                <a:lnTo>
                  <a:pt x="35284" y="64130"/>
                </a:lnTo>
                <a:close/>
              </a:path>
              <a:path w="651459" h="962494">
                <a:moveTo>
                  <a:pt x="34671" y="827617"/>
                </a:moveTo>
                <a:lnTo>
                  <a:pt x="36515" y="828381"/>
                </a:lnTo>
                <a:lnTo>
                  <a:pt x="38356" y="829144"/>
                </a:lnTo>
                <a:lnTo>
                  <a:pt x="40868" y="830186"/>
                </a:lnTo>
                <a:lnTo>
                  <a:pt x="40551" y="829144"/>
                </a:lnTo>
                <a:lnTo>
                  <a:pt x="39827" y="829144"/>
                </a:lnTo>
                <a:lnTo>
                  <a:pt x="39064" y="828381"/>
                </a:lnTo>
                <a:lnTo>
                  <a:pt x="39828" y="828381"/>
                </a:lnTo>
                <a:lnTo>
                  <a:pt x="39065" y="827617"/>
                </a:lnTo>
                <a:lnTo>
                  <a:pt x="38300" y="827617"/>
                </a:lnTo>
                <a:lnTo>
                  <a:pt x="37541" y="826857"/>
                </a:lnTo>
                <a:lnTo>
                  <a:pt x="36778" y="826857"/>
                </a:lnTo>
                <a:lnTo>
                  <a:pt x="36771" y="827617"/>
                </a:lnTo>
                <a:lnTo>
                  <a:pt x="37536" y="827617"/>
                </a:lnTo>
                <a:lnTo>
                  <a:pt x="38299" y="828381"/>
                </a:lnTo>
                <a:lnTo>
                  <a:pt x="39061" y="829144"/>
                </a:lnTo>
                <a:lnTo>
                  <a:pt x="39344" y="829428"/>
                </a:lnTo>
                <a:lnTo>
                  <a:pt x="38661" y="829144"/>
                </a:lnTo>
                <a:lnTo>
                  <a:pt x="36821" y="828381"/>
                </a:lnTo>
                <a:lnTo>
                  <a:pt x="34978" y="827617"/>
                </a:lnTo>
                <a:lnTo>
                  <a:pt x="34277" y="827326"/>
                </a:lnTo>
                <a:lnTo>
                  <a:pt x="33147" y="826857"/>
                </a:lnTo>
                <a:lnTo>
                  <a:pt x="34277" y="831054"/>
                </a:lnTo>
                <a:lnTo>
                  <a:pt x="30099" y="842097"/>
                </a:lnTo>
                <a:lnTo>
                  <a:pt x="32384" y="843621"/>
                </a:lnTo>
                <a:lnTo>
                  <a:pt x="33908" y="844379"/>
                </a:lnTo>
                <a:lnTo>
                  <a:pt x="35433" y="845144"/>
                </a:lnTo>
                <a:lnTo>
                  <a:pt x="34671" y="827617"/>
                </a:lnTo>
                <a:close/>
              </a:path>
              <a:path w="651459" h="962494">
                <a:moveTo>
                  <a:pt x="31623" y="826094"/>
                </a:moveTo>
                <a:lnTo>
                  <a:pt x="32031" y="826857"/>
                </a:lnTo>
                <a:lnTo>
                  <a:pt x="33464" y="826857"/>
                </a:lnTo>
              </a:path>
              <a:path w="651459" h="962494">
                <a:moveTo>
                  <a:pt x="32031" y="826857"/>
                </a:moveTo>
                <a:lnTo>
                  <a:pt x="34277" y="831054"/>
                </a:lnTo>
                <a:lnTo>
                  <a:pt x="33147" y="826857"/>
                </a:lnTo>
              </a:path>
              <a:path w="651459" h="962494">
                <a:moveTo>
                  <a:pt x="33147" y="826857"/>
                </a:moveTo>
                <a:lnTo>
                  <a:pt x="33959" y="827194"/>
                </a:lnTo>
                <a:lnTo>
                  <a:pt x="34277" y="827326"/>
                </a:lnTo>
                <a:lnTo>
                  <a:pt x="34977" y="827617"/>
                </a:lnTo>
                <a:lnTo>
                  <a:pt x="35673" y="827905"/>
                </a:lnTo>
                <a:lnTo>
                  <a:pt x="37824" y="827905"/>
                </a:lnTo>
                <a:lnTo>
                  <a:pt x="37536" y="827617"/>
                </a:lnTo>
                <a:lnTo>
                  <a:pt x="36762" y="827617"/>
                </a:lnTo>
                <a:lnTo>
                  <a:pt x="35296" y="827617"/>
                </a:lnTo>
                <a:lnTo>
                  <a:pt x="34595" y="827326"/>
                </a:lnTo>
                <a:lnTo>
                  <a:pt x="34277" y="827194"/>
                </a:lnTo>
                <a:lnTo>
                  <a:pt x="33464" y="826857"/>
                </a:lnTo>
              </a:path>
              <a:path w="651459" h="962494">
                <a:moveTo>
                  <a:pt x="35673" y="827905"/>
                </a:moveTo>
                <a:lnTo>
                  <a:pt x="36821" y="828381"/>
                </a:lnTo>
                <a:lnTo>
                  <a:pt x="37501" y="828663"/>
                </a:lnTo>
                <a:lnTo>
                  <a:pt x="37820" y="828663"/>
                </a:lnTo>
                <a:lnTo>
                  <a:pt x="37140" y="828381"/>
                </a:lnTo>
                <a:lnTo>
                  <a:pt x="37058" y="827905"/>
                </a:lnTo>
              </a:path>
              <a:path w="651459" h="962494">
                <a:moveTo>
                  <a:pt x="37058" y="827905"/>
                </a:moveTo>
                <a:lnTo>
                  <a:pt x="37537" y="828381"/>
                </a:lnTo>
                <a:lnTo>
                  <a:pt x="37820" y="828663"/>
                </a:lnTo>
                <a:lnTo>
                  <a:pt x="38581" y="828663"/>
                </a:lnTo>
                <a:lnTo>
                  <a:pt x="38299" y="828381"/>
                </a:lnTo>
                <a:lnTo>
                  <a:pt x="37824" y="827905"/>
                </a:lnTo>
              </a:path>
              <a:path w="651459" h="962494">
                <a:moveTo>
                  <a:pt x="37501" y="828663"/>
                </a:moveTo>
                <a:lnTo>
                  <a:pt x="38661" y="829144"/>
                </a:lnTo>
                <a:lnTo>
                  <a:pt x="39344" y="829428"/>
                </a:lnTo>
                <a:lnTo>
                  <a:pt x="39061" y="829144"/>
                </a:lnTo>
                <a:lnTo>
                  <a:pt x="38581" y="828663"/>
                </a:lnTo>
              </a:path>
              <a:path w="651459" h="962494">
                <a:moveTo>
                  <a:pt x="34277" y="826857"/>
                </a:moveTo>
                <a:lnTo>
                  <a:pt x="33464" y="826857"/>
                </a:lnTo>
                <a:lnTo>
                  <a:pt x="34277" y="827194"/>
                </a:lnTo>
                <a:lnTo>
                  <a:pt x="35296" y="827617"/>
                </a:lnTo>
                <a:lnTo>
                  <a:pt x="34277" y="826857"/>
                </a:lnTo>
                <a:close/>
              </a:path>
              <a:path w="651459" h="962494">
                <a:moveTo>
                  <a:pt x="37337" y="67170"/>
                </a:moveTo>
                <a:lnTo>
                  <a:pt x="33731" y="66408"/>
                </a:lnTo>
                <a:lnTo>
                  <a:pt x="33332" y="66408"/>
                </a:lnTo>
                <a:lnTo>
                  <a:pt x="33248" y="66890"/>
                </a:lnTo>
                <a:lnTo>
                  <a:pt x="32969" y="67170"/>
                </a:lnTo>
                <a:lnTo>
                  <a:pt x="32753" y="67386"/>
                </a:lnTo>
                <a:lnTo>
                  <a:pt x="37338" y="68681"/>
                </a:lnTo>
                <a:lnTo>
                  <a:pt x="37337" y="67170"/>
                </a:lnTo>
                <a:close/>
              </a:path>
              <a:path w="651459" h="962494">
                <a:moveTo>
                  <a:pt x="36012" y="826857"/>
                </a:moveTo>
                <a:lnTo>
                  <a:pt x="36017" y="826094"/>
                </a:lnTo>
                <a:lnTo>
                  <a:pt x="35250" y="826094"/>
                </a:lnTo>
                <a:lnTo>
                  <a:pt x="34277" y="825118"/>
                </a:lnTo>
                <a:lnTo>
                  <a:pt x="34490" y="826094"/>
                </a:lnTo>
                <a:lnTo>
                  <a:pt x="34277" y="826094"/>
                </a:lnTo>
                <a:lnTo>
                  <a:pt x="33248" y="825618"/>
                </a:lnTo>
                <a:lnTo>
                  <a:pt x="33010" y="826094"/>
                </a:lnTo>
                <a:lnTo>
                  <a:pt x="34277" y="826619"/>
                </a:lnTo>
                <a:lnTo>
                  <a:pt x="34851" y="826857"/>
                </a:lnTo>
                <a:lnTo>
                  <a:pt x="34772" y="826376"/>
                </a:lnTo>
                <a:lnTo>
                  <a:pt x="35252" y="826857"/>
                </a:lnTo>
                <a:lnTo>
                  <a:pt x="35534" y="827140"/>
                </a:lnTo>
                <a:lnTo>
                  <a:pt x="36012" y="826857"/>
                </a:lnTo>
                <a:close/>
              </a:path>
              <a:path w="651459" h="962494">
                <a:moveTo>
                  <a:pt x="35252" y="845907"/>
                </a:moveTo>
                <a:lnTo>
                  <a:pt x="34556" y="845743"/>
                </a:lnTo>
                <a:lnTo>
                  <a:pt x="35108" y="845144"/>
                </a:lnTo>
                <a:lnTo>
                  <a:pt x="33582" y="844379"/>
                </a:lnTo>
                <a:lnTo>
                  <a:pt x="32072" y="843621"/>
                </a:lnTo>
                <a:lnTo>
                  <a:pt x="31747" y="843621"/>
                </a:lnTo>
                <a:lnTo>
                  <a:pt x="33257" y="844379"/>
                </a:lnTo>
                <a:lnTo>
                  <a:pt x="31420" y="843621"/>
                </a:lnTo>
                <a:lnTo>
                  <a:pt x="30759" y="843348"/>
                </a:lnTo>
                <a:lnTo>
                  <a:pt x="29235" y="842584"/>
                </a:lnTo>
                <a:lnTo>
                  <a:pt x="28382" y="842097"/>
                </a:lnTo>
                <a:lnTo>
                  <a:pt x="27711" y="841820"/>
                </a:lnTo>
                <a:lnTo>
                  <a:pt x="26187" y="841061"/>
                </a:lnTo>
                <a:lnTo>
                  <a:pt x="24936" y="840569"/>
                </a:lnTo>
                <a:lnTo>
                  <a:pt x="26399" y="840569"/>
                </a:lnTo>
                <a:lnTo>
                  <a:pt x="25976" y="839811"/>
                </a:lnTo>
                <a:lnTo>
                  <a:pt x="24438" y="839047"/>
                </a:lnTo>
                <a:lnTo>
                  <a:pt x="22478" y="836759"/>
                </a:lnTo>
                <a:lnTo>
                  <a:pt x="18791" y="835237"/>
                </a:lnTo>
                <a:lnTo>
                  <a:pt x="17805" y="835728"/>
                </a:lnTo>
                <a:lnTo>
                  <a:pt x="18843" y="836759"/>
                </a:lnTo>
                <a:lnTo>
                  <a:pt x="20091" y="837251"/>
                </a:lnTo>
                <a:lnTo>
                  <a:pt x="21615" y="838010"/>
                </a:lnTo>
                <a:lnTo>
                  <a:pt x="24125" y="839047"/>
                </a:lnTo>
                <a:lnTo>
                  <a:pt x="24562" y="839811"/>
                </a:lnTo>
                <a:lnTo>
                  <a:pt x="24663" y="840296"/>
                </a:lnTo>
                <a:lnTo>
                  <a:pt x="24175" y="839811"/>
                </a:lnTo>
                <a:lnTo>
                  <a:pt x="23416" y="839811"/>
                </a:lnTo>
                <a:lnTo>
                  <a:pt x="23418" y="840569"/>
                </a:lnTo>
                <a:lnTo>
                  <a:pt x="24175" y="840569"/>
                </a:lnTo>
                <a:lnTo>
                  <a:pt x="25704" y="842097"/>
                </a:lnTo>
                <a:lnTo>
                  <a:pt x="27988" y="842097"/>
                </a:lnTo>
                <a:lnTo>
                  <a:pt x="29514" y="843621"/>
                </a:lnTo>
                <a:lnTo>
                  <a:pt x="31033" y="843621"/>
                </a:lnTo>
                <a:lnTo>
                  <a:pt x="31793" y="844379"/>
                </a:lnTo>
                <a:lnTo>
                  <a:pt x="32560" y="845144"/>
                </a:lnTo>
                <a:lnTo>
                  <a:pt x="33325" y="845907"/>
                </a:lnTo>
                <a:lnTo>
                  <a:pt x="34883" y="845907"/>
                </a:lnTo>
                <a:lnTo>
                  <a:pt x="36400" y="846667"/>
                </a:lnTo>
                <a:lnTo>
                  <a:pt x="35252" y="845907"/>
                </a:lnTo>
                <a:close/>
              </a:path>
              <a:path w="651459" h="962494">
                <a:moveTo>
                  <a:pt x="36372" y="44310"/>
                </a:moveTo>
                <a:lnTo>
                  <a:pt x="37134" y="43548"/>
                </a:lnTo>
                <a:lnTo>
                  <a:pt x="37134" y="42786"/>
                </a:lnTo>
                <a:lnTo>
                  <a:pt x="36372" y="43548"/>
                </a:lnTo>
                <a:lnTo>
                  <a:pt x="35610" y="43548"/>
                </a:lnTo>
                <a:lnTo>
                  <a:pt x="35610" y="44310"/>
                </a:lnTo>
                <a:lnTo>
                  <a:pt x="34086" y="44310"/>
                </a:lnTo>
                <a:lnTo>
                  <a:pt x="33324" y="45072"/>
                </a:lnTo>
                <a:lnTo>
                  <a:pt x="35610" y="45072"/>
                </a:lnTo>
                <a:lnTo>
                  <a:pt x="36372" y="44310"/>
                </a:lnTo>
                <a:close/>
              </a:path>
              <a:path w="651459" h="962494">
                <a:moveTo>
                  <a:pt x="34799" y="45834"/>
                </a:moveTo>
                <a:lnTo>
                  <a:pt x="35116" y="45834"/>
                </a:lnTo>
                <a:lnTo>
                  <a:pt x="36640" y="45072"/>
                </a:lnTo>
                <a:lnTo>
                  <a:pt x="36323" y="45072"/>
                </a:lnTo>
                <a:lnTo>
                  <a:pt x="34482" y="45834"/>
                </a:lnTo>
                <a:lnTo>
                  <a:pt x="33807" y="46113"/>
                </a:lnTo>
                <a:lnTo>
                  <a:pt x="32958" y="46596"/>
                </a:lnTo>
                <a:lnTo>
                  <a:pt x="34799" y="45834"/>
                </a:lnTo>
                <a:close/>
              </a:path>
              <a:path w="651459" h="962494">
                <a:moveTo>
                  <a:pt x="34277" y="821524"/>
                </a:moveTo>
                <a:lnTo>
                  <a:pt x="32968" y="824571"/>
                </a:lnTo>
                <a:lnTo>
                  <a:pt x="33731" y="824571"/>
                </a:lnTo>
                <a:lnTo>
                  <a:pt x="34277" y="825118"/>
                </a:lnTo>
                <a:lnTo>
                  <a:pt x="34277" y="821524"/>
                </a:lnTo>
                <a:close/>
              </a:path>
              <a:path w="651459" h="962494">
                <a:moveTo>
                  <a:pt x="36323" y="45072"/>
                </a:moveTo>
                <a:lnTo>
                  <a:pt x="36640" y="45072"/>
                </a:lnTo>
                <a:lnTo>
                  <a:pt x="37617" y="44589"/>
                </a:lnTo>
                <a:lnTo>
                  <a:pt x="37896" y="44310"/>
                </a:lnTo>
                <a:lnTo>
                  <a:pt x="36006" y="45072"/>
                </a:lnTo>
                <a:lnTo>
                  <a:pt x="35331" y="45351"/>
                </a:lnTo>
                <a:lnTo>
                  <a:pt x="34482" y="45834"/>
                </a:lnTo>
                <a:lnTo>
                  <a:pt x="36323" y="45072"/>
                </a:lnTo>
                <a:close/>
              </a:path>
              <a:path w="651459" h="962494">
                <a:moveTo>
                  <a:pt x="34277" y="831054"/>
                </a:moveTo>
                <a:lnTo>
                  <a:pt x="31623" y="826094"/>
                </a:lnTo>
                <a:lnTo>
                  <a:pt x="33464" y="826857"/>
                </a:lnTo>
                <a:lnTo>
                  <a:pt x="34277" y="826857"/>
                </a:lnTo>
                <a:lnTo>
                  <a:pt x="35296" y="827617"/>
                </a:lnTo>
                <a:lnTo>
                  <a:pt x="36771" y="827617"/>
                </a:lnTo>
                <a:lnTo>
                  <a:pt x="36778" y="826857"/>
                </a:lnTo>
                <a:lnTo>
                  <a:pt x="36017" y="826094"/>
                </a:lnTo>
                <a:lnTo>
                  <a:pt x="36012" y="826857"/>
                </a:lnTo>
                <a:lnTo>
                  <a:pt x="35534" y="827140"/>
                </a:lnTo>
                <a:lnTo>
                  <a:pt x="35252" y="826857"/>
                </a:lnTo>
                <a:lnTo>
                  <a:pt x="34772" y="826376"/>
                </a:lnTo>
                <a:lnTo>
                  <a:pt x="34851" y="826857"/>
                </a:lnTo>
                <a:lnTo>
                  <a:pt x="34277" y="826619"/>
                </a:lnTo>
                <a:lnTo>
                  <a:pt x="33010" y="826094"/>
                </a:lnTo>
                <a:lnTo>
                  <a:pt x="33248" y="825618"/>
                </a:lnTo>
                <a:lnTo>
                  <a:pt x="34277" y="826094"/>
                </a:lnTo>
                <a:lnTo>
                  <a:pt x="34490" y="826094"/>
                </a:lnTo>
                <a:lnTo>
                  <a:pt x="34277" y="825118"/>
                </a:lnTo>
                <a:lnTo>
                  <a:pt x="33731" y="824571"/>
                </a:lnTo>
                <a:lnTo>
                  <a:pt x="32968" y="824571"/>
                </a:lnTo>
                <a:lnTo>
                  <a:pt x="34277" y="821524"/>
                </a:lnTo>
                <a:lnTo>
                  <a:pt x="29921" y="822284"/>
                </a:lnTo>
                <a:lnTo>
                  <a:pt x="29717" y="822284"/>
                </a:lnTo>
                <a:lnTo>
                  <a:pt x="29438" y="822571"/>
                </a:lnTo>
                <a:lnTo>
                  <a:pt x="29152" y="822284"/>
                </a:lnTo>
                <a:lnTo>
                  <a:pt x="29717" y="823047"/>
                </a:lnTo>
                <a:lnTo>
                  <a:pt x="29717" y="822849"/>
                </a:lnTo>
                <a:lnTo>
                  <a:pt x="29916" y="823047"/>
                </a:lnTo>
                <a:lnTo>
                  <a:pt x="31445" y="823047"/>
                </a:lnTo>
                <a:lnTo>
                  <a:pt x="32204" y="824571"/>
                </a:lnTo>
                <a:lnTo>
                  <a:pt x="29337" y="824571"/>
                </a:lnTo>
                <a:lnTo>
                  <a:pt x="29181" y="825946"/>
                </a:lnTo>
                <a:lnTo>
                  <a:pt x="28193" y="823521"/>
                </a:lnTo>
                <a:lnTo>
                  <a:pt x="28193" y="823047"/>
                </a:lnTo>
                <a:lnTo>
                  <a:pt x="28174" y="823513"/>
                </a:lnTo>
                <a:lnTo>
                  <a:pt x="28193" y="825717"/>
                </a:lnTo>
                <a:lnTo>
                  <a:pt x="27656" y="824418"/>
                </a:lnTo>
                <a:lnTo>
                  <a:pt x="26670" y="822314"/>
                </a:lnTo>
                <a:lnTo>
                  <a:pt x="26670" y="822036"/>
                </a:lnTo>
                <a:lnTo>
                  <a:pt x="26595" y="822284"/>
                </a:lnTo>
                <a:lnTo>
                  <a:pt x="26670" y="823430"/>
                </a:lnTo>
                <a:lnTo>
                  <a:pt x="27813" y="840569"/>
                </a:lnTo>
                <a:lnTo>
                  <a:pt x="30099" y="842097"/>
                </a:lnTo>
                <a:lnTo>
                  <a:pt x="34277" y="831054"/>
                </a:lnTo>
                <a:close/>
              </a:path>
              <a:path w="651459" h="962494">
                <a:moveTo>
                  <a:pt x="36195" y="828381"/>
                </a:moveTo>
                <a:lnTo>
                  <a:pt x="38036" y="829144"/>
                </a:lnTo>
                <a:lnTo>
                  <a:pt x="42392" y="830950"/>
                </a:lnTo>
                <a:lnTo>
                  <a:pt x="40629" y="829184"/>
                </a:lnTo>
                <a:lnTo>
                  <a:pt x="39828" y="828381"/>
                </a:lnTo>
                <a:lnTo>
                  <a:pt x="39064" y="828381"/>
                </a:lnTo>
                <a:lnTo>
                  <a:pt x="39827" y="829144"/>
                </a:lnTo>
                <a:lnTo>
                  <a:pt x="40551" y="829144"/>
                </a:lnTo>
                <a:lnTo>
                  <a:pt x="40868" y="830186"/>
                </a:lnTo>
                <a:lnTo>
                  <a:pt x="38356" y="829144"/>
                </a:lnTo>
                <a:lnTo>
                  <a:pt x="36515" y="828381"/>
                </a:lnTo>
                <a:lnTo>
                  <a:pt x="34671" y="827617"/>
                </a:lnTo>
                <a:lnTo>
                  <a:pt x="35433" y="845144"/>
                </a:lnTo>
                <a:lnTo>
                  <a:pt x="36195" y="828381"/>
                </a:lnTo>
                <a:close/>
              </a:path>
              <a:path w="651459" h="962494">
                <a:moveTo>
                  <a:pt x="36511" y="62598"/>
                </a:moveTo>
                <a:lnTo>
                  <a:pt x="37337" y="62125"/>
                </a:lnTo>
                <a:lnTo>
                  <a:pt x="37338" y="59925"/>
                </a:lnTo>
                <a:lnTo>
                  <a:pt x="38849" y="58411"/>
                </a:lnTo>
                <a:lnTo>
                  <a:pt x="41897" y="55359"/>
                </a:lnTo>
                <a:lnTo>
                  <a:pt x="42189" y="43065"/>
                </a:lnTo>
                <a:lnTo>
                  <a:pt x="42291" y="59550"/>
                </a:lnTo>
                <a:lnTo>
                  <a:pt x="45237" y="42303"/>
                </a:lnTo>
                <a:lnTo>
                  <a:pt x="51434" y="39738"/>
                </a:lnTo>
                <a:lnTo>
                  <a:pt x="49910" y="39738"/>
                </a:lnTo>
                <a:lnTo>
                  <a:pt x="48564" y="38976"/>
                </a:lnTo>
                <a:lnTo>
                  <a:pt x="47802" y="39738"/>
                </a:lnTo>
                <a:lnTo>
                  <a:pt x="48387" y="40500"/>
                </a:lnTo>
                <a:lnTo>
                  <a:pt x="46089" y="41451"/>
                </a:lnTo>
                <a:lnTo>
                  <a:pt x="47040" y="40500"/>
                </a:lnTo>
                <a:lnTo>
                  <a:pt x="43230" y="40500"/>
                </a:lnTo>
                <a:lnTo>
                  <a:pt x="42468" y="41262"/>
                </a:lnTo>
                <a:lnTo>
                  <a:pt x="41706" y="42024"/>
                </a:lnTo>
                <a:lnTo>
                  <a:pt x="43052" y="42024"/>
                </a:lnTo>
                <a:lnTo>
                  <a:pt x="43992" y="41262"/>
                </a:lnTo>
                <a:lnTo>
                  <a:pt x="46100" y="41262"/>
                </a:lnTo>
                <a:lnTo>
                  <a:pt x="42504" y="42751"/>
                </a:lnTo>
                <a:lnTo>
                  <a:pt x="39903" y="43827"/>
                </a:lnTo>
                <a:lnTo>
                  <a:pt x="40217" y="43513"/>
                </a:lnTo>
                <a:lnTo>
                  <a:pt x="40004" y="43548"/>
                </a:lnTo>
                <a:lnTo>
                  <a:pt x="38658" y="43548"/>
                </a:lnTo>
                <a:lnTo>
                  <a:pt x="37931" y="44275"/>
                </a:lnTo>
                <a:lnTo>
                  <a:pt x="38164" y="44310"/>
                </a:lnTo>
                <a:lnTo>
                  <a:pt x="38480" y="44310"/>
                </a:lnTo>
                <a:lnTo>
                  <a:pt x="38849" y="57645"/>
                </a:lnTo>
                <a:lnTo>
                  <a:pt x="37338" y="59169"/>
                </a:lnTo>
                <a:lnTo>
                  <a:pt x="36803" y="60460"/>
                </a:lnTo>
                <a:lnTo>
                  <a:pt x="36195" y="62598"/>
                </a:lnTo>
                <a:lnTo>
                  <a:pt x="35795" y="62894"/>
                </a:lnTo>
                <a:lnTo>
                  <a:pt x="36511" y="62598"/>
                </a:lnTo>
                <a:close/>
              </a:path>
              <a:path w="651459" h="962494">
                <a:moveTo>
                  <a:pt x="38849" y="63360"/>
                </a:moveTo>
                <a:lnTo>
                  <a:pt x="39065" y="63360"/>
                </a:lnTo>
                <a:lnTo>
                  <a:pt x="38849" y="62808"/>
                </a:lnTo>
                <a:lnTo>
                  <a:pt x="39065" y="62598"/>
                </a:lnTo>
                <a:lnTo>
                  <a:pt x="39818" y="61844"/>
                </a:lnTo>
                <a:lnTo>
                  <a:pt x="39827" y="62598"/>
                </a:lnTo>
                <a:lnTo>
                  <a:pt x="40576" y="62598"/>
                </a:lnTo>
                <a:lnTo>
                  <a:pt x="41341" y="61836"/>
                </a:lnTo>
                <a:lnTo>
                  <a:pt x="40596" y="61066"/>
                </a:lnTo>
                <a:lnTo>
                  <a:pt x="39826" y="61836"/>
                </a:lnTo>
                <a:lnTo>
                  <a:pt x="39058" y="62598"/>
                </a:lnTo>
                <a:lnTo>
                  <a:pt x="38849" y="62598"/>
                </a:lnTo>
                <a:lnTo>
                  <a:pt x="38849" y="61836"/>
                </a:lnTo>
                <a:lnTo>
                  <a:pt x="38352" y="61836"/>
                </a:lnTo>
                <a:lnTo>
                  <a:pt x="37337" y="62256"/>
                </a:lnTo>
                <a:lnTo>
                  <a:pt x="37337" y="62598"/>
                </a:lnTo>
                <a:lnTo>
                  <a:pt x="37820" y="63080"/>
                </a:lnTo>
                <a:lnTo>
                  <a:pt x="37337" y="63280"/>
                </a:lnTo>
                <a:lnTo>
                  <a:pt x="37540" y="63360"/>
                </a:lnTo>
                <a:lnTo>
                  <a:pt x="38298" y="63360"/>
                </a:lnTo>
                <a:lnTo>
                  <a:pt x="37541" y="64122"/>
                </a:lnTo>
                <a:lnTo>
                  <a:pt x="38849" y="67170"/>
                </a:lnTo>
                <a:lnTo>
                  <a:pt x="38849" y="63360"/>
                </a:lnTo>
                <a:close/>
              </a:path>
              <a:path w="651459" h="962494">
                <a:moveTo>
                  <a:pt x="40601" y="61061"/>
                </a:moveTo>
                <a:lnTo>
                  <a:pt x="40868" y="60794"/>
                </a:lnTo>
                <a:lnTo>
                  <a:pt x="41363" y="61061"/>
                </a:lnTo>
                <a:lnTo>
                  <a:pt x="42113" y="60312"/>
                </a:lnTo>
                <a:lnTo>
                  <a:pt x="41339" y="60312"/>
                </a:lnTo>
                <a:lnTo>
                  <a:pt x="39907" y="61061"/>
                </a:lnTo>
                <a:lnTo>
                  <a:pt x="41073" y="60578"/>
                </a:lnTo>
                <a:lnTo>
                  <a:pt x="40850" y="60802"/>
                </a:lnTo>
                <a:lnTo>
                  <a:pt x="40591" y="61061"/>
                </a:lnTo>
                <a:close/>
              </a:path>
              <a:path w="651459" h="962494">
                <a:moveTo>
                  <a:pt x="37537" y="828381"/>
                </a:moveTo>
                <a:lnTo>
                  <a:pt x="37058" y="827905"/>
                </a:lnTo>
                <a:lnTo>
                  <a:pt x="37140" y="828381"/>
                </a:lnTo>
                <a:lnTo>
                  <a:pt x="37820" y="828663"/>
                </a:lnTo>
                <a:lnTo>
                  <a:pt x="37537" y="828381"/>
                </a:lnTo>
                <a:close/>
              </a:path>
              <a:path w="651459" h="962494">
                <a:moveTo>
                  <a:pt x="38849" y="67170"/>
                </a:moveTo>
                <a:lnTo>
                  <a:pt x="37541" y="64122"/>
                </a:lnTo>
                <a:lnTo>
                  <a:pt x="38302" y="63360"/>
                </a:lnTo>
                <a:lnTo>
                  <a:pt x="38849" y="62814"/>
                </a:lnTo>
                <a:lnTo>
                  <a:pt x="39065" y="63360"/>
                </a:lnTo>
                <a:lnTo>
                  <a:pt x="39827" y="62598"/>
                </a:lnTo>
                <a:lnTo>
                  <a:pt x="39818" y="61836"/>
                </a:lnTo>
                <a:lnTo>
                  <a:pt x="40223" y="61061"/>
                </a:lnTo>
                <a:lnTo>
                  <a:pt x="39907" y="61061"/>
                </a:lnTo>
                <a:lnTo>
                  <a:pt x="38849" y="61499"/>
                </a:lnTo>
                <a:lnTo>
                  <a:pt x="38849" y="62598"/>
                </a:lnTo>
                <a:lnTo>
                  <a:pt x="39058" y="62598"/>
                </a:lnTo>
                <a:lnTo>
                  <a:pt x="38849" y="62808"/>
                </a:lnTo>
                <a:lnTo>
                  <a:pt x="38298" y="63360"/>
                </a:lnTo>
                <a:lnTo>
                  <a:pt x="37537" y="64122"/>
                </a:lnTo>
                <a:lnTo>
                  <a:pt x="37337" y="64322"/>
                </a:lnTo>
                <a:lnTo>
                  <a:pt x="36017" y="65646"/>
                </a:lnTo>
                <a:lnTo>
                  <a:pt x="37337" y="67170"/>
                </a:lnTo>
                <a:lnTo>
                  <a:pt x="38849" y="67170"/>
                </a:lnTo>
                <a:close/>
              </a:path>
              <a:path w="651459" h="962494">
                <a:moveTo>
                  <a:pt x="38035" y="61836"/>
                </a:moveTo>
                <a:lnTo>
                  <a:pt x="38849" y="61368"/>
                </a:lnTo>
                <a:lnTo>
                  <a:pt x="39243" y="61061"/>
                </a:lnTo>
                <a:lnTo>
                  <a:pt x="40767" y="60312"/>
                </a:lnTo>
                <a:lnTo>
                  <a:pt x="41062" y="60312"/>
                </a:lnTo>
                <a:lnTo>
                  <a:pt x="41533" y="60118"/>
                </a:lnTo>
                <a:lnTo>
                  <a:pt x="41742" y="59908"/>
                </a:lnTo>
                <a:lnTo>
                  <a:pt x="41897" y="59753"/>
                </a:lnTo>
                <a:lnTo>
                  <a:pt x="41897" y="55359"/>
                </a:lnTo>
                <a:lnTo>
                  <a:pt x="38849" y="58411"/>
                </a:lnTo>
                <a:lnTo>
                  <a:pt x="37718" y="61836"/>
                </a:lnTo>
                <a:lnTo>
                  <a:pt x="37337" y="62125"/>
                </a:lnTo>
                <a:lnTo>
                  <a:pt x="38035" y="61836"/>
                </a:lnTo>
                <a:close/>
              </a:path>
              <a:path w="651459" h="962494">
                <a:moveTo>
                  <a:pt x="37718" y="61836"/>
                </a:moveTo>
                <a:lnTo>
                  <a:pt x="38849" y="58411"/>
                </a:lnTo>
                <a:lnTo>
                  <a:pt x="37338" y="59925"/>
                </a:lnTo>
                <a:lnTo>
                  <a:pt x="37337" y="62125"/>
                </a:lnTo>
                <a:lnTo>
                  <a:pt x="37718" y="61836"/>
                </a:lnTo>
                <a:close/>
              </a:path>
              <a:path w="651459" h="962494">
                <a:moveTo>
                  <a:pt x="37718" y="829144"/>
                </a:moveTo>
                <a:lnTo>
                  <a:pt x="37602" y="831715"/>
                </a:lnTo>
                <a:lnTo>
                  <a:pt x="43916" y="831715"/>
                </a:lnTo>
              </a:path>
              <a:path w="651459" h="962494">
                <a:moveTo>
                  <a:pt x="43078" y="830474"/>
                </a:moveTo>
                <a:lnTo>
                  <a:pt x="43326" y="830841"/>
                </a:lnTo>
                <a:lnTo>
                  <a:pt x="43916" y="831715"/>
                </a:lnTo>
                <a:lnTo>
                  <a:pt x="46243" y="831715"/>
                </a:lnTo>
                <a:lnTo>
                  <a:pt x="43929" y="830841"/>
                </a:lnTo>
              </a:path>
              <a:path w="651459" h="962494">
                <a:moveTo>
                  <a:pt x="37602" y="831715"/>
                </a:moveTo>
                <a:lnTo>
                  <a:pt x="36956" y="845907"/>
                </a:lnTo>
                <a:lnTo>
                  <a:pt x="38480" y="846667"/>
                </a:lnTo>
                <a:lnTo>
                  <a:pt x="85838" y="846667"/>
                </a:lnTo>
                <a:lnTo>
                  <a:pt x="83827" y="845907"/>
                </a:lnTo>
                <a:lnTo>
                  <a:pt x="46243" y="831715"/>
                </a:lnTo>
              </a:path>
              <a:path w="651459" h="962494">
                <a:moveTo>
                  <a:pt x="36400" y="846667"/>
                </a:moveTo>
                <a:lnTo>
                  <a:pt x="36401" y="846667"/>
                </a:lnTo>
                <a:lnTo>
                  <a:pt x="38480" y="846667"/>
                </a:lnTo>
              </a:path>
              <a:path w="651459" h="962494">
                <a:moveTo>
                  <a:pt x="36401" y="846667"/>
                </a:moveTo>
                <a:lnTo>
                  <a:pt x="273666" y="935819"/>
                </a:lnTo>
                <a:lnTo>
                  <a:pt x="275687" y="936579"/>
                </a:lnTo>
                <a:lnTo>
                  <a:pt x="278590" y="937669"/>
                </a:lnTo>
                <a:lnTo>
                  <a:pt x="299032" y="945349"/>
                </a:lnTo>
                <a:lnTo>
                  <a:pt x="327450" y="945349"/>
                </a:lnTo>
                <a:lnTo>
                  <a:pt x="326068" y="937669"/>
                </a:lnTo>
                <a:lnTo>
                  <a:pt x="323443" y="936579"/>
                </a:lnTo>
                <a:lnTo>
                  <a:pt x="321932" y="935819"/>
                </a:lnTo>
                <a:lnTo>
                  <a:pt x="85969" y="846716"/>
                </a:lnTo>
                <a:lnTo>
                  <a:pt x="85838" y="846667"/>
                </a:lnTo>
              </a:path>
              <a:path w="651459" h="962494">
                <a:moveTo>
                  <a:pt x="299032" y="945349"/>
                </a:moveTo>
                <a:lnTo>
                  <a:pt x="313490" y="950781"/>
                </a:lnTo>
                <a:lnTo>
                  <a:pt x="319836" y="950781"/>
                </a:lnTo>
                <a:lnTo>
                  <a:pt x="316966" y="945349"/>
                </a:lnTo>
              </a:path>
              <a:path w="651459" h="962494">
                <a:moveTo>
                  <a:pt x="316966" y="945349"/>
                </a:moveTo>
                <a:lnTo>
                  <a:pt x="320776" y="946872"/>
                </a:lnTo>
                <a:lnTo>
                  <a:pt x="325627" y="953828"/>
                </a:lnTo>
                <a:lnTo>
                  <a:pt x="326265" y="954464"/>
                </a:lnTo>
                <a:lnTo>
                  <a:pt x="326392" y="954591"/>
                </a:lnTo>
                <a:lnTo>
                  <a:pt x="329112" y="954591"/>
                </a:lnTo>
                <a:lnTo>
                  <a:pt x="329090" y="954464"/>
                </a:lnTo>
                <a:lnTo>
                  <a:pt x="328975" y="953828"/>
                </a:lnTo>
                <a:lnTo>
                  <a:pt x="327724" y="946872"/>
                </a:lnTo>
                <a:lnTo>
                  <a:pt x="327450" y="945349"/>
                </a:lnTo>
              </a:path>
              <a:path w="651459" h="962494">
                <a:moveTo>
                  <a:pt x="313490" y="950781"/>
                </a:moveTo>
                <a:lnTo>
                  <a:pt x="316966" y="952087"/>
                </a:lnTo>
                <a:lnTo>
                  <a:pt x="316483" y="950781"/>
                </a:lnTo>
              </a:path>
              <a:path w="651459" h="962494">
                <a:moveTo>
                  <a:pt x="316483" y="950781"/>
                </a:moveTo>
                <a:lnTo>
                  <a:pt x="316966" y="950981"/>
                </a:lnTo>
                <a:lnTo>
                  <a:pt x="318274" y="952562"/>
                </a:lnTo>
                <a:lnTo>
                  <a:pt x="319062" y="953352"/>
                </a:lnTo>
                <a:lnTo>
                  <a:pt x="319824" y="954111"/>
                </a:lnTo>
                <a:lnTo>
                  <a:pt x="320776" y="954874"/>
                </a:lnTo>
                <a:lnTo>
                  <a:pt x="323636" y="954874"/>
                </a:lnTo>
                <a:lnTo>
                  <a:pt x="320776" y="954111"/>
                </a:lnTo>
                <a:lnTo>
                  <a:pt x="320332" y="953352"/>
                </a:lnTo>
                <a:lnTo>
                  <a:pt x="320762" y="952586"/>
                </a:lnTo>
                <a:lnTo>
                  <a:pt x="319941" y="950981"/>
                </a:lnTo>
                <a:lnTo>
                  <a:pt x="319836" y="950781"/>
                </a:lnTo>
              </a:path>
              <a:path w="651459" h="962494">
                <a:moveTo>
                  <a:pt x="326392" y="954591"/>
                </a:moveTo>
                <a:lnTo>
                  <a:pt x="326676" y="954874"/>
                </a:lnTo>
                <a:lnTo>
                  <a:pt x="323636" y="954874"/>
                </a:lnTo>
                <a:lnTo>
                  <a:pt x="327253" y="954874"/>
                </a:lnTo>
                <a:lnTo>
                  <a:pt x="327151" y="954591"/>
                </a:lnTo>
              </a:path>
              <a:path w="651459" h="962494">
                <a:moveTo>
                  <a:pt x="327151" y="954591"/>
                </a:moveTo>
                <a:lnTo>
                  <a:pt x="329245" y="955328"/>
                </a:lnTo>
                <a:lnTo>
                  <a:pt x="329112" y="954591"/>
                </a:lnTo>
              </a:path>
              <a:path w="651459" h="962494">
                <a:moveTo>
                  <a:pt x="320776" y="954874"/>
                </a:moveTo>
                <a:lnTo>
                  <a:pt x="320776" y="955634"/>
                </a:lnTo>
                <a:lnTo>
                  <a:pt x="320776" y="956397"/>
                </a:lnTo>
                <a:lnTo>
                  <a:pt x="328202" y="956397"/>
                </a:lnTo>
                <a:lnTo>
                  <a:pt x="324396" y="955634"/>
                </a:lnTo>
                <a:lnTo>
                  <a:pt x="327437" y="955634"/>
                </a:lnTo>
                <a:lnTo>
                  <a:pt x="327253" y="954874"/>
                </a:lnTo>
              </a:path>
              <a:path w="651459" h="962494">
                <a:moveTo>
                  <a:pt x="39590" y="61061"/>
                </a:moveTo>
                <a:lnTo>
                  <a:pt x="41062" y="60312"/>
                </a:lnTo>
                <a:lnTo>
                  <a:pt x="40767" y="60312"/>
                </a:lnTo>
                <a:lnTo>
                  <a:pt x="39243" y="61061"/>
                </a:lnTo>
                <a:lnTo>
                  <a:pt x="38849" y="61368"/>
                </a:lnTo>
                <a:lnTo>
                  <a:pt x="39590" y="61061"/>
                </a:lnTo>
                <a:close/>
              </a:path>
              <a:path w="651459" h="962494">
                <a:moveTo>
                  <a:pt x="42504" y="42751"/>
                </a:moveTo>
                <a:lnTo>
                  <a:pt x="46100" y="41262"/>
                </a:lnTo>
                <a:lnTo>
                  <a:pt x="43992" y="41262"/>
                </a:lnTo>
                <a:lnTo>
                  <a:pt x="43052" y="42024"/>
                </a:lnTo>
                <a:lnTo>
                  <a:pt x="41706" y="42024"/>
                </a:lnTo>
                <a:lnTo>
                  <a:pt x="40944" y="42786"/>
                </a:lnTo>
                <a:lnTo>
                  <a:pt x="39688" y="43548"/>
                </a:lnTo>
                <a:lnTo>
                  <a:pt x="40532" y="43198"/>
                </a:lnTo>
                <a:lnTo>
                  <a:pt x="41528" y="42786"/>
                </a:lnTo>
                <a:lnTo>
                  <a:pt x="42818" y="42436"/>
                </a:lnTo>
                <a:lnTo>
                  <a:pt x="43230" y="42024"/>
                </a:lnTo>
                <a:lnTo>
                  <a:pt x="43814" y="42024"/>
                </a:lnTo>
                <a:lnTo>
                  <a:pt x="42818" y="42436"/>
                </a:lnTo>
                <a:lnTo>
                  <a:pt x="40217" y="43513"/>
                </a:lnTo>
                <a:lnTo>
                  <a:pt x="39903" y="43827"/>
                </a:lnTo>
                <a:lnTo>
                  <a:pt x="42504" y="42751"/>
                </a:lnTo>
                <a:close/>
              </a:path>
              <a:path w="651459" h="962494">
                <a:moveTo>
                  <a:pt x="40944" y="42786"/>
                </a:moveTo>
                <a:lnTo>
                  <a:pt x="41706" y="42024"/>
                </a:lnTo>
                <a:lnTo>
                  <a:pt x="42468" y="41262"/>
                </a:lnTo>
                <a:lnTo>
                  <a:pt x="40944" y="41262"/>
                </a:lnTo>
                <a:lnTo>
                  <a:pt x="40182" y="42024"/>
                </a:lnTo>
                <a:lnTo>
                  <a:pt x="39421" y="42786"/>
                </a:lnTo>
                <a:lnTo>
                  <a:pt x="38658" y="43548"/>
                </a:lnTo>
                <a:lnTo>
                  <a:pt x="39688" y="43548"/>
                </a:lnTo>
                <a:lnTo>
                  <a:pt x="40944" y="42786"/>
                </a:lnTo>
                <a:close/>
              </a:path>
              <a:path w="651459" h="962494">
                <a:moveTo>
                  <a:pt x="43637" y="61061"/>
                </a:moveTo>
                <a:lnTo>
                  <a:pt x="44389" y="60312"/>
                </a:lnTo>
                <a:lnTo>
                  <a:pt x="45154" y="59550"/>
                </a:lnTo>
                <a:lnTo>
                  <a:pt x="45919" y="58788"/>
                </a:lnTo>
                <a:lnTo>
                  <a:pt x="45440" y="58508"/>
                </a:lnTo>
                <a:lnTo>
                  <a:pt x="44762" y="58788"/>
                </a:lnTo>
                <a:lnTo>
                  <a:pt x="43916" y="59270"/>
                </a:lnTo>
                <a:lnTo>
                  <a:pt x="43241" y="59550"/>
                </a:lnTo>
                <a:lnTo>
                  <a:pt x="42392" y="60032"/>
                </a:lnTo>
                <a:lnTo>
                  <a:pt x="42871" y="60312"/>
                </a:lnTo>
                <a:lnTo>
                  <a:pt x="43636" y="59550"/>
                </a:lnTo>
                <a:lnTo>
                  <a:pt x="44395" y="59550"/>
                </a:lnTo>
                <a:lnTo>
                  <a:pt x="43630" y="60312"/>
                </a:lnTo>
                <a:lnTo>
                  <a:pt x="42878" y="61061"/>
                </a:lnTo>
                <a:lnTo>
                  <a:pt x="43637" y="61061"/>
                </a:lnTo>
                <a:close/>
              </a:path>
              <a:path w="651459" h="962494">
                <a:moveTo>
                  <a:pt x="40004" y="43548"/>
                </a:moveTo>
                <a:lnTo>
                  <a:pt x="40217" y="43513"/>
                </a:lnTo>
                <a:lnTo>
                  <a:pt x="42818" y="42436"/>
                </a:lnTo>
                <a:lnTo>
                  <a:pt x="41528" y="42786"/>
                </a:lnTo>
                <a:lnTo>
                  <a:pt x="40532" y="43198"/>
                </a:lnTo>
                <a:lnTo>
                  <a:pt x="39688" y="43548"/>
                </a:lnTo>
                <a:lnTo>
                  <a:pt x="40004" y="43548"/>
                </a:lnTo>
                <a:close/>
              </a:path>
              <a:path w="651459" h="962494">
                <a:moveTo>
                  <a:pt x="31222" y="65430"/>
                </a:moveTo>
                <a:lnTo>
                  <a:pt x="31177" y="66408"/>
                </a:lnTo>
                <a:lnTo>
                  <a:pt x="31229" y="67170"/>
                </a:lnTo>
                <a:lnTo>
                  <a:pt x="31222" y="65430"/>
                </a:lnTo>
                <a:close/>
              </a:path>
              <a:path w="651459" h="962494">
                <a:moveTo>
                  <a:pt x="36017" y="65646"/>
                </a:moveTo>
                <a:lnTo>
                  <a:pt x="37337" y="64322"/>
                </a:lnTo>
                <a:lnTo>
                  <a:pt x="37537" y="64122"/>
                </a:lnTo>
                <a:lnTo>
                  <a:pt x="38298" y="63360"/>
                </a:lnTo>
                <a:lnTo>
                  <a:pt x="37540" y="63360"/>
                </a:lnTo>
                <a:lnTo>
                  <a:pt x="37337" y="63280"/>
                </a:lnTo>
                <a:lnTo>
                  <a:pt x="37820" y="63080"/>
                </a:lnTo>
                <a:lnTo>
                  <a:pt x="37337" y="62598"/>
                </a:lnTo>
                <a:lnTo>
                  <a:pt x="37337" y="62256"/>
                </a:lnTo>
                <a:lnTo>
                  <a:pt x="38352" y="61836"/>
                </a:lnTo>
                <a:lnTo>
                  <a:pt x="38849" y="61836"/>
                </a:lnTo>
                <a:lnTo>
                  <a:pt x="38849" y="61499"/>
                </a:lnTo>
                <a:lnTo>
                  <a:pt x="39907" y="61061"/>
                </a:lnTo>
                <a:lnTo>
                  <a:pt x="41296" y="60355"/>
                </a:lnTo>
                <a:lnTo>
                  <a:pt x="42113" y="60312"/>
                </a:lnTo>
                <a:lnTo>
                  <a:pt x="41363" y="61061"/>
                </a:lnTo>
                <a:lnTo>
                  <a:pt x="40868" y="60794"/>
                </a:lnTo>
                <a:lnTo>
                  <a:pt x="40601" y="61061"/>
                </a:lnTo>
                <a:lnTo>
                  <a:pt x="40589" y="61836"/>
                </a:lnTo>
                <a:lnTo>
                  <a:pt x="41341" y="61836"/>
                </a:lnTo>
                <a:lnTo>
                  <a:pt x="42118" y="61061"/>
                </a:lnTo>
                <a:lnTo>
                  <a:pt x="42100" y="61836"/>
                </a:lnTo>
                <a:lnTo>
                  <a:pt x="42878" y="61061"/>
                </a:lnTo>
                <a:lnTo>
                  <a:pt x="43630" y="60312"/>
                </a:lnTo>
                <a:lnTo>
                  <a:pt x="44395" y="59550"/>
                </a:lnTo>
                <a:lnTo>
                  <a:pt x="43636" y="59550"/>
                </a:lnTo>
                <a:lnTo>
                  <a:pt x="42871" y="60312"/>
                </a:lnTo>
                <a:lnTo>
                  <a:pt x="42392" y="60032"/>
                </a:lnTo>
                <a:lnTo>
                  <a:pt x="43241" y="59550"/>
                </a:lnTo>
                <a:lnTo>
                  <a:pt x="43916" y="59270"/>
                </a:lnTo>
                <a:lnTo>
                  <a:pt x="44762" y="58788"/>
                </a:lnTo>
                <a:lnTo>
                  <a:pt x="45440" y="58508"/>
                </a:lnTo>
                <a:lnTo>
                  <a:pt x="45919" y="58788"/>
                </a:lnTo>
                <a:lnTo>
                  <a:pt x="46873" y="57837"/>
                </a:lnTo>
                <a:lnTo>
                  <a:pt x="47859" y="57613"/>
                </a:lnTo>
                <a:lnTo>
                  <a:pt x="48174" y="57299"/>
                </a:lnTo>
                <a:lnTo>
                  <a:pt x="50774" y="56222"/>
                </a:lnTo>
                <a:lnTo>
                  <a:pt x="56006" y="38976"/>
                </a:lnTo>
                <a:lnTo>
                  <a:pt x="55346" y="54698"/>
                </a:lnTo>
                <a:lnTo>
                  <a:pt x="52753" y="55767"/>
                </a:lnTo>
                <a:lnTo>
                  <a:pt x="51262" y="57251"/>
                </a:lnTo>
                <a:lnTo>
                  <a:pt x="52006" y="58026"/>
                </a:lnTo>
                <a:lnTo>
                  <a:pt x="52784" y="57251"/>
                </a:lnTo>
                <a:lnTo>
                  <a:pt x="52197" y="56502"/>
                </a:lnTo>
                <a:lnTo>
                  <a:pt x="54488" y="55553"/>
                </a:lnTo>
                <a:lnTo>
                  <a:pt x="52958" y="56502"/>
                </a:lnTo>
                <a:lnTo>
                  <a:pt x="55245" y="56502"/>
                </a:lnTo>
                <a:lnTo>
                  <a:pt x="58394" y="53936"/>
                </a:lnTo>
                <a:lnTo>
                  <a:pt x="62966" y="53174"/>
                </a:lnTo>
                <a:lnTo>
                  <a:pt x="59054" y="38353"/>
                </a:lnTo>
                <a:lnTo>
                  <a:pt x="59054" y="38214"/>
                </a:lnTo>
                <a:lnTo>
                  <a:pt x="53136" y="38214"/>
                </a:lnTo>
                <a:lnTo>
                  <a:pt x="52374" y="38976"/>
                </a:lnTo>
                <a:lnTo>
                  <a:pt x="49809" y="41541"/>
                </a:lnTo>
                <a:lnTo>
                  <a:pt x="48488" y="56984"/>
                </a:lnTo>
                <a:lnTo>
                  <a:pt x="46964" y="57746"/>
                </a:lnTo>
                <a:lnTo>
                  <a:pt x="44576" y="58788"/>
                </a:lnTo>
                <a:lnTo>
                  <a:pt x="42912" y="59550"/>
                </a:lnTo>
                <a:lnTo>
                  <a:pt x="42291" y="59550"/>
                </a:lnTo>
                <a:lnTo>
                  <a:pt x="42189" y="43065"/>
                </a:lnTo>
                <a:lnTo>
                  <a:pt x="41897" y="55359"/>
                </a:lnTo>
                <a:lnTo>
                  <a:pt x="41897" y="59753"/>
                </a:lnTo>
                <a:lnTo>
                  <a:pt x="41742" y="59908"/>
                </a:lnTo>
                <a:lnTo>
                  <a:pt x="41533" y="60118"/>
                </a:lnTo>
                <a:lnTo>
                  <a:pt x="41062" y="60312"/>
                </a:lnTo>
                <a:lnTo>
                  <a:pt x="39590" y="61061"/>
                </a:lnTo>
                <a:lnTo>
                  <a:pt x="38849" y="61368"/>
                </a:lnTo>
                <a:lnTo>
                  <a:pt x="38035" y="61836"/>
                </a:lnTo>
                <a:lnTo>
                  <a:pt x="37337" y="62125"/>
                </a:lnTo>
                <a:lnTo>
                  <a:pt x="36511" y="62598"/>
                </a:lnTo>
                <a:lnTo>
                  <a:pt x="35795" y="62894"/>
                </a:lnTo>
                <a:lnTo>
                  <a:pt x="37145" y="63360"/>
                </a:lnTo>
                <a:lnTo>
                  <a:pt x="37337" y="63360"/>
                </a:lnTo>
                <a:lnTo>
                  <a:pt x="37337" y="64122"/>
                </a:lnTo>
                <a:lnTo>
                  <a:pt x="36775" y="64122"/>
                </a:lnTo>
                <a:lnTo>
                  <a:pt x="35245" y="65646"/>
                </a:lnTo>
                <a:lnTo>
                  <a:pt x="34480" y="66408"/>
                </a:lnTo>
                <a:lnTo>
                  <a:pt x="34010" y="66128"/>
                </a:lnTo>
                <a:lnTo>
                  <a:pt x="33018" y="65646"/>
                </a:lnTo>
                <a:lnTo>
                  <a:pt x="32753" y="65646"/>
                </a:lnTo>
                <a:lnTo>
                  <a:pt x="32039" y="65473"/>
                </a:lnTo>
                <a:lnTo>
                  <a:pt x="32747" y="63756"/>
                </a:lnTo>
                <a:lnTo>
                  <a:pt x="31229" y="65265"/>
                </a:lnTo>
                <a:lnTo>
                  <a:pt x="32384" y="48120"/>
                </a:lnTo>
                <a:lnTo>
                  <a:pt x="33908" y="46596"/>
                </a:lnTo>
                <a:lnTo>
                  <a:pt x="35433" y="45834"/>
                </a:lnTo>
                <a:lnTo>
                  <a:pt x="36956" y="45072"/>
                </a:lnTo>
                <a:lnTo>
                  <a:pt x="38480" y="44310"/>
                </a:lnTo>
                <a:lnTo>
                  <a:pt x="38164" y="44310"/>
                </a:lnTo>
                <a:lnTo>
                  <a:pt x="37931" y="44275"/>
                </a:lnTo>
                <a:lnTo>
                  <a:pt x="38658" y="43548"/>
                </a:lnTo>
                <a:lnTo>
                  <a:pt x="37847" y="44310"/>
                </a:lnTo>
                <a:lnTo>
                  <a:pt x="37708" y="44499"/>
                </a:lnTo>
                <a:lnTo>
                  <a:pt x="36640" y="45072"/>
                </a:lnTo>
                <a:lnTo>
                  <a:pt x="35116" y="45834"/>
                </a:lnTo>
                <a:lnTo>
                  <a:pt x="34799" y="45834"/>
                </a:lnTo>
                <a:lnTo>
                  <a:pt x="32958" y="46596"/>
                </a:lnTo>
                <a:lnTo>
                  <a:pt x="32283" y="46875"/>
                </a:lnTo>
                <a:lnTo>
                  <a:pt x="30759" y="47637"/>
                </a:lnTo>
                <a:lnTo>
                  <a:pt x="33592" y="46596"/>
                </a:lnTo>
                <a:lnTo>
                  <a:pt x="30227" y="48120"/>
                </a:lnTo>
                <a:lnTo>
                  <a:pt x="30544" y="48882"/>
                </a:lnTo>
                <a:lnTo>
                  <a:pt x="28703" y="49644"/>
                </a:lnTo>
                <a:lnTo>
                  <a:pt x="26949" y="49923"/>
                </a:lnTo>
                <a:lnTo>
                  <a:pt x="26466" y="49644"/>
                </a:lnTo>
                <a:lnTo>
                  <a:pt x="24942" y="51168"/>
                </a:lnTo>
                <a:lnTo>
                  <a:pt x="24383" y="51168"/>
                </a:lnTo>
                <a:lnTo>
                  <a:pt x="24383" y="56121"/>
                </a:lnTo>
                <a:lnTo>
                  <a:pt x="24926" y="54812"/>
                </a:lnTo>
                <a:lnTo>
                  <a:pt x="28575" y="51168"/>
                </a:lnTo>
                <a:lnTo>
                  <a:pt x="26433" y="51168"/>
                </a:lnTo>
                <a:lnTo>
                  <a:pt x="24927" y="54808"/>
                </a:lnTo>
                <a:lnTo>
                  <a:pt x="24663" y="51447"/>
                </a:lnTo>
                <a:lnTo>
                  <a:pt x="25338" y="51168"/>
                </a:lnTo>
                <a:lnTo>
                  <a:pt x="26187" y="50685"/>
                </a:lnTo>
                <a:lnTo>
                  <a:pt x="26726" y="50462"/>
                </a:lnTo>
                <a:lnTo>
                  <a:pt x="29020" y="49644"/>
                </a:lnTo>
                <a:lnTo>
                  <a:pt x="30860" y="48882"/>
                </a:lnTo>
                <a:lnTo>
                  <a:pt x="31221" y="65284"/>
                </a:lnTo>
                <a:lnTo>
                  <a:pt x="31222" y="65430"/>
                </a:lnTo>
                <a:lnTo>
                  <a:pt x="31229" y="65276"/>
                </a:lnTo>
                <a:lnTo>
                  <a:pt x="31623" y="65646"/>
                </a:lnTo>
                <a:lnTo>
                  <a:pt x="31968" y="65646"/>
                </a:lnTo>
                <a:lnTo>
                  <a:pt x="32753" y="65756"/>
                </a:lnTo>
                <a:lnTo>
                  <a:pt x="33332" y="66408"/>
                </a:lnTo>
                <a:lnTo>
                  <a:pt x="33731" y="66408"/>
                </a:lnTo>
                <a:lnTo>
                  <a:pt x="37337" y="67170"/>
                </a:lnTo>
                <a:lnTo>
                  <a:pt x="36017" y="65646"/>
                </a:lnTo>
                <a:close/>
              </a:path>
              <a:path w="651459" h="962494">
                <a:moveTo>
                  <a:pt x="40591" y="61061"/>
                </a:moveTo>
                <a:lnTo>
                  <a:pt x="40850" y="60802"/>
                </a:lnTo>
                <a:lnTo>
                  <a:pt x="41073" y="60578"/>
                </a:lnTo>
                <a:lnTo>
                  <a:pt x="39907" y="61061"/>
                </a:lnTo>
                <a:lnTo>
                  <a:pt x="40223" y="61061"/>
                </a:lnTo>
                <a:lnTo>
                  <a:pt x="39818" y="61836"/>
                </a:lnTo>
                <a:lnTo>
                  <a:pt x="40591" y="61061"/>
                </a:lnTo>
                <a:close/>
              </a:path>
              <a:path w="651459" h="962494">
                <a:moveTo>
                  <a:pt x="45161" y="60312"/>
                </a:moveTo>
                <a:lnTo>
                  <a:pt x="45923" y="59550"/>
                </a:lnTo>
                <a:lnTo>
                  <a:pt x="46685" y="58788"/>
                </a:lnTo>
                <a:lnTo>
                  <a:pt x="46863" y="58026"/>
                </a:lnTo>
                <a:lnTo>
                  <a:pt x="47447" y="58026"/>
                </a:lnTo>
                <a:lnTo>
                  <a:pt x="48199" y="58788"/>
                </a:lnTo>
                <a:lnTo>
                  <a:pt x="49720" y="58788"/>
                </a:lnTo>
                <a:lnTo>
                  <a:pt x="50485" y="58026"/>
                </a:lnTo>
                <a:lnTo>
                  <a:pt x="47625" y="58026"/>
                </a:lnTo>
                <a:lnTo>
                  <a:pt x="47859" y="57613"/>
                </a:lnTo>
                <a:lnTo>
                  <a:pt x="46873" y="57837"/>
                </a:lnTo>
                <a:lnTo>
                  <a:pt x="45919" y="58788"/>
                </a:lnTo>
                <a:lnTo>
                  <a:pt x="45154" y="59550"/>
                </a:lnTo>
                <a:lnTo>
                  <a:pt x="44389" y="60312"/>
                </a:lnTo>
                <a:lnTo>
                  <a:pt x="45161" y="60312"/>
                </a:lnTo>
                <a:close/>
              </a:path>
              <a:path w="651459" h="962494">
                <a:moveTo>
                  <a:pt x="48387" y="40500"/>
                </a:moveTo>
                <a:lnTo>
                  <a:pt x="47625" y="40500"/>
                </a:lnTo>
                <a:lnTo>
                  <a:pt x="47802" y="39738"/>
                </a:lnTo>
                <a:lnTo>
                  <a:pt x="45516" y="39738"/>
                </a:lnTo>
                <a:lnTo>
                  <a:pt x="44754" y="40500"/>
                </a:lnTo>
                <a:lnTo>
                  <a:pt x="47040" y="40500"/>
                </a:lnTo>
                <a:lnTo>
                  <a:pt x="46089" y="41451"/>
                </a:lnTo>
                <a:lnTo>
                  <a:pt x="48387" y="40500"/>
                </a:lnTo>
                <a:close/>
              </a:path>
              <a:path w="651459" h="962494">
                <a:moveTo>
                  <a:pt x="42912" y="59550"/>
                </a:moveTo>
                <a:lnTo>
                  <a:pt x="44576" y="58788"/>
                </a:lnTo>
                <a:lnTo>
                  <a:pt x="46964" y="57746"/>
                </a:lnTo>
                <a:lnTo>
                  <a:pt x="48488" y="56984"/>
                </a:lnTo>
                <a:lnTo>
                  <a:pt x="49809" y="41541"/>
                </a:lnTo>
                <a:lnTo>
                  <a:pt x="52374" y="38976"/>
                </a:lnTo>
                <a:lnTo>
                  <a:pt x="48564" y="38976"/>
                </a:lnTo>
                <a:lnTo>
                  <a:pt x="49910" y="39738"/>
                </a:lnTo>
                <a:lnTo>
                  <a:pt x="51434" y="39738"/>
                </a:lnTo>
                <a:lnTo>
                  <a:pt x="45237" y="42303"/>
                </a:lnTo>
                <a:lnTo>
                  <a:pt x="42291" y="59550"/>
                </a:lnTo>
                <a:lnTo>
                  <a:pt x="42912" y="59550"/>
                </a:lnTo>
                <a:close/>
              </a:path>
              <a:path w="651459" h="962494">
                <a:moveTo>
                  <a:pt x="47434" y="59550"/>
                </a:moveTo>
                <a:lnTo>
                  <a:pt x="48199" y="58788"/>
                </a:lnTo>
                <a:lnTo>
                  <a:pt x="47447" y="58026"/>
                </a:lnTo>
                <a:lnTo>
                  <a:pt x="46863" y="58026"/>
                </a:lnTo>
                <a:lnTo>
                  <a:pt x="46685" y="58788"/>
                </a:lnTo>
                <a:lnTo>
                  <a:pt x="45923" y="59550"/>
                </a:lnTo>
                <a:lnTo>
                  <a:pt x="47434" y="59550"/>
                </a:lnTo>
                <a:close/>
              </a:path>
              <a:path w="651459" h="962494">
                <a:moveTo>
                  <a:pt x="56006" y="38976"/>
                </a:moveTo>
                <a:lnTo>
                  <a:pt x="51005" y="55460"/>
                </a:lnTo>
                <a:lnTo>
                  <a:pt x="50912" y="55767"/>
                </a:lnTo>
                <a:lnTo>
                  <a:pt x="50774" y="56222"/>
                </a:lnTo>
                <a:lnTo>
                  <a:pt x="50013" y="56538"/>
                </a:lnTo>
                <a:lnTo>
                  <a:pt x="51672" y="56538"/>
                </a:lnTo>
                <a:lnTo>
                  <a:pt x="52114" y="56222"/>
                </a:lnTo>
                <a:lnTo>
                  <a:pt x="52753" y="55767"/>
                </a:lnTo>
                <a:lnTo>
                  <a:pt x="53060" y="55460"/>
                </a:lnTo>
              </a:path>
              <a:path w="651459" h="962494">
                <a:moveTo>
                  <a:pt x="50013" y="56538"/>
                </a:moveTo>
                <a:lnTo>
                  <a:pt x="48289" y="57251"/>
                </a:lnTo>
                <a:lnTo>
                  <a:pt x="49149" y="57251"/>
                </a:lnTo>
                <a:lnTo>
                  <a:pt x="50458" y="56538"/>
                </a:lnTo>
              </a:path>
              <a:path w="651459" h="962494">
                <a:moveTo>
                  <a:pt x="50458" y="56538"/>
                </a:moveTo>
                <a:lnTo>
                  <a:pt x="50160" y="56835"/>
                </a:lnTo>
                <a:lnTo>
                  <a:pt x="49910" y="57251"/>
                </a:lnTo>
                <a:lnTo>
                  <a:pt x="50673" y="57251"/>
                </a:lnTo>
                <a:lnTo>
                  <a:pt x="51256" y="56835"/>
                </a:lnTo>
                <a:lnTo>
                  <a:pt x="51672" y="56538"/>
                </a:lnTo>
              </a:path>
              <a:path w="651459" h="962494">
                <a:moveTo>
                  <a:pt x="48289" y="57251"/>
                </a:moveTo>
                <a:lnTo>
                  <a:pt x="47859" y="57613"/>
                </a:lnTo>
                <a:lnTo>
                  <a:pt x="47625" y="58026"/>
                </a:lnTo>
                <a:lnTo>
                  <a:pt x="50485" y="58026"/>
                </a:lnTo>
                <a:lnTo>
                  <a:pt x="50585" y="57613"/>
                </a:lnTo>
                <a:lnTo>
                  <a:pt x="50661" y="57299"/>
                </a:lnTo>
              </a:path>
              <a:path w="651459" h="962494">
                <a:moveTo>
                  <a:pt x="50160" y="56835"/>
                </a:moveTo>
                <a:lnTo>
                  <a:pt x="50458" y="56538"/>
                </a:lnTo>
                <a:lnTo>
                  <a:pt x="49149" y="57251"/>
                </a:lnTo>
                <a:lnTo>
                  <a:pt x="49910" y="57251"/>
                </a:lnTo>
                <a:lnTo>
                  <a:pt x="50160" y="56835"/>
                </a:lnTo>
                <a:close/>
              </a:path>
              <a:path w="651459" h="962494">
                <a:moveTo>
                  <a:pt x="52006" y="58026"/>
                </a:moveTo>
                <a:lnTo>
                  <a:pt x="51262" y="57251"/>
                </a:lnTo>
                <a:lnTo>
                  <a:pt x="52753" y="55767"/>
                </a:lnTo>
                <a:lnTo>
                  <a:pt x="50673" y="57251"/>
                </a:lnTo>
                <a:lnTo>
                  <a:pt x="50485" y="58026"/>
                </a:lnTo>
                <a:lnTo>
                  <a:pt x="52006" y="58026"/>
                </a:lnTo>
                <a:close/>
              </a:path>
              <a:path w="651459" h="962494">
                <a:moveTo>
                  <a:pt x="55809" y="56502"/>
                </a:moveTo>
                <a:lnTo>
                  <a:pt x="56768" y="55740"/>
                </a:lnTo>
                <a:lnTo>
                  <a:pt x="57530" y="55740"/>
                </a:lnTo>
                <a:lnTo>
                  <a:pt x="59626" y="56502"/>
                </a:lnTo>
                <a:lnTo>
                  <a:pt x="59817" y="55740"/>
                </a:lnTo>
                <a:lnTo>
                  <a:pt x="61341" y="55740"/>
                </a:lnTo>
                <a:lnTo>
                  <a:pt x="277050" y="17755"/>
                </a:lnTo>
                <a:lnTo>
                  <a:pt x="275640" y="17538"/>
                </a:lnTo>
                <a:lnTo>
                  <a:pt x="62966" y="53174"/>
                </a:lnTo>
                <a:lnTo>
                  <a:pt x="59054" y="55740"/>
                </a:lnTo>
                <a:lnTo>
                  <a:pt x="58293" y="55740"/>
                </a:lnTo>
                <a:lnTo>
                  <a:pt x="62966" y="53174"/>
                </a:lnTo>
                <a:lnTo>
                  <a:pt x="58394" y="53936"/>
                </a:lnTo>
                <a:lnTo>
                  <a:pt x="55245" y="56502"/>
                </a:lnTo>
                <a:lnTo>
                  <a:pt x="52958" y="56502"/>
                </a:lnTo>
                <a:lnTo>
                  <a:pt x="54488" y="55553"/>
                </a:lnTo>
                <a:lnTo>
                  <a:pt x="52197" y="56502"/>
                </a:lnTo>
                <a:lnTo>
                  <a:pt x="52784" y="57251"/>
                </a:lnTo>
                <a:lnTo>
                  <a:pt x="55054" y="57251"/>
                </a:lnTo>
                <a:lnTo>
                  <a:pt x="55809" y="56502"/>
                </a:lnTo>
                <a:close/>
              </a:path>
              <a:path w="651459" h="962494">
                <a:moveTo>
                  <a:pt x="55346" y="54698"/>
                </a:moveTo>
                <a:lnTo>
                  <a:pt x="56006" y="38976"/>
                </a:lnTo>
                <a:lnTo>
                  <a:pt x="53060" y="55460"/>
                </a:lnTo>
                <a:lnTo>
                  <a:pt x="52753" y="55767"/>
                </a:lnTo>
                <a:lnTo>
                  <a:pt x="55346" y="54698"/>
                </a:lnTo>
                <a:close/>
              </a:path>
              <a:path w="651459" h="962494">
                <a:moveTo>
                  <a:pt x="59626" y="56502"/>
                </a:moveTo>
                <a:lnTo>
                  <a:pt x="57530" y="55740"/>
                </a:lnTo>
                <a:lnTo>
                  <a:pt x="56768" y="55740"/>
                </a:lnTo>
                <a:lnTo>
                  <a:pt x="55809" y="56502"/>
                </a:lnTo>
                <a:lnTo>
                  <a:pt x="59626" y="56502"/>
                </a:lnTo>
                <a:close/>
              </a:path>
              <a:path w="651459" h="962494">
                <a:moveTo>
                  <a:pt x="275640" y="17538"/>
                </a:moveTo>
                <a:lnTo>
                  <a:pt x="277050" y="17755"/>
                </a:lnTo>
                <a:lnTo>
                  <a:pt x="324239" y="25015"/>
                </a:lnTo>
                <a:lnTo>
                  <a:pt x="278498" y="17500"/>
                </a:lnTo>
                <a:lnTo>
                  <a:pt x="276919" y="500"/>
                </a:lnTo>
                <a:lnTo>
                  <a:pt x="274040" y="500"/>
                </a:lnTo>
                <a:lnTo>
                  <a:pt x="60578" y="38214"/>
                </a:lnTo>
                <a:lnTo>
                  <a:pt x="59054" y="38214"/>
                </a:lnTo>
                <a:lnTo>
                  <a:pt x="59054" y="38353"/>
                </a:lnTo>
                <a:lnTo>
                  <a:pt x="62966" y="53174"/>
                </a:lnTo>
                <a:lnTo>
                  <a:pt x="275640" y="17538"/>
                </a:lnTo>
                <a:close/>
              </a:path>
              <a:path w="651459" h="962494">
                <a:moveTo>
                  <a:pt x="319824" y="954111"/>
                </a:moveTo>
                <a:lnTo>
                  <a:pt x="318294" y="952586"/>
                </a:lnTo>
                <a:lnTo>
                  <a:pt x="316966" y="951262"/>
                </a:lnTo>
                <a:lnTo>
                  <a:pt x="316483" y="950781"/>
                </a:lnTo>
                <a:lnTo>
                  <a:pt x="316966" y="952087"/>
                </a:lnTo>
                <a:lnTo>
                  <a:pt x="316966" y="954874"/>
                </a:lnTo>
                <a:lnTo>
                  <a:pt x="320776" y="954874"/>
                </a:lnTo>
                <a:lnTo>
                  <a:pt x="319824" y="954111"/>
                </a:lnTo>
                <a:close/>
              </a:path>
              <a:path w="651459" h="962494">
                <a:moveTo>
                  <a:pt x="316966" y="950981"/>
                </a:moveTo>
                <a:lnTo>
                  <a:pt x="316483" y="950781"/>
                </a:lnTo>
                <a:lnTo>
                  <a:pt x="316966" y="951262"/>
                </a:lnTo>
                <a:lnTo>
                  <a:pt x="318294" y="952586"/>
                </a:lnTo>
                <a:lnTo>
                  <a:pt x="316966" y="950981"/>
                </a:lnTo>
                <a:close/>
              </a:path>
              <a:path w="651459" h="962494">
                <a:moveTo>
                  <a:pt x="326676" y="954874"/>
                </a:moveTo>
                <a:lnTo>
                  <a:pt x="326265" y="954464"/>
                </a:lnTo>
                <a:lnTo>
                  <a:pt x="325627" y="953828"/>
                </a:lnTo>
                <a:lnTo>
                  <a:pt x="320776" y="946872"/>
                </a:lnTo>
                <a:lnTo>
                  <a:pt x="325742" y="954111"/>
                </a:lnTo>
                <a:lnTo>
                  <a:pt x="322873" y="954111"/>
                </a:lnTo>
                <a:lnTo>
                  <a:pt x="320776" y="953352"/>
                </a:lnTo>
                <a:lnTo>
                  <a:pt x="320776" y="952562"/>
                </a:lnTo>
                <a:lnTo>
                  <a:pt x="320332" y="953352"/>
                </a:lnTo>
                <a:lnTo>
                  <a:pt x="320776" y="954111"/>
                </a:lnTo>
                <a:lnTo>
                  <a:pt x="323636" y="954874"/>
                </a:lnTo>
                <a:lnTo>
                  <a:pt x="326676" y="954874"/>
                </a:lnTo>
                <a:close/>
              </a:path>
              <a:path w="651459" h="962494">
                <a:moveTo>
                  <a:pt x="321068" y="952305"/>
                </a:moveTo>
                <a:lnTo>
                  <a:pt x="320776" y="949153"/>
                </a:lnTo>
                <a:lnTo>
                  <a:pt x="320776" y="946872"/>
                </a:lnTo>
                <a:lnTo>
                  <a:pt x="316966" y="945349"/>
                </a:lnTo>
                <a:lnTo>
                  <a:pt x="320776" y="952562"/>
                </a:lnTo>
                <a:lnTo>
                  <a:pt x="321713" y="952950"/>
                </a:lnTo>
                <a:lnTo>
                  <a:pt x="322681" y="953352"/>
                </a:lnTo>
                <a:lnTo>
                  <a:pt x="322114" y="953352"/>
                </a:lnTo>
                <a:lnTo>
                  <a:pt x="320776" y="952562"/>
                </a:lnTo>
                <a:lnTo>
                  <a:pt x="320776" y="953352"/>
                </a:lnTo>
                <a:lnTo>
                  <a:pt x="322873" y="954111"/>
                </a:lnTo>
                <a:lnTo>
                  <a:pt x="325416" y="954111"/>
                </a:lnTo>
                <a:lnTo>
                  <a:pt x="321068" y="952305"/>
                </a:lnTo>
                <a:close/>
              </a:path>
              <a:path w="651459" h="962494">
                <a:moveTo>
                  <a:pt x="321713" y="952950"/>
                </a:moveTo>
                <a:lnTo>
                  <a:pt x="320776" y="952562"/>
                </a:lnTo>
                <a:lnTo>
                  <a:pt x="322114" y="953352"/>
                </a:lnTo>
                <a:lnTo>
                  <a:pt x="322681" y="953352"/>
                </a:lnTo>
                <a:lnTo>
                  <a:pt x="321713" y="952950"/>
                </a:lnTo>
                <a:close/>
              </a:path>
              <a:path w="651459" h="962494">
                <a:moveTo>
                  <a:pt x="327071" y="936579"/>
                </a:moveTo>
                <a:lnTo>
                  <a:pt x="326313" y="935819"/>
                </a:lnTo>
                <a:lnTo>
                  <a:pt x="323487" y="935819"/>
                </a:lnTo>
                <a:lnTo>
                  <a:pt x="325005" y="936390"/>
                </a:lnTo>
                <a:lnTo>
                  <a:pt x="324218" y="936579"/>
                </a:lnTo>
                <a:lnTo>
                  <a:pt x="325742" y="937342"/>
                </a:lnTo>
                <a:lnTo>
                  <a:pt x="327071" y="936579"/>
                </a:lnTo>
                <a:close/>
              </a:path>
              <a:path w="651459" h="962494">
                <a:moveTo>
                  <a:pt x="325742" y="954111"/>
                </a:moveTo>
                <a:lnTo>
                  <a:pt x="320776" y="946872"/>
                </a:lnTo>
                <a:lnTo>
                  <a:pt x="320776" y="949153"/>
                </a:lnTo>
                <a:lnTo>
                  <a:pt x="321068" y="952305"/>
                </a:lnTo>
                <a:lnTo>
                  <a:pt x="325416" y="954111"/>
                </a:lnTo>
                <a:lnTo>
                  <a:pt x="325742" y="954111"/>
                </a:lnTo>
                <a:close/>
              </a:path>
              <a:path w="651459" h="962494">
                <a:moveTo>
                  <a:pt x="334492" y="939629"/>
                </a:moveTo>
                <a:lnTo>
                  <a:pt x="334430" y="940394"/>
                </a:lnTo>
                <a:lnTo>
                  <a:pt x="336982" y="940394"/>
                </a:lnTo>
                <a:lnTo>
                  <a:pt x="336219" y="939629"/>
                </a:lnTo>
              </a:path>
              <a:path w="651459" h="962494">
                <a:moveTo>
                  <a:pt x="334430" y="940394"/>
                </a:moveTo>
                <a:lnTo>
                  <a:pt x="334492" y="940552"/>
                </a:lnTo>
                <a:lnTo>
                  <a:pt x="335341" y="942131"/>
                </a:lnTo>
                <a:lnTo>
                  <a:pt x="338302" y="947637"/>
                </a:lnTo>
                <a:lnTo>
                  <a:pt x="336296" y="956878"/>
                </a:lnTo>
                <a:lnTo>
                  <a:pt x="340742" y="956878"/>
                </a:lnTo>
                <a:lnTo>
                  <a:pt x="339213" y="947637"/>
                </a:lnTo>
                <a:lnTo>
                  <a:pt x="338302" y="942131"/>
                </a:lnTo>
                <a:lnTo>
                  <a:pt x="334787" y="940552"/>
                </a:lnTo>
                <a:lnTo>
                  <a:pt x="334492" y="940419"/>
                </a:lnTo>
                <a:lnTo>
                  <a:pt x="335635" y="940394"/>
                </a:lnTo>
              </a:path>
              <a:path w="651459" h="962494">
                <a:moveTo>
                  <a:pt x="335635" y="940394"/>
                </a:moveTo>
                <a:lnTo>
                  <a:pt x="337172" y="941157"/>
                </a:lnTo>
                <a:lnTo>
                  <a:pt x="337921" y="941157"/>
                </a:lnTo>
                <a:lnTo>
                  <a:pt x="337744" y="941157"/>
                </a:lnTo>
                <a:lnTo>
                  <a:pt x="336982" y="940394"/>
                </a:lnTo>
              </a:path>
              <a:path w="651459" h="962494">
                <a:moveTo>
                  <a:pt x="340029" y="940394"/>
                </a:moveTo>
                <a:lnTo>
                  <a:pt x="338302" y="940394"/>
                </a:lnTo>
                <a:lnTo>
                  <a:pt x="338302" y="940953"/>
                </a:lnTo>
                <a:lnTo>
                  <a:pt x="337921" y="941157"/>
                </a:lnTo>
                <a:lnTo>
                  <a:pt x="338506" y="941157"/>
                </a:lnTo>
                <a:lnTo>
                  <a:pt x="338914" y="940953"/>
                </a:lnTo>
                <a:lnTo>
                  <a:pt x="340029" y="940394"/>
                </a:lnTo>
              </a:path>
              <a:path w="651459" h="962494">
                <a:moveTo>
                  <a:pt x="337172" y="941157"/>
                </a:moveTo>
                <a:lnTo>
                  <a:pt x="338506" y="941157"/>
                </a:lnTo>
              </a:path>
              <a:path w="651459" h="962494">
                <a:moveTo>
                  <a:pt x="337172" y="941157"/>
                </a:moveTo>
                <a:lnTo>
                  <a:pt x="338148" y="941562"/>
                </a:lnTo>
                <a:lnTo>
                  <a:pt x="338302" y="941157"/>
                </a:lnTo>
              </a:path>
              <a:path w="651459" h="962494">
                <a:moveTo>
                  <a:pt x="338302" y="941157"/>
                </a:moveTo>
                <a:lnTo>
                  <a:pt x="338506" y="941157"/>
                </a:lnTo>
                <a:lnTo>
                  <a:pt x="338506" y="941157"/>
                </a:lnTo>
              </a:path>
              <a:path w="651459" h="962494">
                <a:moveTo>
                  <a:pt x="354025" y="946010"/>
                </a:moveTo>
                <a:lnTo>
                  <a:pt x="353161" y="960972"/>
                </a:lnTo>
                <a:lnTo>
                  <a:pt x="354624" y="960972"/>
                </a:lnTo>
              </a:path>
              <a:path w="651459" h="962494">
                <a:moveTo>
                  <a:pt x="327151" y="954591"/>
                </a:moveTo>
                <a:lnTo>
                  <a:pt x="327253" y="954874"/>
                </a:lnTo>
                <a:lnTo>
                  <a:pt x="327363" y="955328"/>
                </a:lnTo>
                <a:lnTo>
                  <a:pt x="327417" y="955550"/>
                </a:lnTo>
                <a:lnTo>
                  <a:pt x="330988" y="955550"/>
                </a:lnTo>
                <a:lnTo>
                  <a:pt x="330212" y="955356"/>
                </a:lnTo>
                <a:lnTo>
                  <a:pt x="329245" y="955328"/>
                </a:lnTo>
                <a:lnTo>
                  <a:pt x="327957" y="954874"/>
                </a:lnTo>
              </a:path>
              <a:path w="651459" h="962494">
                <a:moveTo>
                  <a:pt x="327417" y="955550"/>
                </a:moveTo>
                <a:lnTo>
                  <a:pt x="328777" y="955634"/>
                </a:lnTo>
                <a:lnTo>
                  <a:pt x="329468" y="955550"/>
                </a:lnTo>
              </a:path>
              <a:path w="651459" h="962494">
                <a:moveTo>
                  <a:pt x="329468" y="955550"/>
                </a:moveTo>
                <a:lnTo>
                  <a:pt x="330849" y="955992"/>
                </a:lnTo>
                <a:lnTo>
                  <a:pt x="331258" y="956115"/>
                </a:lnTo>
                <a:lnTo>
                  <a:pt x="333799" y="956878"/>
                </a:lnTo>
                <a:lnTo>
                  <a:pt x="336296" y="956878"/>
                </a:lnTo>
                <a:lnTo>
                  <a:pt x="333248" y="956115"/>
                </a:lnTo>
                <a:lnTo>
                  <a:pt x="332756" y="955992"/>
                </a:lnTo>
                <a:lnTo>
                  <a:pt x="330988" y="955550"/>
                </a:lnTo>
              </a:path>
              <a:path w="651459" h="962494">
                <a:moveTo>
                  <a:pt x="345338" y="956125"/>
                </a:moveTo>
                <a:lnTo>
                  <a:pt x="340868" y="957638"/>
                </a:lnTo>
                <a:lnTo>
                  <a:pt x="347780" y="957638"/>
                </a:lnTo>
              </a:path>
              <a:path w="651459" h="962494">
                <a:moveTo>
                  <a:pt x="333799" y="956878"/>
                </a:moveTo>
                <a:lnTo>
                  <a:pt x="334106" y="956971"/>
                </a:lnTo>
                <a:lnTo>
                  <a:pt x="334776" y="957638"/>
                </a:lnTo>
                <a:lnTo>
                  <a:pt x="340868" y="957638"/>
                </a:lnTo>
                <a:lnTo>
                  <a:pt x="340757" y="956971"/>
                </a:lnTo>
              </a:path>
              <a:path w="651459" h="962494">
                <a:moveTo>
                  <a:pt x="334776" y="957638"/>
                </a:moveTo>
                <a:lnTo>
                  <a:pt x="347936" y="957735"/>
                </a:lnTo>
                <a:lnTo>
                  <a:pt x="347780" y="957638"/>
                </a:lnTo>
              </a:path>
              <a:path w="651459" h="962494">
                <a:moveTo>
                  <a:pt x="334873" y="957735"/>
                </a:moveTo>
                <a:lnTo>
                  <a:pt x="335060" y="957921"/>
                </a:lnTo>
                <a:lnTo>
                  <a:pt x="335825" y="958684"/>
                </a:lnTo>
                <a:lnTo>
                  <a:pt x="339445" y="958684"/>
                </a:lnTo>
                <a:lnTo>
                  <a:pt x="337604" y="957921"/>
                </a:lnTo>
                <a:lnTo>
                  <a:pt x="337155" y="957735"/>
                </a:lnTo>
              </a:path>
              <a:path w="651459" h="962494">
                <a:moveTo>
                  <a:pt x="337155" y="957735"/>
                </a:moveTo>
                <a:lnTo>
                  <a:pt x="342493" y="959444"/>
                </a:lnTo>
                <a:lnTo>
                  <a:pt x="343441" y="960207"/>
                </a:lnTo>
                <a:lnTo>
                  <a:pt x="351927" y="960207"/>
                </a:lnTo>
                <a:lnTo>
                  <a:pt x="350695" y="959444"/>
                </a:lnTo>
                <a:lnTo>
                  <a:pt x="347936" y="957735"/>
                </a:lnTo>
              </a:path>
              <a:path w="651459" h="962494">
                <a:moveTo>
                  <a:pt x="335825" y="958684"/>
                </a:moveTo>
                <a:lnTo>
                  <a:pt x="337921" y="958684"/>
                </a:lnTo>
              </a:path>
              <a:path w="651459" h="962494">
                <a:moveTo>
                  <a:pt x="338683" y="958684"/>
                </a:moveTo>
                <a:lnTo>
                  <a:pt x="337921" y="958684"/>
                </a:lnTo>
                <a:lnTo>
                  <a:pt x="339445" y="958684"/>
                </a:lnTo>
              </a:path>
              <a:path w="651459" h="962494">
                <a:moveTo>
                  <a:pt x="335825" y="958684"/>
                </a:moveTo>
                <a:lnTo>
                  <a:pt x="335825" y="958684"/>
                </a:lnTo>
                <a:lnTo>
                  <a:pt x="337921" y="958684"/>
                </a:lnTo>
              </a:path>
              <a:path w="651459" h="962494">
                <a:moveTo>
                  <a:pt x="337921" y="958684"/>
                </a:moveTo>
                <a:lnTo>
                  <a:pt x="338870" y="959444"/>
                </a:lnTo>
                <a:lnTo>
                  <a:pt x="339445" y="958684"/>
                </a:lnTo>
              </a:path>
              <a:path w="651459" h="962494">
                <a:moveTo>
                  <a:pt x="343441" y="960207"/>
                </a:moveTo>
                <a:lnTo>
                  <a:pt x="343441" y="960207"/>
                </a:lnTo>
                <a:lnTo>
                  <a:pt x="344017" y="960207"/>
                </a:lnTo>
              </a:path>
              <a:path w="651459" h="962494">
                <a:moveTo>
                  <a:pt x="344017" y="960207"/>
                </a:moveTo>
                <a:lnTo>
                  <a:pt x="344208" y="960972"/>
                </a:lnTo>
                <a:lnTo>
                  <a:pt x="344779" y="960207"/>
                </a:lnTo>
              </a:path>
              <a:path w="651459" h="962494">
                <a:moveTo>
                  <a:pt x="347065" y="960207"/>
                </a:moveTo>
                <a:lnTo>
                  <a:pt x="347754" y="960972"/>
                </a:lnTo>
                <a:lnTo>
                  <a:pt x="348589" y="960972"/>
                </a:lnTo>
                <a:lnTo>
                  <a:pt x="353161" y="960972"/>
                </a:lnTo>
                <a:lnTo>
                  <a:pt x="351927" y="960207"/>
                </a:lnTo>
              </a:path>
              <a:path w="651459" h="962494">
                <a:moveTo>
                  <a:pt x="348589" y="960972"/>
                </a:moveTo>
                <a:lnTo>
                  <a:pt x="354685" y="962494"/>
                </a:lnTo>
                <a:lnTo>
                  <a:pt x="350875" y="960972"/>
                </a:lnTo>
              </a:path>
              <a:path w="651459" h="962494">
                <a:moveTo>
                  <a:pt x="351637" y="960972"/>
                </a:moveTo>
                <a:lnTo>
                  <a:pt x="354685" y="962494"/>
                </a:lnTo>
                <a:lnTo>
                  <a:pt x="354624" y="960972"/>
                </a:lnTo>
              </a:path>
              <a:path w="651459" h="962494">
                <a:moveTo>
                  <a:pt x="334106" y="956971"/>
                </a:moveTo>
                <a:lnTo>
                  <a:pt x="330849" y="955992"/>
                </a:lnTo>
                <a:lnTo>
                  <a:pt x="329468" y="955550"/>
                </a:lnTo>
                <a:lnTo>
                  <a:pt x="328777" y="955634"/>
                </a:lnTo>
                <a:lnTo>
                  <a:pt x="324396" y="955634"/>
                </a:lnTo>
                <a:lnTo>
                  <a:pt x="328202" y="956397"/>
                </a:lnTo>
                <a:lnTo>
                  <a:pt x="328963" y="956397"/>
                </a:lnTo>
                <a:lnTo>
                  <a:pt x="329552" y="955634"/>
                </a:lnTo>
                <a:lnTo>
                  <a:pt x="331069" y="956213"/>
                </a:lnTo>
                <a:lnTo>
                  <a:pt x="331825" y="956397"/>
                </a:lnTo>
                <a:lnTo>
                  <a:pt x="333362" y="957162"/>
                </a:lnTo>
                <a:lnTo>
                  <a:pt x="331515" y="956397"/>
                </a:lnTo>
                <a:lnTo>
                  <a:pt x="331253" y="956397"/>
                </a:lnTo>
                <a:lnTo>
                  <a:pt x="332018" y="957162"/>
                </a:lnTo>
                <a:lnTo>
                  <a:pt x="329730" y="957162"/>
                </a:lnTo>
                <a:lnTo>
                  <a:pt x="330492" y="957921"/>
                </a:lnTo>
                <a:lnTo>
                  <a:pt x="332777" y="957921"/>
                </a:lnTo>
                <a:lnTo>
                  <a:pt x="334873" y="957921"/>
                </a:lnTo>
                <a:lnTo>
                  <a:pt x="334106" y="956971"/>
                </a:lnTo>
                <a:close/>
              </a:path>
              <a:path w="651459" h="962494">
                <a:moveTo>
                  <a:pt x="331825" y="956397"/>
                </a:moveTo>
                <a:lnTo>
                  <a:pt x="331069" y="956213"/>
                </a:lnTo>
                <a:lnTo>
                  <a:pt x="331063" y="956397"/>
                </a:lnTo>
                <a:lnTo>
                  <a:pt x="328202" y="956397"/>
                </a:lnTo>
                <a:lnTo>
                  <a:pt x="328968" y="957162"/>
                </a:lnTo>
                <a:lnTo>
                  <a:pt x="332018" y="957162"/>
                </a:lnTo>
                <a:lnTo>
                  <a:pt x="331253" y="956397"/>
                </a:lnTo>
                <a:lnTo>
                  <a:pt x="331515" y="956397"/>
                </a:lnTo>
                <a:lnTo>
                  <a:pt x="333362" y="957162"/>
                </a:lnTo>
                <a:lnTo>
                  <a:pt x="331825" y="956397"/>
                </a:lnTo>
                <a:close/>
              </a:path>
              <a:path w="651459" h="962494">
                <a:moveTo>
                  <a:pt x="334492" y="943818"/>
                </a:moveTo>
                <a:lnTo>
                  <a:pt x="329552" y="938866"/>
                </a:lnTo>
                <a:lnTo>
                  <a:pt x="330301" y="938866"/>
                </a:lnTo>
                <a:lnTo>
                  <a:pt x="334225" y="940676"/>
                </a:lnTo>
                <a:lnTo>
                  <a:pt x="333596" y="940048"/>
                </a:lnTo>
                <a:lnTo>
                  <a:pt x="334492" y="939629"/>
                </a:lnTo>
                <a:lnTo>
                  <a:pt x="336219" y="939629"/>
                </a:lnTo>
                <a:lnTo>
                  <a:pt x="336982" y="940394"/>
                </a:lnTo>
                <a:lnTo>
                  <a:pt x="336981" y="939629"/>
                </a:lnTo>
                <a:lnTo>
                  <a:pt x="338302" y="938107"/>
                </a:lnTo>
                <a:lnTo>
                  <a:pt x="334492" y="938107"/>
                </a:lnTo>
                <a:lnTo>
                  <a:pt x="335457" y="938866"/>
                </a:lnTo>
                <a:lnTo>
                  <a:pt x="334492" y="938866"/>
                </a:lnTo>
                <a:lnTo>
                  <a:pt x="333177" y="939629"/>
                </a:lnTo>
                <a:lnTo>
                  <a:pt x="332587" y="939629"/>
                </a:lnTo>
                <a:lnTo>
                  <a:pt x="331063" y="938866"/>
                </a:lnTo>
                <a:lnTo>
                  <a:pt x="331651" y="938107"/>
                </a:lnTo>
                <a:lnTo>
                  <a:pt x="334492" y="936579"/>
                </a:lnTo>
                <a:lnTo>
                  <a:pt x="327071" y="936579"/>
                </a:lnTo>
                <a:lnTo>
                  <a:pt x="325742" y="937342"/>
                </a:lnTo>
                <a:lnTo>
                  <a:pt x="324218" y="936579"/>
                </a:lnTo>
                <a:lnTo>
                  <a:pt x="325005" y="936390"/>
                </a:lnTo>
                <a:lnTo>
                  <a:pt x="323487" y="935819"/>
                </a:lnTo>
                <a:lnTo>
                  <a:pt x="43555" y="830653"/>
                </a:lnTo>
                <a:lnTo>
                  <a:pt x="42141" y="829943"/>
                </a:lnTo>
                <a:lnTo>
                  <a:pt x="40576" y="828381"/>
                </a:lnTo>
                <a:lnTo>
                  <a:pt x="39828" y="828381"/>
                </a:lnTo>
                <a:lnTo>
                  <a:pt x="40629" y="829184"/>
                </a:lnTo>
                <a:lnTo>
                  <a:pt x="42392" y="830950"/>
                </a:lnTo>
                <a:lnTo>
                  <a:pt x="38036" y="829144"/>
                </a:lnTo>
                <a:lnTo>
                  <a:pt x="36195" y="828381"/>
                </a:lnTo>
                <a:lnTo>
                  <a:pt x="35433" y="845144"/>
                </a:lnTo>
                <a:lnTo>
                  <a:pt x="33908" y="844379"/>
                </a:lnTo>
                <a:lnTo>
                  <a:pt x="32384" y="843621"/>
                </a:lnTo>
                <a:lnTo>
                  <a:pt x="30099" y="842097"/>
                </a:lnTo>
                <a:lnTo>
                  <a:pt x="27813" y="840569"/>
                </a:lnTo>
                <a:lnTo>
                  <a:pt x="26670" y="823430"/>
                </a:lnTo>
                <a:lnTo>
                  <a:pt x="26595" y="822284"/>
                </a:lnTo>
                <a:lnTo>
                  <a:pt x="25907" y="821998"/>
                </a:lnTo>
                <a:lnTo>
                  <a:pt x="25730" y="821925"/>
                </a:lnTo>
                <a:lnTo>
                  <a:pt x="24764" y="821524"/>
                </a:lnTo>
                <a:lnTo>
                  <a:pt x="24383" y="821147"/>
                </a:lnTo>
                <a:lnTo>
                  <a:pt x="23982" y="820177"/>
                </a:lnTo>
                <a:lnTo>
                  <a:pt x="23593" y="819237"/>
                </a:lnTo>
                <a:lnTo>
                  <a:pt x="22473" y="819237"/>
                </a:lnTo>
                <a:lnTo>
                  <a:pt x="22859" y="819624"/>
                </a:lnTo>
                <a:lnTo>
                  <a:pt x="21717" y="819237"/>
                </a:lnTo>
                <a:lnTo>
                  <a:pt x="25908" y="823434"/>
                </a:lnTo>
                <a:lnTo>
                  <a:pt x="25526" y="822284"/>
                </a:lnTo>
                <a:lnTo>
                  <a:pt x="25907" y="822284"/>
                </a:lnTo>
                <a:lnTo>
                  <a:pt x="26128" y="822887"/>
                </a:lnTo>
                <a:lnTo>
                  <a:pt x="26670" y="824194"/>
                </a:lnTo>
                <a:lnTo>
                  <a:pt x="26288" y="839811"/>
                </a:lnTo>
                <a:lnTo>
                  <a:pt x="25526" y="839047"/>
                </a:lnTo>
                <a:lnTo>
                  <a:pt x="20954" y="835237"/>
                </a:lnTo>
                <a:lnTo>
                  <a:pt x="19428" y="833714"/>
                </a:lnTo>
                <a:lnTo>
                  <a:pt x="16764" y="832191"/>
                </a:lnTo>
                <a:lnTo>
                  <a:pt x="13515" y="832191"/>
                </a:lnTo>
                <a:lnTo>
                  <a:pt x="15036" y="833714"/>
                </a:lnTo>
                <a:lnTo>
                  <a:pt x="13514" y="832191"/>
                </a:lnTo>
                <a:lnTo>
                  <a:pt x="12179" y="830856"/>
                </a:lnTo>
                <a:lnTo>
                  <a:pt x="9705" y="828381"/>
                </a:lnTo>
                <a:lnTo>
                  <a:pt x="10185" y="828108"/>
                </a:lnTo>
                <a:lnTo>
                  <a:pt x="9423" y="826580"/>
                </a:lnTo>
                <a:lnTo>
                  <a:pt x="9201" y="826044"/>
                </a:lnTo>
                <a:lnTo>
                  <a:pt x="9144" y="824532"/>
                </a:lnTo>
                <a:lnTo>
                  <a:pt x="9143" y="72696"/>
                </a:lnTo>
                <a:lnTo>
                  <a:pt x="7808" y="75921"/>
                </a:lnTo>
                <a:lnTo>
                  <a:pt x="6857" y="77902"/>
                </a:lnTo>
                <a:lnTo>
                  <a:pt x="6096" y="79743"/>
                </a:lnTo>
                <a:lnTo>
                  <a:pt x="5334" y="78387"/>
                </a:lnTo>
                <a:lnTo>
                  <a:pt x="5334" y="80683"/>
                </a:lnTo>
                <a:lnTo>
                  <a:pt x="6284" y="79732"/>
                </a:lnTo>
                <a:lnTo>
                  <a:pt x="6858" y="78219"/>
                </a:lnTo>
                <a:lnTo>
                  <a:pt x="7899" y="75831"/>
                </a:lnTo>
                <a:lnTo>
                  <a:pt x="8369" y="822670"/>
                </a:lnTo>
                <a:lnTo>
                  <a:pt x="9143" y="825905"/>
                </a:lnTo>
                <a:lnTo>
                  <a:pt x="9143" y="827820"/>
                </a:lnTo>
                <a:lnTo>
                  <a:pt x="8369" y="826289"/>
                </a:lnTo>
                <a:lnTo>
                  <a:pt x="6858" y="823254"/>
                </a:lnTo>
                <a:lnTo>
                  <a:pt x="5333" y="820967"/>
                </a:lnTo>
                <a:lnTo>
                  <a:pt x="3810" y="818681"/>
                </a:lnTo>
                <a:lnTo>
                  <a:pt x="3048" y="816394"/>
                </a:lnTo>
                <a:lnTo>
                  <a:pt x="3809" y="817157"/>
                </a:lnTo>
                <a:lnTo>
                  <a:pt x="5334" y="820208"/>
                </a:lnTo>
                <a:lnTo>
                  <a:pt x="4536" y="817886"/>
                </a:lnTo>
                <a:lnTo>
                  <a:pt x="4089" y="816678"/>
                </a:lnTo>
                <a:lnTo>
                  <a:pt x="3809" y="815814"/>
                </a:lnTo>
                <a:lnTo>
                  <a:pt x="4851" y="818201"/>
                </a:lnTo>
                <a:lnTo>
                  <a:pt x="3327" y="777610"/>
                </a:lnTo>
                <a:lnTo>
                  <a:pt x="762" y="783047"/>
                </a:lnTo>
                <a:lnTo>
                  <a:pt x="762" y="782284"/>
                </a:lnTo>
                <a:lnTo>
                  <a:pt x="3327" y="777610"/>
                </a:lnTo>
                <a:lnTo>
                  <a:pt x="4089" y="774565"/>
                </a:lnTo>
                <a:lnTo>
                  <a:pt x="4851" y="772278"/>
                </a:lnTo>
                <a:lnTo>
                  <a:pt x="3048" y="91935"/>
                </a:lnTo>
                <a:lnTo>
                  <a:pt x="3047" y="88312"/>
                </a:lnTo>
                <a:lnTo>
                  <a:pt x="2285" y="89077"/>
                </a:lnTo>
                <a:lnTo>
                  <a:pt x="2285" y="774848"/>
                </a:lnTo>
                <a:lnTo>
                  <a:pt x="3773" y="774882"/>
                </a:lnTo>
                <a:lnTo>
                  <a:pt x="2474" y="778465"/>
                </a:lnTo>
                <a:lnTo>
                  <a:pt x="1524" y="780760"/>
                </a:lnTo>
                <a:lnTo>
                  <a:pt x="761" y="780181"/>
                </a:lnTo>
                <a:lnTo>
                  <a:pt x="762" y="783812"/>
                </a:lnTo>
                <a:lnTo>
                  <a:pt x="3327" y="813626"/>
                </a:lnTo>
                <a:lnTo>
                  <a:pt x="2695" y="812995"/>
                </a:lnTo>
                <a:lnTo>
                  <a:pt x="3809" y="816003"/>
                </a:lnTo>
                <a:lnTo>
                  <a:pt x="4000" y="816589"/>
                </a:lnTo>
                <a:lnTo>
                  <a:pt x="3809" y="816398"/>
                </a:lnTo>
                <a:lnTo>
                  <a:pt x="3048" y="814287"/>
                </a:lnTo>
                <a:lnTo>
                  <a:pt x="2473" y="812772"/>
                </a:lnTo>
                <a:lnTo>
                  <a:pt x="3047" y="815635"/>
                </a:lnTo>
                <a:lnTo>
                  <a:pt x="2286" y="814871"/>
                </a:lnTo>
                <a:lnTo>
                  <a:pt x="1524" y="811822"/>
                </a:lnTo>
                <a:lnTo>
                  <a:pt x="1524" y="814867"/>
                </a:lnTo>
                <a:lnTo>
                  <a:pt x="2285" y="815631"/>
                </a:lnTo>
                <a:lnTo>
                  <a:pt x="3048" y="817918"/>
                </a:lnTo>
                <a:lnTo>
                  <a:pt x="3809" y="819441"/>
                </a:lnTo>
                <a:lnTo>
                  <a:pt x="5333" y="821727"/>
                </a:lnTo>
                <a:lnTo>
                  <a:pt x="6858" y="824774"/>
                </a:lnTo>
                <a:lnTo>
                  <a:pt x="8369" y="828381"/>
                </a:lnTo>
                <a:lnTo>
                  <a:pt x="12179" y="830872"/>
                </a:lnTo>
                <a:lnTo>
                  <a:pt x="13502" y="832191"/>
                </a:lnTo>
                <a:lnTo>
                  <a:pt x="16764" y="835442"/>
                </a:lnTo>
                <a:lnTo>
                  <a:pt x="16763" y="839811"/>
                </a:lnTo>
                <a:lnTo>
                  <a:pt x="22658" y="839811"/>
                </a:lnTo>
                <a:lnTo>
                  <a:pt x="22650" y="839047"/>
                </a:lnTo>
                <a:lnTo>
                  <a:pt x="22377" y="838774"/>
                </a:lnTo>
                <a:lnTo>
                  <a:pt x="21892" y="839047"/>
                </a:lnTo>
                <a:lnTo>
                  <a:pt x="21145" y="839047"/>
                </a:lnTo>
                <a:lnTo>
                  <a:pt x="18084" y="836759"/>
                </a:lnTo>
                <a:lnTo>
                  <a:pt x="17315" y="835237"/>
                </a:lnTo>
                <a:lnTo>
                  <a:pt x="17043" y="834964"/>
                </a:lnTo>
                <a:lnTo>
                  <a:pt x="16764" y="834684"/>
                </a:lnTo>
                <a:lnTo>
                  <a:pt x="16560" y="835237"/>
                </a:lnTo>
                <a:lnTo>
                  <a:pt x="15038" y="833714"/>
                </a:lnTo>
                <a:lnTo>
                  <a:pt x="16763" y="833714"/>
                </a:lnTo>
                <a:lnTo>
                  <a:pt x="18791" y="835237"/>
                </a:lnTo>
                <a:lnTo>
                  <a:pt x="22478" y="836759"/>
                </a:lnTo>
                <a:lnTo>
                  <a:pt x="24438" y="839047"/>
                </a:lnTo>
                <a:lnTo>
                  <a:pt x="25976" y="839811"/>
                </a:lnTo>
                <a:lnTo>
                  <a:pt x="26399" y="840569"/>
                </a:lnTo>
                <a:lnTo>
                  <a:pt x="28696" y="842097"/>
                </a:lnTo>
                <a:lnTo>
                  <a:pt x="26187" y="841061"/>
                </a:lnTo>
                <a:lnTo>
                  <a:pt x="27711" y="841820"/>
                </a:lnTo>
                <a:lnTo>
                  <a:pt x="28382" y="842097"/>
                </a:lnTo>
                <a:lnTo>
                  <a:pt x="29235" y="842584"/>
                </a:lnTo>
                <a:lnTo>
                  <a:pt x="30759" y="843348"/>
                </a:lnTo>
                <a:lnTo>
                  <a:pt x="31420" y="843621"/>
                </a:lnTo>
                <a:lnTo>
                  <a:pt x="33257" y="844379"/>
                </a:lnTo>
                <a:lnTo>
                  <a:pt x="31747" y="843621"/>
                </a:lnTo>
                <a:lnTo>
                  <a:pt x="32072" y="843621"/>
                </a:lnTo>
                <a:lnTo>
                  <a:pt x="33582" y="844379"/>
                </a:lnTo>
                <a:lnTo>
                  <a:pt x="35108" y="845144"/>
                </a:lnTo>
                <a:lnTo>
                  <a:pt x="35252" y="845907"/>
                </a:lnTo>
                <a:lnTo>
                  <a:pt x="36400" y="846667"/>
                </a:lnTo>
                <a:lnTo>
                  <a:pt x="38480" y="846667"/>
                </a:lnTo>
                <a:lnTo>
                  <a:pt x="36956" y="845907"/>
                </a:lnTo>
                <a:lnTo>
                  <a:pt x="37718" y="829144"/>
                </a:lnTo>
                <a:lnTo>
                  <a:pt x="43916" y="831715"/>
                </a:lnTo>
                <a:lnTo>
                  <a:pt x="43078" y="830474"/>
                </a:lnTo>
                <a:lnTo>
                  <a:pt x="43929" y="830841"/>
                </a:lnTo>
                <a:lnTo>
                  <a:pt x="321932" y="935819"/>
                </a:lnTo>
                <a:lnTo>
                  <a:pt x="323443" y="936579"/>
                </a:lnTo>
                <a:lnTo>
                  <a:pt x="326068" y="937669"/>
                </a:lnTo>
                <a:lnTo>
                  <a:pt x="326491" y="937342"/>
                </a:lnTo>
                <a:lnTo>
                  <a:pt x="330885" y="937342"/>
                </a:lnTo>
                <a:lnTo>
                  <a:pt x="328777" y="938107"/>
                </a:lnTo>
                <a:lnTo>
                  <a:pt x="328596" y="938107"/>
                </a:lnTo>
                <a:lnTo>
                  <a:pt x="327833" y="937342"/>
                </a:lnTo>
                <a:lnTo>
                  <a:pt x="328015" y="938107"/>
                </a:lnTo>
                <a:lnTo>
                  <a:pt x="329005" y="938516"/>
                </a:lnTo>
                <a:lnTo>
                  <a:pt x="329641" y="939153"/>
                </a:lnTo>
                <a:lnTo>
                  <a:pt x="334492" y="946109"/>
                </a:lnTo>
                <a:lnTo>
                  <a:pt x="333248" y="956115"/>
                </a:lnTo>
                <a:lnTo>
                  <a:pt x="336296" y="956878"/>
                </a:lnTo>
                <a:lnTo>
                  <a:pt x="334492" y="943818"/>
                </a:lnTo>
                <a:close/>
              </a:path>
              <a:path w="651459" h="962494">
                <a:moveTo>
                  <a:pt x="328777" y="938107"/>
                </a:moveTo>
                <a:lnTo>
                  <a:pt x="330885" y="937342"/>
                </a:lnTo>
                <a:lnTo>
                  <a:pt x="327833" y="937342"/>
                </a:lnTo>
                <a:lnTo>
                  <a:pt x="328596" y="938107"/>
                </a:lnTo>
                <a:lnTo>
                  <a:pt x="328777" y="938107"/>
                </a:lnTo>
                <a:close/>
              </a:path>
              <a:path w="651459" h="962494">
                <a:moveTo>
                  <a:pt x="330301" y="956397"/>
                </a:moveTo>
                <a:lnTo>
                  <a:pt x="331063" y="956397"/>
                </a:lnTo>
                <a:lnTo>
                  <a:pt x="331069" y="956213"/>
                </a:lnTo>
                <a:lnTo>
                  <a:pt x="329552" y="955634"/>
                </a:lnTo>
                <a:lnTo>
                  <a:pt x="328963" y="956397"/>
                </a:lnTo>
                <a:lnTo>
                  <a:pt x="330301" y="956397"/>
                </a:lnTo>
                <a:close/>
              </a:path>
              <a:path w="651459" h="962494">
                <a:moveTo>
                  <a:pt x="333177" y="939629"/>
                </a:moveTo>
                <a:lnTo>
                  <a:pt x="334492" y="938866"/>
                </a:lnTo>
                <a:lnTo>
                  <a:pt x="335457" y="938866"/>
                </a:lnTo>
                <a:lnTo>
                  <a:pt x="334492" y="938107"/>
                </a:lnTo>
                <a:lnTo>
                  <a:pt x="334492" y="936579"/>
                </a:lnTo>
                <a:lnTo>
                  <a:pt x="331651" y="938107"/>
                </a:lnTo>
                <a:lnTo>
                  <a:pt x="331063" y="938866"/>
                </a:lnTo>
                <a:lnTo>
                  <a:pt x="332587" y="939629"/>
                </a:lnTo>
                <a:lnTo>
                  <a:pt x="333177" y="939629"/>
                </a:lnTo>
                <a:close/>
              </a:path>
              <a:path w="651459" h="962494">
                <a:moveTo>
                  <a:pt x="335060" y="957921"/>
                </a:moveTo>
                <a:lnTo>
                  <a:pt x="334106" y="956971"/>
                </a:lnTo>
                <a:lnTo>
                  <a:pt x="334873" y="957921"/>
                </a:lnTo>
                <a:lnTo>
                  <a:pt x="332777" y="957921"/>
                </a:lnTo>
                <a:lnTo>
                  <a:pt x="333540" y="958684"/>
                </a:lnTo>
                <a:lnTo>
                  <a:pt x="335825" y="958684"/>
                </a:lnTo>
                <a:lnTo>
                  <a:pt x="335060" y="957921"/>
                </a:lnTo>
                <a:close/>
              </a:path>
              <a:path w="651459" h="962494">
                <a:moveTo>
                  <a:pt x="337921" y="958684"/>
                </a:moveTo>
                <a:lnTo>
                  <a:pt x="335825" y="958684"/>
                </a:lnTo>
                <a:lnTo>
                  <a:pt x="336588" y="959444"/>
                </a:lnTo>
                <a:lnTo>
                  <a:pt x="338870" y="959444"/>
                </a:lnTo>
                <a:lnTo>
                  <a:pt x="337921" y="958684"/>
                </a:lnTo>
                <a:close/>
              </a:path>
              <a:path w="651459" h="962494">
                <a:moveTo>
                  <a:pt x="338302" y="947637"/>
                </a:moveTo>
                <a:lnTo>
                  <a:pt x="334492" y="940552"/>
                </a:lnTo>
                <a:lnTo>
                  <a:pt x="334111" y="940394"/>
                </a:lnTo>
                <a:lnTo>
                  <a:pt x="334430" y="940394"/>
                </a:lnTo>
                <a:lnTo>
                  <a:pt x="334492" y="939629"/>
                </a:lnTo>
                <a:lnTo>
                  <a:pt x="333596" y="940048"/>
                </a:lnTo>
                <a:lnTo>
                  <a:pt x="334225" y="940676"/>
                </a:lnTo>
                <a:lnTo>
                  <a:pt x="330301" y="938866"/>
                </a:lnTo>
                <a:lnTo>
                  <a:pt x="329552" y="938866"/>
                </a:lnTo>
                <a:lnTo>
                  <a:pt x="334492" y="943818"/>
                </a:lnTo>
                <a:lnTo>
                  <a:pt x="336296" y="956878"/>
                </a:lnTo>
                <a:lnTo>
                  <a:pt x="338302" y="947637"/>
                </a:lnTo>
                <a:close/>
              </a:path>
              <a:path w="651459" h="962494">
                <a:moveTo>
                  <a:pt x="342508" y="942874"/>
                </a:moveTo>
                <a:lnTo>
                  <a:pt x="341556" y="941922"/>
                </a:lnTo>
                <a:lnTo>
                  <a:pt x="343077" y="941157"/>
                </a:lnTo>
                <a:lnTo>
                  <a:pt x="340792" y="941157"/>
                </a:lnTo>
                <a:lnTo>
                  <a:pt x="340969" y="941922"/>
                </a:lnTo>
                <a:lnTo>
                  <a:pt x="340207" y="941922"/>
                </a:lnTo>
                <a:lnTo>
                  <a:pt x="339449" y="942102"/>
                </a:lnTo>
                <a:lnTo>
                  <a:pt x="338785" y="942200"/>
                </a:lnTo>
                <a:lnTo>
                  <a:pt x="338302" y="941716"/>
                </a:lnTo>
                <a:lnTo>
                  <a:pt x="339449" y="942102"/>
                </a:lnTo>
                <a:lnTo>
                  <a:pt x="338683" y="941157"/>
                </a:lnTo>
                <a:lnTo>
                  <a:pt x="340792" y="941157"/>
                </a:lnTo>
                <a:lnTo>
                  <a:pt x="340029" y="940394"/>
                </a:lnTo>
                <a:lnTo>
                  <a:pt x="338506" y="941157"/>
                </a:lnTo>
                <a:lnTo>
                  <a:pt x="338302" y="941157"/>
                </a:lnTo>
                <a:lnTo>
                  <a:pt x="338148" y="941562"/>
                </a:lnTo>
                <a:lnTo>
                  <a:pt x="338302" y="942000"/>
                </a:lnTo>
                <a:lnTo>
                  <a:pt x="340309" y="942963"/>
                </a:lnTo>
                <a:lnTo>
                  <a:pt x="343357" y="943723"/>
                </a:lnTo>
                <a:lnTo>
                  <a:pt x="346405" y="944486"/>
                </a:lnTo>
                <a:lnTo>
                  <a:pt x="342508" y="942874"/>
                </a:lnTo>
                <a:close/>
              </a:path>
              <a:path w="651459" h="962494">
                <a:moveTo>
                  <a:pt x="338302" y="940953"/>
                </a:moveTo>
                <a:lnTo>
                  <a:pt x="338302" y="938107"/>
                </a:lnTo>
                <a:lnTo>
                  <a:pt x="336981" y="939629"/>
                </a:lnTo>
                <a:lnTo>
                  <a:pt x="336982" y="940394"/>
                </a:lnTo>
                <a:lnTo>
                  <a:pt x="337744" y="941157"/>
                </a:lnTo>
                <a:lnTo>
                  <a:pt x="337921" y="941157"/>
                </a:lnTo>
                <a:lnTo>
                  <a:pt x="338302" y="940953"/>
                </a:lnTo>
                <a:close/>
              </a:path>
              <a:path w="651459" h="962494">
                <a:moveTo>
                  <a:pt x="339449" y="942102"/>
                </a:moveTo>
                <a:lnTo>
                  <a:pt x="338302" y="941626"/>
                </a:lnTo>
                <a:lnTo>
                  <a:pt x="338785" y="942200"/>
                </a:lnTo>
                <a:lnTo>
                  <a:pt x="339449" y="942102"/>
                </a:lnTo>
                <a:close/>
              </a:path>
              <a:path w="651459" h="962494">
                <a:moveTo>
                  <a:pt x="342493" y="959444"/>
                </a:moveTo>
                <a:lnTo>
                  <a:pt x="337155" y="957735"/>
                </a:lnTo>
                <a:lnTo>
                  <a:pt x="339445" y="958684"/>
                </a:lnTo>
                <a:lnTo>
                  <a:pt x="338870" y="959444"/>
                </a:lnTo>
                <a:lnTo>
                  <a:pt x="339636" y="960207"/>
                </a:lnTo>
                <a:lnTo>
                  <a:pt x="343441" y="960207"/>
                </a:lnTo>
                <a:lnTo>
                  <a:pt x="342493" y="959444"/>
                </a:lnTo>
                <a:close/>
              </a:path>
              <a:path w="651459" h="962494">
                <a:moveTo>
                  <a:pt x="340207" y="941922"/>
                </a:moveTo>
                <a:lnTo>
                  <a:pt x="340969" y="941922"/>
                </a:lnTo>
                <a:lnTo>
                  <a:pt x="340792" y="941157"/>
                </a:lnTo>
                <a:lnTo>
                  <a:pt x="338683" y="941157"/>
                </a:lnTo>
                <a:lnTo>
                  <a:pt x="339449" y="942102"/>
                </a:lnTo>
                <a:lnTo>
                  <a:pt x="340207" y="941922"/>
                </a:lnTo>
                <a:close/>
              </a:path>
              <a:path w="651459" h="962494">
                <a:moveTo>
                  <a:pt x="341731" y="941922"/>
                </a:moveTo>
                <a:lnTo>
                  <a:pt x="343077" y="941157"/>
                </a:lnTo>
                <a:lnTo>
                  <a:pt x="341556" y="941922"/>
                </a:lnTo>
                <a:lnTo>
                  <a:pt x="342508" y="942874"/>
                </a:lnTo>
                <a:lnTo>
                  <a:pt x="341731" y="941922"/>
                </a:lnTo>
                <a:close/>
              </a:path>
              <a:path w="651459" h="962494">
                <a:moveTo>
                  <a:pt x="346303" y="942681"/>
                </a:moveTo>
                <a:lnTo>
                  <a:pt x="346125" y="941922"/>
                </a:lnTo>
                <a:lnTo>
                  <a:pt x="344601" y="942681"/>
                </a:lnTo>
                <a:lnTo>
                  <a:pt x="344017" y="942681"/>
                </a:lnTo>
                <a:lnTo>
                  <a:pt x="343841" y="941922"/>
                </a:lnTo>
                <a:lnTo>
                  <a:pt x="343255" y="942681"/>
                </a:lnTo>
                <a:lnTo>
                  <a:pt x="345553" y="943634"/>
                </a:lnTo>
                <a:lnTo>
                  <a:pt x="344779" y="942681"/>
                </a:lnTo>
                <a:lnTo>
                  <a:pt x="345541" y="942681"/>
                </a:lnTo>
                <a:lnTo>
                  <a:pt x="345553" y="943634"/>
                </a:lnTo>
                <a:lnTo>
                  <a:pt x="346303" y="942681"/>
                </a:lnTo>
                <a:close/>
              </a:path>
              <a:path w="651459" h="962494">
                <a:moveTo>
                  <a:pt x="344601" y="942681"/>
                </a:moveTo>
                <a:lnTo>
                  <a:pt x="346125" y="941922"/>
                </a:lnTo>
                <a:lnTo>
                  <a:pt x="343841" y="941922"/>
                </a:lnTo>
                <a:lnTo>
                  <a:pt x="344017" y="942681"/>
                </a:lnTo>
                <a:lnTo>
                  <a:pt x="344601" y="942681"/>
                </a:lnTo>
                <a:close/>
              </a:path>
              <a:path w="651459" h="962494">
                <a:moveTo>
                  <a:pt x="347754" y="960972"/>
                </a:moveTo>
                <a:lnTo>
                  <a:pt x="347065" y="960207"/>
                </a:lnTo>
                <a:lnTo>
                  <a:pt x="344779" y="960207"/>
                </a:lnTo>
                <a:lnTo>
                  <a:pt x="344208" y="960972"/>
                </a:lnTo>
                <a:lnTo>
                  <a:pt x="347754" y="960972"/>
                </a:lnTo>
                <a:close/>
              </a:path>
              <a:path w="651459" h="962494">
                <a:moveTo>
                  <a:pt x="347827" y="943444"/>
                </a:moveTo>
                <a:lnTo>
                  <a:pt x="350697" y="942681"/>
                </a:lnTo>
                <a:lnTo>
                  <a:pt x="346885" y="942681"/>
                </a:lnTo>
                <a:lnTo>
                  <a:pt x="349453" y="945250"/>
                </a:lnTo>
                <a:lnTo>
                  <a:pt x="347827" y="943444"/>
                </a:lnTo>
                <a:close/>
              </a:path>
              <a:path w="651459" h="962494">
                <a:moveTo>
                  <a:pt x="361759" y="949810"/>
                </a:moveTo>
                <a:lnTo>
                  <a:pt x="355447" y="944967"/>
                </a:lnTo>
                <a:lnTo>
                  <a:pt x="356209" y="944967"/>
                </a:lnTo>
                <a:lnTo>
                  <a:pt x="361759" y="949810"/>
                </a:lnTo>
                <a:lnTo>
                  <a:pt x="358495" y="944967"/>
                </a:lnTo>
                <a:lnTo>
                  <a:pt x="359257" y="944967"/>
                </a:lnTo>
                <a:lnTo>
                  <a:pt x="361759" y="949810"/>
                </a:lnTo>
                <a:lnTo>
                  <a:pt x="362305" y="944967"/>
                </a:lnTo>
                <a:lnTo>
                  <a:pt x="360781" y="944967"/>
                </a:lnTo>
                <a:lnTo>
                  <a:pt x="359334" y="944967"/>
                </a:lnTo>
                <a:lnTo>
                  <a:pt x="358571" y="943444"/>
                </a:lnTo>
                <a:lnTo>
                  <a:pt x="357733" y="944967"/>
                </a:lnTo>
                <a:lnTo>
                  <a:pt x="356971" y="944967"/>
                </a:lnTo>
                <a:lnTo>
                  <a:pt x="358571" y="943444"/>
                </a:lnTo>
                <a:lnTo>
                  <a:pt x="354685" y="944967"/>
                </a:lnTo>
                <a:lnTo>
                  <a:pt x="353923" y="944967"/>
                </a:lnTo>
                <a:lnTo>
                  <a:pt x="352399" y="943444"/>
                </a:lnTo>
                <a:lnTo>
                  <a:pt x="351460" y="943444"/>
                </a:lnTo>
                <a:lnTo>
                  <a:pt x="350697" y="942681"/>
                </a:lnTo>
                <a:lnTo>
                  <a:pt x="350875" y="943444"/>
                </a:lnTo>
                <a:lnTo>
                  <a:pt x="350113" y="943444"/>
                </a:lnTo>
                <a:lnTo>
                  <a:pt x="350697" y="942681"/>
                </a:lnTo>
                <a:lnTo>
                  <a:pt x="347827" y="943444"/>
                </a:lnTo>
                <a:lnTo>
                  <a:pt x="349453" y="945250"/>
                </a:lnTo>
                <a:lnTo>
                  <a:pt x="346885" y="942681"/>
                </a:lnTo>
                <a:lnTo>
                  <a:pt x="346125" y="941922"/>
                </a:lnTo>
                <a:lnTo>
                  <a:pt x="346303" y="942681"/>
                </a:lnTo>
                <a:lnTo>
                  <a:pt x="345553" y="943634"/>
                </a:lnTo>
                <a:lnTo>
                  <a:pt x="343255" y="942681"/>
                </a:lnTo>
                <a:lnTo>
                  <a:pt x="343841" y="941922"/>
                </a:lnTo>
                <a:lnTo>
                  <a:pt x="343077" y="941157"/>
                </a:lnTo>
                <a:lnTo>
                  <a:pt x="341731" y="941922"/>
                </a:lnTo>
                <a:lnTo>
                  <a:pt x="342508" y="942874"/>
                </a:lnTo>
                <a:lnTo>
                  <a:pt x="346405" y="944486"/>
                </a:lnTo>
                <a:lnTo>
                  <a:pt x="343357" y="943723"/>
                </a:lnTo>
                <a:lnTo>
                  <a:pt x="340309" y="942963"/>
                </a:lnTo>
                <a:lnTo>
                  <a:pt x="338302" y="942000"/>
                </a:lnTo>
                <a:lnTo>
                  <a:pt x="338148" y="941562"/>
                </a:lnTo>
                <a:lnTo>
                  <a:pt x="337172" y="941157"/>
                </a:lnTo>
                <a:lnTo>
                  <a:pt x="335635" y="940394"/>
                </a:lnTo>
                <a:lnTo>
                  <a:pt x="334492" y="940394"/>
                </a:lnTo>
                <a:lnTo>
                  <a:pt x="338302" y="942131"/>
                </a:lnTo>
                <a:lnTo>
                  <a:pt x="340868" y="957638"/>
                </a:lnTo>
                <a:lnTo>
                  <a:pt x="345338" y="956125"/>
                </a:lnTo>
                <a:lnTo>
                  <a:pt x="353161" y="960972"/>
                </a:lnTo>
                <a:lnTo>
                  <a:pt x="354025" y="946010"/>
                </a:lnTo>
                <a:lnTo>
                  <a:pt x="348589" y="943444"/>
                </a:lnTo>
                <a:lnTo>
                  <a:pt x="349351" y="943444"/>
                </a:lnTo>
                <a:lnTo>
                  <a:pt x="354025" y="946010"/>
                </a:lnTo>
                <a:lnTo>
                  <a:pt x="354685" y="962494"/>
                </a:lnTo>
                <a:lnTo>
                  <a:pt x="360781" y="962494"/>
                </a:lnTo>
                <a:lnTo>
                  <a:pt x="361759" y="949810"/>
                </a:lnTo>
                <a:close/>
              </a:path>
              <a:path w="651459" h="962494">
                <a:moveTo>
                  <a:pt x="358571" y="943444"/>
                </a:moveTo>
                <a:lnTo>
                  <a:pt x="352399" y="943444"/>
                </a:lnTo>
                <a:lnTo>
                  <a:pt x="353923" y="944967"/>
                </a:lnTo>
                <a:lnTo>
                  <a:pt x="354685" y="944967"/>
                </a:lnTo>
                <a:lnTo>
                  <a:pt x="358571" y="943444"/>
                </a:lnTo>
                <a:close/>
              </a:path>
              <a:path w="651459" h="962494">
                <a:moveTo>
                  <a:pt x="369925" y="944967"/>
                </a:moveTo>
                <a:lnTo>
                  <a:pt x="366877" y="944967"/>
                </a:lnTo>
                <a:lnTo>
                  <a:pt x="367830" y="943444"/>
                </a:lnTo>
                <a:lnTo>
                  <a:pt x="366302" y="944967"/>
                </a:lnTo>
                <a:lnTo>
                  <a:pt x="363829" y="944967"/>
                </a:lnTo>
                <a:lnTo>
                  <a:pt x="363727" y="947533"/>
                </a:lnTo>
                <a:lnTo>
                  <a:pt x="369925" y="944967"/>
                </a:lnTo>
                <a:close/>
              </a:path>
              <a:path w="651459" h="962494">
                <a:moveTo>
                  <a:pt x="375920" y="945250"/>
                </a:moveTo>
                <a:lnTo>
                  <a:pt x="381130" y="943091"/>
                </a:lnTo>
                <a:lnTo>
                  <a:pt x="379831" y="942681"/>
                </a:lnTo>
                <a:lnTo>
                  <a:pt x="379260" y="941922"/>
                </a:lnTo>
                <a:lnTo>
                  <a:pt x="378498" y="942681"/>
                </a:lnTo>
                <a:lnTo>
                  <a:pt x="374675" y="942681"/>
                </a:lnTo>
                <a:lnTo>
                  <a:pt x="373912" y="943444"/>
                </a:lnTo>
                <a:lnTo>
                  <a:pt x="371348" y="946010"/>
                </a:lnTo>
                <a:lnTo>
                  <a:pt x="371449" y="960972"/>
                </a:lnTo>
                <a:lnTo>
                  <a:pt x="375920" y="945250"/>
                </a:lnTo>
                <a:close/>
              </a:path>
              <a:path w="651459" h="962494">
                <a:moveTo>
                  <a:pt x="389737" y="941157"/>
                </a:moveTo>
                <a:lnTo>
                  <a:pt x="388964" y="941157"/>
                </a:lnTo>
                <a:lnTo>
                  <a:pt x="388226" y="941287"/>
                </a:lnTo>
                <a:lnTo>
                  <a:pt x="389035" y="956115"/>
                </a:lnTo>
                <a:lnTo>
                  <a:pt x="389077" y="956878"/>
                </a:lnTo>
                <a:lnTo>
                  <a:pt x="387684" y="958272"/>
                </a:lnTo>
                <a:lnTo>
                  <a:pt x="387451" y="958684"/>
                </a:lnTo>
                <a:lnTo>
                  <a:pt x="388975" y="958684"/>
                </a:lnTo>
                <a:lnTo>
                  <a:pt x="389603" y="958272"/>
                </a:lnTo>
                <a:lnTo>
                  <a:pt x="391725" y="956878"/>
                </a:lnTo>
                <a:lnTo>
                  <a:pt x="392887" y="956115"/>
                </a:lnTo>
                <a:lnTo>
                  <a:pt x="389764" y="941287"/>
                </a:lnTo>
                <a:lnTo>
                  <a:pt x="389737" y="941157"/>
                </a:lnTo>
              </a:path>
              <a:path w="651459" h="962494">
                <a:moveTo>
                  <a:pt x="379260" y="941922"/>
                </a:moveTo>
                <a:lnTo>
                  <a:pt x="379831" y="942681"/>
                </a:lnTo>
                <a:lnTo>
                  <a:pt x="380593" y="942681"/>
                </a:lnTo>
                <a:lnTo>
                  <a:pt x="382302" y="941922"/>
                </a:lnTo>
              </a:path>
              <a:path w="651459" h="962494">
                <a:moveTo>
                  <a:pt x="385927" y="941922"/>
                </a:moveTo>
                <a:lnTo>
                  <a:pt x="382302" y="941922"/>
                </a:lnTo>
                <a:lnTo>
                  <a:pt x="381355" y="942681"/>
                </a:lnTo>
                <a:lnTo>
                  <a:pt x="384091" y="942681"/>
                </a:lnTo>
                <a:lnTo>
                  <a:pt x="385927" y="941922"/>
                </a:lnTo>
              </a:path>
              <a:path w="651459" h="962494">
                <a:moveTo>
                  <a:pt x="379831" y="942681"/>
                </a:moveTo>
                <a:lnTo>
                  <a:pt x="381130" y="943091"/>
                </a:lnTo>
                <a:lnTo>
                  <a:pt x="381540" y="942681"/>
                </a:lnTo>
                <a:lnTo>
                  <a:pt x="382117" y="942681"/>
                </a:lnTo>
              </a:path>
              <a:path w="651459" h="962494">
                <a:moveTo>
                  <a:pt x="382117" y="942681"/>
                </a:moveTo>
                <a:lnTo>
                  <a:pt x="381130" y="943091"/>
                </a:lnTo>
                <a:lnTo>
                  <a:pt x="377764" y="944486"/>
                </a:lnTo>
                <a:lnTo>
                  <a:pt x="375920" y="945250"/>
                </a:lnTo>
                <a:lnTo>
                  <a:pt x="372397" y="957638"/>
                </a:lnTo>
                <a:lnTo>
                  <a:pt x="372180" y="958401"/>
                </a:lnTo>
                <a:lnTo>
                  <a:pt x="383116" y="958401"/>
                </a:lnTo>
                <a:lnTo>
                  <a:pt x="384505" y="957638"/>
                </a:lnTo>
                <a:lnTo>
                  <a:pt x="380007" y="945250"/>
                </a:lnTo>
                <a:lnTo>
                  <a:pt x="379729" y="944486"/>
                </a:lnTo>
                <a:lnTo>
                  <a:pt x="383102" y="943091"/>
                </a:lnTo>
                <a:lnTo>
                  <a:pt x="384091" y="942681"/>
                </a:lnTo>
              </a:path>
              <a:path w="651459" h="962494">
                <a:moveTo>
                  <a:pt x="373912" y="943444"/>
                </a:moveTo>
                <a:lnTo>
                  <a:pt x="367830" y="943444"/>
                </a:lnTo>
                <a:lnTo>
                  <a:pt x="366877" y="944967"/>
                </a:lnTo>
                <a:lnTo>
                  <a:pt x="372390" y="944967"/>
                </a:lnTo>
                <a:lnTo>
                  <a:pt x="373912" y="943444"/>
                </a:lnTo>
              </a:path>
              <a:path w="651459" h="962494">
                <a:moveTo>
                  <a:pt x="362305" y="944967"/>
                </a:moveTo>
                <a:lnTo>
                  <a:pt x="362016" y="947533"/>
                </a:lnTo>
                <a:lnTo>
                  <a:pt x="363727" y="947533"/>
                </a:lnTo>
                <a:lnTo>
                  <a:pt x="363829" y="944967"/>
                </a:lnTo>
              </a:path>
              <a:path w="651459" h="962494">
                <a:moveTo>
                  <a:pt x="369925" y="944967"/>
                </a:moveTo>
                <a:lnTo>
                  <a:pt x="367406" y="946010"/>
                </a:lnTo>
                <a:lnTo>
                  <a:pt x="363727" y="947533"/>
                </a:lnTo>
                <a:lnTo>
                  <a:pt x="371358" y="947533"/>
                </a:lnTo>
                <a:lnTo>
                  <a:pt x="371348" y="946010"/>
                </a:lnTo>
                <a:lnTo>
                  <a:pt x="372390" y="944967"/>
                </a:lnTo>
              </a:path>
              <a:path w="651459" h="962494">
                <a:moveTo>
                  <a:pt x="362016" y="947533"/>
                </a:moveTo>
                <a:lnTo>
                  <a:pt x="361759" y="949810"/>
                </a:lnTo>
                <a:lnTo>
                  <a:pt x="360898" y="960972"/>
                </a:lnTo>
                <a:lnTo>
                  <a:pt x="371449" y="960972"/>
                </a:lnTo>
                <a:lnTo>
                  <a:pt x="371373" y="949810"/>
                </a:lnTo>
                <a:lnTo>
                  <a:pt x="371358" y="947533"/>
                </a:lnTo>
              </a:path>
              <a:path w="651459" h="962494">
                <a:moveTo>
                  <a:pt x="389077" y="956878"/>
                </a:moveTo>
                <a:lnTo>
                  <a:pt x="385250" y="958684"/>
                </a:lnTo>
                <a:lnTo>
                  <a:pt x="386689" y="958684"/>
                </a:lnTo>
              </a:path>
              <a:path w="651459" h="962494">
                <a:moveTo>
                  <a:pt x="384505" y="957638"/>
                </a:moveTo>
                <a:lnTo>
                  <a:pt x="381755" y="959444"/>
                </a:lnTo>
                <a:lnTo>
                  <a:pt x="382879" y="959444"/>
                </a:lnTo>
              </a:path>
              <a:path w="651459" h="962494">
                <a:moveTo>
                  <a:pt x="372180" y="958401"/>
                </a:moveTo>
                <a:lnTo>
                  <a:pt x="371449" y="960972"/>
                </a:lnTo>
                <a:lnTo>
                  <a:pt x="372211" y="960972"/>
                </a:lnTo>
                <a:lnTo>
                  <a:pt x="377647" y="958401"/>
                </a:lnTo>
              </a:path>
              <a:path w="651459" h="962494">
                <a:moveTo>
                  <a:pt x="377647" y="958401"/>
                </a:moveTo>
                <a:lnTo>
                  <a:pt x="372973" y="960972"/>
                </a:lnTo>
                <a:lnTo>
                  <a:pt x="375079" y="960972"/>
                </a:lnTo>
                <a:lnTo>
                  <a:pt x="377647" y="958401"/>
                </a:lnTo>
              </a:path>
              <a:path w="651459" h="962494">
                <a:moveTo>
                  <a:pt x="377647" y="958401"/>
                </a:moveTo>
                <a:lnTo>
                  <a:pt x="378307" y="960207"/>
                </a:lnTo>
                <a:lnTo>
                  <a:pt x="379831" y="960207"/>
                </a:lnTo>
                <a:lnTo>
                  <a:pt x="383116" y="958401"/>
                </a:lnTo>
              </a:path>
              <a:path w="651459" h="962494">
                <a:moveTo>
                  <a:pt x="385250" y="958684"/>
                </a:moveTo>
                <a:lnTo>
                  <a:pt x="383641" y="959444"/>
                </a:lnTo>
                <a:lnTo>
                  <a:pt x="389559" y="959444"/>
                </a:lnTo>
                <a:lnTo>
                  <a:pt x="388213" y="958684"/>
                </a:lnTo>
              </a:path>
              <a:path w="651459" h="962494">
                <a:moveTo>
                  <a:pt x="381755" y="959444"/>
                </a:moveTo>
                <a:lnTo>
                  <a:pt x="380593" y="960207"/>
                </a:lnTo>
                <a:lnTo>
                  <a:pt x="385749" y="960207"/>
                </a:lnTo>
                <a:lnTo>
                  <a:pt x="384403" y="959444"/>
                </a:lnTo>
              </a:path>
              <a:path w="651459" h="962494">
                <a:moveTo>
                  <a:pt x="379069" y="960207"/>
                </a:moveTo>
                <a:lnTo>
                  <a:pt x="381177" y="960972"/>
                </a:lnTo>
                <a:lnTo>
                  <a:pt x="381355" y="960207"/>
                </a:lnTo>
              </a:path>
              <a:path w="651459" h="962494">
                <a:moveTo>
                  <a:pt x="360898" y="960972"/>
                </a:moveTo>
                <a:lnTo>
                  <a:pt x="360781" y="962494"/>
                </a:lnTo>
                <a:lnTo>
                  <a:pt x="373557" y="962494"/>
                </a:lnTo>
                <a:lnTo>
                  <a:pt x="373735" y="960972"/>
                </a:lnTo>
              </a:path>
              <a:path w="651459" h="962494">
                <a:moveTo>
                  <a:pt x="373735" y="960972"/>
                </a:moveTo>
                <a:lnTo>
                  <a:pt x="375079" y="960972"/>
                </a:lnTo>
                <a:lnTo>
                  <a:pt x="375079" y="960972"/>
                </a:lnTo>
              </a:path>
              <a:path w="651459" h="962494">
                <a:moveTo>
                  <a:pt x="389077" y="956878"/>
                </a:moveTo>
                <a:lnTo>
                  <a:pt x="388226" y="941287"/>
                </a:lnTo>
                <a:lnTo>
                  <a:pt x="388964" y="941157"/>
                </a:lnTo>
                <a:lnTo>
                  <a:pt x="387451" y="941157"/>
                </a:lnTo>
                <a:lnTo>
                  <a:pt x="385165" y="941922"/>
                </a:lnTo>
                <a:lnTo>
                  <a:pt x="383641" y="941922"/>
                </a:lnTo>
                <a:lnTo>
                  <a:pt x="383070" y="941157"/>
                </a:lnTo>
                <a:lnTo>
                  <a:pt x="382302" y="941922"/>
                </a:lnTo>
                <a:lnTo>
                  <a:pt x="385927" y="941922"/>
                </a:lnTo>
                <a:lnTo>
                  <a:pt x="379729" y="944486"/>
                </a:lnTo>
                <a:lnTo>
                  <a:pt x="384505" y="957638"/>
                </a:lnTo>
                <a:lnTo>
                  <a:pt x="382879" y="959444"/>
                </a:lnTo>
                <a:lnTo>
                  <a:pt x="383641" y="959444"/>
                </a:lnTo>
                <a:lnTo>
                  <a:pt x="389077" y="956878"/>
                </a:lnTo>
                <a:close/>
              </a:path>
              <a:path w="651459" h="962494">
                <a:moveTo>
                  <a:pt x="386512" y="959444"/>
                </a:moveTo>
                <a:lnTo>
                  <a:pt x="385165" y="959444"/>
                </a:lnTo>
                <a:lnTo>
                  <a:pt x="384403" y="959444"/>
                </a:lnTo>
                <a:lnTo>
                  <a:pt x="385749" y="960207"/>
                </a:lnTo>
                <a:lnTo>
                  <a:pt x="386512" y="959444"/>
                </a:lnTo>
                <a:close/>
              </a:path>
              <a:path w="651459" h="962494">
                <a:moveTo>
                  <a:pt x="387451" y="941157"/>
                </a:moveTo>
                <a:lnTo>
                  <a:pt x="383070" y="941157"/>
                </a:lnTo>
                <a:lnTo>
                  <a:pt x="383641" y="941922"/>
                </a:lnTo>
                <a:lnTo>
                  <a:pt x="385165" y="941922"/>
                </a:lnTo>
                <a:lnTo>
                  <a:pt x="387451" y="941157"/>
                </a:lnTo>
                <a:close/>
              </a:path>
              <a:path w="651459" h="962494">
                <a:moveTo>
                  <a:pt x="387684" y="958272"/>
                </a:moveTo>
                <a:lnTo>
                  <a:pt x="389077" y="956878"/>
                </a:lnTo>
                <a:lnTo>
                  <a:pt x="386689" y="958684"/>
                </a:lnTo>
                <a:lnTo>
                  <a:pt x="387451" y="958684"/>
                </a:lnTo>
                <a:lnTo>
                  <a:pt x="387684" y="958272"/>
                </a:lnTo>
                <a:close/>
              </a:path>
              <a:path w="651459" h="962494">
                <a:moveTo>
                  <a:pt x="592429" y="905474"/>
                </a:moveTo>
                <a:lnTo>
                  <a:pt x="594702" y="904576"/>
                </a:lnTo>
                <a:lnTo>
                  <a:pt x="592594" y="903817"/>
                </a:lnTo>
                <a:lnTo>
                  <a:pt x="591836" y="904576"/>
                </a:lnTo>
                <a:lnTo>
                  <a:pt x="585177" y="904576"/>
                </a:lnTo>
                <a:lnTo>
                  <a:pt x="590624" y="905790"/>
                </a:lnTo>
                <a:lnTo>
                  <a:pt x="592429" y="905474"/>
                </a:lnTo>
                <a:close/>
              </a:path>
              <a:path w="651459" h="962494">
                <a:moveTo>
                  <a:pt x="595363" y="905623"/>
                </a:moveTo>
                <a:lnTo>
                  <a:pt x="596887" y="904863"/>
                </a:lnTo>
                <a:lnTo>
                  <a:pt x="600793" y="903244"/>
                </a:lnTo>
                <a:lnTo>
                  <a:pt x="600937" y="903052"/>
                </a:lnTo>
                <a:lnTo>
                  <a:pt x="601255" y="903052"/>
                </a:lnTo>
                <a:lnTo>
                  <a:pt x="602221" y="902576"/>
                </a:lnTo>
                <a:lnTo>
                  <a:pt x="601741" y="902294"/>
                </a:lnTo>
                <a:lnTo>
                  <a:pt x="600798" y="903052"/>
                </a:lnTo>
                <a:lnTo>
                  <a:pt x="600213" y="902294"/>
                </a:lnTo>
                <a:lnTo>
                  <a:pt x="600214" y="901529"/>
                </a:lnTo>
                <a:lnTo>
                  <a:pt x="599451" y="902294"/>
                </a:lnTo>
                <a:lnTo>
                  <a:pt x="599456" y="903052"/>
                </a:lnTo>
                <a:lnTo>
                  <a:pt x="598694" y="903052"/>
                </a:lnTo>
                <a:lnTo>
                  <a:pt x="597931" y="903817"/>
                </a:lnTo>
                <a:lnTo>
                  <a:pt x="596983" y="904766"/>
                </a:lnTo>
                <a:lnTo>
                  <a:pt x="598411" y="904100"/>
                </a:lnTo>
                <a:lnTo>
                  <a:pt x="598512" y="903817"/>
                </a:lnTo>
                <a:lnTo>
                  <a:pt x="599274" y="903817"/>
                </a:lnTo>
                <a:lnTo>
                  <a:pt x="596983" y="904766"/>
                </a:lnTo>
                <a:lnTo>
                  <a:pt x="595679" y="905307"/>
                </a:lnTo>
                <a:lnTo>
                  <a:pt x="593077" y="906386"/>
                </a:lnTo>
                <a:lnTo>
                  <a:pt x="593940" y="922102"/>
                </a:lnTo>
                <a:lnTo>
                  <a:pt x="595363" y="905623"/>
                </a:lnTo>
                <a:close/>
              </a:path>
              <a:path w="651459" h="962494">
                <a:moveTo>
                  <a:pt x="597931" y="903817"/>
                </a:moveTo>
                <a:lnTo>
                  <a:pt x="598694" y="903052"/>
                </a:lnTo>
                <a:lnTo>
                  <a:pt x="599456" y="903052"/>
                </a:lnTo>
                <a:lnTo>
                  <a:pt x="599451" y="902294"/>
                </a:lnTo>
                <a:lnTo>
                  <a:pt x="598703" y="902294"/>
                </a:lnTo>
                <a:lnTo>
                  <a:pt x="597942" y="903052"/>
                </a:lnTo>
                <a:lnTo>
                  <a:pt x="597750" y="903817"/>
                </a:lnTo>
                <a:lnTo>
                  <a:pt x="597931" y="903817"/>
                </a:lnTo>
                <a:close/>
              </a:path>
              <a:path w="651459" h="962494">
                <a:moveTo>
                  <a:pt x="599274" y="903817"/>
                </a:moveTo>
                <a:lnTo>
                  <a:pt x="598512" y="903817"/>
                </a:lnTo>
                <a:lnTo>
                  <a:pt x="598411" y="904100"/>
                </a:lnTo>
                <a:lnTo>
                  <a:pt x="596983" y="904766"/>
                </a:lnTo>
                <a:lnTo>
                  <a:pt x="599274" y="903817"/>
                </a:lnTo>
                <a:close/>
              </a:path>
              <a:path w="651459" h="962494">
                <a:moveTo>
                  <a:pt x="619086" y="910672"/>
                </a:moveTo>
                <a:lnTo>
                  <a:pt x="622774" y="909149"/>
                </a:lnTo>
                <a:lnTo>
                  <a:pt x="624623" y="908386"/>
                </a:lnTo>
                <a:lnTo>
                  <a:pt x="625284" y="908113"/>
                </a:lnTo>
                <a:lnTo>
                  <a:pt x="625754" y="908386"/>
                </a:lnTo>
                <a:lnTo>
                  <a:pt x="626325" y="909149"/>
                </a:lnTo>
                <a:lnTo>
                  <a:pt x="628611" y="910672"/>
                </a:lnTo>
                <a:lnTo>
                  <a:pt x="628611" y="909149"/>
                </a:lnTo>
                <a:lnTo>
                  <a:pt x="626325" y="907818"/>
                </a:lnTo>
                <a:lnTo>
                  <a:pt x="626046" y="907354"/>
                </a:lnTo>
                <a:lnTo>
                  <a:pt x="626270" y="906812"/>
                </a:lnTo>
                <a:lnTo>
                  <a:pt x="622459" y="908386"/>
                </a:lnTo>
                <a:lnTo>
                  <a:pt x="620610" y="909149"/>
                </a:lnTo>
                <a:lnTo>
                  <a:pt x="618705" y="894294"/>
                </a:lnTo>
                <a:lnTo>
                  <a:pt x="617562" y="911437"/>
                </a:lnTo>
                <a:lnTo>
                  <a:pt x="619086" y="910672"/>
                </a:lnTo>
                <a:close/>
              </a:path>
              <a:path w="651459" h="962494">
                <a:moveTo>
                  <a:pt x="596226" y="921344"/>
                </a:moveTo>
                <a:lnTo>
                  <a:pt x="602424" y="918778"/>
                </a:lnTo>
                <a:lnTo>
                  <a:pt x="600036" y="920579"/>
                </a:lnTo>
                <a:lnTo>
                  <a:pt x="600798" y="920579"/>
                </a:lnTo>
                <a:lnTo>
                  <a:pt x="601033" y="920168"/>
                </a:lnTo>
                <a:lnTo>
                  <a:pt x="602703" y="919478"/>
                </a:lnTo>
                <a:lnTo>
                  <a:pt x="605370" y="918292"/>
                </a:lnTo>
                <a:lnTo>
                  <a:pt x="611568" y="915733"/>
                </a:lnTo>
                <a:lnTo>
                  <a:pt x="612228" y="915247"/>
                </a:lnTo>
                <a:lnTo>
                  <a:pt x="611466" y="915247"/>
                </a:lnTo>
                <a:lnTo>
                  <a:pt x="618705" y="894294"/>
                </a:lnTo>
                <a:lnTo>
                  <a:pt x="617562" y="894674"/>
                </a:lnTo>
                <a:lnTo>
                  <a:pt x="615276" y="896197"/>
                </a:lnTo>
                <a:lnTo>
                  <a:pt x="612597" y="896285"/>
                </a:lnTo>
                <a:lnTo>
                  <a:pt x="612413" y="896197"/>
                </a:lnTo>
                <a:lnTo>
                  <a:pt x="612597" y="896010"/>
                </a:lnTo>
                <a:lnTo>
                  <a:pt x="613932" y="894674"/>
                </a:lnTo>
                <a:lnTo>
                  <a:pt x="614695" y="893909"/>
                </a:lnTo>
                <a:lnTo>
                  <a:pt x="616978" y="891622"/>
                </a:lnTo>
                <a:lnTo>
                  <a:pt x="618223" y="891146"/>
                </a:lnTo>
                <a:lnTo>
                  <a:pt x="618504" y="890864"/>
                </a:lnTo>
                <a:lnTo>
                  <a:pt x="612597" y="890864"/>
                </a:lnTo>
                <a:lnTo>
                  <a:pt x="612597" y="893909"/>
                </a:lnTo>
                <a:lnTo>
                  <a:pt x="613168" y="894674"/>
                </a:lnTo>
                <a:lnTo>
                  <a:pt x="612597" y="895246"/>
                </a:lnTo>
                <a:lnTo>
                  <a:pt x="612410" y="896197"/>
                </a:lnTo>
                <a:lnTo>
                  <a:pt x="612132" y="896478"/>
                </a:lnTo>
                <a:lnTo>
                  <a:pt x="611603" y="897719"/>
                </a:lnTo>
                <a:lnTo>
                  <a:pt x="612597" y="897307"/>
                </a:lnTo>
                <a:lnTo>
                  <a:pt x="612990" y="897719"/>
                </a:lnTo>
                <a:lnTo>
                  <a:pt x="612597" y="899634"/>
                </a:lnTo>
                <a:lnTo>
                  <a:pt x="611085" y="901143"/>
                </a:lnTo>
                <a:lnTo>
                  <a:pt x="612597" y="900394"/>
                </a:lnTo>
                <a:lnTo>
                  <a:pt x="611085" y="901917"/>
                </a:lnTo>
                <a:lnTo>
                  <a:pt x="608787" y="903439"/>
                </a:lnTo>
                <a:lnTo>
                  <a:pt x="606894" y="900766"/>
                </a:lnTo>
                <a:lnTo>
                  <a:pt x="602703" y="913347"/>
                </a:lnTo>
                <a:lnTo>
                  <a:pt x="594702" y="922102"/>
                </a:lnTo>
                <a:lnTo>
                  <a:pt x="596226" y="921344"/>
                </a:lnTo>
                <a:close/>
              </a:path>
              <a:path w="651459" h="962494">
                <a:moveTo>
                  <a:pt x="605180" y="920579"/>
                </a:moveTo>
                <a:lnTo>
                  <a:pt x="605947" y="919816"/>
                </a:lnTo>
                <a:lnTo>
                  <a:pt x="604436" y="919816"/>
                </a:lnTo>
                <a:lnTo>
                  <a:pt x="602703" y="919659"/>
                </a:lnTo>
                <a:lnTo>
                  <a:pt x="602322" y="919816"/>
                </a:lnTo>
                <a:lnTo>
                  <a:pt x="602703" y="920579"/>
                </a:lnTo>
                <a:lnTo>
                  <a:pt x="603672" y="920579"/>
                </a:lnTo>
                <a:lnTo>
                  <a:pt x="605180" y="920579"/>
                </a:lnTo>
                <a:close/>
              </a:path>
              <a:path w="651459" h="962494">
                <a:moveTo>
                  <a:pt x="604507" y="901053"/>
                </a:moveTo>
                <a:lnTo>
                  <a:pt x="606268" y="900766"/>
                </a:lnTo>
                <a:lnTo>
                  <a:pt x="604793" y="900766"/>
                </a:lnTo>
                <a:lnTo>
                  <a:pt x="604027" y="900766"/>
                </a:lnTo>
                <a:lnTo>
                  <a:pt x="604029" y="901529"/>
                </a:lnTo>
                <a:lnTo>
                  <a:pt x="604507" y="901053"/>
                </a:lnTo>
                <a:close/>
              </a:path>
              <a:path w="651459" h="962494">
                <a:moveTo>
                  <a:pt x="610324" y="129439"/>
                </a:moveTo>
                <a:lnTo>
                  <a:pt x="608317" y="128612"/>
                </a:lnTo>
                <a:lnTo>
                  <a:pt x="606031" y="127850"/>
                </a:lnTo>
                <a:lnTo>
                  <a:pt x="602221" y="127088"/>
                </a:lnTo>
                <a:lnTo>
                  <a:pt x="602259" y="129641"/>
                </a:lnTo>
                <a:lnTo>
                  <a:pt x="604774" y="129641"/>
                </a:lnTo>
                <a:lnTo>
                  <a:pt x="607412" y="129227"/>
                </a:lnTo>
                <a:lnTo>
                  <a:pt x="608418" y="129641"/>
                </a:lnTo>
                <a:lnTo>
                  <a:pt x="608631" y="128927"/>
                </a:lnTo>
                <a:lnTo>
                  <a:pt x="610120" y="130416"/>
                </a:lnTo>
                <a:lnTo>
                  <a:pt x="610324" y="130619"/>
                </a:lnTo>
                <a:lnTo>
                  <a:pt x="610324" y="129439"/>
                </a:lnTo>
                <a:close/>
              </a:path>
              <a:path w="651459" h="962494">
                <a:moveTo>
                  <a:pt x="610704" y="130416"/>
                </a:moveTo>
                <a:lnTo>
                  <a:pt x="611240" y="130007"/>
                </a:lnTo>
                <a:lnTo>
                  <a:pt x="610912" y="129681"/>
                </a:lnTo>
                <a:lnTo>
                  <a:pt x="613371" y="130520"/>
                </a:lnTo>
                <a:lnTo>
                  <a:pt x="610603" y="129374"/>
                </a:lnTo>
                <a:lnTo>
                  <a:pt x="610324" y="129439"/>
                </a:lnTo>
                <a:lnTo>
                  <a:pt x="610324" y="130619"/>
                </a:lnTo>
                <a:lnTo>
                  <a:pt x="610120" y="130416"/>
                </a:lnTo>
                <a:lnTo>
                  <a:pt x="608631" y="128927"/>
                </a:lnTo>
                <a:lnTo>
                  <a:pt x="608418" y="129641"/>
                </a:lnTo>
                <a:lnTo>
                  <a:pt x="607412" y="129227"/>
                </a:lnTo>
                <a:lnTo>
                  <a:pt x="606894" y="129641"/>
                </a:lnTo>
                <a:lnTo>
                  <a:pt x="605370" y="129641"/>
                </a:lnTo>
                <a:lnTo>
                  <a:pt x="607412" y="129227"/>
                </a:lnTo>
                <a:lnTo>
                  <a:pt x="604774" y="129641"/>
                </a:lnTo>
                <a:lnTo>
                  <a:pt x="605548" y="130416"/>
                </a:lnTo>
                <a:lnTo>
                  <a:pt x="608606" y="130416"/>
                </a:lnTo>
                <a:lnTo>
                  <a:pt x="607656" y="129641"/>
                </a:lnTo>
                <a:lnTo>
                  <a:pt x="607828" y="129641"/>
                </a:lnTo>
                <a:lnTo>
                  <a:pt x="608606" y="130416"/>
                </a:lnTo>
                <a:lnTo>
                  <a:pt x="609942" y="130416"/>
                </a:lnTo>
                <a:lnTo>
                  <a:pt x="610323" y="131165"/>
                </a:lnTo>
                <a:lnTo>
                  <a:pt x="610869" y="131165"/>
                </a:lnTo>
                <a:lnTo>
                  <a:pt x="610704" y="130416"/>
                </a:lnTo>
                <a:close/>
              </a:path>
              <a:path w="651459" h="962494">
                <a:moveTo>
                  <a:pt x="609319" y="899242"/>
                </a:moveTo>
                <a:lnTo>
                  <a:pt x="609079" y="898766"/>
                </a:lnTo>
                <a:lnTo>
                  <a:pt x="609841" y="898003"/>
                </a:lnTo>
                <a:lnTo>
                  <a:pt x="611086" y="897934"/>
                </a:lnTo>
                <a:lnTo>
                  <a:pt x="611603" y="897719"/>
                </a:lnTo>
                <a:lnTo>
                  <a:pt x="612132" y="896478"/>
                </a:lnTo>
                <a:lnTo>
                  <a:pt x="612410" y="896197"/>
                </a:lnTo>
                <a:lnTo>
                  <a:pt x="612597" y="895246"/>
                </a:lnTo>
                <a:lnTo>
                  <a:pt x="613168" y="894674"/>
                </a:lnTo>
                <a:lnTo>
                  <a:pt x="612597" y="893909"/>
                </a:lnTo>
                <a:lnTo>
                  <a:pt x="610882" y="896197"/>
                </a:lnTo>
                <a:lnTo>
                  <a:pt x="611646" y="896197"/>
                </a:lnTo>
                <a:lnTo>
                  <a:pt x="612127" y="896480"/>
                </a:lnTo>
                <a:lnTo>
                  <a:pt x="611085" y="897526"/>
                </a:lnTo>
                <a:lnTo>
                  <a:pt x="611086" y="897719"/>
                </a:lnTo>
                <a:lnTo>
                  <a:pt x="609362" y="897719"/>
                </a:lnTo>
                <a:lnTo>
                  <a:pt x="608787" y="898296"/>
                </a:lnTo>
                <a:lnTo>
                  <a:pt x="608787" y="899242"/>
                </a:lnTo>
                <a:lnTo>
                  <a:pt x="607842" y="899242"/>
                </a:lnTo>
                <a:lnTo>
                  <a:pt x="608787" y="899463"/>
                </a:lnTo>
                <a:lnTo>
                  <a:pt x="609319" y="899242"/>
                </a:lnTo>
                <a:close/>
              </a:path>
              <a:path w="651459" h="962494">
                <a:moveTo>
                  <a:pt x="607476" y="900007"/>
                </a:moveTo>
                <a:lnTo>
                  <a:pt x="607555" y="899530"/>
                </a:lnTo>
                <a:lnTo>
                  <a:pt x="607077" y="900007"/>
                </a:lnTo>
                <a:lnTo>
                  <a:pt x="606793" y="900290"/>
                </a:lnTo>
                <a:lnTo>
                  <a:pt x="607476" y="900007"/>
                </a:lnTo>
                <a:close/>
              </a:path>
              <a:path w="651459" h="962494">
                <a:moveTo>
                  <a:pt x="608787" y="893909"/>
                </a:moveTo>
                <a:lnTo>
                  <a:pt x="608787" y="896197"/>
                </a:lnTo>
                <a:lnTo>
                  <a:pt x="608787" y="896480"/>
                </a:lnTo>
                <a:lnTo>
                  <a:pt x="608786" y="897526"/>
                </a:lnTo>
                <a:lnTo>
                  <a:pt x="608786" y="897719"/>
                </a:lnTo>
                <a:lnTo>
                  <a:pt x="609362" y="897719"/>
                </a:lnTo>
                <a:lnTo>
                  <a:pt x="610124" y="897719"/>
                </a:lnTo>
                <a:lnTo>
                  <a:pt x="611085" y="897526"/>
                </a:lnTo>
                <a:lnTo>
                  <a:pt x="612127" y="896480"/>
                </a:lnTo>
                <a:lnTo>
                  <a:pt x="611646" y="896197"/>
                </a:lnTo>
                <a:lnTo>
                  <a:pt x="610882" y="896197"/>
                </a:lnTo>
                <a:lnTo>
                  <a:pt x="612597" y="893909"/>
                </a:lnTo>
              </a:path>
              <a:path w="651459" h="962494">
                <a:moveTo>
                  <a:pt x="612597" y="897307"/>
                </a:moveTo>
                <a:lnTo>
                  <a:pt x="611603" y="897719"/>
                </a:lnTo>
                <a:lnTo>
                  <a:pt x="612990" y="897719"/>
                </a:lnTo>
              </a:path>
              <a:path w="651459" h="962494">
                <a:moveTo>
                  <a:pt x="607834" y="897719"/>
                </a:moveTo>
                <a:lnTo>
                  <a:pt x="607834" y="897719"/>
                </a:lnTo>
                <a:lnTo>
                  <a:pt x="608786" y="897719"/>
                </a:lnTo>
              </a:path>
              <a:path w="651459" h="962494">
                <a:moveTo>
                  <a:pt x="611603" y="897719"/>
                </a:moveTo>
                <a:lnTo>
                  <a:pt x="611209" y="897883"/>
                </a:lnTo>
                <a:lnTo>
                  <a:pt x="612597" y="897883"/>
                </a:lnTo>
                <a:lnTo>
                  <a:pt x="612228" y="897719"/>
                </a:lnTo>
              </a:path>
              <a:path w="651459" h="962494">
                <a:moveTo>
                  <a:pt x="612228" y="897719"/>
                </a:moveTo>
                <a:lnTo>
                  <a:pt x="612597" y="897719"/>
                </a:lnTo>
                <a:lnTo>
                  <a:pt x="612597" y="897883"/>
                </a:lnTo>
                <a:lnTo>
                  <a:pt x="612957" y="897883"/>
                </a:lnTo>
                <a:lnTo>
                  <a:pt x="612990" y="897719"/>
                </a:lnTo>
              </a:path>
              <a:path w="651459" h="962494">
                <a:moveTo>
                  <a:pt x="607834" y="897719"/>
                </a:moveTo>
                <a:lnTo>
                  <a:pt x="607258" y="898296"/>
                </a:lnTo>
                <a:lnTo>
                  <a:pt x="606314" y="899242"/>
                </a:lnTo>
                <a:lnTo>
                  <a:pt x="608208" y="899242"/>
                </a:lnTo>
                <a:lnTo>
                  <a:pt x="608787" y="899242"/>
                </a:lnTo>
                <a:lnTo>
                  <a:pt x="608787" y="898296"/>
                </a:lnTo>
                <a:lnTo>
                  <a:pt x="609362" y="897719"/>
                </a:lnTo>
              </a:path>
              <a:path w="651459" h="962494">
                <a:moveTo>
                  <a:pt x="611209" y="897883"/>
                </a:moveTo>
                <a:lnTo>
                  <a:pt x="609319" y="899242"/>
                </a:lnTo>
                <a:lnTo>
                  <a:pt x="608787" y="899463"/>
                </a:lnTo>
                <a:lnTo>
                  <a:pt x="612632" y="899463"/>
                </a:lnTo>
                <a:lnTo>
                  <a:pt x="612677" y="899242"/>
                </a:lnTo>
                <a:lnTo>
                  <a:pt x="612946" y="897934"/>
                </a:lnTo>
              </a:path>
              <a:path w="651459" h="962494">
                <a:moveTo>
                  <a:pt x="605548" y="899242"/>
                </a:moveTo>
                <a:lnTo>
                  <a:pt x="605548" y="899242"/>
                </a:lnTo>
                <a:lnTo>
                  <a:pt x="606314" y="899242"/>
                </a:lnTo>
              </a:path>
              <a:path w="651459" h="962494">
                <a:moveTo>
                  <a:pt x="605548" y="899242"/>
                </a:moveTo>
                <a:lnTo>
                  <a:pt x="605328" y="899463"/>
                </a:lnTo>
                <a:lnTo>
                  <a:pt x="608787" y="899463"/>
                </a:lnTo>
                <a:lnTo>
                  <a:pt x="607842" y="899242"/>
                </a:lnTo>
                <a:lnTo>
                  <a:pt x="608208" y="899242"/>
                </a:lnTo>
              </a:path>
              <a:path w="651459" h="962494">
                <a:moveTo>
                  <a:pt x="605328" y="899463"/>
                </a:moveTo>
                <a:lnTo>
                  <a:pt x="612618" y="899530"/>
                </a:lnTo>
              </a:path>
              <a:path w="651459" h="962494">
                <a:moveTo>
                  <a:pt x="605260" y="899530"/>
                </a:moveTo>
                <a:lnTo>
                  <a:pt x="604785" y="900007"/>
                </a:lnTo>
                <a:lnTo>
                  <a:pt x="607077" y="900007"/>
                </a:lnTo>
                <a:lnTo>
                  <a:pt x="607555" y="899530"/>
                </a:lnTo>
              </a:path>
              <a:path w="651459" h="962494">
                <a:moveTo>
                  <a:pt x="607555" y="899530"/>
                </a:moveTo>
                <a:lnTo>
                  <a:pt x="607523" y="899721"/>
                </a:lnTo>
                <a:lnTo>
                  <a:pt x="612509" y="899721"/>
                </a:lnTo>
                <a:lnTo>
                  <a:pt x="612618" y="899530"/>
                </a:lnTo>
              </a:path>
              <a:path w="651459" h="962494">
                <a:moveTo>
                  <a:pt x="607523" y="899721"/>
                </a:moveTo>
                <a:lnTo>
                  <a:pt x="607476" y="900007"/>
                </a:lnTo>
                <a:lnTo>
                  <a:pt x="606793" y="900290"/>
                </a:lnTo>
                <a:lnTo>
                  <a:pt x="607416" y="900290"/>
                </a:lnTo>
                <a:lnTo>
                  <a:pt x="608099" y="900007"/>
                </a:lnTo>
                <a:lnTo>
                  <a:pt x="608787" y="899721"/>
                </a:lnTo>
              </a:path>
              <a:path w="651459" h="962494">
                <a:moveTo>
                  <a:pt x="608787" y="899721"/>
                </a:moveTo>
                <a:lnTo>
                  <a:pt x="611085" y="901143"/>
                </a:lnTo>
                <a:lnTo>
                  <a:pt x="612509" y="899721"/>
                </a:lnTo>
              </a:path>
              <a:path w="651459" h="962494">
                <a:moveTo>
                  <a:pt x="604024" y="900007"/>
                </a:moveTo>
                <a:lnTo>
                  <a:pt x="604024" y="900007"/>
                </a:lnTo>
                <a:lnTo>
                  <a:pt x="604785" y="900007"/>
                </a:lnTo>
              </a:path>
              <a:path w="651459" h="962494">
                <a:moveTo>
                  <a:pt x="604024" y="900007"/>
                </a:moveTo>
                <a:lnTo>
                  <a:pt x="604785" y="900007"/>
                </a:lnTo>
              </a:path>
              <a:path w="651459" h="962494">
                <a:moveTo>
                  <a:pt x="604785" y="900007"/>
                </a:moveTo>
                <a:lnTo>
                  <a:pt x="607077" y="900007"/>
                </a:lnTo>
                <a:lnTo>
                  <a:pt x="607077" y="900007"/>
                </a:lnTo>
              </a:path>
              <a:path w="651459" h="962494">
                <a:moveTo>
                  <a:pt x="607077" y="900007"/>
                </a:moveTo>
                <a:lnTo>
                  <a:pt x="604785" y="900007"/>
                </a:lnTo>
                <a:lnTo>
                  <a:pt x="607077" y="900007"/>
                </a:lnTo>
              </a:path>
              <a:path w="651459" h="962494">
                <a:moveTo>
                  <a:pt x="604024" y="900007"/>
                </a:moveTo>
                <a:lnTo>
                  <a:pt x="604025" y="900290"/>
                </a:lnTo>
                <a:lnTo>
                  <a:pt x="606793" y="900290"/>
                </a:lnTo>
                <a:lnTo>
                  <a:pt x="607077" y="900007"/>
                </a:lnTo>
              </a:path>
              <a:path w="651459" h="962494">
                <a:moveTo>
                  <a:pt x="604025" y="900290"/>
                </a:moveTo>
                <a:lnTo>
                  <a:pt x="604027" y="900766"/>
                </a:lnTo>
                <a:lnTo>
                  <a:pt x="606268" y="900766"/>
                </a:lnTo>
                <a:lnTo>
                  <a:pt x="607416" y="900290"/>
                </a:lnTo>
              </a:path>
              <a:path w="651459" h="962494">
                <a:moveTo>
                  <a:pt x="607412" y="129227"/>
                </a:moveTo>
                <a:lnTo>
                  <a:pt x="605370" y="129641"/>
                </a:lnTo>
                <a:lnTo>
                  <a:pt x="606894" y="129641"/>
                </a:lnTo>
                <a:lnTo>
                  <a:pt x="607412" y="129227"/>
                </a:lnTo>
                <a:close/>
              </a:path>
              <a:path w="651459" h="962494">
                <a:moveTo>
                  <a:pt x="607479" y="918292"/>
                </a:moveTo>
                <a:lnTo>
                  <a:pt x="608240" y="917534"/>
                </a:lnTo>
                <a:lnTo>
                  <a:pt x="609004" y="917534"/>
                </a:lnTo>
                <a:lnTo>
                  <a:pt x="609006" y="918292"/>
                </a:lnTo>
                <a:lnTo>
                  <a:pt x="610514" y="918292"/>
                </a:lnTo>
                <a:lnTo>
                  <a:pt x="611277" y="917534"/>
                </a:lnTo>
                <a:lnTo>
                  <a:pt x="609765" y="917534"/>
                </a:lnTo>
                <a:lnTo>
                  <a:pt x="609770" y="916769"/>
                </a:lnTo>
                <a:lnTo>
                  <a:pt x="612816" y="916769"/>
                </a:lnTo>
                <a:lnTo>
                  <a:pt x="613579" y="915247"/>
                </a:lnTo>
                <a:lnTo>
                  <a:pt x="616610" y="915247"/>
                </a:lnTo>
                <a:lnTo>
                  <a:pt x="618140" y="913724"/>
                </a:lnTo>
                <a:lnTo>
                  <a:pt x="616623" y="913724"/>
                </a:lnTo>
                <a:lnTo>
                  <a:pt x="615378" y="914210"/>
                </a:lnTo>
                <a:lnTo>
                  <a:pt x="613854" y="914974"/>
                </a:lnTo>
                <a:lnTo>
                  <a:pt x="613193" y="915247"/>
                </a:lnTo>
                <a:lnTo>
                  <a:pt x="611252" y="916048"/>
                </a:lnTo>
                <a:lnTo>
                  <a:pt x="609956" y="916584"/>
                </a:lnTo>
                <a:lnTo>
                  <a:pt x="609507" y="916769"/>
                </a:lnTo>
                <a:lnTo>
                  <a:pt x="608520" y="917256"/>
                </a:lnTo>
                <a:lnTo>
                  <a:pt x="607847" y="917534"/>
                </a:lnTo>
                <a:lnTo>
                  <a:pt x="606132" y="918292"/>
                </a:lnTo>
                <a:lnTo>
                  <a:pt x="605962" y="918292"/>
                </a:lnTo>
                <a:lnTo>
                  <a:pt x="606149" y="918105"/>
                </a:lnTo>
                <a:lnTo>
                  <a:pt x="607656" y="917534"/>
                </a:lnTo>
                <a:lnTo>
                  <a:pt x="609383" y="916769"/>
                </a:lnTo>
                <a:lnTo>
                  <a:pt x="611482" y="915819"/>
                </a:lnTo>
                <a:lnTo>
                  <a:pt x="612868" y="915247"/>
                </a:lnTo>
                <a:lnTo>
                  <a:pt x="615152" y="913724"/>
                </a:lnTo>
                <a:lnTo>
                  <a:pt x="614514" y="913724"/>
                </a:lnTo>
                <a:lnTo>
                  <a:pt x="616800" y="912196"/>
                </a:lnTo>
                <a:lnTo>
                  <a:pt x="618639" y="911437"/>
                </a:lnTo>
                <a:lnTo>
                  <a:pt x="618213" y="912196"/>
                </a:lnTo>
                <a:lnTo>
                  <a:pt x="619676" y="912196"/>
                </a:lnTo>
                <a:lnTo>
                  <a:pt x="619950" y="911923"/>
                </a:lnTo>
                <a:lnTo>
                  <a:pt x="620051" y="911437"/>
                </a:lnTo>
                <a:lnTo>
                  <a:pt x="620489" y="910672"/>
                </a:lnTo>
                <a:lnTo>
                  <a:pt x="622998" y="909636"/>
                </a:lnTo>
                <a:lnTo>
                  <a:pt x="622712" y="910672"/>
                </a:lnTo>
                <a:lnTo>
                  <a:pt x="621944" y="911437"/>
                </a:lnTo>
                <a:lnTo>
                  <a:pt x="626325" y="912196"/>
                </a:lnTo>
                <a:lnTo>
                  <a:pt x="626325" y="910672"/>
                </a:lnTo>
                <a:lnTo>
                  <a:pt x="628611" y="910672"/>
                </a:lnTo>
                <a:lnTo>
                  <a:pt x="626325" y="909149"/>
                </a:lnTo>
                <a:lnTo>
                  <a:pt x="624242" y="909149"/>
                </a:lnTo>
                <a:lnTo>
                  <a:pt x="624623" y="908386"/>
                </a:lnTo>
                <a:lnTo>
                  <a:pt x="622774" y="909149"/>
                </a:lnTo>
                <a:lnTo>
                  <a:pt x="619086" y="910672"/>
                </a:lnTo>
                <a:lnTo>
                  <a:pt x="617562" y="911437"/>
                </a:lnTo>
                <a:lnTo>
                  <a:pt x="618705" y="894294"/>
                </a:lnTo>
                <a:lnTo>
                  <a:pt x="611466" y="915247"/>
                </a:lnTo>
                <a:lnTo>
                  <a:pt x="612228" y="915247"/>
                </a:lnTo>
                <a:lnTo>
                  <a:pt x="611568" y="915733"/>
                </a:lnTo>
                <a:lnTo>
                  <a:pt x="609180" y="916769"/>
                </a:lnTo>
                <a:lnTo>
                  <a:pt x="606234" y="918020"/>
                </a:lnTo>
                <a:lnTo>
                  <a:pt x="605697" y="918292"/>
                </a:lnTo>
                <a:lnTo>
                  <a:pt x="605927" y="918327"/>
                </a:lnTo>
                <a:lnTo>
                  <a:pt x="606710" y="919057"/>
                </a:lnTo>
                <a:lnTo>
                  <a:pt x="607479" y="918292"/>
                </a:lnTo>
                <a:close/>
              </a:path>
              <a:path w="651459" h="962494">
                <a:moveTo>
                  <a:pt x="608787" y="899721"/>
                </a:moveTo>
                <a:lnTo>
                  <a:pt x="608099" y="900007"/>
                </a:lnTo>
                <a:lnTo>
                  <a:pt x="609248" y="900007"/>
                </a:lnTo>
              </a:path>
              <a:path w="651459" h="962494">
                <a:moveTo>
                  <a:pt x="604024" y="900007"/>
                </a:moveTo>
                <a:lnTo>
                  <a:pt x="603266" y="900766"/>
                </a:lnTo>
                <a:lnTo>
                  <a:pt x="604027" y="900766"/>
                </a:lnTo>
              </a:path>
              <a:path w="651459" h="962494">
                <a:moveTo>
                  <a:pt x="608099" y="900007"/>
                </a:moveTo>
                <a:lnTo>
                  <a:pt x="606268" y="900766"/>
                </a:lnTo>
                <a:lnTo>
                  <a:pt x="604428" y="901529"/>
                </a:lnTo>
                <a:lnTo>
                  <a:pt x="604608" y="901529"/>
                </a:lnTo>
                <a:lnTo>
                  <a:pt x="606586" y="900766"/>
                </a:lnTo>
                <a:lnTo>
                  <a:pt x="608418" y="900007"/>
                </a:lnTo>
              </a:path>
              <a:path w="651459" h="962494">
                <a:moveTo>
                  <a:pt x="608418" y="900007"/>
                </a:moveTo>
                <a:lnTo>
                  <a:pt x="608540" y="901143"/>
                </a:lnTo>
                <a:lnTo>
                  <a:pt x="611085" y="901143"/>
                </a:lnTo>
                <a:lnTo>
                  <a:pt x="609248" y="900007"/>
                </a:lnTo>
              </a:path>
              <a:path w="651459" h="962494">
                <a:moveTo>
                  <a:pt x="612597" y="900394"/>
                </a:moveTo>
                <a:lnTo>
                  <a:pt x="611085" y="901143"/>
                </a:lnTo>
                <a:lnTo>
                  <a:pt x="611853" y="901143"/>
                </a:lnTo>
              </a:path>
              <a:path w="651459" h="962494">
                <a:moveTo>
                  <a:pt x="601738" y="900766"/>
                </a:moveTo>
                <a:lnTo>
                  <a:pt x="601738" y="900766"/>
                </a:lnTo>
                <a:lnTo>
                  <a:pt x="603266" y="900766"/>
                </a:lnTo>
              </a:path>
              <a:path w="651459" h="962494">
                <a:moveTo>
                  <a:pt x="601738" y="900766"/>
                </a:moveTo>
                <a:lnTo>
                  <a:pt x="600976" y="901529"/>
                </a:lnTo>
                <a:lnTo>
                  <a:pt x="604029" y="901529"/>
                </a:lnTo>
                <a:lnTo>
                  <a:pt x="604027" y="900766"/>
                </a:lnTo>
              </a:path>
              <a:path w="651459" h="962494">
                <a:moveTo>
                  <a:pt x="608540" y="901143"/>
                </a:moveTo>
                <a:lnTo>
                  <a:pt x="608623" y="901917"/>
                </a:lnTo>
                <a:lnTo>
                  <a:pt x="608787" y="903439"/>
                </a:lnTo>
                <a:lnTo>
                  <a:pt x="611085" y="901917"/>
                </a:lnTo>
                <a:lnTo>
                  <a:pt x="611853" y="901143"/>
                </a:lnTo>
              </a:path>
              <a:path w="651459" h="962494">
                <a:moveTo>
                  <a:pt x="600976" y="901529"/>
                </a:moveTo>
                <a:lnTo>
                  <a:pt x="603265" y="901529"/>
                </a:lnTo>
              </a:path>
              <a:path w="651459" h="962494">
                <a:moveTo>
                  <a:pt x="603265" y="901529"/>
                </a:moveTo>
                <a:lnTo>
                  <a:pt x="604428" y="901529"/>
                </a:lnTo>
                <a:lnTo>
                  <a:pt x="604029" y="901529"/>
                </a:lnTo>
              </a:path>
              <a:path w="651459" h="962494">
                <a:moveTo>
                  <a:pt x="600214" y="901529"/>
                </a:moveTo>
                <a:lnTo>
                  <a:pt x="600214" y="901529"/>
                </a:lnTo>
                <a:lnTo>
                  <a:pt x="600976" y="901529"/>
                </a:lnTo>
              </a:path>
              <a:path w="651459" h="962494">
                <a:moveTo>
                  <a:pt x="603265" y="901529"/>
                </a:moveTo>
                <a:lnTo>
                  <a:pt x="603745" y="901813"/>
                </a:lnTo>
                <a:lnTo>
                  <a:pt x="604608" y="901529"/>
                </a:lnTo>
              </a:path>
              <a:path w="651459" h="962494">
                <a:moveTo>
                  <a:pt x="600214" y="901529"/>
                </a:moveTo>
                <a:lnTo>
                  <a:pt x="603265" y="901529"/>
                </a:lnTo>
              </a:path>
              <a:path w="651459" h="962494">
                <a:moveTo>
                  <a:pt x="600214" y="901529"/>
                </a:moveTo>
                <a:lnTo>
                  <a:pt x="600213" y="902294"/>
                </a:lnTo>
                <a:lnTo>
                  <a:pt x="601741" y="902294"/>
                </a:lnTo>
                <a:lnTo>
                  <a:pt x="602504" y="901529"/>
                </a:lnTo>
              </a:path>
              <a:path w="651459" h="962494">
                <a:moveTo>
                  <a:pt x="602504" y="901529"/>
                </a:moveTo>
                <a:lnTo>
                  <a:pt x="602502" y="902294"/>
                </a:lnTo>
                <a:lnTo>
                  <a:pt x="602765" y="902294"/>
                </a:lnTo>
                <a:lnTo>
                  <a:pt x="603265" y="901529"/>
                </a:lnTo>
              </a:path>
              <a:path w="651459" h="962494">
                <a:moveTo>
                  <a:pt x="603084" y="902294"/>
                </a:moveTo>
                <a:lnTo>
                  <a:pt x="602765" y="902294"/>
                </a:lnTo>
                <a:lnTo>
                  <a:pt x="603084" y="902294"/>
                </a:lnTo>
              </a:path>
              <a:path w="651459" h="962494">
                <a:moveTo>
                  <a:pt x="602502" y="902294"/>
                </a:moveTo>
                <a:lnTo>
                  <a:pt x="602317" y="902480"/>
                </a:lnTo>
                <a:lnTo>
                  <a:pt x="601255" y="903052"/>
                </a:lnTo>
                <a:lnTo>
                  <a:pt x="601391" y="903052"/>
                </a:lnTo>
                <a:lnTo>
                  <a:pt x="602455" y="902576"/>
                </a:lnTo>
                <a:lnTo>
                  <a:pt x="602669" y="902480"/>
                </a:lnTo>
                <a:lnTo>
                  <a:pt x="603084" y="902294"/>
                </a:lnTo>
              </a:path>
              <a:path w="651459" h="962494">
                <a:moveTo>
                  <a:pt x="601018" y="903018"/>
                </a:moveTo>
                <a:lnTo>
                  <a:pt x="600937" y="903052"/>
                </a:lnTo>
                <a:lnTo>
                  <a:pt x="601255" y="903052"/>
                </a:lnTo>
              </a:path>
              <a:path w="651459" h="962494">
                <a:moveTo>
                  <a:pt x="597942" y="903052"/>
                </a:moveTo>
                <a:lnTo>
                  <a:pt x="596404" y="903052"/>
                </a:lnTo>
                <a:lnTo>
                  <a:pt x="595641" y="903817"/>
                </a:lnTo>
                <a:lnTo>
                  <a:pt x="597750" y="903817"/>
                </a:lnTo>
                <a:lnTo>
                  <a:pt x="597942" y="903052"/>
                </a:lnTo>
              </a:path>
              <a:path w="651459" h="962494">
                <a:moveTo>
                  <a:pt x="601560" y="903052"/>
                </a:moveTo>
                <a:lnTo>
                  <a:pt x="600697" y="903340"/>
                </a:lnTo>
                <a:lnTo>
                  <a:pt x="601592" y="903340"/>
                </a:lnTo>
              </a:path>
              <a:path w="651459" h="962494">
                <a:moveTo>
                  <a:pt x="600937" y="903052"/>
                </a:moveTo>
                <a:lnTo>
                  <a:pt x="600793" y="903244"/>
                </a:lnTo>
                <a:lnTo>
                  <a:pt x="600560" y="903340"/>
                </a:lnTo>
                <a:lnTo>
                  <a:pt x="600697" y="903340"/>
                </a:lnTo>
                <a:lnTo>
                  <a:pt x="600930" y="903244"/>
                </a:lnTo>
                <a:lnTo>
                  <a:pt x="601391" y="903052"/>
                </a:lnTo>
              </a:path>
              <a:path w="651459" h="962494">
                <a:moveTo>
                  <a:pt x="600560" y="903340"/>
                </a:moveTo>
                <a:lnTo>
                  <a:pt x="596887" y="904863"/>
                </a:lnTo>
                <a:lnTo>
                  <a:pt x="595363" y="905623"/>
                </a:lnTo>
                <a:lnTo>
                  <a:pt x="594696" y="913347"/>
                </a:lnTo>
                <a:lnTo>
                  <a:pt x="593940" y="922102"/>
                </a:lnTo>
                <a:lnTo>
                  <a:pt x="594702" y="922102"/>
                </a:lnTo>
                <a:lnTo>
                  <a:pt x="602703" y="913347"/>
                </a:lnTo>
                <a:lnTo>
                  <a:pt x="601846" y="905623"/>
                </a:lnTo>
                <a:lnTo>
                  <a:pt x="601761" y="904863"/>
                </a:lnTo>
                <a:lnTo>
                  <a:pt x="601592" y="903340"/>
                </a:lnTo>
              </a:path>
              <a:path w="651459" h="962494">
                <a:moveTo>
                  <a:pt x="597931" y="903817"/>
                </a:moveTo>
                <a:lnTo>
                  <a:pt x="597750" y="903817"/>
                </a:lnTo>
                <a:lnTo>
                  <a:pt x="597931" y="903817"/>
                </a:lnTo>
              </a:path>
              <a:path w="651459" h="962494">
                <a:moveTo>
                  <a:pt x="592594" y="903817"/>
                </a:moveTo>
                <a:lnTo>
                  <a:pt x="592594" y="903817"/>
                </a:lnTo>
                <a:lnTo>
                  <a:pt x="597175" y="903817"/>
                </a:lnTo>
              </a:path>
              <a:path w="651459" h="962494">
                <a:moveTo>
                  <a:pt x="595665" y="903817"/>
                </a:moveTo>
                <a:lnTo>
                  <a:pt x="597175" y="903817"/>
                </a:lnTo>
                <a:lnTo>
                  <a:pt x="597931" y="903817"/>
                </a:lnTo>
              </a:path>
              <a:path w="651459" h="962494">
                <a:moveTo>
                  <a:pt x="592594" y="903817"/>
                </a:moveTo>
                <a:lnTo>
                  <a:pt x="594702" y="904576"/>
                </a:lnTo>
                <a:lnTo>
                  <a:pt x="597173" y="904576"/>
                </a:lnTo>
                <a:lnTo>
                  <a:pt x="597931" y="903817"/>
                </a:lnTo>
              </a:path>
              <a:path w="651459" h="962494">
                <a:moveTo>
                  <a:pt x="594702" y="904576"/>
                </a:moveTo>
                <a:lnTo>
                  <a:pt x="593658" y="904989"/>
                </a:lnTo>
                <a:lnTo>
                  <a:pt x="594471" y="904989"/>
                </a:lnTo>
                <a:lnTo>
                  <a:pt x="594883" y="904576"/>
                </a:lnTo>
              </a:path>
              <a:path w="651459" h="962494">
                <a:moveTo>
                  <a:pt x="594883" y="904576"/>
                </a:moveTo>
                <a:lnTo>
                  <a:pt x="595464" y="904576"/>
                </a:lnTo>
                <a:lnTo>
                  <a:pt x="595006" y="904766"/>
                </a:lnTo>
                <a:lnTo>
                  <a:pt x="594471" y="904989"/>
                </a:lnTo>
                <a:lnTo>
                  <a:pt x="596447" y="904989"/>
                </a:lnTo>
                <a:lnTo>
                  <a:pt x="596983" y="904766"/>
                </a:lnTo>
                <a:lnTo>
                  <a:pt x="597173" y="904576"/>
                </a:lnTo>
              </a:path>
              <a:path w="651459" h="962494">
                <a:moveTo>
                  <a:pt x="585177" y="904576"/>
                </a:moveTo>
                <a:lnTo>
                  <a:pt x="585177" y="905790"/>
                </a:lnTo>
                <a:lnTo>
                  <a:pt x="590624" y="905790"/>
                </a:lnTo>
              </a:path>
              <a:path w="651459" h="962494">
                <a:moveTo>
                  <a:pt x="593658" y="904989"/>
                </a:moveTo>
                <a:lnTo>
                  <a:pt x="592852" y="905307"/>
                </a:lnTo>
                <a:lnTo>
                  <a:pt x="592429" y="905474"/>
                </a:lnTo>
                <a:lnTo>
                  <a:pt x="590624" y="905790"/>
                </a:lnTo>
                <a:lnTo>
                  <a:pt x="594513" y="905790"/>
                </a:lnTo>
                <a:lnTo>
                  <a:pt x="595276" y="905474"/>
                </a:lnTo>
                <a:lnTo>
                  <a:pt x="595679" y="905307"/>
                </a:lnTo>
                <a:lnTo>
                  <a:pt x="596447" y="904989"/>
                </a:lnTo>
              </a:path>
              <a:path w="651459" h="962494">
                <a:moveTo>
                  <a:pt x="585177" y="905790"/>
                </a:moveTo>
                <a:lnTo>
                  <a:pt x="585177" y="906031"/>
                </a:lnTo>
                <a:lnTo>
                  <a:pt x="593932" y="906031"/>
                </a:lnTo>
                <a:lnTo>
                  <a:pt x="594513" y="905790"/>
                </a:lnTo>
              </a:path>
              <a:path w="651459" h="962494">
                <a:moveTo>
                  <a:pt x="585177" y="906031"/>
                </a:moveTo>
                <a:lnTo>
                  <a:pt x="585177" y="906746"/>
                </a:lnTo>
                <a:lnTo>
                  <a:pt x="590241" y="906746"/>
                </a:lnTo>
                <a:lnTo>
                  <a:pt x="591961" y="906031"/>
                </a:lnTo>
              </a:path>
              <a:path w="651459" h="962494">
                <a:moveTo>
                  <a:pt x="591961" y="906031"/>
                </a:moveTo>
                <a:lnTo>
                  <a:pt x="591663" y="906386"/>
                </a:lnTo>
                <a:lnTo>
                  <a:pt x="585177" y="914106"/>
                </a:lnTo>
                <a:lnTo>
                  <a:pt x="593501" y="914106"/>
                </a:lnTo>
                <a:lnTo>
                  <a:pt x="593077" y="906386"/>
                </a:lnTo>
                <a:lnTo>
                  <a:pt x="593932" y="906031"/>
                </a:lnTo>
              </a:path>
              <a:path w="651459" h="962494">
                <a:moveTo>
                  <a:pt x="585177" y="906746"/>
                </a:moveTo>
              </a:path>
              <a:path w="651459" h="962494">
                <a:moveTo>
                  <a:pt x="585178" y="906746"/>
                </a:moveTo>
                <a:lnTo>
                  <a:pt x="585178" y="907150"/>
                </a:lnTo>
                <a:lnTo>
                  <a:pt x="585177" y="914106"/>
                </a:lnTo>
                <a:lnTo>
                  <a:pt x="589267" y="907150"/>
                </a:lnTo>
                <a:lnTo>
                  <a:pt x="590241" y="906746"/>
                </a:lnTo>
              </a:path>
              <a:path w="651459" h="962494">
                <a:moveTo>
                  <a:pt x="585177" y="906746"/>
                </a:moveTo>
                <a:lnTo>
                  <a:pt x="543209" y="914106"/>
                </a:lnTo>
                <a:lnTo>
                  <a:pt x="585177" y="914106"/>
                </a:lnTo>
              </a:path>
              <a:path w="651459" h="962494">
                <a:moveTo>
                  <a:pt x="543209" y="914106"/>
                </a:moveTo>
                <a:lnTo>
                  <a:pt x="497616" y="922102"/>
                </a:lnTo>
                <a:lnTo>
                  <a:pt x="593940" y="922102"/>
                </a:lnTo>
                <a:lnTo>
                  <a:pt x="593501" y="914106"/>
                </a:lnTo>
              </a:path>
              <a:path w="651459" h="962494">
                <a:moveTo>
                  <a:pt x="611568" y="915733"/>
                </a:moveTo>
                <a:lnTo>
                  <a:pt x="609141" y="916769"/>
                </a:lnTo>
                <a:lnTo>
                  <a:pt x="606212" y="918020"/>
                </a:lnTo>
                <a:lnTo>
                  <a:pt x="605576" y="918292"/>
                </a:lnTo>
                <a:lnTo>
                  <a:pt x="603846" y="919057"/>
                </a:lnTo>
                <a:lnTo>
                  <a:pt x="604161" y="919057"/>
                </a:lnTo>
                <a:lnTo>
                  <a:pt x="605697" y="918292"/>
                </a:lnTo>
                <a:lnTo>
                  <a:pt x="606234" y="918020"/>
                </a:lnTo>
                <a:lnTo>
                  <a:pt x="609180" y="916769"/>
                </a:lnTo>
              </a:path>
              <a:path w="651459" h="962494">
                <a:moveTo>
                  <a:pt x="609004" y="917534"/>
                </a:moveTo>
                <a:lnTo>
                  <a:pt x="608240" y="917534"/>
                </a:lnTo>
                <a:lnTo>
                  <a:pt x="607479" y="918292"/>
                </a:lnTo>
                <a:lnTo>
                  <a:pt x="606710" y="919057"/>
                </a:lnTo>
                <a:lnTo>
                  <a:pt x="604161" y="919057"/>
                </a:lnTo>
                <a:lnTo>
                  <a:pt x="608071" y="919057"/>
                </a:lnTo>
                <a:lnTo>
                  <a:pt x="608241" y="919057"/>
                </a:lnTo>
                <a:lnTo>
                  <a:pt x="609006" y="918292"/>
                </a:lnTo>
                <a:lnTo>
                  <a:pt x="609004" y="917534"/>
                </a:lnTo>
              </a:path>
              <a:path w="651459" h="962494">
                <a:moveTo>
                  <a:pt x="602424" y="918778"/>
                </a:moveTo>
                <a:lnTo>
                  <a:pt x="598073" y="920579"/>
                </a:lnTo>
                <a:lnTo>
                  <a:pt x="600036" y="920579"/>
                </a:lnTo>
              </a:path>
              <a:path w="651459" h="962494">
                <a:moveTo>
                  <a:pt x="603846" y="919057"/>
                </a:moveTo>
                <a:lnTo>
                  <a:pt x="602703" y="919478"/>
                </a:lnTo>
                <a:lnTo>
                  <a:pt x="602266" y="919659"/>
                </a:lnTo>
                <a:lnTo>
                  <a:pt x="606874" y="919659"/>
                </a:lnTo>
                <a:lnTo>
                  <a:pt x="607055" y="919478"/>
                </a:lnTo>
                <a:lnTo>
                  <a:pt x="607478" y="919057"/>
                </a:lnTo>
                <a:lnTo>
                  <a:pt x="608071" y="919057"/>
                </a:lnTo>
              </a:path>
              <a:path w="651459" h="962494">
                <a:moveTo>
                  <a:pt x="602266" y="919659"/>
                </a:moveTo>
                <a:lnTo>
                  <a:pt x="601885" y="919816"/>
                </a:lnTo>
                <a:lnTo>
                  <a:pt x="601033" y="920168"/>
                </a:lnTo>
                <a:lnTo>
                  <a:pt x="600798" y="920579"/>
                </a:lnTo>
                <a:lnTo>
                  <a:pt x="602703" y="920579"/>
                </a:lnTo>
                <a:lnTo>
                  <a:pt x="602498" y="920168"/>
                </a:lnTo>
                <a:lnTo>
                  <a:pt x="602322" y="919816"/>
                </a:lnTo>
                <a:lnTo>
                  <a:pt x="602703" y="919659"/>
                </a:lnTo>
              </a:path>
              <a:path w="651459" h="962494">
                <a:moveTo>
                  <a:pt x="602703" y="919659"/>
                </a:moveTo>
                <a:lnTo>
                  <a:pt x="604436" y="919816"/>
                </a:lnTo>
                <a:lnTo>
                  <a:pt x="606717" y="919816"/>
                </a:lnTo>
                <a:lnTo>
                  <a:pt x="606874" y="919659"/>
                </a:lnTo>
              </a:path>
              <a:path w="651459" h="962494">
                <a:moveTo>
                  <a:pt x="598073" y="920579"/>
                </a:moveTo>
                <a:lnTo>
                  <a:pt x="596226" y="921344"/>
                </a:lnTo>
                <a:lnTo>
                  <a:pt x="602907" y="921344"/>
                </a:lnTo>
                <a:lnTo>
                  <a:pt x="603672" y="920579"/>
                </a:lnTo>
                <a:lnTo>
                  <a:pt x="602703" y="920579"/>
                </a:lnTo>
              </a:path>
              <a:path w="651459" h="962494">
                <a:moveTo>
                  <a:pt x="596226" y="921344"/>
                </a:moveTo>
                <a:lnTo>
                  <a:pt x="594702" y="922102"/>
                </a:lnTo>
                <a:lnTo>
                  <a:pt x="599061" y="922102"/>
                </a:lnTo>
                <a:lnTo>
                  <a:pt x="597750" y="921344"/>
                </a:lnTo>
              </a:path>
              <a:path w="651459" h="962494">
                <a:moveTo>
                  <a:pt x="497616" y="922102"/>
                </a:moveTo>
                <a:lnTo>
                  <a:pt x="388964" y="941157"/>
                </a:lnTo>
                <a:lnTo>
                  <a:pt x="490425" y="941157"/>
                </a:lnTo>
                <a:lnTo>
                  <a:pt x="599061" y="922102"/>
                </a:lnTo>
              </a:path>
              <a:path w="651459" h="962494">
                <a:moveTo>
                  <a:pt x="388964" y="941157"/>
                </a:moveTo>
                <a:lnTo>
                  <a:pt x="388964" y="941157"/>
                </a:lnTo>
                <a:lnTo>
                  <a:pt x="389737" y="941157"/>
                </a:lnTo>
              </a:path>
              <a:path w="651459" h="962494">
                <a:moveTo>
                  <a:pt x="389737" y="941157"/>
                </a:moveTo>
                <a:lnTo>
                  <a:pt x="392887" y="956115"/>
                </a:lnTo>
                <a:lnTo>
                  <a:pt x="388975" y="958684"/>
                </a:lnTo>
                <a:lnTo>
                  <a:pt x="390499" y="958684"/>
                </a:lnTo>
                <a:lnTo>
                  <a:pt x="405147" y="956115"/>
                </a:lnTo>
                <a:lnTo>
                  <a:pt x="490425" y="941157"/>
                </a:lnTo>
              </a:path>
              <a:path w="651459" h="962494">
                <a:moveTo>
                  <a:pt x="388975" y="958684"/>
                </a:moveTo>
                <a:lnTo>
                  <a:pt x="390319" y="958684"/>
                </a:lnTo>
              </a:path>
              <a:path w="651459" h="962494">
                <a:moveTo>
                  <a:pt x="390319" y="958684"/>
                </a:moveTo>
                <a:lnTo>
                  <a:pt x="390499" y="958684"/>
                </a:lnTo>
                <a:lnTo>
                  <a:pt x="390499" y="958684"/>
                </a:lnTo>
              </a:path>
              <a:path w="651459" h="962494">
                <a:moveTo>
                  <a:pt x="388213" y="958684"/>
                </a:moveTo>
                <a:lnTo>
                  <a:pt x="389559" y="959444"/>
                </a:lnTo>
                <a:lnTo>
                  <a:pt x="390319" y="958684"/>
                </a:lnTo>
              </a:path>
              <a:path w="651459" h="962494">
                <a:moveTo>
                  <a:pt x="611240" y="130007"/>
                </a:moveTo>
                <a:lnTo>
                  <a:pt x="611466" y="130416"/>
                </a:lnTo>
                <a:lnTo>
                  <a:pt x="612508" y="130416"/>
                </a:lnTo>
              </a:path>
              <a:path w="651459" h="962494">
                <a:moveTo>
                  <a:pt x="611466" y="130416"/>
                </a:moveTo>
                <a:lnTo>
                  <a:pt x="610869" y="131165"/>
                </a:lnTo>
                <a:lnTo>
                  <a:pt x="612407" y="131165"/>
                </a:lnTo>
                <a:lnTo>
                  <a:pt x="611652" y="130416"/>
                </a:lnTo>
              </a:path>
              <a:path w="651459" h="962494">
                <a:moveTo>
                  <a:pt x="611652" y="130416"/>
                </a:moveTo>
                <a:lnTo>
                  <a:pt x="612228" y="130416"/>
                </a:lnTo>
                <a:lnTo>
                  <a:pt x="612295" y="130694"/>
                </a:lnTo>
                <a:lnTo>
                  <a:pt x="612407" y="131165"/>
                </a:lnTo>
                <a:lnTo>
                  <a:pt x="613188" y="131940"/>
                </a:lnTo>
                <a:lnTo>
                  <a:pt x="613371" y="132122"/>
                </a:lnTo>
                <a:lnTo>
                  <a:pt x="613371" y="132689"/>
                </a:lnTo>
                <a:lnTo>
                  <a:pt x="613371" y="133451"/>
                </a:lnTo>
                <a:lnTo>
                  <a:pt x="614895" y="133451"/>
                </a:lnTo>
                <a:lnTo>
                  <a:pt x="613943" y="132689"/>
                </a:lnTo>
                <a:lnTo>
                  <a:pt x="613510" y="132122"/>
                </a:lnTo>
                <a:lnTo>
                  <a:pt x="613371" y="131940"/>
                </a:lnTo>
                <a:lnTo>
                  <a:pt x="613371" y="131165"/>
                </a:lnTo>
                <a:lnTo>
                  <a:pt x="614514" y="131165"/>
                </a:lnTo>
                <a:lnTo>
                  <a:pt x="613371" y="130694"/>
                </a:lnTo>
                <a:lnTo>
                  <a:pt x="612508" y="130416"/>
                </a:lnTo>
              </a:path>
              <a:path w="651459" h="962494">
                <a:moveTo>
                  <a:pt x="610323" y="131165"/>
                </a:moveTo>
                <a:lnTo>
                  <a:pt x="610323" y="131165"/>
                </a:lnTo>
                <a:lnTo>
                  <a:pt x="610869" y="131165"/>
                </a:lnTo>
              </a:path>
              <a:path w="651459" h="962494">
                <a:moveTo>
                  <a:pt x="610323" y="131165"/>
                </a:moveTo>
                <a:lnTo>
                  <a:pt x="610323" y="131940"/>
                </a:lnTo>
                <a:lnTo>
                  <a:pt x="610323" y="133451"/>
                </a:lnTo>
                <a:lnTo>
                  <a:pt x="613371" y="133451"/>
                </a:lnTo>
                <a:lnTo>
                  <a:pt x="611644" y="131940"/>
                </a:lnTo>
                <a:lnTo>
                  <a:pt x="612407" y="131165"/>
                </a:lnTo>
              </a:path>
              <a:path w="651459" h="962494">
                <a:moveTo>
                  <a:pt x="610323" y="133451"/>
                </a:moveTo>
                <a:lnTo>
                  <a:pt x="613371" y="133451"/>
                </a:lnTo>
              </a:path>
              <a:path w="651459" h="962494">
                <a:moveTo>
                  <a:pt x="613371" y="133451"/>
                </a:moveTo>
                <a:lnTo>
                  <a:pt x="615243" y="133451"/>
                </a:lnTo>
                <a:lnTo>
                  <a:pt x="614896" y="133451"/>
                </a:lnTo>
              </a:path>
              <a:path w="651459" h="962494">
                <a:moveTo>
                  <a:pt x="610323" y="133451"/>
                </a:moveTo>
                <a:lnTo>
                  <a:pt x="610323" y="133451"/>
                </a:lnTo>
                <a:lnTo>
                  <a:pt x="613371" y="133451"/>
                </a:lnTo>
              </a:path>
              <a:path w="651459" h="962494">
                <a:moveTo>
                  <a:pt x="613371" y="133451"/>
                </a:moveTo>
                <a:lnTo>
                  <a:pt x="613371" y="133946"/>
                </a:lnTo>
                <a:lnTo>
                  <a:pt x="613371" y="134226"/>
                </a:lnTo>
                <a:lnTo>
                  <a:pt x="613371" y="134975"/>
                </a:lnTo>
                <a:lnTo>
                  <a:pt x="613796" y="134975"/>
                </a:lnTo>
                <a:lnTo>
                  <a:pt x="614895" y="134975"/>
                </a:lnTo>
                <a:lnTo>
                  <a:pt x="614895" y="135174"/>
                </a:lnTo>
                <a:lnTo>
                  <a:pt x="620217" y="135174"/>
                </a:lnTo>
                <a:lnTo>
                  <a:pt x="620017" y="134975"/>
                </a:lnTo>
                <a:lnTo>
                  <a:pt x="619265" y="134226"/>
                </a:lnTo>
                <a:lnTo>
                  <a:pt x="618985" y="133946"/>
                </a:lnTo>
                <a:lnTo>
                  <a:pt x="618489" y="133451"/>
                </a:lnTo>
                <a:lnTo>
                  <a:pt x="615243" y="133451"/>
                </a:lnTo>
              </a:path>
              <a:path w="651459" h="962494">
                <a:moveTo>
                  <a:pt x="620217" y="134975"/>
                </a:moveTo>
                <a:lnTo>
                  <a:pt x="620217" y="135174"/>
                </a:lnTo>
                <a:lnTo>
                  <a:pt x="620365" y="135174"/>
                </a:lnTo>
              </a:path>
              <a:path w="651459" h="962494">
                <a:moveTo>
                  <a:pt x="614895" y="135174"/>
                </a:moveTo>
                <a:lnTo>
                  <a:pt x="614895" y="135750"/>
                </a:lnTo>
                <a:lnTo>
                  <a:pt x="620795" y="135750"/>
                </a:lnTo>
                <a:lnTo>
                  <a:pt x="620365" y="135174"/>
                </a:lnTo>
              </a:path>
              <a:path w="651459" h="962494">
                <a:moveTo>
                  <a:pt x="614895" y="135750"/>
                </a:moveTo>
                <a:lnTo>
                  <a:pt x="614895" y="135750"/>
                </a:lnTo>
                <a:lnTo>
                  <a:pt x="620217" y="135750"/>
                </a:lnTo>
              </a:path>
              <a:path w="651459" h="962494">
                <a:moveTo>
                  <a:pt x="620217" y="135750"/>
                </a:moveTo>
                <a:lnTo>
                  <a:pt x="620217" y="135945"/>
                </a:lnTo>
                <a:lnTo>
                  <a:pt x="620217" y="139560"/>
                </a:lnTo>
                <a:lnTo>
                  <a:pt x="620991" y="139560"/>
                </a:lnTo>
                <a:lnTo>
                  <a:pt x="620991" y="135945"/>
                </a:lnTo>
                <a:lnTo>
                  <a:pt x="620795" y="135750"/>
                </a:lnTo>
              </a:path>
              <a:path w="651459" h="962494">
                <a:moveTo>
                  <a:pt x="611466" y="130416"/>
                </a:moveTo>
                <a:lnTo>
                  <a:pt x="611240" y="130007"/>
                </a:lnTo>
                <a:lnTo>
                  <a:pt x="610704" y="130416"/>
                </a:lnTo>
                <a:lnTo>
                  <a:pt x="610869" y="131165"/>
                </a:lnTo>
                <a:lnTo>
                  <a:pt x="611466" y="130416"/>
                </a:lnTo>
                <a:close/>
              </a:path>
              <a:path w="651459" h="962494">
                <a:moveTo>
                  <a:pt x="606132" y="918292"/>
                </a:moveTo>
                <a:lnTo>
                  <a:pt x="607847" y="917534"/>
                </a:lnTo>
                <a:lnTo>
                  <a:pt x="608520" y="917256"/>
                </a:lnTo>
                <a:lnTo>
                  <a:pt x="609507" y="916769"/>
                </a:lnTo>
                <a:lnTo>
                  <a:pt x="610044" y="916496"/>
                </a:lnTo>
                <a:lnTo>
                  <a:pt x="611482" y="915819"/>
                </a:lnTo>
                <a:lnTo>
                  <a:pt x="609383" y="916769"/>
                </a:lnTo>
                <a:lnTo>
                  <a:pt x="607656" y="917534"/>
                </a:lnTo>
                <a:lnTo>
                  <a:pt x="606149" y="918105"/>
                </a:lnTo>
                <a:lnTo>
                  <a:pt x="605962" y="918292"/>
                </a:lnTo>
                <a:lnTo>
                  <a:pt x="606132" y="918292"/>
                </a:lnTo>
                <a:close/>
              </a:path>
              <a:path w="651459" h="962494">
                <a:moveTo>
                  <a:pt x="612051" y="917534"/>
                </a:moveTo>
                <a:lnTo>
                  <a:pt x="612816" y="916769"/>
                </a:lnTo>
                <a:lnTo>
                  <a:pt x="609770" y="916769"/>
                </a:lnTo>
                <a:lnTo>
                  <a:pt x="609765" y="917534"/>
                </a:lnTo>
                <a:lnTo>
                  <a:pt x="612051" y="917534"/>
                </a:lnTo>
                <a:close/>
              </a:path>
              <a:path w="651459" h="962494">
                <a:moveTo>
                  <a:pt x="603846" y="919057"/>
                </a:moveTo>
                <a:lnTo>
                  <a:pt x="605576" y="918292"/>
                </a:lnTo>
                <a:lnTo>
                  <a:pt x="611568" y="915733"/>
                </a:lnTo>
                <a:lnTo>
                  <a:pt x="605370" y="918292"/>
                </a:lnTo>
                <a:lnTo>
                  <a:pt x="602703" y="919478"/>
                </a:lnTo>
                <a:lnTo>
                  <a:pt x="603846" y="919057"/>
                </a:lnTo>
                <a:close/>
              </a:path>
              <a:path w="651459" h="962494">
                <a:moveTo>
                  <a:pt x="606894" y="900766"/>
                </a:moveTo>
                <a:lnTo>
                  <a:pt x="608787" y="903439"/>
                </a:lnTo>
                <a:lnTo>
                  <a:pt x="608418" y="900007"/>
                </a:lnTo>
                <a:lnTo>
                  <a:pt x="606586" y="900766"/>
                </a:lnTo>
                <a:lnTo>
                  <a:pt x="604608" y="901529"/>
                </a:lnTo>
                <a:lnTo>
                  <a:pt x="603745" y="901813"/>
                </a:lnTo>
                <a:lnTo>
                  <a:pt x="603265" y="901529"/>
                </a:lnTo>
                <a:lnTo>
                  <a:pt x="602765" y="902294"/>
                </a:lnTo>
                <a:lnTo>
                  <a:pt x="603084" y="902294"/>
                </a:lnTo>
                <a:lnTo>
                  <a:pt x="601391" y="903052"/>
                </a:lnTo>
                <a:lnTo>
                  <a:pt x="600697" y="903340"/>
                </a:lnTo>
                <a:lnTo>
                  <a:pt x="601560" y="903052"/>
                </a:lnTo>
                <a:lnTo>
                  <a:pt x="602703" y="913347"/>
                </a:lnTo>
                <a:lnTo>
                  <a:pt x="606894" y="900766"/>
                </a:lnTo>
                <a:close/>
              </a:path>
              <a:path w="651459" h="962494">
                <a:moveTo>
                  <a:pt x="629754" y="883244"/>
                </a:moveTo>
                <a:lnTo>
                  <a:pt x="622131" y="890864"/>
                </a:lnTo>
                <a:lnTo>
                  <a:pt x="629423" y="890864"/>
                </a:lnTo>
              </a:path>
              <a:path w="651459" h="962494">
                <a:moveTo>
                  <a:pt x="641565" y="886677"/>
                </a:moveTo>
                <a:lnTo>
                  <a:pt x="640425" y="888388"/>
                </a:lnTo>
                <a:lnTo>
                  <a:pt x="641565" y="888388"/>
                </a:lnTo>
              </a:path>
              <a:path w="651459" h="962494">
                <a:moveTo>
                  <a:pt x="643851" y="887257"/>
                </a:moveTo>
                <a:lnTo>
                  <a:pt x="643077" y="887265"/>
                </a:lnTo>
                <a:lnTo>
                  <a:pt x="642044" y="888032"/>
                </a:lnTo>
                <a:lnTo>
                  <a:pt x="641565" y="888388"/>
                </a:lnTo>
                <a:lnTo>
                  <a:pt x="642360" y="888388"/>
                </a:lnTo>
                <a:lnTo>
                  <a:pt x="643077" y="888032"/>
                </a:lnTo>
                <a:lnTo>
                  <a:pt x="643844" y="887265"/>
                </a:lnTo>
              </a:path>
              <a:path w="651459" h="962494">
                <a:moveTo>
                  <a:pt x="640425" y="888388"/>
                </a:moveTo>
                <a:lnTo>
                  <a:pt x="640162" y="888782"/>
                </a:lnTo>
                <a:lnTo>
                  <a:pt x="640041" y="888964"/>
                </a:lnTo>
                <a:lnTo>
                  <a:pt x="639464" y="890358"/>
                </a:lnTo>
                <a:lnTo>
                  <a:pt x="640638" y="890358"/>
                </a:lnTo>
                <a:lnTo>
                  <a:pt x="641286" y="889063"/>
                </a:lnTo>
                <a:lnTo>
                  <a:pt x="641565" y="888782"/>
                </a:lnTo>
                <a:lnTo>
                  <a:pt x="642360" y="888388"/>
                </a:lnTo>
              </a:path>
              <a:path w="651459" h="962494">
                <a:moveTo>
                  <a:pt x="639464" y="890358"/>
                </a:moveTo>
                <a:lnTo>
                  <a:pt x="638505" y="892676"/>
                </a:lnTo>
                <a:lnTo>
                  <a:pt x="638474" y="892873"/>
                </a:lnTo>
                <a:lnTo>
                  <a:pt x="638279" y="894129"/>
                </a:lnTo>
                <a:lnTo>
                  <a:pt x="638238" y="894396"/>
                </a:lnTo>
                <a:lnTo>
                  <a:pt x="637746" y="894889"/>
                </a:lnTo>
                <a:lnTo>
                  <a:pt x="637476" y="895160"/>
                </a:lnTo>
                <a:lnTo>
                  <a:pt x="638234" y="895160"/>
                </a:lnTo>
                <a:lnTo>
                  <a:pt x="638505" y="894889"/>
                </a:lnTo>
                <a:lnTo>
                  <a:pt x="638505" y="894396"/>
                </a:lnTo>
                <a:lnTo>
                  <a:pt x="638505" y="894129"/>
                </a:lnTo>
                <a:lnTo>
                  <a:pt x="639000" y="892873"/>
                </a:lnTo>
                <a:lnTo>
                  <a:pt x="639082" y="892676"/>
                </a:lnTo>
                <a:lnTo>
                  <a:pt x="640041" y="890358"/>
                </a:lnTo>
              </a:path>
              <a:path w="651459" h="962494">
                <a:moveTo>
                  <a:pt x="640041" y="890358"/>
                </a:moveTo>
                <a:lnTo>
                  <a:pt x="640524" y="890586"/>
                </a:lnTo>
                <a:lnTo>
                  <a:pt x="640638" y="890358"/>
                </a:lnTo>
              </a:path>
              <a:path w="651459" h="962494">
                <a:moveTo>
                  <a:pt x="622131" y="890864"/>
                </a:moveTo>
                <a:lnTo>
                  <a:pt x="622128" y="890866"/>
                </a:lnTo>
                <a:lnTo>
                  <a:pt x="622134" y="890864"/>
                </a:lnTo>
              </a:path>
              <a:path w="651459" h="962494">
                <a:moveTo>
                  <a:pt x="622134" y="890864"/>
                </a:moveTo>
                <a:lnTo>
                  <a:pt x="620991" y="892008"/>
                </a:lnTo>
                <a:lnTo>
                  <a:pt x="619848" y="893151"/>
                </a:lnTo>
                <a:lnTo>
                  <a:pt x="629324" y="893151"/>
                </a:lnTo>
                <a:lnTo>
                  <a:pt x="629373" y="892008"/>
                </a:lnTo>
                <a:lnTo>
                  <a:pt x="629423" y="890864"/>
                </a:lnTo>
              </a:path>
              <a:path w="651459" h="962494">
                <a:moveTo>
                  <a:pt x="622128" y="890866"/>
                </a:moveTo>
                <a:lnTo>
                  <a:pt x="620991" y="891338"/>
                </a:lnTo>
                <a:lnTo>
                  <a:pt x="620305" y="891622"/>
                </a:lnTo>
                <a:lnTo>
                  <a:pt x="621372" y="891622"/>
                </a:lnTo>
                <a:lnTo>
                  <a:pt x="621657" y="891338"/>
                </a:lnTo>
              </a:path>
              <a:path w="651459" h="962494">
                <a:moveTo>
                  <a:pt x="616978" y="891622"/>
                </a:moveTo>
                <a:lnTo>
                  <a:pt x="615452" y="893151"/>
                </a:lnTo>
                <a:lnTo>
                  <a:pt x="616218" y="893151"/>
                </a:lnTo>
              </a:path>
              <a:path w="651459" h="962494">
                <a:moveTo>
                  <a:pt x="621372" y="891622"/>
                </a:moveTo>
                <a:lnTo>
                  <a:pt x="621372" y="891622"/>
                </a:lnTo>
                <a:lnTo>
                  <a:pt x="621372" y="891622"/>
                </a:lnTo>
              </a:path>
              <a:path w="651459" h="962494">
                <a:moveTo>
                  <a:pt x="620305" y="891622"/>
                </a:moveTo>
                <a:lnTo>
                  <a:pt x="620190" y="892003"/>
                </a:lnTo>
                <a:lnTo>
                  <a:pt x="620991" y="892003"/>
                </a:lnTo>
                <a:lnTo>
                  <a:pt x="620991" y="891622"/>
                </a:lnTo>
                <a:lnTo>
                  <a:pt x="621223" y="891622"/>
                </a:lnTo>
                <a:lnTo>
                  <a:pt x="621372" y="891622"/>
                </a:lnTo>
              </a:path>
              <a:path w="651459" h="962494">
                <a:moveTo>
                  <a:pt x="621372" y="891622"/>
                </a:moveTo>
                <a:lnTo>
                  <a:pt x="620991" y="892003"/>
                </a:lnTo>
                <a:lnTo>
                  <a:pt x="621372" y="891622"/>
                </a:lnTo>
              </a:path>
              <a:path w="651459" h="962494">
                <a:moveTo>
                  <a:pt x="619468" y="891969"/>
                </a:moveTo>
                <a:lnTo>
                  <a:pt x="618706" y="892285"/>
                </a:lnTo>
                <a:lnTo>
                  <a:pt x="618706" y="892456"/>
                </a:lnTo>
                <a:lnTo>
                  <a:pt x="618706" y="893151"/>
                </a:lnTo>
                <a:lnTo>
                  <a:pt x="618545" y="893151"/>
                </a:lnTo>
                <a:lnTo>
                  <a:pt x="616218" y="893151"/>
                </a:lnTo>
                <a:lnTo>
                  <a:pt x="619180" y="893151"/>
                </a:lnTo>
                <a:lnTo>
                  <a:pt x="619468" y="892456"/>
                </a:lnTo>
                <a:lnTo>
                  <a:pt x="619468" y="892285"/>
                </a:lnTo>
              </a:path>
              <a:path w="651459" h="962494">
                <a:moveTo>
                  <a:pt x="620190" y="892003"/>
                </a:moveTo>
                <a:lnTo>
                  <a:pt x="619843" y="893151"/>
                </a:lnTo>
                <a:lnTo>
                  <a:pt x="620991" y="892003"/>
                </a:lnTo>
              </a:path>
              <a:path w="651459" h="962494">
                <a:moveTo>
                  <a:pt x="619843" y="893151"/>
                </a:moveTo>
                <a:lnTo>
                  <a:pt x="619467" y="893526"/>
                </a:lnTo>
                <a:lnTo>
                  <a:pt x="619843" y="893151"/>
                </a:lnTo>
              </a:path>
              <a:path w="651459" h="962494">
                <a:moveTo>
                  <a:pt x="619843" y="893151"/>
                </a:moveTo>
                <a:lnTo>
                  <a:pt x="619848" y="893151"/>
                </a:lnTo>
                <a:lnTo>
                  <a:pt x="619848" y="893151"/>
                </a:lnTo>
              </a:path>
              <a:path w="651459" h="962494">
                <a:moveTo>
                  <a:pt x="615452" y="893151"/>
                </a:moveTo>
                <a:lnTo>
                  <a:pt x="614695" y="893909"/>
                </a:lnTo>
                <a:lnTo>
                  <a:pt x="614091" y="894515"/>
                </a:lnTo>
                <a:lnTo>
                  <a:pt x="613932" y="894674"/>
                </a:lnTo>
                <a:lnTo>
                  <a:pt x="612597" y="896010"/>
                </a:lnTo>
                <a:lnTo>
                  <a:pt x="612413" y="896197"/>
                </a:lnTo>
                <a:lnTo>
                  <a:pt x="612810" y="896197"/>
                </a:lnTo>
                <a:lnTo>
                  <a:pt x="612597" y="896197"/>
                </a:lnTo>
                <a:lnTo>
                  <a:pt x="612597" y="896012"/>
                </a:lnTo>
                <a:lnTo>
                  <a:pt x="613932" y="894674"/>
                </a:lnTo>
                <a:lnTo>
                  <a:pt x="614091" y="894515"/>
                </a:lnTo>
                <a:lnTo>
                  <a:pt x="614696" y="893909"/>
                </a:lnTo>
                <a:lnTo>
                  <a:pt x="615454" y="893151"/>
                </a:lnTo>
              </a:path>
              <a:path w="651459" h="962494">
                <a:moveTo>
                  <a:pt x="615454" y="893151"/>
                </a:moveTo>
                <a:lnTo>
                  <a:pt x="616218" y="893151"/>
                </a:lnTo>
              </a:path>
              <a:path w="651459" h="962494">
                <a:moveTo>
                  <a:pt x="619848" y="893151"/>
                </a:moveTo>
                <a:lnTo>
                  <a:pt x="619848" y="893151"/>
                </a:lnTo>
                <a:lnTo>
                  <a:pt x="619848" y="893151"/>
                </a:lnTo>
              </a:path>
              <a:path w="651459" h="962494">
                <a:moveTo>
                  <a:pt x="615454" y="893151"/>
                </a:moveTo>
                <a:lnTo>
                  <a:pt x="615937" y="893433"/>
                </a:lnTo>
                <a:lnTo>
                  <a:pt x="618324" y="893909"/>
                </a:lnTo>
                <a:lnTo>
                  <a:pt x="617427" y="894282"/>
                </a:lnTo>
                <a:lnTo>
                  <a:pt x="618712" y="894282"/>
                </a:lnTo>
                <a:lnTo>
                  <a:pt x="618866" y="893909"/>
                </a:lnTo>
                <a:lnTo>
                  <a:pt x="619063" y="893433"/>
                </a:lnTo>
                <a:lnTo>
                  <a:pt x="619180" y="893151"/>
                </a:lnTo>
              </a:path>
              <a:path w="651459" h="962494">
                <a:moveTo>
                  <a:pt x="619848" y="893151"/>
                </a:moveTo>
                <a:lnTo>
                  <a:pt x="619467" y="893532"/>
                </a:lnTo>
                <a:lnTo>
                  <a:pt x="619848" y="893151"/>
                </a:lnTo>
              </a:path>
              <a:path w="651459" h="962494">
                <a:moveTo>
                  <a:pt x="619848" y="893151"/>
                </a:moveTo>
                <a:lnTo>
                  <a:pt x="625027" y="900766"/>
                </a:lnTo>
                <a:lnTo>
                  <a:pt x="628992" y="900766"/>
                </a:lnTo>
                <a:lnTo>
                  <a:pt x="629324" y="893151"/>
                </a:lnTo>
              </a:path>
              <a:path w="651459" h="962494">
                <a:moveTo>
                  <a:pt x="619462" y="893532"/>
                </a:moveTo>
                <a:lnTo>
                  <a:pt x="618712" y="894282"/>
                </a:lnTo>
                <a:lnTo>
                  <a:pt x="619467" y="893532"/>
                </a:lnTo>
              </a:path>
              <a:path w="651459" h="962494">
                <a:moveTo>
                  <a:pt x="617427" y="894282"/>
                </a:moveTo>
                <a:lnTo>
                  <a:pt x="618712" y="894288"/>
                </a:lnTo>
              </a:path>
              <a:path w="651459" h="962494">
                <a:moveTo>
                  <a:pt x="617412" y="894288"/>
                </a:moveTo>
                <a:lnTo>
                  <a:pt x="616481" y="894674"/>
                </a:lnTo>
                <a:lnTo>
                  <a:pt x="612810" y="896197"/>
                </a:lnTo>
                <a:lnTo>
                  <a:pt x="615276" y="896197"/>
                </a:lnTo>
                <a:lnTo>
                  <a:pt x="617562" y="894674"/>
                </a:lnTo>
                <a:lnTo>
                  <a:pt x="618706" y="894288"/>
                </a:lnTo>
              </a:path>
              <a:path w="651459" h="962494">
                <a:moveTo>
                  <a:pt x="618706" y="894288"/>
                </a:moveTo>
                <a:lnTo>
                  <a:pt x="618707" y="894293"/>
                </a:lnTo>
                <a:lnTo>
                  <a:pt x="618712" y="894288"/>
                </a:lnTo>
              </a:path>
              <a:path w="651459" h="962494">
                <a:moveTo>
                  <a:pt x="636981" y="894949"/>
                </a:moveTo>
                <a:lnTo>
                  <a:pt x="636894" y="895160"/>
                </a:lnTo>
                <a:lnTo>
                  <a:pt x="637476" y="895160"/>
                </a:lnTo>
              </a:path>
              <a:path w="651459" h="962494">
                <a:moveTo>
                  <a:pt x="636894" y="895160"/>
                </a:moveTo>
                <a:lnTo>
                  <a:pt x="636377" y="896416"/>
                </a:lnTo>
                <a:lnTo>
                  <a:pt x="636266" y="896683"/>
                </a:lnTo>
                <a:lnTo>
                  <a:pt x="636067" y="897166"/>
                </a:lnTo>
                <a:lnTo>
                  <a:pt x="635952" y="897446"/>
                </a:lnTo>
                <a:lnTo>
                  <a:pt x="635474" y="897923"/>
                </a:lnTo>
                <a:lnTo>
                  <a:pt x="635190" y="898206"/>
                </a:lnTo>
                <a:lnTo>
                  <a:pt x="634651" y="898428"/>
                </a:lnTo>
                <a:lnTo>
                  <a:pt x="633339" y="898970"/>
                </a:lnTo>
                <a:lnTo>
                  <a:pt x="630135" y="900294"/>
                </a:lnTo>
                <a:lnTo>
                  <a:pt x="629002" y="900762"/>
                </a:lnTo>
                <a:lnTo>
                  <a:pt x="633393" y="900766"/>
                </a:lnTo>
                <a:lnTo>
                  <a:pt x="633665" y="900294"/>
                </a:lnTo>
                <a:lnTo>
                  <a:pt x="634428" y="898970"/>
                </a:lnTo>
                <a:lnTo>
                  <a:pt x="635361" y="898428"/>
                </a:lnTo>
                <a:lnTo>
                  <a:pt x="635744" y="898206"/>
                </a:lnTo>
                <a:lnTo>
                  <a:pt x="636231" y="897923"/>
                </a:lnTo>
                <a:lnTo>
                  <a:pt x="636231" y="897446"/>
                </a:lnTo>
                <a:lnTo>
                  <a:pt x="636232" y="897166"/>
                </a:lnTo>
                <a:lnTo>
                  <a:pt x="636629" y="896768"/>
                </a:lnTo>
                <a:lnTo>
                  <a:pt x="636981" y="896416"/>
                </a:lnTo>
                <a:lnTo>
                  <a:pt x="638234" y="895160"/>
                </a:lnTo>
              </a:path>
              <a:path w="651459" h="962494">
                <a:moveTo>
                  <a:pt x="612413" y="896197"/>
                </a:moveTo>
                <a:lnTo>
                  <a:pt x="612597" y="896285"/>
                </a:lnTo>
                <a:lnTo>
                  <a:pt x="615276" y="896197"/>
                </a:lnTo>
              </a:path>
              <a:path w="651459" h="962494">
                <a:moveTo>
                  <a:pt x="628992" y="900766"/>
                </a:moveTo>
              </a:path>
              <a:path w="651459" h="962494">
                <a:moveTo>
                  <a:pt x="628997" y="900766"/>
                </a:moveTo>
                <a:lnTo>
                  <a:pt x="633393" y="900766"/>
                </a:lnTo>
                <a:lnTo>
                  <a:pt x="633393" y="900766"/>
                </a:lnTo>
              </a:path>
              <a:path w="651459" h="962494">
                <a:moveTo>
                  <a:pt x="625027" y="900766"/>
                </a:moveTo>
                <a:lnTo>
                  <a:pt x="626065" y="902294"/>
                </a:lnTo>
                <a:lnTo>
                  <a:pt x="626325" y="902676"/>
                </a:lnTo>
                <a:lnTo>
                  <a:pt x="627468" y="902294"/>
                </a:lnTo>
                <a:lnTo>
                  <a:pt x="628997" y="900766"/>
                </a:lnTo>
              </a:path>
              <a:path w="651459" h="962494">
                <a:moveTo>
                  <a:pt x="616481" y="894674"/>
                </a:moveTo>
                <a:lnTo>
                  <a:pt x="618324" y="893909"/>
                </a:lnTo>
                <a:lnTo>
                  <a:pt x="615937" y="893433"/>
                </a:lnTo>
                <a:lnTo>
                  <a:pt x="615454" y="893151"/>
                </a:lnTo>
                <a:lnTo>
                  <a:pt x="614696" y="893909"/>
                </a:lnTo>
                <a:lnTo>
                  <a:pt x="614091" y="894515"/>
                </a:lnTo>
                <a:lnTo>
                  <a:pt x="613932" y="894674"/>
                </a:lnTo>
                <a:lnTo>
                  <a:pt x="612597" y="896012"/>
                </a:lnTo>
                <a:lnTo>
                  <a:pt x="612597" y="896197"/>
                </a:lnTo>
                <a:lnTo>
                  <a:pt x="612810" y="896197"/>
                </a:lnTo>
                <a:lnTo>
                  <a:pt x="616481" y="894674"/>
                </a:lnTo>
                <a:close/>
              </a:path>
              <a:path w="651459" h="962494">
                <a:moveTo>
                  <a:pt x="276919" y="500"/>
                </a:moveTo>
                <a:lnTo>
                  <a:pt x="277613" y="7975"/>
                </a:lnTo>
                <a:lnTo>
                  <a:pt x="278498" y="17500"/>
                </a:lnTo>
                <a:lnTo>
                  <a:pt x="322328" y="24701"/>
                </a:lnTo>
                <a:lnTo>
                  <a:pt x="324239" y="25015"/>
                </a:lnTo>
                <a:lnTo>
                  <a:pt x="324620" y="25158"/>
                </a:lnTo>
                <a:lnTo>
                  <a:pt x="325170" y="25158"/>
                </a:lnTo>
                <a:lnTo>
                  <a:pt x="324617" y="25015"/>
                </a:lnTo>
                <a:lnTo>
                  <a:pt x="323405" y="24701"/>
                </a:lnTo>
                <a:lnTo>
                  <a:pt x="325696" y="17500"/>
                </a:lnTo>
                <a:lnTo>
                  <a:pt x="328726" y="7975"/>
                </a:lnTo>
                <a:lnTo>
                  <a:pt x="280125" y="500"/>
                </a:lnTo>
              </a:path>
              <a:path w="651459" h="962494">
                <a:moveTo>
                  <a:pt x="328726" y="7975"/>
                </a:moveTo>
                <a:lnTo>
                  <a:pt x="325170" y="25158"/>
                </a:lnTo>
                <a:lnTo>
                  <a:pt x="374121" y="25158"/>
                </a:lnTo>
              </a:path>
              <a:path w="651459" h="962494">
                <a:moveTo>
                  <a:pt x="324620" y="25158"/>
                </a:moveTo>
                <a:lnTo>
                  <a:pt x="555688" y="112115"/>
                </a:lnTo>
                <a:lnTo>
                  <a:pt x="557206" y="112687"/>
                </a:lnTo>
                <a:lnTo>
                  <a:pt x="557746" y="112890"/>
                </a:lnTo>
                <a:lnTo>
                  <a:pt x="587106" y="123939"/>
                </a:lnTo>
                <a:lnTo>
                  <a:pt x="595194" y="126982"/>
                </a:lnTo>
                <a:lnTo>
                  <a:pt x="613372" y="126982"/>
                </a:lnTo>
                <a:lnTo>
                  <a:pt x="610323" y="123939"/>
                </a:lnTo>
                <a:lnTo>
                  <a:pt x="609180" y="112890"/>
                </a:lnTo>
                <a:lnTo>
                  <a:pt x="606933" y="112687"/>
                </a:lnTo>
                <a:lnTo>
                  <a:pt x="603846" y="112115"/>
                </a:lnTo>
                <a:lnTo>
                  <a:pt x="374121" y="25158"/>
                </a:lnTo>
              </a:path>
              <a:path w="651459" h="962494">
                <a:moveTo>
                  <a:pt x="612823" y="112890"/>
                </a:moveTo>
                <a:lnTo>
                  <a:pt x="611466" y="112890"/>
                </a:lnTo>
                <a:lnTo>
                  <a:pt x="612628" y="113652"/>
                </a:lnTo>
                <a:lnTo>
                  <a:pt x="613263" y="114068"/>
                </a:lnTo>
                <a:lnTo>
                  <a:pt x="613996" y="114068"/>
                </a:lnTo>
                <a:lnTo>
                  <a:pt x="612990" y="113652"/>
                </a:lnTo>
                <a:lnTo>
                  <a:pt x="612823" y="112890"/>
                </a:lnTo>
              </a:path>
              <a:path w="651459" h="962494">
                <a:moveTo>
                  <a:pt x="615861" y="112890"/>
                </a:moveTo>
                <a:lnTo>
                  <a:pt x="613752" y="113652"/>
                </a:lnTo>
                <a:lnTo>
                  <a:pt x="613996" y="114068"/>
                </a:lnTo>
                <a:lnTo>
                  <a:pt x="615875" y="114068"/>
                </a:lnTo>
                <a:lnTo>
                  <a:pt x="616622" y="113652"/>
                </a:lnTo>
              </a:path>
              <a:path w="651459" h="962494">
                <a:moveTo>
                  <a:pt x="613263" y="114068"/>
                </a:moveTo>
                <a:lnTo>
                  <a:pt x="613771" y="114401"/>
                </a:lnTo>
                <a:lnTo>
                  <a:pt x="615276" y="114401"/>
                </a:lnTo>
                <a:lnTo>
                  <a:pt x="615875" y="114068"/>
                </a:lnTo>
              </a:path>
              <a:path w="651459" h="962494">
                <a:moveTo>
                  <a:pt x="613771" y="114401"/>
                </a:moveTo>
                <a:lnTo>
                  <a:pt x="614952" y="115176"/>
                </a:lnTo>
                <a:lnTo>
                  <a:pt x="621195" y="115176"/>
                </a:lnTo>
                <a:lnTo>
                  <a:pt x="620420" y="114401"/>
                </a:lnTo>
              </a:path>
              <a:path w="651459" h="962494">
                <a:moveTo>
                  <a:pt x="614952" y="115176"/>
                </a:moveTo>
                <a:lnTo>
                  <a:pt x="619664" y="115176"/>
                </a:lnTo>
              </a:path>
              <a:path w="651459" h="962494">
                <a:moveTo>
                  <a:pt x="619664" y="115176"/>
                </a:moveTo>
                <a:lnTo>
                  <a:pt x="619848" y="115925"/>
                </a:lnTo>
                <a:lnTo>
                  <a:pt x="620416" y="115925"/>
                </a:lnTo>
                <a:lnTo>
                  <a:pt x="621195" y="115176"/>
                </a:lnTo>
              </a:path>
              <a:path w="651459" h="962494">
                <a:moveTo>
                  <a:pt x="614952" y="115176"/>
                </a:moveTo>
                <a:lnTo>
                  <a:pt x="615378" y="115455"/>
                </a:lnTo>
                <a:lnTo>
                  <a:pt x="617570" y="115894"/>
                </a:lnTo>
                <a:lnTo>
                  <a:pt x="619188" y="116217"/>
                </a:lnTo>
                <a:lnTo>
                  <a:pt x="618864" y="115894"/>
                </a:lnTo>
                <a:lnTo>
                  <a:pt x="618069" y="115455"/>
                </a:lnTo>
                <a:lnTo>
                  <a:pt x="617562" y="115176"/>
                </a:lnTo>
              </a:path>
              <a:path w="651459" h="962494">
                <a:moveTo>
                  <a:pt x="618324" y="115176"/>
                </a:moveTo>
                <a:lnTo>
                  <a:pt x="618559" y="115588"/>
                </a:lnTo>
                <a:lnTo>
                  <a:pt x="618864" y="115894"/>
                </a:lnTo>
                <a:lnTo>
                  <a:pt x="619190" y="116029"/>
                </a:lnTo>
                <a:lnTo>
                  <a:pt x="620716" y="116664"/>
                </a:lnTo>
                <a:lnTo>
                  <a:pt x="621372" y="116700"/>
                </a:lnTo>
                <a:lnTo>
                  <a:pt x="621157" y="116664"/>
                </a:lnTo>
                <a:lnTo>
                  <a:pt x="619624" y="116029"/>
                </a:lnTo>
                <a:lnTo>
                  <a:pt x="619373" y="115925"/>
                </a:lnTo>
                <a:lnTo>
                  <a:pt x="619504" y="115588"/>
                </a:lnTo>
                <a:lnTo>
                  <a:pt x="619664" y="115176"/>
                </a:lnTo>
              </a:path>
              <a:path w="651459" h="962494">
                <a:moveTo>
                  <a:pt x="620802" y="116700"/>
                </a:moveTo>
                <a:lnTo>
                  <a:pt x="621474" y="116979"/>
                </a:lnTo>
                <a:lnTo>
                  <a:pt x="623054" y="117449"/>
                </a:lnTo>
                <a:lnTo>
                  <a:pt x="630885" y="117449"/>
                </a:lnTo>
                <a:lnTo>
                  <a:pt x="630885" y="116979"/>
                </a:lnTo>
                <a:lnTo>
                  <a:pt x="630885" y="116700"/>
                </a:lnTo>
              </a:path>
              <a:path w="651459" h="962494">
                <a:moveTo>
                  <a:pt x="623054" y="117449"/>
                </a:moveTo>
                <a:lnTo>
                  <a:pt x="623054" y="117449"/>
                </a:lnTo>
                <a:lnTo>
                  <a:pt x="627837" y="117449"/>
                </a:lnTo>
              </a:path>
              <a:path w="651459" h="962494">
                <a:moveTo>
                  <a:pt x="627837" y="117449"/>
                </a:moveTo>
                <a:lnTo>
                  <a:pt x="628040" y="118211"/>
                </a:lnTo>
                <a:lnTo>
                  <a:pt x="630703" y="118211"/>
                </a:lnTo>
                <a:lnTo>
                  <a:pt x="630885" y="117449"/>
                </a:lnTo>
              </a:path>
              <a:path w="651459" h="962494">
                <a:moveTo>
                  <a:pt x="622134" y="117449"/>
                </a:moveTo>
                <a:lnTo>
                  <a:pt x="622134" y="117449"/>
                </a:lnTo>
                <a:lnTo>
                  <a:pt x="622896" y="117449"/>
                </a:lnTo>
              </a:path>
              <a:path w="651459" h="962494">
                <a:moveTo>
                  <a:pt x="622896" y="117449"/>
                </a:moveTo>
                <a:lnTo>
                  <a:pt x="622896" y="117449"/>
                </a:lnTo>
                <a:lnTo>
                  <a:pt x="622896" y="117449"/>
                </a:lnTo>
              </a:path>
              <a:path w="651459" h="962494">
                <a:moveTo>
                  <a:pt x="622134" y="117449"/>
                </a:moveTo>
                <a:lnTo>
                  <a:pt x="626631" y="123168"/>
                </a:lnTo>
                <a:lnTo>
                  <a:pt x="627837" y="124701"/>
                </a:lnTo>
                <a:lnTo>
                  <a:pt x="624604" y="134410"/>
                </a:lnTo>
                <a:lnTo>
                  <a:pt x="628669" y="134410"/>
                </a:lnTo>
                <a:lnTo>
                  <a:pt x="627950" y="124701"/>
                </a:lnTo>
                <a:lnTo>
                  <a:pt x="627837" y="123168"/>
                </a:lnTo>
                <a:lnTo>
                  <a:pt x="622896" y="117449"/>
                </a:lnTo>
              </a:path>
              <a:path w="651459" h="962494">
                <a:moveTo>
                  <a:pt x="622896" y="117449"/>
                </a:moveTo>
              </a:path>
              <a:path w="651459" h="962494">
                <a:moveTo>
                  <a:pt x="622896" y="117449"/>
                </a:moveTo>
                <a:lnTo>
                  <a:pt x="623189" y="117741"/>
                </a:lnTo>
                <a:lnTo>
                  <a:pt x="623658" y="118211"/>
                </a:lnTo>
                <a:lnTo>
                  <a:pt x="625240" y="119265"/>
                </a:lnTo>
                <a:lnTo>
                  <a:pt x="627570" y="119265"/>
                </a:lnTo>
                <a:lnTo>
                  <a:pt x="625023" y="118211"/>
                </a:lnTo>
                <a:lnTo>
                  <a:pt x="623760" y="117741"/>
                </a:lnTo>
                <a:lnTo>
                  <a:pt x="623183" y="117449"/>
                </a:lnTo>
              </a:path>
              <a:path w="651459" h="962494">
                <a:moveTo>
                  <a:pt x="627837" y="118211"/>
                </a:moveTo>
                <a:lnTo>
                  <a:pt x="627837" y="118211"/>
                </a:lnTo>
                <a:lnTo>
                  <a:pt x="628040" y="118211"/>
                </a:lnTo>
              </a:path>
              <a:path w="651459" h="962494">
                <a:moveTo>
                  <a:pt x="627837" y="118211"/>
                </a:moveTo>
                <a:lnTo>
                  <a:pt x="627570" y="119265"/>
                </a:lnTo>
                <a:lnTo>
                  <a:pt x="630451" y="119265"/>
                </a:lnTo>
                <a:lnTo>
                  <a:pt x="630703" y="118211"/>
                </a:lnTo>
              </a:path>
              <a:path w="651459" h="962494">
                <a:moveTo>
                  <a:pt x="625240" y="119265"/>
                </a:moveTo>
                <a:lnTo>
                  <a:pt x="625944" y="119735"/>
                </a:lnTo>
                <a:lnTo>
                  <a:pt x="630339" y="119735"/>
                </a:lnTo>
                <a:lnTo>
                  <a:pt x="630451" y="119265"/>
                </a:lnTo>
              </a:path>
              <a:path w="651459" h="962494">
                <a:moveTo>
                  <a:pt x="613371" y="125463"/>
                </a:moveTo>
                <a:lnTo>
                  <a:pt x="613372" y="126225"/>
                </a:lnTo>
                <a:lnTo>
                  <a:pt x="613372" y="126982"/>
                </a:lnTo>
                <a:lnTo>
                  <a:pt x="615654" y="126982"/>
                </a:lnTo>
                <a:lnTo>
                  <a:pt x="614895" y="126225"/>
                </a:lnTo>
              </a:path>
              <a:path w="651459" h="962494">
                <a:moveTo>
                  <a:pt x="595194" y="126982"/>
                </a:moveTo>
                <a:lnTo>
                  <a:pt x="615659" y="126987"/>
                </a:lnTo>
              </a:path>
              <a:path w="651459" h="962494">
                <a:moveTo>
                  <a:pt x="595206" y="126987"/>
                </a:moveTo>
                <a:lnTo>
                  <a:pt x="595476" y="127088"/>
                </a:lnTo>
                <a:lnTo>
                  <a:pt x="614895" y="127088"/>
                </a:lnTo>
              </a:path>
              <a:path w="651459" h="962494">
                <a:moveTo>
                  <a:pt x="614895" y="126987"/>
                </a:moveTo>
                <a:lnTo>
                  <a:pt x="619447" y="131538"/>
                </a:lnTo>
                <a:lnTo>
                  <a:pt x="620217" y="132308"/>
                </a:lnTo>
                <a:lnTo>
                  <a:pt x="620969" y="133060"/>
                </a:lnTo>
                <a:lnTo>
                  <a:pt x="621741" y="133832"/>
                </a:lnTo>
                <a:lnTo>
                  <a:pt x="622134" y="134226"/>
                </a:lnTo>
                <a:lnTo>
                  <a:pt x="622549" y="134975"/>
                </a:lnTo>
                <a:lnTo>
                  <a:pt x="623658" y="134975"/>
                </a:lnTo>
                <a:lnTo>
                  <a:pt x="622908" y="134226"/>
                </a:lnTo>
                <a:lnTo>
                  <a:pt x="622514" y="133832"/>
                </a:lnTo>
                <a:lnTo>
                  <a:pt x="621763" y="133083"/>
                </a:lnTo>
                <a:lnTo>
                  <a:pt x="620992" y="132312"/>
                </a:lnTo>
                <a:lnTo>
                  <a:pt x="620217" y="131538"/>
                </a:lnTo>
                <a:lnTo>
                  <a:pt x="615659" y="126987"/>
                </a:lnTo>
              </a:path>
              <a:path w="651459" h="962494">
                <a:moveTo>
                  <a:pt x="595476" y="127088"/>
                </a:moveTo>
                <a:lnTo>
                  <a:pt x="602259" y="129641"/>
                </a:lnTo>
                <a:lnTo>
                  <a:pt x="602221" y="127088"/>
                </a:lnTo>
              </a:path>
              <a:path w="651459" h="962494">
                <a:moveTo>
                  <a:pt x="602221" y="127088"/>
                </a:moveTo>
                <a:lnTo>
                  <a:pt x="606031" y="127850"/>
                </a:lnTo>
                <a:lnTo>
                  <a:pt x="607992" y="128504"/>
                </a:lnTo>
                <a:lnTo>
                  <a:pt x="608317" y="128612"/>
                </a:lnTo>
                <a:lnTo>
                  <a:pt x="610167" y="129374"/>
                </a:lnTo>
                <a:lnTo>
                  <a:pt x="614720" y="129374"/>
                </a:lnTo>
                <a:lnTo>
                  <a:pt x="614874" y="128612"/>
                </a:lnTo>
                <a:lnTo>
                  <a:pt x="614896" y="127850"/>
                </a:lnTo>
                <a:lnTo>
                  <a:pt x="614895" y="127088"/>
                </a:lnTo>
              </a:path>
              <a:path w="651459" h="962494">
                <a:moveTo>
                  <a:pt x="610167" y="129374"/>
                </a:moveTo>
                <a:lnTo>
                  <a:pt x="610324" y="129439"/>
                </a:lnTo>
                <a:lnTo>
                  <a:pt x="610603" y="129374"/>
                </a:lnTo>
              </a:path>
              <a:path w="651459" h="962494">
                <a:moveTo>
                  <a:pt x="610603" y="129374"/>
                </a:moveTo>
                <a:lnTo>
                  <a:pt x="613371" y="130520"/>
                </a:lnTo>
                <a:lnTo>
                  <a:pt x="614284" y="130898"/>
                </a:lnTo>
                <a:lnTo>
                  <a:pt x="614504" y="130989"/>
                </a:lnTo>
                <a:lnTo>
                  <a:pt x="614765" y="131097"/>
                </a:lnTo>
                <a:lnTo>
                  <a:pt x="614895" y="131151"/>
                </a:lnTo>
                <a:lnTo>
                  <a:pt x="615458" y="131940"/>
                </a:lnTo>
                <a:lnTo>
                  <a:pt x="616800" y="131940"/>
                </a:lnTo>
                <a:lnTo>
                  <a:pt x="615018" y="131151"/>
                </a:lnTo>
                <a:lnTo>
                  <a:pt x="614633" y="130989"/>
                </a:lnTo>
                <a:lnTo>
                  <a:pt x="614413" y="130898"/>
                </a:lnTo>
                <a:lnTo>
                  <a:pt x="614489" y="130520"/>
                </a:lnTo>
                <a:lnTo>
                  <a:pt x="614720" y="129374"/>
                </a:lnTo>
              </a:path>
              <a:path w="651459" h="962494">
                <a:moveTo>
                  <a:pt x="614514" y="131165"/>
                </a:moveTo>
                <a:lnTo>
                  <a:pt x="613371" y="131165"/>
                </a:lnTo>
                <a:lnTo>
                  <a:pt x="613371" y="131379"/>
                </a:lnTo>
                <a:lnTo>
                  <a:pt x="613371" y="131940"/>
                </a:lnTo>
                <a:lnTo>
                  <a:pt x="615458" y="131940"/>
                </a:lnTo>
                <a:lnTo>
                  <a:pt x="614895" y="131379"/>
                </a:lnTo>
                <a:lnTo>
                  <a:pt x="614514" y="131165"/>
                </a:lnTo>
              </a:path>
              <a:path w="651459" h="962494">
                <a:moveTo>
                  <a:pt x="621741" y="131559"/>
                </a:moveTo>
                <a:lnTo>
                  <a:pt x="623341" y="134410"/>
                </a:lnTo>
                <a:lnTo>
                  <a:pt x="624604" y="134410"/>
                </a:lnTo>
              </a:path>
              <a:path w="651459" h="962494">
                <a:moveTo>
                  <a:pt x="613371" y="131940"/>
                </a:moveTo>
                <a:lnTo>
                  <a:pt x="613943" y="132689"/>
                </a:lnTo>
                <a:lnTo>
                  <a:pt x="618761" y="132689"/>
                </a:lnTo>
                <a:lnTo>
                  <a:pt x="616800" y="131940"/>
                </a:lnTo>
              </a:path>
              <a:path w="651459" h="962494">
                <a:moveTo>
                  <a:pt x="618324" y="132689"/>
                </a:moveTo>
                <a:lnTo>
                  <a:pt x="618223" y="133184"/>
                </a:lnTo>
                <a:lnTo>
                  <a:pt x="618475" y="133289"/>
                </a:lnTo>
                <a:lnTo>
                  <a:pt x="618867" y="133451"/>
                </a:lnTo>
                <a:lnTo>
                  <a:pt x="619848" y="133451"/>
                </a:lnTo>
                <a:lnTo>
                  <a:pt x="620217" y="134010"/>
                </a:lnTo>
                <a:lnTo>
                  <a:pt x="620217" y="134226"/>
                </a:lnTo>
                <a:lnTo>
                  <a:pt x="620217" y="134708"/>
                </a:lnTo>
                <a:lnTo>
                  <a:pt x="620217" y="134975"/>
                </a:lnTo>
                <a:lnTo>
                  <a:pt x="620378" y="135191"/>
                </a:lnTo>
                <a:lnTo>
                  <a:pt x="620587" y="135470"/>
                </a:lnTo>
                <a:lnTo>
                  <a:pt x="621271" y="135470"/>
                </a:lnTo>
                <a:lnTo>
                  <a:pt x="620992" y="135191"/>
                </a:lnTo>
                <a:lnTo>
                  <a:pt x="620776" y="134975"/>
                </a:lnTo>
                <a:lnTo>
                  <a:pt x="620509" y="134708"/>
                </a:lnTo>
                <a:lnTo>
                  <a:pt x="620739" y="134226"/>
                </a:lnTo>
                <a:lnTo>
                  <a:pt x="620593" y="134010"/>
                </a:lnTo>
                <a:lnTo>
                  <a:pt x="620217" y="133451"/>
                </a:lnTo>
                <a:lnTo>
                  <a:pt x="620217" y="133289"/>
                </a:lnTo>
                <a:lnTo>
                  <a:pt x="619963" y="133184"/>
                </a:lnTo>
                <a:lnTo>
                  <a:pt x="618761" y="132689"/>
                </a:lnTo>
              </a:path>
              <a:path w="651459" h="962494">
                <a:moveTo>
                  <a:pt x="623341" y="134410"/>
                </a:moveTo>
                <a:lnTo>
                  <a:pt x="623658" y="134975"/>
                </a:lnTo>
                <a:lnTo>
                  <a:pt x="628710" y="134975"/>
                </a:lnTo>
                <a:lnTo>
                  <a:pt x="628669" y="134410"/>
                </a:lnTo>
              </a:path>
              <a:path w="651459" h="962494">
                <a:moveTo>
                  <a:pt x="622549" y="134975"/>
                </a:moveTo>
                <a:lnTo>
                  <a:pt x="623500" y="135369"/>
                </a:lnTo>
                <a:lnTo>
                  <a:pt x="628740" y="135369"/>
                </a:lnTo>
                <a:lnTo>
                  <a:pt x="628710" y="134975"/>
                </a:lnTo>
              </a:path>
              <a:path w="651459" h="962494">
                <a:moveTo>
                  <a:pt x="621741" y="135216"/>
                </a:moveTo>
                <a:lnTo>
                  <a:pt x="621271" y="135470"/>
                </a:lnTo>
                <a:lnTo>
                  <a:pt x="622359" y="135470"/>
                </a:lnTo>
              </a:path>
              <a:path w="651459" h="962494">
                <a:moveTo>
                  <a:pt x="623500" y="135369"/>
                </a:moveTo>
                <a:lnTo>
                  <a:pt x="624420" y="135750"/>
                </a:lnTo>
                <a:lnTo>
                  <a:pt x="624801" y="135369"/>
                </a:lnTo>
              </a:path>
              <a:path w="651459" h="962494">
                <a:moveTo>
                  <a:pt x="624801" y="135369"/>
                </a:moveTo>
                <a:lnTo>
                  <a:pt x="626129" y="135934"/>
                </a:lnTo>
                <a:lnTo>
                  <a:pt x="628992" y="138785"/>
                </a:lnTo>
                <a:lnTo>
                  <a:pt x="628781" y="135934"/>
                </a:lnTo>
                <a:lnTo>
                  <a:pt x="628740" y="135369"/>
                </a:lnTo>
              </a:path>
              <a:path w="651459" h="962494">
                <a:moveTo>
                  <a:pt x="620587" y="135470"/>
                </a:moveTo>
                <a:lnTo>
                  <a:pt x="620795" y="135750"/>
                </a:lnTo>
                <a:lnTo>
                  <a:pt x="623037" y="135750"/>
                </a:lnTo>
                <a:lnTo>
                  <a:pt x="622359" y="135470"/>
                </a:lnTo>
              </a:path>
              <a:path w="651459" h="962494">
                <a:moveTo>
                  <a:pt x="620795" y="135750"/>
                </a:moveTo>
                <a:lnTo>
                  <a:pt x="620991" y="135945"/>
                </a:lnTo>
                <a:lnTo>
                  <a:pt x="620991" y="137261"/>
                </a:lnTo>
                <a:lnTo>
                  <a:pt x="620991" y="139560"/>
                </a:lnTo>
                <a:lnTo>
                  <a:pt x="624802" y="140309"/>
                </a:lnTo>
                <a:lnTo>
                  <a:pt x="625551" y="144881"/>
                </a:lnTo>
                <a:lnTo>
                  <a:pt x="626325" y="145656"/>
                </a:lnTo>
                <a:lnTo>
                  <a:pt x="628611" y="145846"/>
                </a:lnTo>
                <a:lnTo>
                  <a:pt x="629034" y="146598"/>
                </a:lnTo>
                <a:lnTo>
                  <a:pt x="629361" y="147180"/>
                </a:lnTo>
                <a:lnTo>
                  <a:pt x="629517" y="147376"/>
                </a:lnTo>
                <a:lnTo>
                  <a:pt x="630115" y="148128"/>
                </a:lnTo>
                <a:lnTo>
                  <a:pt x="630877" y="148893"/>
                </a:lnTo>
                <a:lnTo>
                  <a:pt x="631069" y="149085"/>
                </a:lnTo>
                <a:lnTo>
                  <a:pt x="631743" y="149085"/>
                </a:lnTo>
                <a:lnTo>
                  <a:pt x="631651" y="148901"/>
                </a:lnTo>
                <a:lnTo>
                  <a:pt x="630911" y="148155"/>
                </a:lnTo>
                <a:lnTo>
                  <a:pt x="630136" y="147376"/>
                </a:lnTo>
                <a:lnTo>
                  <a:pt x="629940" y="147180"/>
                </a:lnTo>
                <a:lnTo>
                  <a:pt x="629361" y="146598"/>
                </a:lnTo>
                <a:lnTo>
                  <a:pt x="628763" y="145846"/>
                </a:lnTo>
                <a:lnTo>
                  <a:pt x="628611" y="145656"/>
                </a:lnTo>
                <a:lnTo>
                  <a:pt x="626325" y="144881"/>
                </a:lnTo>
                <a:lnTo>
                  <a:pt x="625551" y="140309"/>
                </a:lnTo>
                <a:lnTo>
                  <a:pt x="624801" y="139560"/>
                </a:lnTo>
                <a:lnTo>
                  <a:pt x="622312" y="137261"/>
                </a:lnTo>
                <a:lnTo>
                  <a:pt x="621162" y="135945"/>
                </a:lnTo>
                <a:lnTo>
                  <a:pt x="620992" y="135750"/>
                </a:lnTo>
              </a:path>
              <a:path w="651459" h="962494">
                <a:moveTo>
                  <a:pt x="620992" y="135750"/>
                </a:moveTo>
                <a:lnTo>
                  <a:pt x="621341" y="135750"/>
                </a:lnTo>
                <a:lnTo>
                  <a:pt x="621741" y="135750"/>
                </a:lnTo>
                <a:lnTo>
                  <a:pt x="622379" y="136476"/>
                </a:lnTo>
                <a:lnTo>
                  <a:pt x="622579" y="136704"/>
                </a:lnTo>
                <a:lnTo>
                  <a:pt x="623068" y="137261"/>
                </a:lnTo>
                <a:lnTo>
                  <a:pt x="625551" y="137261"/>
                </a:lnTo>
                <a:lnTo>
                  <a:pt x="625354" y="136704"/>
                </a:lnTo>
                <a:lnTo>
                  <a:pt x="624801" y="136476"/>
                </a:lnTo>
                <a:lnTo>
                  <a:pt x="623037" y="135750"/>
                </a:lnTo>
              </a:path>
              <a:path w="651459" h="962494">
                <a:moveTo>
                  <a:pt x="626325" y="137104"/>
                </a:moveTo>
                <a:lnTo>
                  <a:pt x="626325" y="137246"/>
                </a:lnTo>
                <a:lnTo>
                  <a:pt x="626297" y="137655"/>
                </a:lnTo>
                <a:lnTo>
                  <a:pt x="626788" y="137655"/>
                </a:lnTo>
                <a:lnTo>
                  <a:pt x="626684" y="137261"/>
                </a:lnTo>
              </a:path>
              <a:path w="651459" h="962494">
                <a:moveTo>
                  <a:pt x="625585" y="137261"/>
                </a:moveTo>
                <a:lnTo>
                  <a:pt x="625551" y="137261"/>
                </a:lnTo>
                <a:lnTo>
                  <a:pt x="625585" y="137261"/>
                </a:lnTo>
              </a:path>
              <a:path w="651459" h="962494">
                <a:moveTo>
                  <a:pt x="623068" y="137261"/>
                </a:moveTo>
                <a:lnTo>
                  <a:pt x="625585" y="137261"/>
                </a:lnTo>
              </a:path>
              <a:path w="651459" h="962494">
                <a:moveTo>
                  <a:pt x="623068" y="137261"/>
                </a:moveTo>
                <a:lnTo>
                  <a:pt x="623068" y="137261"/>
                </a:lnTo>
                <a:lnTo>
                  <a:pt x="624801" y="137261"/>
                </a:lnTo>
              </a:path>
              <a:path w="651459" h="962494">
                <a:moveTo>
                  <a:pt x="624801" y="137261"/>
                </a:moveTo>
                <a:lnTo>
                  <a:pt x="624598" y="138785"/>
                </a:lnTo>
                <a:lnTo>
                  <a:pt x="626215" y="138785"/>
                </a:lnTo>
                <a:lnTo>
                  <a:pt x="625585" y="137261"/>
                </a:lnTo>
              </a:path>
              <a:path w="651459" h="962494">
                <a:moveTo>
                  <a:pt x="626297" y="137655"/>
                </a:moveTo>
                <a:lnTo>
                  <a:pt x="626215" y="138785"/>
                </a:lnTo>
                <a:lnTo>
                  <a:pt x="626325" y="137655"/>
                </a:lnTo>
              </a:path>
              <a:path w="651459" h="962494">
                <a:moveTo>
                  <a:pt x="626325" y="137655"/>
                </a:moveTo>
                <a:lnTo>
                  <a:pt x="626325" y="138785"/>
                </a:lnTo>
                <a:lnTo>
                  <a:pt x="627087" y="138785"/>
                </a:lnTo>
                <a:lnTo>
                  <a:pt x="626788" y="137655"/>
                </a:lnTo>
              </a:path>
              <a:path w="651459" h="962494">
                <a:moveTo>
                  <a:pt x="624598" y="138785"/>
                </a:moveTo>
                <a:lnTo>
                  <a:pt x="624598" y="138785"/>
                </a:lnTo>
                <a:lnTo>
                  <a:pt x="625551" y="138785"/>
                </a:lnTo>
              </a:path>
              <a:path w="651459" h="962494">
                <a:moveTo>
                  <a:pt x="625551" y="138785"/>
                </a:moveTo>
                <a:lnTo>
                  <a:pt x="625551" y="139051"/>
                </a:lnTo>
                <a:lnTo>
                  <a:pt x="626325" y="139051"/>
                </a:lnTo>
                <a:lnTo>
                  <a:pt x="626215" y="138785"/>
                </a:lnTo>
              </a:path>
              <a:path w="651459" h="962494">
                <a:moveTo>
                  <a:pt x="626215" y="138785"/>
                </a:moveTo>
                <a:lnTo>
                  <a:pt x="626215" y="138785"/>
                </a:lnTo>
                <a:lnTo>
                  <a:pt x="626325" y="138785"/>
                </a:lnTo>
              </a:path>
              <a:path w="651459" h="962494">
                <a:moveTo>
                  <a:pt x="626325" y="138785"/>
                </a:moveTo>
                <a:lnTo>
                  <a:pt x="626325" y="139051"/>
                </a:lnTo>
                <a:lnTo>
                  <a:pt x="626899" y="139051"/>
                </a:lnTo>
                <a:lnTo>
                  <a:pt x="627087" y="138785"/>
                </a:lnTo>
              </a:path>
              <a:path w="651459" h="962494">
                <a:moveTo>
                  <a:pt x="625551" y="139051"/>
                </a:moveTo>
                <a:lnTo>
                  <a:pt x="625551" y="139560"/>
                </a:lnTo>
                <a:lnTo>
                  <a:pt x="625843" y="140042"/>
                </a:lnTo>
                <a:lnTo>
                  <a:pt x="626109" y="140309"/>
                </a:lnTo>
                <a:lnTo>
                  <a:pt x="626186" y="140042"/>
                </a:lnTo>
                <a:lnTo>
                  <a:pt x="626325" y="139560"/>
                </a:lnTo>
                <a:lnTo>
                  <a:pt x="626536" y="139560"/>
                </a:lnTo>
                <a:lnTo>
                  <a:pt x="626899" y="139051"/>
                </a:lnTo>
              </a:path>
              <a:path w="651459" h="962494">
                <a:moveTo>
                  <a:pt x="631069" y="149085"/>
                </a:moveTo>
                <a:lnTo>
                  <a:pt x="631647" y="149660"/>
                </a:lnTo>
                <a:lnTo>
                  <a:pt x="631647" y="149085"/>
                </a:lnTo>
              </a:path>
              <a:path w="651459" h="962494">
                <a:moveTo>
                  <a:pt x="631647" y="149085"/>
                </a:moveTo>
                <a:lnTo>
                  <a:pt x="631647" y="149660"/>
                </a:lnTo>
                <a:lnTo>
                  <a:pt x="632033" y="149660"/>
                </a:lnTo>
                <a:lnTo>
                  <a:pt x="631743" y="149085"/>
                </a:lnTo>
              </a:path>
              <a:path w="651459" h="962494">
                <a:moveTo>
                  <a:pt x="631647" y="149660"/>
                </a:moveTo>
                <a:lnTo>
                  <a:pt x="631647" y="149660"/>
                </a:lnTo>
                <a:lnTo>
                  <a:pt x="631647" y="149660"/>
                </a:lnTo>
              </a:path>
              <a:path w="651459" h="962494">
                <a:moveTo>
                  <a:pt x="631647" y="149660"/>
                </a:moveTo>
                <a:lnTo>
                  <a:pt x="631647" y="150432"/>
                </a:lnTo>
                <a:lnTo>
                  <a:pt x="631647" y="157543"/>
                </a:lnTo>
                <a:lnTo>
                  <a:pt x="631647" y="158610"/>
                </a:lnTo>
                <a:lnTo>
                  <a:pt x="632421" y="157543"/>
                </a:lnTo>
                <a:lnTo>
                  <a:pt x="632422" y="150432"/>
                </a:lnTo>
                <a:lnTo>
                  <a:pt x="632033" y="149660"/>
                </a:lnTo>
              </a:path>
              <a:path w="651459" h="962494">
                <a:moveTo>
                  <a:pt x="613575" y="916769"/>
                </a:moveTo>
                <a:lnTo>
                  <a:pt x="615099" y="915247"/>
                </a:lnTo>
                <a:lnTo>
                  <a:pt x="614340" y="915247"/>
                </a:lnTo>
                <a:lnTo>
                  <a:pt x="613579" y="915247"/>
                </a:lnTo>
                <a:lnTo>
                  <a:pt x="612816" y="916769"/>
                </a:lnTo>
                <a:lnTo>
                  <a:pt x="613575" y="916769"/>
                </a:lnTo>
                <a:close/>
              </a:path>
              <a:path w="651459" h="962494">
                <a:moveTo>
                  <a:pt x="613752" y="113652"/>
                </a:moveTo>
                <a:lnTo>
                  <a:pt x="615861" y="112890"/>
                </a:lnTo>
                <a:lnTo>
                  <a:pt x="612823" y="112890"/>
                </a:lnTo>
                <a:lnTo>
                  <a:pt x="612990" y="113652"/>
                </a:lnTo>
                <a:lnTo>
                  <a:pt x="613996" y="114068"/>
                </a:lnTo>
                <a:lnTo>
                  <a:pt x="613752" y="113652"/>
                </a:lnTo>
                <a:close/>
              </a:path>
              <a:path w="651459" h="962494">
                <a:moveTo>
                  <a:pt x="614895" y="131151"/>
                </a:moveTo>
                <a:lnTo>
                  <a:pt x="614504" y="130989"/>
                </a:lnTo>
                <a:lnTo>
                  <a:pt x="613371" y="130520"/>
                </a:lnTo>
                <a:lnTo>
                  <a:pt x="610912" y="129681"/>
                </a:lnTo>
                <a:lnTo>
                  <a:pt x="611240" y="130007"/>
                </a:lnTo>
                <a:lnTo>
                  <a:pt x="613371" y="130694"/>
                </a:lnTo>
                <a:lnTo>
                  <a:pt x="614514" y="131165"/>
                </a:lnTo>
                <a:lnTo>
                  <a:pt x="614895" y="131379"/>
                </a:lnTo>
                <a:lnTo>
                  <a:pt x="615458" y="131940"/>
                </a:lnTo>
                <a:lnTo>
                  <a:pt x="614895" y="131151"/>
                </a:lnTo>
                <a:close/>
              </a:path>
              <a:path w="651459" h="962494">
                <a:moveTo>
                  <a:pt x="621741" y="134975"/>
                </a:moveTo>
                <a:lnTo>
                  <a:pt x="621741" y="134641"/>
                </a:lnTo>
                <a:lnTo>
                  <a:pt x="620992" y="134226"/>
                </a:lnTo>
                <a:lnTo>
                  <a:pt x="620992" y="133083"/>
                </a:lnTo>
                <a:lnTo>
                  <a:pt x="620217" y="132308"/>
                </a:lnTo>
                <a:lnTo>
                  <a:pt x="619086" y="132689"/>
                </a:lnTo>
                <a:lnTo>
                  <a:pt x="614896" y="128504"/>
                </a:lnTo>
                <a:lnTo>
                  <a:pt x="614413" y="130898"/>
                </a:lnTo>
                <a:lnTo>
                  <a:pt x="614895" y="131097"/>
                </a:lnTo>
                <a:lnTo>
                  <a:pt x="616800" y="131940"/>
                </a:lnTo>
                <a:lnTo>
                  <a:pt x="618761" y="132689"/>
                </a:lnTo>
                <a:lnTo>
                  <a:pt x="620217" y="133289"/>
                </a:lnTo>
                <a:lnTo>
                  <a:pt x="620610" y="133451"/>
                </a:lnTo>
                <a:lnTo>
                  <a:pt x="620739" y="134226"/>
                </a:lnTo>
                <a:lnTo>
                  <a:pt x="620991" y="134330"/>
                </a:lnTo>
                <a:lnTo>
                  <a:pt x="621156" y="134975"/>
                </a:lnTo>
                <a:lnTo>
                  <a:pt x="620776" y="134975"/>
                </a:lnTo>
                <a:lnTo>
                  <a:pt x="620992" y="135191"/>
                </a:lnTo>
                <a:lnTo>
                  <a:pt x="621271" y="135470"/>
                </a:lnTo>
                <a:lnTo>
                  <a:pt x="621741" y="135216"/>
                </a:lnTo>
                <a:lnTo>
                  <a:pt x="623037" y="135750"/>
                </a:lnTo>
                <a:lnTo>
                  <a:pt x="621741" y="134975"/>
                </a:lnTo>
                <a:close/>
              </a:path>
              <a:path w="651459" h="962494">
                <a:moveTo>
                  <a:pt x="618706" y="893151"/>
                </a:moveTo>
                <a:lnTo>
                  <a:pt x="618706" y="892285"/>
                </a:lnTo>
                <a:lnTo>
                  <a:pt x="617461" y="891910"/>
                </a:lnTo>
                <a:lnTo>
                  <a:pt x="617748" y="891622"/>
                </a:lnTo>
                <a:lnTo>
                  <a:pt x="618705" y="891622"/>
                </a:lnTo>
                <a:lnTo>
                  <a:pt x="618705" y="890864"/>
                </a:lnTo>
                <a:lnTo>
                  <a:pt x="619467" y="890864"/>
                </a:lnTo>
                <a:lnTo>
                  <a:pt x="619467" y="889902"/>
                </a:lnTo>
                <a:lnTo>
                  <a:pt x="619747" y="889623"/>
                </a:lnTo>
                <a:lnTo>
                  <a:pt x="620509" y="888860"/>
                </a:lnTo>
                <a:lnTo>
                  <a:pt x="620992" y="888775"/>
                </a:lnTo>
                <a:lnTo>
                  <a:pt x="622134" y="890864"/>
                </a:lnTo>
                <a:lnTo>
                  <a:pt x="622515" y="886094"/>
                </a:lnTo>
                <a:lnTo>
                  <a:pt x="623843" y="884767"/>
                </a:lnTo>
                <a:lnTo>
                  <a:pt x="624026" y="884580"/>
                </a:lnTo>
                <a:lnTo>
                  <a:pt x="625360" y="883244"/>
                </a:lnTo>
                <a:lnTo>
                  <a:pt x="625551" y="883244"/>
                </a:lnTo>
                <a:lnTo>
                  <a:pt x="625551" y="884767"/>
                </a:lnTo>
                <a:lnTo>
                  <a:pt x="625138" y="884767"/>
                </a:lnTo>
                <a:lnTo>
                  <a:pt x="625081" y="883526"/>
                </a:lnTo>
                <a:lnTo>
                  <a:pt x="624567" y="884767"/>
                </a:lnTo>
                <a:lnTo>
                  <a:pt x="624027" y="884767"/>
                </a:lnTo>
                <a:lnTo>
                  <a:pt x="624027" y="886072"/>
                </a:lnTo>
                <a:lnTo>
                  <a:pt x="622515" y="886094"/>
                </a:lnTo>
                <a:lnTo>
                  <a:pt x="622515" y="889722"/>
                </a:lnTo>
                <a:lnTo>
                  <a:pt x="624027" y="887440"/>
                </a:lnTo>
                <a:lnTo>
                  <a:pt x="625551" y="885154"/>
                </a:lnTo>
                <a:lnTo>
                  <a:pt x="625712" y="884767"/>
                </a:lnTo>
                <a:lnTo>
                  <a:pt x="628230" y="884767"/>
                </a:lnTo>
                <a:lnTo>
                  <a:pt x="629754" y="883244"/>
                </a:lnTo>
                <a:lnTo>
                  <a:pt x="628611" y="879820"/>
                </a:lnTo>
                <a:lnTo>
                  <a:pt x="628611" y="879057"/>
                </a:lnTo>
                <a:lnTo>
                  <a:pt x="630135" y="876010"/>
                </a:lnTo>
                <a:lnTo>
                  <a:pt x="631087" y="873710"/>
                </a:lnTo>
                <a:lnTo>
                  <a:pt x="631939" y="871338"/>
                </a:lnTo>
                <a:lnTo>
                  <a:pt x="631304" y="871973"/>
                </a:lnTo>
                <a:lnTo>
                  <a:pt x="630885" y="872392"/>
                </a:lnTo>
                <a:lnTo>
                  <a:pt x="630855" y="873942"/>
                </a:lnTo>
                <a:lnTo>
                  <a:pt x="630136" y="875672"/>
                </a:lnTo>
                <a:lnTo>
                  <a:pt x="629361" y="877534"/>
                </a:lnTo>
                <a:lnTo>
                  <a:pt x="628611" y="878421"/>
                </a:lnTo>
                <a:lnTo>
                  <a:pt x="627087" y="882102"/>
                </a:lnTo>
                <a:lnTo>
                  <a:pt x="626485" y="883244"/>
                </a:lnTo>
                <a:lnTo>
                  <a:pt x="626325" y="883630"/>
                </a:lnTo>
                <a:lnTo>
                  <a:pt x="626326" y="883244"/>
                </a:lnTo>
                <a:lnTo>
                  <a:pt x="627087" y="881461"/>
                </a:lnTo>
                <a:lnTo>
                  <a:pt x="628129" y="878958"/>
                </a:lnTo>
                <a:lnTo>
                  <a:pt x="628612" y="877709"/>
                </a:lnTo>
                <a:lnTo>
                  <a:pt x="627087" y="878476"/>
                </a:lnTo>
                <a:lnTo>
                  <a:pt x="626325" y="879240"/>
                </a:lnTo>
                <a:lnTo>
                  <a:pt x="627088" y="879230"/>
                </a:lnTo>
                <a:lnTo>
                  <a:pt x="627367" y="879716"/>
                </a:lnTo>
                <a:lnTo>
                  <a:pt x="627088" y="879995"/>
                </a:lnTo>
                <a:lnTo>
                  <a:pt x="626605" y="881240"/>
                </a:lnTo>
                <a:lnTo>
                  <a:pt x="626325" y="881912"/>
                </a:lnTo>
                <a:lnTo>
                  <a:pt x="625771" y="883244"/>
                </a:lnTo>
                <a:lnTo>
                  <a:pt x="625551" y="882296"/>
                </a:lnTo>
                <a:lnTo>
                  <a:pt x="625551" y="881528"/>
                </a:lnTo>
                <a:lnTo>
                  <a:pt x="624027" y="883050"/>
                </a:lnTo>
                <a:lnTo>
                  <a:pt x="624027" y="883823"/>
                </a:lnTo>
                <a:lnTo>
                  <a:pt x="623084" y="884767"/>
                </a:lnTo>
                <a:lnTo>
                  <a:pt x="623840" y="884767"/>
                </a:lnTo>
                <a:lnTo>
                  <a:pt x="622515" y="886094"/>
                </a:lnTo>
                <a:lnTo>
                  <a:pt x="621872" y="886738"/>
                </a:lnTo>
                <a:lnTo>
                  <a:pt x="621271" y="888100"/>
                </a:lnTo>
                <a:lnTo>
                  <a:pt x="620992" y="888379"/>
                </a:lnTo>
                <a:lnTo>
                  <a:pt x="620991" y="887620"/>
                </a:lnTo>
                <a:lnTo>
                  <a:pt x="619467" y="889147"/>
                </a:lnTo>
                <a:lnTo>
                  <a:pt x="618985" y="890383"/>
                </a:lnTo>
                <a:lnTo>
                  <a:pt x="618706" y="890662"/>
                </a:lnTo>
                <a:lnTo>
                  <a:pt x="618504" y="890864"/>
                </a:lnTo>
                <a:lnTo>
                  <a:pt x="618223" y="891146"/>
                </a:lnTo>
                <a:lnTo>
                  <a:pt x="616978" y="891622"/>
                </a:lnTo>
                <a:lnTo>
                  <a:pt x="616699" y="892670"/>
                </a:lnTo>
                <a:lnTo>
                  <a:pt x="616617" y="893151"/>
                </a:lnTo>
                <a:lnTo>
                  <a:pt x="618706" y="893151"/>
                </a:lnTo>
                <a:close/>
              </a:path>
              <a:path w="651459" h="962494">
                <a:moveTo>
                  <a:pt x="616617" y="893151"/>
                </a:moveTo>
                <a:lnTo>
                  <a:pt x="616699" y="892670"/>
                </a:lnTo>
                <a:lnTo>
                  <a:pt x="616978" y="891622"/>
                </a:lnTo>
                <a:lnTo>
                  <a:pt x="616218" y="893151"/>
                </a:lnTo>
                <a:lnTo>
                  <a:pt x="616617" y="893151"/>
                </a:lnTo>
                <a:close/>
              </a:path>
              <a:path w="651459" h="962494">
                <a:moveTo>
                  <a:pt x="619711" y="891869"/>
                </a:moveTo>
                <a:lnTo>
                  <a:pt x="620305" y="891622"/>
                </a:lnTo>
                <a:lnTo>
                  <a:pt x="620991" y="890864"/>
                </a:lnTo>
                <a:lnTo>
                  <a:pt x="622134" y="890864"/>
                </a:lnTo>
                <a:lnTo>
                  <a:pt x="620992" y="888775"/>
                </a:lnTo>
                <a:lnTo>
                  <a:pt x="620127" y="890864"/>
                </a:lnTo>
                <a:lnTo>
                  <a:pt x="619813" y="891622"/>
                </a:lnTo>
                <a:lnTo>
                  <a:pt x="617748" y="891622"/>
                </a:lnTo>
                <a:lnTo>
                  <a:pt x="617461" y="891910"/>
                </a:lnTo>
                <a:lnTo>
                  <a:pt x="618706" y="892285"/>
                </a:lnTo>
                <a:lnTo>
                  <a:pt x="619468" y="891969"/>
                </a:lnTo>
                <a:lnTo>
                  <a:pt x="619468" y="892456"/>
                </a:lnTo>
                <a:lnTo>
                  <a:pt x="619711" y="891869"/>
                </a:lnTo>
                <a:close/>
              </a:path>
              <a:path w="651459" h="962494">
                <a:moveTo>
                  <a:pt x="619813" y="891622"/>
                </a:moveTo>
                <a:lnTo>
                  <a:pt x="620127" y="890864"/>
                </a:lnTo>
                <a:lnTo>
                  <a:pt x="620992" y="888775"/>
                </a:lnTo>
                <a:lnTo>
                  <a:pt x="620509" y="888860"/>
                </a:lnTo>
                <a:lnTo>
                  <a:pt x="619747" y="889623"/>
                </a:lnTo>
                <a:lnTo>
                  <a:pt x="619467" y="889902"/>
                </a:lnTo>
                <a:lnTo>
                  <a:pt x="619467" y="890864"/>
                </a:lnTo>
                <a:lnTo>
                  <a:pt x="618705" y="890864"/>
                </a:lnTo>
                <a:lnTo>
                  <a:pt x="618705" y="891622"/>
                </a:lnTo>
                <a:lnTo>
                  <a:pt x="619813" y="891622"/>
                </a:lnTo>
                <a:close/>
              </a:path>
              <a:path w="651459" h="962494">
                <a:moveTo>
                  <a:pt x="620217" y="134010"/>
                </a:moveTo>
                <a:lnTo>
                  <a:pt x="619848" y="133451"/>
                </a:lnTo>
                <a:lnTo>
                  <a:pt x="618867" y="133451"/>
                </a:lnTo>
                <a:lnTo>
                  <a:pt x="618223" y="133184"/>
                </a:lnTo>
                <a:lnTo>
                  <a:pt x="618324" y="132689"/>
                </a:lnTo>
                <a:lnTo>
                  <a:pt x="613943" y="132689"/>
                </a:lnTo>
                <a:lnTo>
                  <a:pt x="614896" y="133451"/>
                </a:lnTo>
                <a:lnTo>
                  <a:pt x="618489" y="133451"/>
                </a:lnTo>
                <a:lnTo>
                  <a:pt x="618985" y="133946"/>
                </a:lnTo>
                <a:lnTo>
                  <a:pt x="619265" y="134226"/>
                </a:lnTo>
                <a:lnTo>
                  <a:pt x="620017" y="134975"/>
                </a:lnTo>
                <a:lnTo>
                  <a:pt x="620217" y="135174"/>
                </a:lnTo>
                <a:lnTo>
                  <a:pt x="620217" y="134010"/>
                </a:lnTo>
                <a:close/>
              </a:path>
              <a:path w="651459" h="962494">
                <a:moveTo>
                  <a:pt x="620991" y="891338"/>
                </a:moveTo>
                <a:lnTo>
                  <a:pt x="622134" y="890864"/>
                </a:lnTo>
                <a:lnTo>
                  <a:pt x="620991" y="890864"/>
                </a:lnTo>
                <a:lnTo>
                  <a:pt x="620305" y="891622"/>
                </a:lnTo>
                <a:lnTo>
                  <a:pt x="620991" y="891338"/>
                </a:lnTo>
                <a:close/>
              </a:path>
              <a:path w="651459" h="962494">
                <a:moveTo>
                  <a:pt x="619467" y="893526"/>
                </a:moveTo>
                <a:lnTo>
                  <a:pt x="619468" y="893151"/>
                </a:lnTo>
                <a:lnTo>
                  <a:pt x="619843" y="893151"/>
                </a:lnTo>
                <a:lnTo>
                  <a:pt x="620305" y="891622"/>
                </a:lnTo>
                <a:lnTo>
                  <a:pt x="619711" y="891869"/>
                </a:lnTo>
                <a:lnTo>
                  <a:pt x="619468" y="892456"/>
                </a:lnTo>
                <a:lnTo>
                  <a:pt x="619180" y="893151"/>
                </a:lnTo>
                <a:lnTo>
                  <a:pt x="618712" y="894282"/>
                </a:lnTo>
                <a:lnTo>
                  <a:pt x="619467" y="893526"/>
                </a:lnTo>
                <a:close/>
              </a:path>
              <a:path w="651459" h="962494">
                <a:moveTo>
                  <a:pt x="626325" y="137261"/>
                </a:moveTo>
                <a:lnTo>
                  <a:pt x="626325" y="137104"/>
                </a:lnTo>
                <a:lnTo>
                  <a:pt x="625551" y="136131"/>
                </a:lnTo>
                <a:lnTo>
                  <a:pt x="624801" y="135369"/>
                </a:lnTo>
                <a:lnTo>
                  <a:pt x="624420" y="135750"/>
                </a:lnTo>
                <a:lnTo>
                  <a:pt x="622549" y="134975"/>
                </a:lnTo>
                <a:lnTo>
                  <a:pt x="622134" y="134226"/>
                </a:lnTo>
                <a:lnTo>
                  <a:pt x="621741" y="133832"/>
                </a:lnTo>
                <a:lnTo>
                  <a:pt x="620992" y="133083"/>
                </a:lnTo>
                <a:lnTo>
                  <a:pt x="620992" y="134226"/>
                </a:lnTo>
                <a:lnTo>
                  <a:pt x="621741" y="134641"/>
                </a:lnTo>
                <a:lnTo>
                  <a:pt x="621741" y="134975"/>
                </a:lnTo>
                <a:lnTo>
                  <a:pt x="623037" y="135750"/>
                </a:lnTo>
                <a:lnTo>
                  <a:pt x="624801" y="136476"/>
                </a:lnTo>
                <a:lnTo>
                  <a:pt x="625354" y="136704"/>
                </a:lnTo>
                <a:lnTo>
                  <a:pt x="625551" y="136785"/>
                </a:lnTo>
                <a:lnTo>
                  <a:pt x="625585" y="137261"/>
                </a:lnTo>
                <a:lnTo>
                  <a:pt x="626215" y="138785"/>
                </a:lnTo>
                <a:lnTo>
                  <a:pt x="626325" y="137261"/>
                </a:lnTo>
                <a:close/>
              </a:path>
              <a:path w="651459" h="962494">
                <a:moveTo>
                  <a:pt x="620610" y="133451"/>
                </a:moveTo>
                <a:lnTo>
                  <a:pt x="620217" y="133289"/>
                </a:lnTo>
                <a:lnTo>
                  <a:pt x="620217" y="133451"/>
                </a:lnTo>
                <a:lnTo>
                  <a:pt x="620739" y="134226"/>
                </a:lnTo>
                <a:lnTo>
                  <a:pt x="620610" y="133451"/>
                </a:lnTo>
                <a:close/>
              </a:path>
              <a:path w="651459" h="962494">
                <a:moveTo>
                  <a:pt x="621156" y="134975"/>
                </a:moveTo>
                <a:lnTo>
                  <a:pt x="620991" y="134330"/>
                </a:lnTo>
                <a:lnTo>
                  <a:pt x="620739" y="134226"/>
                </a:lnTo>
                <a:lnTo>
                  <a:pt x="620509" y="134708"/>
                </a:lnTo>
                <a:lnTo>
                  <a:pt x="620776" y="134975"/>
                </a:lnTo>
                <a:lnTo>
                  <a:pt x="621156" y="134975"/>
                </a:lnTo>
                <a:close/>
              </a:path>
              <a:path w="651459" h="962494">
                <a:moveTo>
                  <a:pt x="621741" y="131559"/>
                </a:moveTo>
                <a:lnTo>
                  <a:pt x="620991" y="130807"/>
                </a:lnTo>
                <a:lnTo>
                  <a:pt x="620217" y="130035"/>
                </a:lnTo>
                <a:lnTo>
                  <a:pt x="619190" y="116029"/>
                </a:lnTo>
                <a:lnTo>
                  <a:pt x="618864" y="115894"/>
                </a:lnTo>
                <a:lnTo>
                  <a:pt x="619188" y="116217"/>
                </a:lnTo>
                <a:lnTo>
                  <a:pt x="615378" y="115455"/>
                </a:lnTo>
                <a:lnTo>
                  <a:pt x="611466" y="112890"/>
                </a:lnTo>
                <a:lnTo>
                  <a:pt x="612823" y="112890"/>
                </a:lnTo>
                <a:lnTo>
                  <a:pt x="612051" y="112115"/>
                </a:lnTo>
                <a:lnTo>
                  <a:pt x="610704" y="112890"/>
                </a:lnTo>
                <a:lnTo>
                  <a:pt x="609942" y="112890"/>
                </a:lnTo>
                <a:lnTo>
                  <a:pt x="612051" y="112115"/>
                </a:lnTo>
                <a:lnTo>
                  <a:pt x="605414" y="112115"/>
                </a:lnTo>
                <a:lnTo>
                  <a:pt x="328726" y="7975"/>
                </a:lnTo>
                <a:lnTo>
                  <a:pt x="603846" y="112115"/>
                </a:lnTo>
                <a:lnTo>
                  <a:pt x="606933" y="112687"/>
                </a:lnTo>
                <a:lnTo>
                  <a:pt x="609180" y="112890"/>
                </a:lnTo>
                <a:lnTo>
                  <a:pt x="610323" y="123939"/>
                </a:lnTo>
                <a:lnTo>
                  <a:pt x="613371" y="125463"/>
                </a:lnTo>
                <a:lnTo>
                  <a:pt x="614895" y="126225"/>
                </a:lnTo>
                <a:lnTo>
                  <a:pt x="620217" y="131538"/>
                </a:lnTo>
                <a:lnTo>
                  <a:pt x="620992" y="132312"/>
                </a:lnTo>
                <a:lnTo>
                  <a:pt x="621741" y="133060"/>
                </a:lnTo>
                <a:lnTo>
                  <a:pt x="623658" y="134975"/>
                </a:lnTo>
                <a:lnTo>
                  <a:pt x="621741" y="131559"/>
                </a:lnTo>
                <a:close/>
              </a:path>
              <a:path w="651459" h="962494">
                <a:moveTo>
                  <a:pt x="620991" y="130797"/>
                </a:moveTo>
                <a:lnTo>
                  <a:pt x="627837" y="124701"/>
                </a:lnTo>
                <a:lnTo>
                  <a:pt x="622134" y="117449"/>
                </a:lnTo>
                <a:lnTo>
                  <a:pt x="623054" y="117449"/>
                </a:lnTo>
                <a:lnTo>
                  <a:pt x="621474" y="116979"/>
                </a:lnTo>
                <a:lnTo>
                  <a:pt x="619190" y="116029"/>
                </a:lnTo>
                <a:lnTo>
                  <a:pt x="620217" y="130035"/>
                </a:lnTo>
                <a:lnTo>
                  <a:pt x="620991" y="130807"/>
                </a:lnTo>
                <a:lnTo>
                  <a:pt x="621741" y="131559"/>
                </a:lnTo>
                <a:lnTo>
                  <a:pt x="624604" y="134410"/>
                </a:lnTo>
                <a:lnTo>
                  <a:pt x="620991" y="130797"/>
                </a:lnTo>
                <a:close/>
              </a:path>
              <a:path w="651459" h="962494">
                <a:moveTo>
                  <a:pt x="609956" y="916584"/>
                </a:moveTo>
                <a:lnTo>
                  <a:pt x="611252" y="916048"/>
                </a:lnTo>
                <a:lnTo>
                  <a:pt x="613193" y="915247"/>
                </a:lnTo>
                <a:lnTo>
                  <a:pt x="613854" y="914974"/>
                </a:lnTo>
                <a:lnTo>
                  <a:pt x="615378" y="914210"/>
                </a:lnTo>
                <a:lnTo>
                  <a:pt x="616623" y="913724"/>
                </a:lnTo>
                <a:lnTo>
                  <a:pt x="618909" y="913724"/>
                </a:lnTo>
                <a:lnTo>
                  <a:pt x="620438" y="912196"/>
                </a:lnTo>
                <a:lnTo>
                  <a:pt x="620438" y="911437"/>
                </a:lnTo>
                <a:lnTo>
                  <a:pt x="620712" y="911164"/>
                </a:lnTo>
                <a:lnTo>
                  <a:pt x="621964" y="910672"/>
                </a:lnTo>
                <a:lnTo>
                  <a:pt x="621199" y="911437"/>
                </a:lnTo>
                <a:lnTo>
                  <a:pt x="620438" y="912196"/>
                </a:lnTo>
                <a:lnTo>
                  <a:pt x="626325" y="912196"/>
                </a:lnTo>
                <a:lnTo>
                  <a:pt x="621944" y="911437"/>
                </a:lnTo>
                <a:lnTo>
                  <a:pt x="622712" y="910672"/>
                </a:lnTo>
                <a:lnTo>
                  <a:pt x="622998" y="909636"/>
                </a:lnTo>
                <a:lnTo>
                  <a:pt x="620489" y="910672"/>
                </a:lnTo>
                <a:lnTo>
                  <a:pt x="620051" y="911437"/>
                </a:lnTo>
                <a:lnTo>
                  <a:pt x="619950" y="911923"/>
                </a:lnTo>
                <a:lnTo>
                  <a:pt x="619676" y="912196"/>
                </a:lnTo>
                <a:lnTo>
                  <a:pt x="618213" y="912196"/>
                </a:lnTo>
                <a:lnTo>
                  <a:pt x="618639" y="911437"/>
                </a:lnTo>
                <a:lnTo>
                  <a:pt x="616800" y="912196"/>
                </a:lnTo>
                <a:lnTo>
                  <a:pt x="614514" y="913724"/>
                </a:lnTo>
                <a:lnTo>
                  <a:pt x="615152" y="913724"/>
                </a:lnTo>
                <a:lnTo>
                  <a:pt x="617664" y="912686"/>
                </a:lnTo>
                <a:lnTo>
                  <a:pt x="616902" y="913446"/>
                </a:lnTo>
                <a:lnTo>
                  <a:pt x="615152" y="913724"/>
                </a:lnTo>
                <a:lnTo>
                  <a:pt x="612868" y="915247"/>
                </a:lnTo>
                <a:lnTo>
                  <a:pt x="611482" y="915819"/>
                </a:lnTo>
                <a:lnTo>
                  <a:pt x="610044" y="916496"/>
                </a:lnTo>
                <a:lnTo>
                  <a:pt x="609507" y="916769"/>
                </a:lnTo>
                <a:lnTo>
                  <a:pt x="609956" y="916584"/>
                </a:lnTo>
                <a:close/>
              </a:path>
              <a:path w="651459" h="962494">
                <a:moveTo>
                  <a:pt x="618886" y="114401"/>
                </a:moveTo>
                <a:lnTo>
                  <a:pt x="618134" y="113652"/>
                </a:lnTo>
                <a:lnTo>
                  <a:pt x="616622" y="113652"/>
                </a:lnTo>
                <a:lnTo>
                  <a:pt x="615276" y="114401"/>
                </a:lnTo>
                <a:lnTo>
                  <a:pt x="618886" y="114401"/>
                </a:lnTo>
                <a:close/>
              </a:path>
              <a:path w="651459" h="962494">
                <a:moveTo>
                  <a:pt x="620217" y="132308"/>
                </a:moveTo>
                <a:lnTo>
                  <a:pt x="614895" y="126987"/>
                </a:lnTo>
                <a:lnTo>
                  <a:pt x="614896" y="128504"/>
                </a:lnTo>
                <a:lnTo>
                  <a:pt x="619086" y="132689"/>
                </a:lnTo>
                <a:lnTo>
                  <a:pt x="620217" y="132308"/>
                </a:lnTo>
                <a:close/>
              </a:path>
              <a:path w="651459" h="962494">
                <a:moveTo>
                  <a:pt x="618985" y="890383"/>
                </a:moveTo>
                <a:lnTo>
                  <a:pt x="619467" y="889147"/>
                </a:lnTo>
                <a:lnTo>
                  <a:pt x="620991" y="887619"/>
                </a:lnTo>
                <a:lnTo>
                  <a:pt x="620992" y="888379"/>
                </a:lnTo>
                <a:lnTo>
                  <a:pt x="621271" y="888100"/>
                </a:lnTo>
                <a:lnTo>
                  <a:pt x="621872" y="886738"/>
                </a:lnTo>
                <a:lnTo>
                  <a:pt x="622515" y="885337"/>
                </a:lnTo>
                <a:lnTo>
                  <a:pt x="618705" y="884767"/>
                </a:lnTo>
                <a:lnTo>
                  <a:pt x="618706" y="890662"/>
                </a:lnTo>
                <a:lnTo>
                  <a:pt x="618985" y="890383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938073" y="3495332"/>
            <a:ext cx="694893" cy="7970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938062" y="3495324"/>
            <a:ext cx="694906" cy="797029"/>
          </a:xfrm>
          <a:custGeom>
            <a:avLst/>
            <a:gdLst/>
            <a:ahLst/>
            <a:cxnLst/>
            <a:rect l="l" t="t" r="r" b="b"/>
            <a:pathLst>
              <a:path w="694906" h="797029">
                <a:moveTo>
                  <a:pt x="562320" y="742925"/>
                </a:moveTo>
                <a:lnTo>
                  <a:pt x="262110" y="797029"/>
                </a:lnTo>
                <a:lnTo>
                  <a:pt x="137157" y="755118"/>
                </a:lnTo>
                <a:lnTo>
                  <a:pt x="137157" y="737592"/>
                </a:lnTo>
                <a:lnTo>
                  <a:pt x="236965" y="718542"/>
                </a:lnTo>
                <a:lnTo>
                  <a:pt x="236965" y="679683"/>
                </a:lnTo>
                <a:lnTo>
                  <a:pt x="26669" y="717019"/>
                </a:lnTo>
                <a:lnTo>
                  <a:pt x="0" y="706353"/>
                </a:lnTo>
                <a:lnTo>
                  <a:pt x="0" y="118099"/>
                </a:lnTo>
                <a:lnTo>
                  <a:pt x="667474" y="0"/>
                </a:lnTo>
                <a:lnTo>
                  <a:pt x="694906" y="10668"/>
                </a:lnTo>
                <a:lnTo>
                  <a:pt x="694906" y="597390"/>
                </a:lnTo>
                <a:lnTo>
                  <a:pt x="411460" y="648444"/>
                </a:lnTo>
                <a:lnTo>
                  <a:pt x="411460" y="687303"/>
                </a:lnTo>
                <a:lnTo>
                  <a:pt x="435843" y="681970"/>
                </a:lnTo>
                <a:lnTo>
                  <a:pt x="562320" y="726926"/>
                </a:lnTo>
                <a:lnTo>
                  <a:pt x="562320" y="742925"/>
                </a:lnTo>
                <a:close/>
              </a:path>
            </a:pathLst>
          </a:custGeom>
          <a:ln w="761">
            <a:solidFill>
              <a:srgbClr val="7F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073696" y="4228350"/>
            <a:ext cx="124955" cy="65529"/>
          </a:xfrm>
          <a:custGeom>
            <a:avLst/>
            <a:gdLst/>
            <a:ahLst/>
            <a:cxnLst/>
            <a:rect l="l" t="t" r="r" b="b"/>
            <a:pathLst>
              <a:path w="124955" h="65529">
                <a:moveTo>
                  <a:pt x="124955" y="65529"/>
                </a:moveTo>
                <a:lnTo>
                  <a:pt x="124955" y="47242"/>
                </a:lnTo>
                <a:lnTo>
                  <a:pt x="0" y="0"/>
                </a:lnTo>
                <a:lnTo>
                  <a:pt x="0" y="19050"/>
                </a:lnTo>
                <a:lnTo>
                  <a:pt x="124955" y="6552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200176" y="4222253"/>
            <a:ext cx="297929" cy="68580"/>
          </a:xfrm>
          <a:custGeom>
            <a:avLst/>
            <a:gdLst/>
            <a:ahLst/>
            <a:cxnLst/>
            <a:rect l="l" t="t" r="r" b="b"/>
            <a:pathLst>
              <a:path w="297929" h="68580">
                <a:moveTo>
                  <a:pt x="297929" y="13717"/>
                </a:moveTo>
                <a:lnTo>
                  <a:pt x="297929" y="0"/>
                </a:lnTo>
                <a:lnTo>
                  <a:pt x="0" y="53340"/>
                </a:lnTo>
                <a:lnTo>
                  <a:pt x="0" y="68580"/>
                </a:lnTo>
                <a:lnTo>
                  <a:pt x="297929" y="13717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174268" y="4158247"/>
            <a:ext cx="36575" cy="74672"/>
          </a:xfrm>
          <a:custGeom>
            <a:avLst/>
            <a:gdLst/>
            <a:ahLst/>
            <a:cxnLst/>
            <a:rect l="l" t="t" r="r" b="b"/>
            <a:pathLst>
              <a:path w="36575" h="74672">
                <a:moveTo>
                  <a:pt x="36575" y="74672"/>
                </a:moveTo>
                <a:lnTo>
                  <a:pt x="36575" y="9142"/>
                </a:lnTo>
                <a:lnTo>
                  <a:pt x="0" y="0"/>
                </a:lnTo>
                <a:lnTo>
                  <a:pt x="0" y="64769"/>
                </a:lnTo>
                <a:lnTo>
                  <a:pt x="36575" y="74672"/>
                </a:lnTo>
                <a:close/>
              </a:path>
            </a:pathLst>
          </a:custGeom>
          <a:solidFill>
            <a:srgbClr val="8EA3B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938073" y="3614191"/>
            <a:ext cx="36563" cy="596632"/>
          </a:xfrm>
          <a:custGeom>
            <a:avLst/>
            <a:gdLst/>
            <a:ahLst/>
            <a:cxnLst/>
            <a:rect l="l" t="t" r="r" b="b"/>
            <a:pathLst>
              <a:path w="36563" h="596632">
                <a:moveTo>
                  <a:pt x="36563" y="596632"/>
                </a:moveTo>
                <a:lnTo>
                  <a:pt x="36563" y="14478"/>
                </a:lnTo>
                <a:lnTo>
                  <a:pt x="0" y="0"/>
                </a:lnTo>
                <a:lnTo>
                  <a:pt x="0" y="582156"/>
                </a:lnTo>
                <a:lnTo>
                  <a:pt x="36563" y="596632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965492" y="3510572"/>
            <a:ext cx="668997" cy="697965"/>
          </a:xfrm>
          <a:custGeom>
            <a:avLst/>
            <a:gdLst/>
            <a:ahLst/>
            <a:cxnLst/>
            <a:rect l="l" t="t" r="r" b="b"/>
            <a:pathLst>
              <a:path w="668997" h="697965">
                <a:moveTo>
                  <a:pt x="668997" y="579095"/>
                </a:moveTo>
                <a:lnTo>
                  <a:pt x="668997" y="0"/>
                </a:lnTo>
                <a:lnTo>
                  <a:pt x="0" y="118097"/>
                </a:lnTo>
                <a:lnTo>
                  <a:pt x="0" y="697965"/>
                </a:lnTo>
                <a:lnTo>
                  <a:pt x="668997" y="579095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961301" y="3505568"/>
            <a:ext cx="677379" cy="707969"/>
          </a:xfrm>
          <a:custGeom>
            <a:avLst/>
            <a:gdLst/>
            <a:ahLst/>
            <a:cxnLst/>
            <a:rect l="l" t="t" r="r" b="b"/>
            <a:pathLst>
              <a:path w="677379" h="707969">
                <a:moveTo>
                  <a:pt x="3467" y="698841"/>
                </a:moveTo>
                <a:lnTo>
                  <a:pt x="4927" y="127228"/>
                </a:lnTo>
                <a:lnTo>
                  <a:pt x="8394" y="123101"/>
                </a:lnTo>
                <a:lnTo>
                  <a:pt x="668997" y="5003"/>
                </a:lnTo>
                <a:lnTo>
                  <a:pt x="677379" y="0"/>
                </a:lnTo>
                <a:lnTo>
                  <a:pt x="0" y="119595"/>
                </a:lnTo>
                <a:lnTo>
                  <a:pt x="3467" y="698841"/>
                </a:lnTo>
                <a:close/>
              </a:path>
              <a:path w="677379" h="707969">
                <a:moveTo>
                  <a:pt x="677379" y="587616"/>
                </a:moveTo>
                <a:lnTo>
                  <a:pt x="677379" y="0"/>
                </a:lnTo>
                <a:lnTo>
                  <a:pt x="668997" y="5003"/>
                </a:lnTo>
                <a:lnTo>
                  <a:pt x="8394" y="123101"/>
                </a:lnTo>
                <a:lnTo>
                  <a:pt x="4927" y="127228"/>
                </a:lnTo>
                <a:lnTo>
                  <a:pt x="3467" y="698841"/>
                </a:lnTo>
                <a:lnTo>
                  <a:pt x="0" y="119595"/>
                </a:lnTo>
                <a:lnTo>
                  <a:pt x="0" y="707969"/>
                </a:lnTo>
                <a:lnTo>
                  <a:pt x="677379" y="587616"/>
                </a:lnTo>
                <a:lnTo>
                  <a:pt x="8394" y="702969"/>
                </a:lnTo>
                <a:lnTo>
                  <a:pt x="8394" y="126616"/>
                </a:lnTo>
                <a:lnTo>
                  <a:pt x="668997" y="9986"/>
                </a:lnTo>
                <a:lnTo>
                  <a:pt x="673912" y="9118"/>
                </a:lnTo>
                <a:lnTo>
                  <a:pt x="672452" y="579977"/>
                </a:lnTo>
                <a:lnTo>
                  <a:pt x="668997" y="584099"/>
                </a:lnTo>
                <a:lnTo>
                  <a:pt x="677379" y="587616"/>
                </a:lnTo>
                <a:close/>
              </a:path>
              <a:path w="677379" h="707969">
                <a:moveTo>
                  <a:pt x="673912" y="9118"/>
                </a:moveTo>
                <a:lnTo>
                  <a:pt x="668997" y="9986"/>
                </a:lnTo>
                <a:lnTo>
                  <a:pt x="668998" y="580590"/>
                </a:lnTo>
                <a:lnTo>
                  <a:pt x="8394" y="697966"/>
                </a:lnTo>
                <a:lnTo>
                  <a:pt x="8394" y="702969"/>
                </a:lnTo>
                <a:lnTo>
                  <a:pt x="677379" y="587616"/>
                </a:lnTo>
                <a:lnTo>
                  <a:pt x="668997" y="584099"/>
                </a:lnTo>
                <a:lnTo>
                  <a:pt x="672452" y="579977"/>
                </a:lnTo>
                <a:lnTo>
                  <a:pt x="673912" y="9118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032548" y="3576091"/>
            <a:ext cx="547077" cy="562342"/>
          </a:xfrm>
          <a:custGeom>
            <a:avLst/>
            <a:gdLst/>
            <a:ahLst/>
            <a:cxnLst/>
            <a:rect l="l" t="t" r="r" b="b"/>
            <a:pathLst>
              <a:path w="547077" h="562342">
                <a:moveTo>
                  <a:pt x="547077" y="464809"/>
                </a:moveTo>
                <a:lnTo>
                  <a:pt x="547077" y="0"/>
                </a:lnTo>
                <a:lnTo>
                  <a:pt x="0" y="96774"/>
                </a:lnTo>
                <a:lnTo>
                  <a:pt x="0" y="562342"/>
                </a:lnTo>
                <a:lnTo>
                  <a:pt x="547077" y="464809"/>
                </a:lnTo>
                <a:close/>
              </a:path>
            </a:pathLst>
          </a:custGeom>
          <a:solidFill>
            <a:srgbClr val="1B3D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302284" y="4107958"/>
            <a:ext cx="36575" cy="36572"/>
          </a:xfrm>
          <a:custGeom>
            <a:avLst/>
            <a:gdLst/>
            <a:ahLst/>
            <a:cxnLst/>
            <a:rect l="l" t="t" r="r" b="b"/>
            <a:pathLst>
              <a:path w="36575" h="36572">
                <a:moveTo>
                  <a:pt x="0" y="21332"/>
                </a:moveTo>
                <a:lnTo>
                  <a:pt x="1523" y="27429"/>
                </a:lnTo>
                <a:lnTo>
                  <a:pt x="5333" y="32762"/>
                </a:lnTo>
                <a:lnTo>
                  <a:pt x="10667" y="36572"/>
                </a:lnTo>
                <a:lnTo>
                  <a:pt x="18287" y="36572"/>
                </a:lnTo>
                <a:lnTo>
                  <a:pt x="25146" y="32762"/>
                </a:lnTo>
                <a:lnTo>
                  <a:pt x="30467" y="28952"/>
                </a:lnTo>
                <a:lnTo>
                  <a:pt x="36575" y="23619"/>
                </a:lnTo>
                <a:lnTo>
                  <a:pt x="36575" y="9142"/>
                </a:lnTo>
                <a:lnTo>
                  <a:pt x="30467" y="3046"/>
                </a:lnTo>
                <a:lnTo>
                  <a:pt x="25146" y="0"/>
                </a:lnTo>
                <a:lnTo>
                  <a:pt x="18287" y="0"/>
                </a:lnTo>
                <a:lnTo>
                  <a:pt x="10667" y="3046"/>
                </a:lnTo>
                <a:lnTo>
                  <a:pt x="5333" y="9142"/>
                </a:lnTo>
                <a:lnTo>
                  <a:pt x="1523" y="14476"/>
                </a:lnTo>
                <a:lnTo>
                  <a:pt x="0" y="21332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204748" y="4139961"/>
            <a:ext cx="141732" cy="92958"/>
          </a:xfrm>
          <a:custGeom>
            <a:avLst/>
            <a:gdLst/>
            <a:ahLst/>
            <a:cxnLst/>
            <a:rect l="l" t="t" r="r" b="b"/>
            <a:pathLst>
              <a:path w="141732" h="92958">
                <a:moveTo>
                  <a:pt x="141732" y="67052"/>
                </a:moveTo>
                <a:lnTo>
                  <a:pt x="141732" y="0"/>
                </a:lnTo>
                <a:lnTo>
                  <a:pt x="0" y="26666"/>
                </a:lnTo>
                <a:lnTo>
                  <a:pt x="0" y="92958"/>
                </a:lnTo>
                <a:lnTo>
                  <a:pt x="141732" y="67052"/>
                </a:lnTo>
                <a:close/>
              </a:path>
            </a:pathLst>
          </a:custGeom>
          <a:solidFill>
            <a:srgbClr val="E8EC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929297" y="3486277"/>
            <a:ext cx="712431" cy="815098"/>
          </a:xfrm>
          <a:custGeom>
            <a:avLst/>
            <a:gdLst/>
            <a:ahLst/>
            <a:cxnLst/>
            <a:rect l="l" t="t" r="r" b="b"/>
            <a:pathLst>
              <a:path w="712431" h="815098">
                <a:moveTo>
                  <a:pt x="444084" y="700139"/>
                </a:moveTo>
                <a:lnTo>
                  <a:pt x="430504" y="696353"/>
                </a:lnTo>
                <a:lnTo>
                  <a:pt x="419760" y="687820"/>
                </a:lnTo>
                <a:lnTo>
                  <a:pt x="412978" y="650177"/>
                </a:lnTo>
                <a:lnTo>
                  <a:pt x="412978" y="707396"/>
                </a:lnTo>
                <a:lnTo>
                  <a:pt x="444084" y="700139"/>
                </a:lnTo>
                <a:close/>
              </a:path>
              <a:path w="712431" h="815098">
                <a:moveTo>
                  <a:pt x="579843" y="729790"/>
                </a:moveTo>
                <a:lnTo>
                  <a:pt x="445109" y="681907"/>
                </a:lnTo>
                <a:lnTo>
                  <a:pt x="430504" y="685314"/>
                </a:lnTo>
                <a:lnTo>
                  <a:pt x="441667" y="699281"/>
                </a:lnTo>
                <a:lnTo>
                  <a:pt x="446595" y="699554"/>
                </a:lnTo>
                <a:lnTo>
                  <a:pt x="562317" y="735976"/>
                </a:lnTo>
                <a:lnTo>
                  <a:pt x="567753" y="743674"/>
                </a:lnTo>
                <a:lnTo>
                  <a:pt x="569531" y="743353"/>
                </a:lnTo>
                <a:lnTo>
                  <a:pt x="579843" y="759303"/>
                </a:lnTo>
                <a:lnTo>
                  <a:pt x="579843" y="729790"/>
                </a:lnTo>
                <a:close/>
              </a:path>
              <a:path w="712431" h="815098">
                <a:moveTo>
                  <a:pt x="154673" y="764170"/>
                </a:moveTo>
                <a:lnTo>
                  <a:pt x="148704" y="755860"/>
                </a:lnTo>
                <a:lnTo>
                  <a:pt x="147624" y="755239"/>
                </a:lnTo>
                <a:lnTo>
                  <a:pt x="137147" y="739449"/>
                </a:lnTo>
                <a:lnTo>
                  <a:pt x="137147" y="770474"/>
                </a:lnTo>
                <a:lnTo>
                  <a:pt x="154673" y="764170"/>
                </a:lnTo>
                <a:close/>
              </a:path>
              <a:path w="712431" h="815098">
                <a:moveTo>
                  <a:pt x="430504" y="664815"/>
                </a:moveTo>
                <a:lnTo>
                  <a:pt x="712431" y="613754"/>
                </a:lnTo>
                <a:lnTo>
                  <a:pt x="694893" y="606441"/>
                </a:lnTo>
                <a:lnTo>
                  <a:pt x="430504" y="657494"/>
                </a:lnTo>
                <a:lnTo>
                  <a:pt x="423316" y="666117"/>
                </a:lnTo>
                <a:lnTo>
                  <a:pt x="430504" y="685314"/>
                </a:lnTo>
                <a:lnTo>
                  <a:pt x="430504" y="664815"/>
                </a:lnTo>
                <a:close/>
              </a:path>
              <a:path w="712431" h="815098">
                <a:moveTo>
                  <a:pt x="702106" y="597814"/>
                </a:moveTo>
                <a:lnTo>
                  <a:pt x="712431" y="13728"/>
                </a:lnTo>
                <a:lnTo>
                  <a:pt x="677760" y="17678"/>
                </a:lnTo>
                <a:lnTo>
                  <a:pt x="694893" y="19710"/>
                </a:lnTo>
                <a:lnTo>
                  <a:pt x="700493" y="27889"/>
                </a:lnTo>
                <a:lnTo>
                  <a:pt x="694893" y="25711"/>
                </a:lnTo>
                <a:lnTo>
                  <a:pt x="694893" y="599120"/>
                </a:lnTo>
                <a:lnTo>
                  <a:pt x="702106" y="597814"/>
                </a:lnTo>
                <a:close/>
              </a:path>
              <a:path w="712431" h="815098">
                <a:moveTo>
                  <a:pt x="17538" y="707012"/>
                </a:moveTo>
                <a:lnTo>
                  <a:pt x="17538" y="134507"/>
                </a:lnTo>
                <a:lnTo>
                  <a:pt x="10299" y="135788"/>
                </a:lnTo>
                <a:lnTo>
                  <a:pt x="17538" y="127152"/>
                </a:lnTo>
                <a:lnTo>
                  <a:pt x="673061" y="17221"/>
                </a:lnTo>
                <a:lnTo>
                  <a:pt x="675339" y="18106"/>
                </a:lnTo>
                <a:lnTo>
                  <a:pt x="694893" y="25711"/>
                </a:lnTo>
                <a:lnTo>
                  <a:pt x="700493" y="27889"/>
                </a:lnTo>
                <a:lnTo>
                  <a:pt x="694893" y="19710"/>
                </a:lnTo>
                <a:lnTo>
                  <a:pt x="677760" y="17678"/>
                </a:lnTo>
                <a:lnTo>
                  <a:pt x="712431" y="13728"/>
                </a:lnTo>
                <a:lnTo>
                  <a:pt x="677138" y="0"/>
                </a:lnTo>
                <a:lnTo>
                  <a:pt x="393" y="119742"/>
                </a:lnTo>
                <a:lnTo>
                  <a:pt x="393" y="137831"/>
                </a:lnTo>
                <a:lnTo>
                  <a:pt x="12776" y="704564"/>
                </a:lnTo>
                <a:lnTo>
                  <a:pt x="17538" y="712358"/>
                </a:lnTo>
                <a:lnTo>
                  <a:pt x="17538" y="707012"/>
                </a:lnTo>
                <a:close/>
              </a:path>
              <a:path w="712431" h="815098">
                <a:moveTo>
                  <a:pt x="17538" y="134507"/>
                </a:moveTo>
                <a:lnTo>
                  <a:pt x="675339" y="18106"/>
                </a:lnTo>
                <a:lnTo>
                  <a:pt x="673061" y="17221"/>
                </a:lnTo>
                <a:lnTo>
                  <a:pt x="17538" y="127152"/>
                </a:lnTo>
                <a:lnTo>
                  <a:pt x="10299" y="135788"/>
                </a:lnTo>
                <a:lnTo>
                  <a:pt x="17538" y="134507"/>
                </a:lnTo>
                <a:close/>
              </a:path>
              <a:path w="712431" h="815098">
                <a:moveTo>
                  <a:pt x="250685" y="734791"/>
                </a:moveTo>
                <a:lnTo>
                  <a:pt x="233159" y="727593"/>
                </a:lnTo>
                <a:lnTo>
                  <a:pt x="240220" y="719000"/>
                </a:lnTo>
                <a:lnTo>
                  <a:pt x="243446" y="698120"/>
                </a:lnTo>
                <a:lnTo>
                  <a:pt x="250685" y="679039"/>
                </a:lnTo>
                <a:lnTo>
                  <a:pt x="36821" y="716927"/>
                </a:lnTo>
                <a:lnTo>
                  <a:pt x="17538" y="707012"/>
                </a:lnTo>
                <a:lnTo>
                  <a:pt x="17538" y="712358"/>
                </a:lnTo>
                <a:lnTo>
                  <a:pt x="12776" y="704564"/>
                </a:lnTo>
                <a:lnTo>
                  <a:pt x="393" y="137831"/>
                </a:lnTo>
                <a:lnTo>
                  <a:pt x="393" y="717903"/>
                </a:lnTo>
                <a:lnTo>
                  <a:pt x="34061" y="735213"/>
                </a:lnTo>
                <a:lnTo>
                  <a:pt x="33908" y="717443"/>
                </a:lnTo>
                <a:lnTo>
                  <a:pt x="39446" y="718276"/>
                </a:lnTo>
                <a:lnTo>
                  <a:pt x="233159" y="689498"/>
                </a:lnTo>
                <a:lnTo>
                  <a:pt x="233159" y="720401"/>
                </a:lnTo>
                <a:lnTo>
                  <a:pt x="154673" y="746643"/>
                </a:lnTo>
                <a:lnTo>
                  <a:pt x="154673" y="753841"/>
                </a:lnTo>
                <a:lnTo>
                  <a:pt x="250685" y="734791"/>
                </a:lnTo>
                <a:close/>
              </a:path>
              <a:path w="712431" h="815098">
                <a:moveTo>
                  <a:pt x="579843" y="759303"/>
                </a:moveTo>
                <a:lnTo>
                  <a:pt x="569531" y="743353"/>
                </a:lnTo>
                <a:lnTo>
                  <a:pt x="567753" y="743674"/>
                </a:lnTo>
                <a:lnTo>
                  <a:pt x="562317" y="735976"/>
                </a:lnTo>
                <a:lnTo>
                  <a:pt x="446595" y="699554"/>
                </a:lnTo>
                <a:lnTo>
                  <a:pt x="441667" y="699281"/>
                </a:lnTo>
                <a:lnTo>
                  <a:pt x="430504" y="685314"/>
                </a:lnTo>
                <a:lnTo>
                  <a:pt x="423316" y="666117"/>
                </a:lnTo>
                <a:lnTo>
                  <a:pt x="430504" y="657494"/>
                </a:lnTo>
                <a:lnTo>
                  <a:pt x="694893" y="606441"/>
                </a:lnTo>
                <a:lnTo>
                  <a:pt x="712431" y="613754"/>
                </a:lnTo>
                <a:lnTo>
                  <a:pt x="712431" y="13728"/>
                </a:lnTo>
                <a:lnTo>
                  <a:pt x="702106" y="597814"/>
                </a:lnTo>
                <a:lnTo>
                  <a:pt x="694893" y="599120"/>
                </a:lnTo>
                <a:lnTo>
                  <a:pt x="412978" y="650177"/>
                </a:lnTo>
                <a:lnTo>
                  <a:pt x="419760" y="687820"/>
                </a:lnTo>
                <a:lnTo>
                  <a:pt x="430504" y="696353"/>
                </a:lnTo>
                <a:lnTo>
                  <a:pt x="444084" y="700139"/>
                </a:lnTo>
                <a:lnTo>
                  <a:pt x="562318" y="742159"/>
                </a:lnTo>
                <a:lnTo>
                  <a:pt x="566974" y="743814"/>
                </a:lnTo>
                <a:lnTo>
                  <a:pt x="568147" y="744231"/>
                </a:lnTo>
                <a:lnTo>
                  <a:pt x="562317" y="751975"/>
                </a:lnTo>
                <a:lnTo>
                  <a:pt x="273672" y="797770"/>
                </a:lnTo>
                <a:lnTo>
                  <a:pt x="269328" y="797453"/>
                </a:lnTo>
                <a:lnTo>
                  <a:pt x="271538" y="797055"/>
                </a:lnTo>
                <a:lnTo>
                  <a:pt x="154673" y="757862"/>
                </a:lnTo>
                <a:lnTo>
                  <a:pt x="154673" y="746643"/>
                </a:lnTo>
                <a:lnTo>
                  <a:pt x="233159" y="720401"/>
                </a:lnTo>
                <a:lnTo>
                  <a:pt x="137147" y="739449"/>
                </a:lnTo>
                <a:lnTo>
                  <a:pt x="147624" y="755239"/>
                </a:lnTo>
                <a:lnTo>
                  <a:pt x="148704" y="755860"/>
                </a:lnTo>
                <a:lnTo>
                  <a:pt x="154673" y="764170"/>
                </a:lnTo>
                <a:lnTo>
                  <a:pt x="137147" y="770474"/>
                </a:lnTo>
                <a:lnTo>
                  <a:pt x="270217" y="815098"/>
                </a:lnTo>
                <a:lnTo>
                  <a:pt x="579843" y="759303"/>
                </a:lnTo>
                <a:close/>
              </a:path>
              <a:path w="712431" h="815098">
                <a:moveTo>
                  <a:pt x="250685" y="679039"/>
                </a:moveTo>
                <a:lnTo>
                  <a:pt x="243446" y="698120"/>
                </a:lnTo>
                <a:lnTo>
                  <a:pt x="240220" y="719000"/>
                </a:lnTo>
                <a:lnTo>
                  <a:pt x="233159" y="727593"/>
                </a:lnTo>
                <a:lnTo>
                  <a:pt x="250685" y="734791"/>
                </a:lnTo>
                <a:lnTo>
                  <a:pt x="250685" y="679039"/>
                </a:lnTo>
                <a:close/>
              </a:path>
              <a:path w="712431" h="815098">
                <a:moveTo>
                  <a:pt x="233159" y="699942"/>
                </a:moveTo>
                <a:lnTo>
                  <a:pt x="233159" y="689498"/>
                </a:lnTo>
                <a:lnTo>
                  <a:pt x="39446" y="718276"/>
                </a:lnTo>
                <a:lnTo>
                  <a:pt x="33908" y="717443"/>
                </a:lnTo>
                <a:lnTo>
                  <a:pt x="34061" y="735213"/>
                </a:lnTo>
                <a:lnTo>
                  <a:pt x="233159" y="699942"/>
                </a:lnTo>
                <a:close/>
              </a:path>
              <a:path w="712431" h="815098">
                <a:moveTo>
                  <a:pt x="562317" y="751975"/>
                </a:moveTo>
                <a:lnTo>
                  <a:pt x="568147" y="744231"/>
                </a:lnTo>
                <a:lnTo>
                  <a:pt x="566974" y="743814"/>
                </a:lnTo>
                <a:lnTo>
                  <a:pt x="562318" y="742159"/>
                </a:lnTo>
                <a:lnTo>
                  <a:pt x="562317" y="744653"/>
                </a:lnTo>
                <a:lnTo>
                  <a:pt x="271538" y="797055"/>
                </a:lnTo>
                <a:lnTo>
                  <a:pt x="269328" y="797453"/>
                </a:lnTo>
                <a:lnTo>
                  <a:pt x="273672" y="797770"/>
                </a:lnTo>
                <a:lnTo>
                  <a:pt x="562317" y="751975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7038644" y="3594379"/>
            <a:ext cx="527265" cy="53796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7127976" y="4421177"/>
            <a:ext cx="720471" cy="119429"/>
          </a:xfrm>
          <a:custGeom>
            <a:avLst/>
            <a:gdLst/>
            <a:ahLst/>
            <a:cxnLst/>
            <a:rect l="l" t="t" r="r" b="b"/>
            <a:pathLst>
              <a:path w="720471" h="119429">
                <a:moveTo>
                  <a:pt x="651471" y="81904"/>
                </a:moveTo>
                <a:lnTo>
                  <a:pt x="653249" y="78466"/>
                </a:lnTo>
                <a:lnTo>
                  <a:pt x="654989" y="75029"/>
                </a:lnTo>
                <a:lnTo>
                  <a:pt x="655891" y="71125"/>
                </a:lnTo>
                <a:lnTo>
                  <a:pt x="655891" y="60727"/>
                </a:lnTo>
                <a:lnTo>
                  <a:pt x="654151" y="55869"/>
                </a:lnTo>
                <a:lnTo>
                  <a:pt x="650684" y="52189"/>
                </a:lnTo>
                <a:lnTo>
                  <a:pt x="647217" y="48507"/>
                </a:lnTo>
                <a:lnTo>
                  <a:pt x="642543" y="46081"/>
                </a:lnTo>
                <a:lnTo>
                  <a:pt x="636625" y="44907"/>
                </a:lnTo>
                <a:lnTo>
                  <a:pt x="636625" y="44420"/>
                </a:lnTo>
                <a:lnTo>
                  <a:pt x="640829" y="42560"/>
                </a:lnTo>
                <a:lnTo>
                  <a:pt x="644080" y="39960"/>
                </a:lnTo>
                <a:lnTo>
                  <a:pt x="646404" y="36626"/>
                </a:lnTo>
                <a:lnTo>
                  <a:pt x="648703" y="33287"/>
                </a:lnTo>
                <a:lnTo>
                  <a:pt x="649871" y="29433"/>
                </a:lnTo>
                <a:lnTo>
                  <a:pt x="649871" y="21302"/>
                </a:lnTo>
                <a:lnTo>
                  <a:pt x="649033" y="17953"/>
                </a:lnTo>
                <a:lnTo>
                  <a:pt x="647344" y="15021"/>
                </a:lnTo>
                <a:lnTo>
                  <a:pt x="645667" y="12085"/>
                </a:lnTo>
                <a:lnTo>
                  <a:pt x="643115" y="9748"/>
                </a:lnTo>
                <a:lnTo>
                  <a:pt x="639648" y="8012"/>
                </a:lnTo>
                <a:lnTo>
                  <a:pt x="636333" y="6355"/>
                </a:lnTo>
                <a:lnTo>
                  <a:pt x="632980" y="5278"/>
                </a:lnTo>
                <a:lnTo>
                  <a:pt x="629602" y="4792"/>
                </a:lnTo>
                <a:lnTo>
                  <a:pt x="626224" y="4306"/>
                </a:lnTo>
                <a:lnTo>
                  <a:pt x="620890" y="4067"/>
                </a:lnTo>
                <a:lnTo>
                  <a:pt x="578472" y="4067"/>
                </a:lnTo>
                <a:lnTo>
                  <a:pt x="578472" y="94427"/>
                </a:lnTo>
                <a:lnTo>
                  <a:pt x="601687" y="77857"/>
                </a:lnTo>
                <a:lnTo>
                  <a:pt x="601687" y="55344"/>
                </a:lnTo>
                <a:lnTo>
                  <a:pt x="610247" y="55344"/>
                </a:lnTo>
                <a:lnTo>
                  <a:pt x="609015" y="39752"/>
                </a:lnTo>
                <a:lnTo>
                  <a:pt x="601687" y="39752"/>
                </a:lnTo>
                <a:lnTo>
                  <a:pt x="601687" y="20632"/>
                </a:lnTo>
                <a:lnTo>
                  <a:pt x="608444" y="20632"/>
                </a:lnTo>
                <a:lnTo>
                  <a:pt x="612000" y="20662"/>
                </a:lnTo>
                <a:lnTo>
                  <a:pt x="614527" y="20726"/>
                </a:lnTo>
                <a:lnTo>
                  <a:pt x="617067" y="20786"/>
                </a:lnTo>
                <a:lnTo>
                  <a:pt x="619188" y="21139"/>
                </a:lnTo>
                <a:lnTo>
                  <a:pt x="620890" y="21788"/>
                </a:lnTo>
                <a:lnTo>
                  <a:pt x="622782" y="22513"/>
                </a:lnTo>
                <a:lnTo>
                  <a:pt x="624103" y="23624"/>
                </a:lnTo>
                <a:lnTo>
                  <a:pt x="624865" y="25121"/>
                </a:lnTo>
                <a:lnTo>
                  <a:pt x="625614" y="26620"/>
                </a:lnTo>
                <a:lnTo>
                  <a:pt x="625982" y="28119"/>
                </a:lnTo>
                <a:lnTo>
                  <a:pt x="625982" y="31556"/>
                </a:lnTo>
                <a:lnTo>
                  <a:pt x="625652" y="33267"/>
                </a:lnTo>
                <a:lnTo>
                  <a:pt x="625030" y="34742"/>
                </a:lnTo>
                <a:lnTo>
                  <a:pt x="624370" y="36220"/>
                </a:lnTo>
                <a:lnTo>
                  <a:pt x="624293" y="56257"/>
                </a:lnTo>
                <a:lnTo>
                  <a:pt x="626973" y="57026"/>
                </a:lnTo>
                <a:lnTo>
                  <a:pt x="628865" y="58187"/>
                </a:lnTo>
                <a:lnTo>
                  <a:pt x="629970" y="59744"/>
                </a:lnTo>
                <a:lnTo>
                  <a:pt x="631088" y="61302"/>
                </a:lnTo>
                <a:lnTo>
                  <a:pt x="631634" y="63515"/>
                </a:lnTo>
                <a:lnTo>
                  <a:pt x="631634" y="68574"/>
                </a:lnTo>
                <a:lnTo>
                  <a:pt x="631189" y="70505"/>
                </a:lnTo>
                <a:lnTo>
                  <a:pt x="630275" y="72186"/>
                </a:lnTo>
                <a:lnTo>
                  <a:pt x="629361" y="73863"/>
                </a:lnTo>
                <a:lnTo>
                  <a:pt x="627684" y="75208"/>
                </a:lnTo>
                <a:lnTo>
                  <a:pt x="625271" y="76220"/>
                </a:lnTo>
                <a:lnTo>
                  <a:pt x="622884" y="77232"/>
                </a:lnTo>
                <a:lnTo>
                  <a:pt x="620280" y="77758"/>
                </a:lnTo>
                <a:lnTo>
                  <a:pt x="617461" y="77797"/>
                </a:lnTo>
                <a:lnTo>
                  <a:pt x="614629" y="77842"/>
                </a:lnTo>
                <a:lnTo>
                  <a:pt x="617956" y="94427"/>
                </a:lnTo>
                <a:lnTo>
                  <a:pt x="624535" y="94427"/>
                </a:lnTo>
                <a:lnTo>
                  <a:pt x="629945" y="93860"/>
                </a:lnTo>
                <a:lnTo>
                  <a:pt x="634212" y="92730"/>
                </a:lnTo>
                <a:lnTo>
                  <a:pt x="638492" y="91593"/>
                </a:lnTo>
                <a:lnTo>
                  <a:pt x="642416" y="89693"/>
                </a:lnTo>
                <a:lnTo>
                  <a:pt x="645985" y="87025"/>
                </a:lnTo>
                <a:lnTo>
                  <a:pt x="649046" y="84757"/>
                </a:lnTo>
                <a:lnTo>
                  <a:pt x="651471" y="81904"/>
                </a:lnTo>
                <a:close/>
              </a:path>
              <a:path w="720471" h="119429">
                <a:moveTo>
                  <a:pt x="617956" y="94427"/>
                </a:moveTo>
                <a:lnTo>
                  <a:pt x="614629" y="77842"/>
                </a:lnTo>
                <a:lnTo>
                  <a:pt x="609930" y="77857"/>
                </a:lnTo>
                <a:lnTo>
                  <a:pt x="601687" y="77857"/>
                </a:lnTo>
                <a:lnTo>
                  <a:pt x="578472" y="94427"/>
                </a:lnTo>
                <a:lnTo>
                  <a:pt x="617956" y="94427"/>
                </a:lnTo>
                <a:close/>
              </a:path>
              <a:path w="720471" h="119429">
                <a:moveTo>
                  <a:pt x="697572" y="119429"/>
                </a:moveTo>
                <a:lnTo>
                  <a:pt x="702615" y="113109"/>
                </a:lnTo>
                <a:lnTo>
                  <a:pt x="709629" y="102336"/>
                </a:lnTo>
                <a:lnTo>
                  <a:pt x="714844" y="91330"/>
                </a:lnTo>
                <a:lnTo>
                  <a:pt x="716949" y="85173"/>
                </a:lnTo>
                <a:lnTo>
                  <a:pt x="719589" y="72871"/>
                </a:lnTo>
                <a:lnTo>
                  <a:pt x="720471" y="59715"/>
                </a:lnTo>
                <a:lnTo>
                  <a:pt x="720224" y="52653"/>
                </a:lnTo>
                <a:lnTo>
                  <a:pt x="718413" y="39949"/>
                </a:lnTo>
                <a:lnTo>
                  <a:pt x="714844" y="28098"/>
                </a:lnTo>
                <a:lnTo>
                  <a:pt x="711947" y="21499"/>
                </a:lnTo>
                <a:lnTo>
                  <a:pt x="705657" y="10632"/>
                </a:lnTo>
                <a:lnTo>
                  <a:pt x="697572" y="0"/>
                </a:lnTo>
                <a:lnTo>
                  <a:pt x="674662" y="0"/>
                </a:lnTo>
                <a:lnTo>
                  <a:pt x="674662" y="1761"/>
                </a:lnTo>
                <a:lnTo>
                  <a:pt x="677938" y="4712"/>
                </a:lnTo>
                <a:lnTo>
                  <a:pt x="681075" y="8061"/>
                </a:lnTo>
                <a:lnTo>
                  <a:pt x="684047" y="11802"/>
                </a:lnTo>
                <a:lnTo>
                  <a:pt x="687019" y="15547"/>
                </a:lnTo>
                <a:lnTo>
                  <a:pt x="689787" y="19928"/>
                </a:lnTo>
                <a:lnTo>
                  <a:pt x="692340" y="24944"/>
                </a:lnTo>
                <a:lnTo>
                  <a:pt x="694766" y="29756"/>
                </a:lnTo>
                <a:lnTo>
                  <a:pt x="696747" y="35098"/>
                </a:lnTo>
                <a:lnTo>
                  <a:pt x="698271" y="40962"/>
                </a:lnTo>
                <a:lnTo>
                  <a:pt x="699795" y="46831"/>
                </a:lnTo>
                <a:lnTo>
                  <a:pt x="700544" y="53077"/>
                </a:lnTo>
                <a:lnTo>
                  <a:pt x="700544" y="66630"/>
                </a:lnTo>
                <a:lnTo>
                  <a:pt x="699820" y="72901"/>
                </a:lnTo>
                <a:lnTo>
                  <a:pt x="698334" y="78526"/>
                </a:lnTo>
                <a:lnTo>
                  <a:pt x="696849" y="84152"/>
                </a:lnTo>
                <a:lnTo>
                  <a:pt x="694855" y="89470"/>
                </a:lnTo>
                <a:lnTo>
                  <a:pt x="692340" y="94486"/>
                </a:lnTo>
                <a:lnTo>
                  <a:pt x="689952" y="99303"/>
                </a:lnTo>
                <a:lnTo>
                  <a:pt x="687222" y="103648"/>
                </a:lnTo>
                <a:lnTo>
                  <a:pt x="684149" y="107533"/>
                </a:lnTo>
                <a:lnTo>
                  <a:pt x="681050" y="111418"/>
                </a:lnTo>
                <a:lnTo>
                  <a:pt x="677900" y="114796"/>
                </a:lnTo>
                <a:lnTo>
                  <a:pt x="674662" y="117669"/>
                </a:lnTo>
                <a:lnTo>
                  <a:pt x="674662" y="119429"/>
                </a:lnTo>
                <a:lnTo>
                  <a:pt x="697572" y="119429"/>
                </a:lnTo>
                <a:close/>
              </a:path>
              <a:path w="720471" h="119429">
                <a:moveTo>
                  <a:pt x="168262" y="54273"/>
                </a:moveTo>
                <a:lnTo>
                  <a:pt x="169824" y="49248"/>
                </a:lnTo>
                <a:lnTo>
                  <a:pt x="172961" y="45546"/>
                </a:lnTo>
                <a:lnTo>
                  <a:pt x="176085" y="41840"/>
                </a:lnTo>
                <a:lnTo>
                  <a:pt x="180568" y="39989"/>
                </a:lnTo>
                <a:lnTo>
                  <a:pt x="189014" y="39989"/>
                </a:lnTo>
                <a:lnTo>
                  <a:pt x="191325" y="40288"/>
                </a:lnTo>
                <a:lnTo>
                  <a:pt x="193306" y="40873"/>
                </a:lnTo>
                <a:lnTo>
                  <a:pt x="195300" y="41459"/>
                </a:lnTo>
                <a:lnTo>
                  <a:pt x="197116" y="42198"/>
                </a:lnTo>
                <a:lnTo>
                  <a:pt x="198780" y="43086"/>
                </a:lnTo>
                <a:lnTo>
                  <a:pt x="200507" y="44018"/>
                </a:lnTo>
                <a:lnTo>
                  <a:pt x="201968" y="44965"/>
                </a:lnTo>
                <a:lnTo>
                  <a:pt x="203174" y="45938"/>
                </a:lnTo>
                <a:lnTo>
                  <a:pt x="204355" y="46911"/>
                </a:lnTo>
                <a:lnTo>
                  <a:pt x="205384" y="47759"/>
                </a:lnTo>
                <a:lnTo>
                  <a:pt x="206222" y="48488"/>
                </a:lnTo>
                <a:lnTo>
                  <a:pt x="209321" y="48488"/>
                </a:lnTo>
                <a:lnTo>
                  <a:pt x="209321" y="29860"/>
                </a:lnTo>
                <a:lnTo>
                  <a:pt x="205917" y="28238"/>
                </a:lnTo>
                <a:lnTo>
                  <a:pt x="202260" y="26922"/>
                </a:lnTo>
                <a:lnTo>
                  <a:pt x="198335" y="25911"/>
                </a:lnTo>
                <a:lnTo>
                  <a:pt x="194398" y="24904"/>
                </a:lnTo>
                <a:lnTo>
                  <a:pt x="190106" y="24397"/>
                </a:lnTo>
                <a:lnTo>
                  <a:pt x="180263" y="24397"/>
                </a:lnTo>
                <a:lnTo>
                  <a:pt x="175259" y="25063"/>
                </a:lnTo>
                <a:lnTo>
                  <a:pt x="170433" y="26396"/>
                </a:lnTo>
                <a:lnTo>
                  <a:pt x="165607" y="27731"/>
                </a:lnTo>
                <a:lnTo>
                  <a:pt x="161366" y="29839"/>
                </a:lnTo>
                <a:lnTo>
                  <a:pt x="157683" y="32707"/>
                </a:lnTo>
                <a:lnTo>
                  <a:pt x="153873" y="35744"/>
                </a:lnTo>
                <a:lnTo>
                  <a:pt x="150901" y="39568"/>
                </a:lnTo>
                <a:lnTo>
                  <a:pt x="148767" y="44176"/>
                </a:lnTo>
                <a:lnTo>
                  <a:pt x="146646" y="48790"/>
                </a:lnTo>
                <a:lnTo>
                  <a:pt x="145592" y="54273"/>
                </a:lnTo>
                <a:lnTo>
                  <a:pt x="145592" y="66650"/>
                </a:lnTo>
                <a:lnTo>
                  <a:pt x="146570" y="71913"/>
                </a:lnTo>
                <a:lnTo>
                  <a:pt x="148564" y="76403"/>
                </a:lnTo>
                <a:lnTo>
                  <a:pt x="150533" y="80892"/>
                </a:lnTo>
                <a:lnTo>
                  <a:pt x="153339" y="84618"/>
                </a:lnTo>
                <a:lnTo>
                  <a:pt x="156946" y="87570"/>
                </a:lnTo>
                <a:lnTo>
                  <a:pt x="160591" y="90523"/>
                </a:lnTo>
                <a:lnTo>
                  <a:pt x="164884" y="92710"/>
                </a:lnTo>
                <a:lnTo>
                  <a:pt x="169811" y="94123"/>
                </a:lnTo>
                <a:lnTo>
                  <a:pt x="174726" y="95538"/>
                </a:lnTo>
                <a:lnTo>
                  <a:pt x="180162" y="96246"/>
                </a:lnTo>
                <a:lnTo>
                  <a:pt x="190665" y="96246"/>
                </a:lnTo>
                <a:lnTo>
                  <a:pt x="194792" y="95770"/>
                </a:lnTo>
                <a:lnTo>
                  <a:pt x="198539" y="94823"/>
                </a:lnTo>
                <a:lnTo>
                  <a:pt x="202285" y="93870"/>
                </a:lnTo>
                <a:lnTo>
                  <a:pt x="205879" y="92586"/>
                </a:lnTo>
                <a:lnTo>
                  <a:pt x="209321" y="90968"/>
                </a:lnTo>
                <a:lnTo>
                  <a:pt x="209321" y="72335"/>
                </a:lnTo>
                <a:lnTo>
                  <a:pt x="206222" y="72335"/>
                </a:lnTo>
                <a:lnTo>
                  <a:pt x="205346" y="73188"/>
                </a:lnTo>
                <a:lnTo>
                  <a:pt x="204368" y="74057"/>
                </a:lnTo>
                <a:lnTo>
                  <a:pt x="203314" y="74945"/>
                </a:lnTo>
                <a:lnTo>
                  <a:pt x="202285" y="75838"/>
                </a:lnTo>
                <a:lnTo>
                  <a:pt x="201053" y="76686"/>
                </a:lnTo>
                <a:lnTo>
                  <a:pt x="199669" y="77495"/>
                </a:lnTo>
                <a:lnTo>
                  <a:pt x="198221" y="78343"/>
                </a:lnTo>
                <a:lnTo>
                  <a:pt x="196392" y="79082"/>
                </a:lnTo>
                <a:lnTo>
                  <a:pt x="194182" y="79707"/>
                </a:lnTo>
                <a:lnTo>
                  <a:pt x="191985" y="80337"/>
                </a:lnTo>
                <a:lnTo>
                  <a:pt x="189496" y="80650"/>
                </a:lnTo>
                <a:lnTo>
                  <a:pt x="180847" y="80650"/>
                </a:lnTo>
                <a:lnTo>
                  <a:pt x="176288" y="78953"/>
                </a:lnTo>
                <a:lnTo>
                  <a:pt x="173075" y="75554"/>
                </a:lnTo>
                <a:lnTo>
                  <a:pt x="169862" y="72157"/>
                </a:lnTo>
                <a:lnTo>
                  <a:pt x="168262" y="67181"/>
                </a:lnTo>
                <a:lnTo>
                  <a:pt x="168262" y="54273"/>
                </a:lnTo>
                <a:close/>
              </a:path>
              <a:path w="720471" h="119429">
                <a:moveTo>
                  <a:pt x="92113" y="4067"/>
                </a:moveTo>
                <a:lnTo>
                  <a:pt x="68237" y="4067"/>
                </a:lnTo>
                <a:lnTo>
                  <a:pt x="46367" y="67499"/>
                </a:lnTo>
                <a:lnTo>
                  <a:pt x="24510" y="4067"/>
                </a:lnTo>
                <a:lnTo>
                  <a:pt x="0" y="4067"/>
                </a:lnTo>
                <a:lnTo>
                  <a:pt x="32981" y="94427"/>
                </a:lnTo>
                <a:lnTo>
                  <a:pt x="59131" y="94427"/>
                </a:lnTo>
                <a:lnTo>
                  <a:pt x="92113" y="4067"/>
                </a:lnTo>
                <a:close/>
              </a:path>
              <a:path w="720471" h="119429">
                <a:moveTo>
                  <a:pt x="106751" y="26278"/>
                </a:moveTo>
                <a:lnTo>
                  <a:pt x="106751" y="94427"/>
                </a:lnTo>
                <a:lnTo>
                  <a:pt x="128689" y="94427"/>
                </a:lnTo>
                <a:lnTo>
                  <a:pt x="128689" y="26278"/>
                </a:lnTo>
                <a:lnTo>
                  <a:pt x="106751" y="26278"/>
                </a:lnTo>
                <a:close/>
              </a:path>
              <a:path w="720471" h="119429">
                <a:moveTo>
                  <a:pt x="106141" y="0"/>
                </a:moveTo>
                <a:lnTo>
                  <a:pt x="106141" y="16569"/>
                </a:lnTo>
                <a:lnTo>
                  <a:pt x="129298" y="16569"/>
                </a:lnTo>
                <a:lnTo>
                  <a:pt x="129298" y="0"/>
                </a:lnTo>
                <a:lnTo>
                  <a:pt x="106141" y="0"/>
                </a:lnTo>
                <a:close/>
              </a:path>
              <a:path w="720471" h="119429">
                <a:moveTo>
                  <a:pt x="243967" y="95761"/>
                </a:moveTo>
                <a:lnTo>
                  <a:pt x="256273" y="95761"/>
                </a:lnTo>
                <a:lnTo>
                  <a:pt x="259486" y="95592"/>
                </a:lnTo>
                <a:lnTo>
                  <a:pt x="262127" y="95250"/>
                </a:lnTo>
                <a:lnTo>
                  <a:pt x="264756" y="94903"/>
                </a:lnTo>
                <a:lnTo>
                  <a:pt x="267258" y="94432"/>
                </a:lnTo>
                <a:lnTo>
                  <a:pt x="269608" y="93826"/>
                </a:lnTo>
                <a:lnTo>
                  <a:pt x="269608" y="78888"/>
                </a:lnTo>
                <a:lnTo>
                  <a:pt x="267792" y="78888"/>
                </a:lnTo>
                <a:lnTo>
                  <a:pt x="267055" y="79296"/>
                </a:lnTo>
                <a:lnTo>
                  <a:pt x="265772" y="79742"/>
                </a:lnTo>
                <a:lnTo>
                  <a:pt x="263944" y="80228"/>
                </a:lnTo>
                <a:lnTo>
                  <a:pt x="262089" y="80709"/>
                </a:lnTo>
                <a:lnTo>
                  <a:pt x="260616" y="80957"/>
                </a:lnTo>
                <a:lnTo>
                  <a:pt x="256743" y="80957"/>
                </a:lnTo>
                <a:lnTo>
                  <a:pt x="254647" y="80540"/>
                </a:lnTo>
                <a:lnTo>
                  <a:pt x="253225" y="79707"/>
                </a:lnTo>
                <a:lnTo>
                  <a:pt x="251777" y="78879"/>
                </a:lnTo>
                <a:lnTo>
                  <a:pt x="250786" y="77753"/>
                </a:lnTo>
                <a:lnTo>
                  <a:pt x="250215" y="76339"/>
                </a:lnTo>
                <a:lnTo>
                  <a:pt x="249605" y="74914"/>
                </a:lnTo>
                <a:lnTo>
                  <a:pt x="249300" y="73318"/>
                </a:lnTo>
                <a:lnTo>
                  <a:pt x="249250" y="71531"/>
                </a:lnTo>
                <a:lnTo>
                  <a:pt x="249212" y="69750"/>
                </a:lnTo>
                <a:lnTo>
                  <a:pt x="249199" y="67663"/>
                </a:lnTo>
                <a:lnTo>
                  <a:pt x="249199" y="41087"/>
                </a:lnTo>
                <a:lnTo>
                  <a:pt x="269608" y="41087"/>
                </a:lnTo>
                <a:lnTo>
                  <a:pt x="269608" y="26278"/>
                </a:lnTo>
                <a:lnTo>
                  <a:pt x="249199" y="26278"/>
                </a:lnTo>
                <a:lnTo>
                  <a:pt x="249199" y="6797"/>
                </a:lnTo>
                <a:lnTo>
                  <a:pt x="227241" y="6797"/>
                </a:lnTo>
                <a:lnTo>
                  <a:pt x="227241" y="26278"/>
                </a:lnTo>
                <a:lnTo>
                  <a:pt x="218249" y="26278"/>
                </a:lnTo>
                <a:lnTo>
                  <a:pt x="218249" y="41087"/>
                </a:lnTo>
                <a:lnTo>
                  <a:pt x="227241" y="41087"/>
                </a:lnTo>
                <a:lnTo>
                  <a:pt x="227241" y="81280"/>
                </a:lnTo>
                <a:lnTo>
                  <a:pt x="229336" y="87163"/>
                </a:lnTo>
                <a:lnTo>
                  <a:pt x="233489" y="90601"/>
                </a:lnTo>
                <a:lnTo>
                  <a:pt x="237642" y="94044"/>
                </a:lnTo>
                <a:lnTo>
                  <a:pt x="243967" y="95761"/>
                </a:lnTo>
                <a:close/>
              </a:path>
              <a:path w="720471" h="119429">
                <a:moveTo>
                  <a:pt x="284379" y="26278"/>
                </a:moveTo>
                <a:lnTo>
                  <a:pt x="284379" y="94427"/>
                </a:lnTo>
                <a:lnTo>
                  <a:pt x="306311" y="94427"/>
                </a:lnTo>
                <a:lnTo>
                  <a:pt x="306311" y="26278"/>
                </a:lnTo>
                <a:lnTo>
                  <a:pt x="284379" y="26278"/>
                </a:lnTo>
                <a:close/>
              </a:path>
              <a:path w="720471" h="119429">
                <a:moveTo>
                  <a:pt x="283768" y="0"/>
                </a:moveTo>
                <a:lnTo>
                  <a:pt x="283768" y="16569"/>
                </a:lnTo>
                <a:lnTo>
                  <a:pt x="306920" y="16569"/>
                </a:lnTo>
                <a:lnTo>
                  <a:pt x="306920" y="0"/>
                </a:lnTo>
                <a:lnTo>
                  <a:pt x="283768" y="0"/>
                </a:lnTo>
                <a:close/>
              </a:path>
              <a:path w="720471" h="119429">
                <a:moveTo>
                  <a:pt x="397357" y="44663"/>
                </a:moveTo>
                <a:lnTo>
                  <a:pt x="399478" y="43621"/>
                </a:lnTo>
                <a:lnTo>
                  <a:pt x="401218" y="42997"/>
                </a:lnTo>
                <a:lnTo>
                  <a:pt x="402971" y="42367"/>
                </a:lnTo>
                <a:lnTo>
                  <a:pt x="404736" y="42053"/>
                </a:lnTo>
                <a:lnTo>
                  <a:pt x="409270" y="42053"/>
                </a:lnTo>
                <a:lnTo>
                  <a:pt x="411391" y="42391"/>
                </a:lnTo>
                <a:lnTo>
                  <a:pt x="412876" y="43056"/>
                </a:lnTo>
                <a:lnTo>
                  <a:pt x="414388" y="43726"/>
                </a:lnTo>
                <a:lnTo>
                  <a:pt x="415480" y="44787"/>
                </a:lnTo>
                <a:lnTo>
                  <a:pt x="416178" y="46240"/>
                </a:lnTo>
                <a:lnTo>
                  <a:pt x="416902" y="47699"/>
                </a:lnTo>
                <a:lnTo>
                  <a:pt x="417334" y="49579"/>
                </a:lnTo>
                <a:lnTo>
                  <a:pt x="417474" y="51887"/>
                </a:lnTo>
                <a:lnTo>
                  <a:pt x="417614" y="54193"/>
                </a:lnTo>
                <a:lnTo>
                  <a:pt x="417677" y="57026"/>
                </a:lnTo>
                <a:lnTo>
                  <a:pt x="417677" y="94427"/>
                </a:lnTo>
                <a:lnTo>
                  <a:pt x="439635" y="94427"/>
                </a:lnTo>
                <a:lnTo>
                  <a:pt x="439635" y="41771"/>
                </a:lnTo>
                <a:lnTo>
                  <a:pt x="437718" y="35421"/>
                </a:lnTo>
                <a:lnTo>
                  <a:pt x="433895" y="31010"/>
                </a:lnTo>
                <a:lnTo>
                  <a:pt x="430072" y="26600"/>
                </a:lnTo>
                <a:lnTo>
                  <a:pt x="424472" y="24397"/>
                </a:lnTo>
                <a:lnTo>
                  <a:pt x="413143" y="24397"/>
                </a:lnTo>
                <a:lnTo>
                  <a:pt x="409092" y="25444"/>
                </a:lnTo>
                <a:lnTo>
                  <a:pt x="404977" y="27552"/>
                </a:lnTo>
                <a:lnTo>
                  <a:pt x="400850" y="29657"/>
                </a:lnTo>
                <a:lnTo>
                  <a:pt x="396595" y="32548"/>
                </a:lnTo>
                <a:lnTo>
                  <a:pt x="392226" y="36230"/>
                </a:lnTo>
                <a:lnTo>
                  <a:pt x="390296" y="32345"/>
                </a:lnTo>
                <a:lnTo>
                  <a:pt x="387616" y="29404"/>
                </a:lnTo>
                <a:lnTo>
                  <a:pt x="384162" y="27398"/>
                </a:lnTo>
                <a:lnTo>
                  <a:pt x="380733" y="25400"/>
                </a:lnTo>
                <a:lnTo>
                  <a:pt x="376770" y="24397"/>
                </a:lnTo>
                <a:lnTo>
                  <a:pt x="368096" y="24397"/>
                </a:lnTo>
                <a:lnTo>
                  <a:pt x="364299" y="25226"/>
                </a:lnTo>
                <a:lnTo>
                  <a:pt x="360845" y="26883"/>
                </a:lnTo>
                <a:lnTo>
                  <a:pt x="357416" y="28545"/>
                </a:lnTo>
                <a:lnTo>
                  <a:pt x="353809" y="30852"/>
                </a:lnTo>
                <a:lnTo>
                  <a:pt x="350050" y="33803"/>
                </a:lnTo>
                <a:lnTo>
                  <a:pt x="350050" y="26278"/>
                </a:lnTo>
                <a:lnTo>
                  <a:pt x="328117" y="26278"/>
                </a:lnTo>
                <a:lnTo>
                  <a:pt x="328117" y="94427"/>
                </a:lnTo>
                <a:lnTo>
                  <a:pt x="350050" y="94427"/>
                </a:lnTo>
                <a:lnTo>
                  <a:pt x="350050" y="46122"/>
                </a:lnTo>
                <a:lnTo>
                  <a:pt x="351675" y="45149"/>
                </a:lnTo>
                <a:lnTo>
                  <a:pt x="353504" y="44231"/>
                </a:lnTo>
                <a:lnTo>
                  <a:pt x="355523" y="43359"/>
                </a:lnTo>
                <a:lnTo>
                  <a:pt x="357555" y="42490"/>
                </a:lnTo>
                <a:lnTo>
                  <a:pt x="359625" y="42053"/>
                </a:lnTo>
                <a:lnTo>
                  <a:pt x="364451" y="42053"/>
                </a:lnTo>
                <a:lnTo>
                  <a:pt x="366534" y="42391"/>
                </a:lnTo>
                <a:lnTo>
                  <a:pt x="368020" y="43056"/>
                </a:lnTo>
                <a:lnTo>
                  <a:pt x="369493" y="43726"/>
                </a:lnTo>
                <a:lnTo>
                  <a:pt x="370598" y="44787"/>
                </a:lnTo>
                <a:lnTo>
                  <a:pt x="371335" y="46240"/>
                </a:lnTo>
                <a:lnTo>
                  <a:pt x="372046" y="47699"/>
                </a:lnTo>
                <a:lnTo>
                  <a:pt x="372491" y="49589"/>
                </a:lnTo>
                <a:lnTo>
                  <a:pt x="372656" y="51916"/>
                </a:lnTo>
                <a:lnTo>
                  <a:pt x="372821" y="54242"/>
                </a:lnTo>
                <a:lnTo>
                  <a:pt x="372897" y="57066"/>
                </a:lnTo>
                <a:lnTo>
                  <a:pt x="372897" y="94427"/>
                </a:lnTo>
                <a:lnTo>
                  <a:pt x="394830" y="94427"/>
                </a:lnTo>
                <a:lnTo>
                  <a:pt x="394830" y="46122"/>
                </a:lnTo>
                <a:lnTo>
                  <a:pt x="397357" y="44663"/>
                </a:lnTo>
                <a:close/>
              </a:path>
              <a:path w="720471" h="119429">
                <a:moveTo>
                  <a:pt x="554824" y="0"/>
                </a:moveTo>
                <a:lnTo>
                  <a:pt x="531914" y="0"/>
                </a:lnTo>
                <a:lnTo>
                  <a:pt x="526875" y="6324"/>
                </a:lnTo>
                <a:lnTo>
                  <a:pt x="519862" y="17094"/>
                </a:lnTo>
                <a:lnTo>
                  <a:pt x="514629" y="28098"/>
                </a:lnTo>
                <a:lnTo>
                  <a:pt x="512526" y="34255"/>
                </a:lnTo>
                <a:lnTo>
                  <a:pt x="509892" y="46557"/>
                </a:lnTo>
                <a:lnTo>
                  <a:pt x="509016" y="59715"/>
                </a:lnTo>
                <a:lnTo>
                  <a:pt x="509260" y="66773"/>
                </a:lnTo>
                <a:lnTo>
                  <a:pt x="511065" y="79478"/>
                </a:lnTo>
                <a:lnTo>
                  <a:pt x="514629" y="91330"/>
                </a:lnTo>
                <a:lnTo>
                  <a:pt x="517542" y="97934"/>
                </a:lnTo>
                <a:lnTo>
                  <a:pt x="523839" y="108799"/>
                </a:lnTo>
                <a:lnTo>
                  <a:pt x="531914" y="119429"/>
                </a:lnTo>
                <a:lnTo>
                  <a:pt x="554824" y="119429"/>
                </a:lnTo>
                <a:lnTo>
                  <a:pt x="554824" y="117669"/>
                </a:lnTo>
                <a:lnTo>
                  <a:pt x="551599" y="114796"/>
                </a:lnTo>
                <a:lnTo>
                  <a:pt x="548449" y="111408"/>
                </a:lnTo>
                <a:lnTo>
                  <a:pt x="545388" y="107504"/>
                </a:lnTo>
                <a:lnTo>
                  <a:pt x="542315" y="103598"/>
                </a:lnTo>
                <a:lnTo>
                  <a:pt x="539572" y="99263"/>
                </a:lnTo>
                <a:lnTo>
                  <a:pt x="537146" y="94486"/>
                </a:lnTo>
                <a:lnTo>
                  <a:pt x="534644" y="89470"/>
                </a:lnTo>
                <a:lnTo>
                  <a:pt x="532637" y="84152"/>
                </a:lnTo>
                <a:lnTo>
                  <a:pt x="531164" y="78526"/>
                </a:lnTo>
                <a:lnTo>
                  <a:pt x="529678" y="72901"/>
                </a:lnTo>
                <a:lnTo>
                  <a:pt x="528954" y="66630"/>
                </a:lnTo>
                <a:lnTo>
                  <a:pt x="528954" y="53077"/>
                </a:lnTo>
                <a:lnTo>
                  <a:pt x="529704" y="46831"/>
                </a:lnTo>
                <a:lnTo>
                  <a:pt x="531228" y="40962"/>
                </a:lnTo>
                <a:lnTo>
                  <a:pt x="532726" y="35098"/>
                </a:lnTo>
                <a:lnTo>
                  <a:pt x="534733" y="29756"/>
                </a:lnTo>
                <a:lnTo>
                  <a:pt x="537146" y="24944"/>
                </a:lnTo>
                <a:lnTo>
                  <a:pt x="539699" y="19928"/>
                </a:lnTo>
                <a:lnTo>
                  <a:pt x="542455" y="15547"/>
                </a:lnTo>
                <a:lnTo>
                  <a:pt x="545452" y="11802"/>
                </a:lnTo>
                <a:lnTo>
                  <a:pt x="548424" y="8061"/>
                </a:lnTo>
                <a:lnTo>
                  <a:pt x="551560" y="4712"/>
                </a:lnTo>
                <a:lnTo>
                  <a:pt x="554824" y="1761"/>
                </a:lnTo>
                <a:lnTo>
                  <a:pt x="554824" y="0"/>
                </a:lnTo>
                <a:close/>
              </a:path>
              <a:path w="720471" h="119429">
                <a:moveTo>
                  <a:pt x="619391" y="39042"/>
                </a:moveTo>
                <a:lnTo>
                  <a:pt x="617334" y="39444"/>
                </a:lnTo>
                <a:lnTo>
                  <a:pt x="614743" y="39568"/>
                </a:lnTo>
                <a:lnTo>
                  <a:pt x="612139" y="39687"/>
                </a:lnTo>
                <a:lnTo>
                  <a:pt x="609015" y="39752"/>
                </a:lnTo>
                <a:lnTo>
                  <a:pt x="610247" y="55344"/>
                </a:lnTo>
                <a:lnTo>
                  <a:pt x="613587" y="55364"/>
                </a:lnTo>
                <a:lnTo>
                  <a:pt x="616788" y="55403"/>
                </a:lnTo>
                <a:lnTo>
                  <a:pt x="619975" y="55448"/>
                </a:lnTo>
                <a:lnTo>
                  <a:pt x="622477" y="55731"/>
                </a:lnTo>
                <a:lnTo>
                  <a:pt x="624293" y="56257"/>
                </a:lnTo>
                <a:lnTo>
                  <a:pt x="624370" y="36220"/>
                </a:lnTo>
                <a:lnTo>
                  <a:pt x="622985" y="37425"/>
                </a:lnTo>
                <a:lnTo>
                  <a:pt x="620890" y="38352"/>
                </a:lnTo>
                <a:lnTo>
                  <a:pt x="619391" y="390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7245697" y="4417883"/>
            <a:ext cx="0" cy="97720"/>
          </a:xfrm>
          <a:custGeom>
            <a:avLst/>
            <a:gdLst/>
            <a:ahLst/>
            <a:cxnLst/>
            <a:rect l="l" t="t" r="r" b="b"/>
            <a:pathLst>
              <a:path h="97720">
                <a:moveTo>
                  <a:pt x="0" y="0"/>
                </a:moveTo>
                <a:lnTo>
                  <a:pt x="0" y="97720"/>
                </a:lnTo>
              </a:path>
            </a:pathLst>
          </a:custGeom>
          <a:ln w="232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7423321" y="4417885"/>
            <a:ext cx="0" cy="97718"/>
          </a:xfrm>
          <a:custGeom>
            <a:avLst/>
            <a:gdLst/>
            <a:ahLst/>
            <a:cxnLst/>
            <a:rect l="l" t="t" r="r" b="b"/>
            <a:pathLst>
              <a:path h="97718">
                <a:moveTo>
                  <a:pt x="0" y="0"/>
                </a:moveTo>
                <a:lnTo>
                  <a:pt x="0" y="97718"/>
                </a:lnTo>
              </a:path>
            </a:pathLst>
          </a:custGeom>
          <a:ln w="2320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1532572"/>
            <a:ext cx="8023200" cy="15587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9873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po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so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ing</a:t>
            </a:r>
            <a:r>
              <a:rPr sz="2000" spc="-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2000" spc="4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28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xp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oi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add</a:t>
            </a:r>
            <a:r>
              <a:rPr sz="2000" spc="4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3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informat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000" spc="-2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bet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1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  <a:p>
            <a:pPr marL="12700" marR="39873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unicat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000" spc="-1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1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nto</a:t>
            </a:r>
            <a:r>
              <a:rPr sz="2000" spc="2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local</a:t>
            </a:r>
            <a:r>
              <a:rPr sz="2000" spc="3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20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io</a:t>
            </a:r>
            <a:r>
              <a:rPr sz="2000" spc="-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000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wh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ch</a:t>
            </a:r>
            <a:r>
              <a:rPr sz="2000" spc="3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  <a:p>
            <a:pPr marL="12700" marR="39873">
              <a:lnSpc>
                <a:spcPct val="95825"/>
              </a:lnSpc>
              <a:spcBef>
                <a:spcPts val="100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(the</a:t>
            </a:r>
            <a:r>
              <a:rPr sz="2000" spc="3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attack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r)</a:t>
            </a:r>
            <a:r>
              <a:rPr sz="2000" spc="-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wan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listen</a:t>
            </a:r>
            <a:r>
              <a:rPr sz="2000" spc="4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2000" spc="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traff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4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betwe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-1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4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B,</a:t>
            </a:r>
            <a:r>
              <a:rPr sz="2000" spc="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424"/>
              </a:lnSpc>
              <a:spcBef>
                <a:spcPts val="100"/>
              </a:spcBef>
            </a:pP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ould</a:t>
            </a:r>
            <a:r>
              <a:rPr sz="2000" spc="3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have</a:t>
            </a:r>
            <a:r>
              <a:rPr sz="2000" spc="4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2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3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/M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bo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4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-1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B,</a:t>
            </a:r>
            <a:r>
              <a:rPr sz="2000" spc="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making </a:t>
            </a:r>
            <a:r>
              <a:rPr sz="2000" spc="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hims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lf 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n-the-M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1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7361" y="3936135"/>
            <a:ext cx="1079396" cy="4724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30"/>
              </a:lnSpc>
              <a:spcBef>
                <a:spcPts val="86"/>
              </a:spcBef>
            </a:pPr>
            <a:r>
              <a:rPr sz="2400" spc="-50" baseline="3413" dirty="0">
                <a:latin typeface="Calibri"/>
                <a:cs typeface="Calibri"/>
              </a:rPr>
              <a:t>F</a:t>
            </a:r>
            <a:r>
              <a:rPr sz="2400" spc="0" baseline="3413" dirty="0">
                <a:latin typeface="Calibri"/>
                <a:cs typeface="Calibri"/>
              </a:rPr>
              <a:t>a</a:t>
            </a:r>
            <a:r>
              <a:rPr sz="2400" spc="-50" baseline="3413" dirty="0">
                <a:latin typeface="Calibri"/>
                <a:cs typeface="Calibri"/>
              </a:rPr>
              <a:t>k</a:t>
            </a:r>
            <a:r>
              <a:rPr sz="2400" spc="0" baseline="3413" dirty="0">
                <a:latin typeface="Calibri"/>
                <a:cs typeface="Calibri"/>
              </a:rPr>
              <a:t>e</a:t>
            </a:r>
            <a:r>
              <a:rPr sz="2400" spc="-49" baseline="3623" dirty="0">
                <a:latin typeface="Times New Roman"/>
                <a:cs typeface="Times New Roman"/>
              </a:rPr>
              <a:t> </a:t>
            </a:r>
            <a:r>
              <a:rPr sz="2400" spc="4" baseline="3413" dirty="0">
                <a:latin typeface="Calibri"/>
                <a:cs typeface="Calibri"/>
              </a:rPr>
              <a:t>I</a:t>
            </a:r>
            <a:r>
              <a:rPr sz="2400" spc="-79" baseline="3413" dirty="0">
                <a:latin typeface="Calibri"/>
                <a:cs typeface="Calibri"/>
              </a:rPr>
              <a:t>P</a:t>
            </a:r>
            <a:r>
              <a:rPr sz="2400" spc="-4" baseline="3413" dirty="0">
                <a:latin typeface="Calibri"/>
                <a:cs typeface="Calibri"/>
              </a:rPr>
              <a:t>/</a:t>
            </a:r>
            <a:r>
              <a:rPr sz="2400" spc="0" baseline="3413" dirty="0">
                <a:latin typeface="Calibri"/>
                <a:cs typeface="Calibri"/>
              </a:rPr>
              <a:t>M</a:t>
            </a:r>
            <a:r>
              <a:rPr sz="2400" spc="-9" baseline="3413" dirty="0">
                <a:latin typeface="Calibri"/>
                <a:cs typeface="Calibri"/>
              </a:rPr>
              <a:t>A</a:t>
            </a:r>
            <a:r>
              <a:rPr sz="2400" spc="0" baseline="3413" dirty="0"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  <a:p>
            <a:pPr marL="304838" marR="321249" algn="ctr">
              <a:lnSpc>
                <a:spcPts val="1920"/>
              </a:lnSpc>
              <a:spcBef>
                <a:spcPts val="9"/>
              </a:spcBef>
            </a:pPr>
            <a:r>
              <a:rPr sz="2400" spc="0" baseline="1706" dirty="0">
                <a:latin typeface="Calibri"/>
                <a:cs typeface="Calibri"/>
              </a:rPr>
              <a:t>p</a:t>
            </a:r>
            <a:r>
              <a:rPr sz="2400" spc="4" baseline="1706" dirty="0">
                <a:latin typeface="Calibri"/>
                <a:cs typeface="Calibri"/>
              </a:rPr>
              <a:t>ai</a:t>
            </a:r>
            <a:r>
              <a:rPr sz="2400" spc="-29" baseline="1706" dirty="0">
                <a:latin typeface="Calibri"/>
                <a:cs typeface="Calibri"/>
              </a:rPr>
              <a:t>r</a:t>
            </a:r>
            <a:r>
              <a:rPr sz="2400" spc="0" baseline="1706" dirty="0"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1145" y="3936135"/>
            <a:ext cx="1079396" cy="4724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30"/>
              </a:lnSpc>
              <a:spcBef>
                <a:spcPts val="86"/>
              </a:spcBef>
            </a:pPr>
            <a:r>
              <a:rPr sz="2400" spc="-50" baseline="3413" dirty="0">
                <a:latin typeface="Calibri"/>
                <a:cs typeface="Calibri"/>
              </a:rPr>
              <a:t>F</a:t>
            </a:r>
            <a:r>
              <a:rPr sz="2400" spc="0" baseline="3413" dirty="0">
                <a:latin typeface="Calibri"/>
                <a:cs typeface="Calibri"/>
              </a:rPr>
              <a:t>a</a:t>
            </a:r>
            <a:r>
              <a:rPr sz="2400" spc="-50" baseline="3413" dirty="0">
                <a:latin typeface="Calibri"/>
                <a:cs typeface="Calibri"/>
              </a:rPr>
              <a:t>k</a:t>
            </a:r>
            <a:r>
              <a:rPr sz="2400" spc="0" baseline="3413" dirty="0">
                <a:latin typeface="Calibri"/>
                <a:cs typeface="Calibri"/>
              </a:rPr>
              <a:t>e</a:t>
            </a:r>
            <a:r>
              <a:rPr sz="2400" spc="-49" baseline="3623" dirty="0">
                <a:latin typeface="Times New Roman"/>
                <a:cs typeface="Times New Roman"/>
              </a:rPr>
              <a:t> </a:t>
            </a:r>
            <a:r>
              <a:rPr sz="2400" spc="4" baseline="3413" dirty="0">
                <a:latin typeface="Calibri"/>
                <a:cs typeface="Calibri"/>
              </a:rPr>
              <a:t>I</a:t>
            </a:r>
            <a:r>
              <a:rPr sz="2400" spc="-79" baseline="3413" dirty="0">
                <a:latin typeface="Calibri"/>
                <a:cs typeface="Calibri"/>
              </a:rPr>
              <a:t>P</a:t>
            </a:r>
            <a:r>
              <a:rPr sz="2400" spc="-4" baseline="3413" dirty="0">
                <a:latin typeface="Calibri"/>
                <a:cs typeface="Calibri"/>
              </a:rPr>
              <a:t>/</a:t>
            </a:r>
            <a:r>
              <a:rPr sz="2400" spc="0" baseline="3413" dirty="0">
                <a:latin typeface="Calibri"/>
                <a:cs typeface="Calibri"/>
              </a:rPr>
              <a:t>M</a:t>
            </a:r>
            <a:r>
              <a:rPr sz="2400" spc="-9" baseline="3413" dirty="0">
                <a:latin typeface="Calibri"/>
                <a:cs typeface="Calibri"/>
              </a:rPr>
              <a:t>A</a:t>
            </a:r>
            <a:r>
              <a:rPr sz="2400" spc="0" baseline="3413" dirty="0"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  <a:p>
            <a:pPr marL="305220" marR="320867" algn="ctr">
              <a:lnSpc>
                <a:spcPts val="1920"/>
              </a:lnSpc>
              <a:spcBef>
                <a:spcPts val="9"/>
              </a:spcBef>
            </a:pPr>
            <a:r>
              <a:rPr sz="2400" spc="0" baseline="1706" dirty="0">
                <a:latin typeface="Calibri"/>
                <a:cs typeface="Calibri"/>
              </a:rPr>
              <a:t>p</a:t>
            </a:r>
            <a:r>
              <a:rPr sz="2400" spc="4" baseline="1706" dirty="0">
                <a:latin typeface="Calibri"/>
                <a:cs typeface="Calibri"/>
              </a:rPr>
              <a:t>ai</a:t>
            </a:r>
            <a:r>
              <a:rPr sz="2400" spc="-29" baseline="1706" dirty="0">
                <a:latin typeface="Calibri"/>
                <a:cs typeface="Calibri"/>
              </a:rPr>
              <a:t>r</a:t>
            </a:r>
            <a:r>
              <a:rPr sz="2400" spc="0" baseline="1706" dirty="0"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67402" y="4448962"/>
            <a:ext cx="296494" cy="1899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20"/>
              </a:lnSpc>
              <a:spcBef>
                <a:spcPts val="71"/>
              </a:spcBef>
            </a:pPr>
            <a:r>
              <a:rPr sz="1950" b="1" spc="0" baseline="2100" dirty="0">
                <a:latin typeface="Calibri"/>
                <a:cs typeface="Calibri"/>
              </a:rPr>
              <a:t>(M)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6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72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-76200" y="1200911"/>
            <a:ext cx="1981200" cy="381000"/>
          </a:xfrm>
          <a:custGeom>
            <a:avLst/>
            <a:gdLst/>
            <a:ahLst/>
            <a:cxnLst/>
            <a:rect l="l" t="t" r="r" b="b"/>
            <a:pathLst>
              <a:path w="1981200" h="381000">
                <a:moveTo>
                  <a:pt x="1918754" y="380991"/>
                </a:moveTo>
                <a:lnTo>
                  <a:pt x="1957844" y="366691"/>
                </a:lnTo>
                <a:lnTo>
                  <a:pt x="1979554" y="331913"/>
                </a:lnTo>
                <a:lnTo>
                  <a:pt x="1981200" y="317500"/>
                </a:lnTo>
                <a:lnTo>
                  <a:pt x="1981191" y="62445"/>
                </a:lnTo>
                <a:lnTo>
                  <a:pt x="1966891" y="23355"/>
                </a:lnTo>
                <a:lnTo>
                  <a:pt x="1932113" y="1645"/>
                </a:lnTo>
                <a:lnTo>
                  <a:pt x="19177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19187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1276" y="359537"/>
            <a:ext cx="311554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31517" y="359537"/>
            <a:ext cx="138750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0893" y="1283208"/>
            <a:ext cx="3287722" cy="7204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176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ARP</a:t>
            </a:r>
            <a:r>
              <a:rPr sz="2700" spc="-54" baseline="3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3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  <a:p>
            <a:pPr marL="182472">
              <a:lnSpc>
                <a:spcPct val="95825"/>
              </a:lnSpc>
              <a:spcBef>
                <a:spcPts val="1257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2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fol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ow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ng</a:t>
            </a:r>
            <a:r>
              <a:rPr sz="2000" spc="3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teps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9150" y="1723707"/>
            <a:ext cx="187067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000" spc="1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su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ssful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03348" y="1723707"/>
            <a:ext cx="83179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ck: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9120" y="2089226"/>
            <a:ext cx="273870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2756" y="2089226"/>
            <a:ext cx="6615652" cy="1255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99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would</a:t>
            </a:r>
            <a:r>
              <a:rPr sz="2000" spc="3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-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A:</a:t>
            </a:r>
            <a:r>
              <a:rPr sz="2000" spc="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000" spc="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ll</a:t>
            </a:r>
            <a:r>
              <a:rPr sz="2000" spc="-1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2000" spc="-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gra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ui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16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us</a:t>
            </a:r>
            <a:r>
              <a:rPr sz="2000" spc="-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endParaRPr sz="2000">
              <a:latin typeface="Times New Roman"/>
              <a:cs typeface="Times New Roman"/>
            </a:endParaRPr>
          </a:p>
          <a:p>
            <a:pPr marL="12700" marR="43621">
              <a:lnSpc>
                <a:spcPct val="95825"/>
              </a:lnSpc>
            </a:pP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1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:</a:t>
            </a:r>
            <a:r>
              <a:rPr sz="2000" spc="1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_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-&gt;MAC_M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80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wou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3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tend</a:t>
            </a:r>
            <a:r>
              <a:rPr sz="20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-1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B:</a:t>
            </a:r>
            <a:r>
              <a:rPr sz="2000" spc="-1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000" spc="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-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ui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16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us</a:t>
            </a:r>
            <a:r>
              <a:rPr sz="2000" spc="-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endParaRPr sz="2000">
              <a:latin typeface="Times New Roman"/>
              <a:cs typeface="Times New Roman"/>
            </a:endParaRPr>
          </a:p>
          <a:p>
            <a:pPr marL="12700" marR="43621">
              <a:lnSpc>
                <a:spcPct val="95825"/>
              </a:lnSpc>
              <a:spcBef>
                <a:spcPts val="100"/>
              </a:spcBef>
            </a:pP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1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:</a:t>
            </a:r>
            <a:r>
              <a:rPr sz="2000" spc="1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_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-&gt;MAC_M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9120" y="2760409"/>
            <a:ext cx="273915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2.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667" y="3796982"/>
            <a:ext cx="103428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cause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5240" y="3796982"/>
            <a:ext cx="662665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2000" spc="3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TTL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000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ts</a:t>
            </a:r>
            <a:r>
              <a:rPr sz="2000" spc="-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cach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s,</a:t>
            </a:r>
            <a:r>
              <a:rPr sz="2000" spc="-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2000" spc="3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att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ould</a:t>
            </a:r>
            <a:r>
              <a:rPr sz="2000" spc="3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 </a:t>
            </a:r>
            <a:r>
              <a:rPr sz="2000" spc="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7" y="4101782"/>
            <a:ext cx="7766444" cy="5847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se</a:t>
            </a:r>
            <a:r>
              <a:rPr sz="2000" spc="-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packets</a:t>
            </a:r>
            <a:r>
              <a:rPr sz="2000" spc="-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000" spc="3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inte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lo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2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4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out</a:t>
            </a:r>
            <a:r>
              <a:rPr sz="20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(usual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4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very</a:t>
            </a:r>
            <a:endParaRPr sz="2000">
              <a:latin typeface="Times New Roman"/>
              <a:cs typeface="Times New Roman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od 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hoi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).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7497" y="4101782"/>
            <a:ext cx="3494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30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7" y="4855311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73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81784" y="2910776"/>
            <a:ext cx="1175004" cy="106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25218" y="2946654"/>
            <a:ext cx="1080134" cy="0"/>
          </a:xfrm>
          <a:custGeom>
            <a:avLst/>
            <a:gdLst/>
            <a:ahLst/>
            <a:cxnLst/>
            <a:rect l="l" t="t" r="r" b="b"/>
            <a:pathLst>
              <a:path w="1080134">
                <a:moveTo>
                  <a:pt x="0" y="0"/>
                </a:moveTo>
                <a:lnTo>
                  <a:pt x="108013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62756" y="2827058"/>
            <a:ext cx="1219200" cy="2378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06190" y="2889504"/>
            <a:ext cx="1059561" cy="77724"/>
          </a:xfrm>
          <a:custGeom>
            <a:avLst/>
            <a:gdLst/>
            <a:ahLst/>
            <a:cxnLst/>
            <a:rect l="l" t="t" r="r" b="b"/>
            <a:pathLst>
              <a:path w="1059561" h="77724">
                <a:moveTo>
                  <a:pt x="994792" y="51813"/>
                </a:moveTo>
                <a:lnTo>
                  <a:pt x="981837" y="51813"/>
                </a:lnTo>
                <a:lnTo>
                  <a:pt x="981837" y="77724"/>
                </a:lnTo>
                <a:lnTo>
                  <a:pt x="1059561" y="38862"/>
                </a:lnTo>
                <a:lnTo>
                  <a:pt x="994792" y="51813"/>
                </a:lnTo>
                <a:close/>
              </a:path>
              <a:path w="1059561" h="77724">
                <a:moveTo>
                  <a:pt x="994792" y="25907"/>
                </a:moveTo>
                <a:lnTo>
                  <a:pt x="981837" y="0"/>
                </a:lnTo>
                <a:lnTo>
                  <a:pt x="981837" y="25907"/>
                </a:lnTo>
                <a:lnTo>
                  <a:pt x="994792" y="25907"/>
                </a:lnTo>
                <a:close/>
              </a:path>
              <a:path w="1059561" h="77724">
                <a:moveTo>
                  <a:pt x="0" y="25907"/>
                </a:moveTo>
                <a:lnTo>
                  <a:pt x="0" y="51813"/>
                </a:lnTo>
                <a:lnTo>
                  <a:pt x="994792" y="51813"/>
                </a:lnTo>
                <a:lnTo>
                  <a:pt x="1059561" y="38862"/>
                </a:lnTo>
                <a:lnTo>
                  <a:pt x="981837" y="0"/>
                </a:lnTo>
                <a:lnTo>
                  <a:pt x="994792" y="25907"/>
                </a:lnTo>
                <a:lnTo>
                  <a:pt x="0" y="2590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64052" y="2970276"/>
            <a:ext cx="237832" cy="1056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46348" y="3071622"/>
            <a:ext cx="77724" cy="896443"/>
          </a:xfrm>
          <a:custGeom>
            <a:avLst/>
            <a:gdLst/>
            <a:ahLst/>
            <a:cxnLst/>
            <a:rect l="l" t="t" r="r" b="b"/>
            <a:pathLst>
              <a:path w="77724" h="896443">
                <a:moveTo>
                  <a:pt x="25908" y="896428"/>
                </a:moveTo>
                <a:lnTo>
                  <a:pt x="51815" y="896443"/>
                </a:lnTo>
                <a:lnTo>
                  <a:pt x="51815" y="64769"/>
                </a:lnTo>
                <a:lnTo>
                  <a:pt x="77724" y="77724"/>
                </a:lnTo>
                <a:lnTo>
                  <a:pt x="38862" y="0"/>
                </a:lnTo>
                <a:lnTo>
                  <a:pt x="25908" y="64769"/>
                </a:lnTo>
                <a:lnTo>
                  <a:pt x="25908" y="896428"/>
                </a:lnTo>
                <a:close/>
              </a:path>
              <a:path w="77724" h="896443">
                <a:moveTo>
                  <a:pt x="25908" y="64769"/>
                </a:moveTo>
                <a:lnTo>
                  <a:pt x="38862" y="0"/>
                </a:lnTo>
                <a:lnTo>
                  <a:pt x="0" y="77724"/>
                </a:lnTo>
                <a:lnTo>
                  <a:pt x="25908" y="77723"/>
                </a:lnTo>
                <a:lnTo>
                  <a:pt x="25908" y="64769"/>
                </a:lnTo>
                <a:close/>
              </a:path>
              <a:path w="77724" h="896443">
                <a:moveTo>
                  <a:pt x="77724" y="77724"/>
                </a:moveTo>
                <a:lnTo>
                  <a:pt x="51815" y="64769"/>
                </a:lnTo>
                <a:lnTo>
                  <a:pt x="51816" y="77723"/>
                </a:lnTo>
                <a:lnTo>
                  <a:pt x="77724" y="7772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04388" y="2718815"/>
            <a:ext cx="920495" cy="3947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322510" y="3908513"/>
            <a:ext cx="72580" cy="398552"/>
          </a:xfrm>
          <a:custGeom>
            <a:avLst/>
            <a:gdLst/>
            <a:ahLst/>
            <a:cxnLst/>
            <a:rect l="l" t="t" r="r" b="b"/>
            <a:pathLst>
              <a:path w="72580" h="398552">
                <a:moveTo>
                  <a:pt x="17183" y="0"/>
                </a:moveTo>
                <a:lnTo>
                  <a:pt x="0" y="1290"/>
                </a:lnTo>
                <a:lnTo>
                  <a:pt x="54762" y="388252"/>
                </a:lnTo>
                <a:lnTo>
                  <a:pt x="72580" y="398552"/>
                </a:lnTo>
                <a:lnTo>
                  <a:pt x="171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35883" y="3820947"/>
            <a:ext cx="556513" cy="4835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31908" y="3816832"/>
            <a:ext cx="564451" cy="491761"/>
          </a:xfrm>
          <a:custGeom>
            <a:avLst/>
            <a:gdLst/>
            <a:ahLst/>
            <a:cxnLst/>
            <a:rect l="l" t="t" r="r" b="b"/>
            <a:pathLst>
              <a:path w="564451" h="491761">
                <a:moveTo>
                  <a:pt x="505485" y="0"/>
                </a:moveTo>
                <a:lnTo>
                  <a:pt x="479474" y="4635"/>
                </a:lnTo>
                <a:lnTo>
                  <a:pt x="462798" y="7607"/>
                </a:lnTo>
                <a:lnTo>
                  <a:pt x="503161" y="7607"/>
                </a:lnTo>
                <a:lnTo>
                  <a:pt x="499084" y="4635"/>
                </a:lnTo>
                <a:lnTo>
                  <a:pt x="505485" y="0"/>
                </a:lnTo>
                <a:close/>
              </a:path>
              <a:path w="564451" h="491761">
                <a:moveTo>
                  <a:pt x="505485" y="0"/>
                </a:moveTo>
                <a:lnTo>
                  <a:pt x="503161" y="7607"/>
                </a:lnTo>
                <a:lnTo>
                  <a:pt x="506596" y="7607"/>
                </a:lnTo>
              </a:path>
              <a:path w="564451" h="491761">
                <a:moveTo>
                  <a:pt x="462798" y="7607"/>
                </a:moveTo>
                <a:lnTo>
                  <a:pt x="459248" y="8239"/>
                </a:lnTo>
                <a:lnTo>
                  <a:pt x="506689" y="8239"/>
                </a:lnTo>
                <a:lnTo>
                  <a:pt x="506596" y="7607"/>
                </a:lnTo>
              </a:path>
              <a:path w="564451" h="491761">
                <a:moveTo>
                  <a:pt x="459248" y="8239"/>
                </a:moveTo>
                <a:lnTo>
                  <a:pt x="0" y="90083"/>
                </a:lnTo>
                <a:lnTo>
                  <a:pt x="350" y="92445"/>
                </a:lnTo>
                <a:lnTo>
                  <a:pt x="27076" y="92445"/>
                </a:lnTo>
                <a:lnTo>
                  <a:pt x="40332" y="90083"/>
                </a:lnTo>
                <a:lnTo>
                  <a:pt x="499611" y="8239"/>
                </a:lnTo>
              </a:path>
              <a:path w="564451" h="491761">
                <a:moveTo>
                  <a:pt x="499611" y="8239"/>
                </a:moveTo>
                <a:lnTo>
                  <a:pt x="556522" y="397834"/>
                </a:lnTo>
                <a:lnTo>
                  <a:pt x="536931" y="401253"/>
                </a:lnTo>
                <a:lnTo>
                  <a:pt x="564102" y="401253"/>
                </a:lnTo>
                <a:lnTo>
                  <a:pt x="563603" y="397834"/>
                </a:lnTo>
                <a:lnTo>
                  <a:pt x="506689" y="8239"/>
                </a:lnTo>
              </a:path>
              <a:path w="564451" h="491761">
                <a:moveTo>
                  <a:pt x="350" y="92445"/>
                </a:moveTo>
                <a:lnTo>
                  <a:pt x="945" y="96453"/>
                </a:lnTo>
                <a:lnTo>
                  <a:pt x="4584" y="96453"/>
                </a:lnTo>
                <a:lnTo>
                  <a:pt x="7429" y="92445"/>
                </a:lnTo>
              </a:path>
              <a:path w="564451" h="491761">
                <a:moveTo>
                  <a:pt x="7429" y="92445"/>
                </a:moveTo>
                <a:lnTo>
                  <a:pt x="7935" y="95856"/>
                </a:lnTo>
                <a:lnTo>
                  <a:pt x="4584" y="96453"/>
                </a:lnTo>
                <a:lnTo>
                  <a:pt x="8024" y="96453"/>
                </a:lnTo>
                <a:lnTo>
                  <a:pt x="7935" y="95856"/>
                </a:lnTo>
                <a:lnTo>
                  <a:pt x="27076" y="92445"/>
                </a:lnTo>
              </a:path>
              <a:path w="564451" h="491761">
                <a:moveTo>
                  <a:pt x="945" y="96453"/>
                </a:moveTo>
                <a:lnTo>
                  <a:pt x="58407" y="483551"/>
                </a:lnTo>
                <a:lnTo>
                  <a:pt x="65483" y="483551"/>
                </a:lnTo>
                <a:lnTo>
                  <a:pt x="8024" y="96453"/>
                </a:lnTo>
              </a:path>
              <a:path w="564451" h="491761">
                <a:moveTo>
                  <a:pt x="536931" y="401253"/>
                </a:moveTo>
                <a:lnTo>
                  <a:pt x="65483" y="483551"/>
                </a:lnTo>
                <a:lnTo>
                  <a:pt x="86489" y="483551"/>
                </a:lnTo>
                <a:lnTo>
                  <a:pt x="557022" y="401253"/>
                </a:lnTo>
              </a:path>
              <a:path w="564451" h="491761">
                <a:moveTo>
                  <a:pt x="557022" y="401253"/>
                </a:moveTo>
                <a:lnTo>
                  <a:pt x="564451" y="403640"/>
                </a:lnTo>
                <a:lnTo>
                  <a:pt x="564102" y="401253"/>
                </a:lnTo>
              </a:path>
              <a:path w="564451" h="491761">
                <a:moveTo>
                  <a:pt x="58407" y="483551"/>
                </a:moveTo>
                <a:lnTo>
                  <a:pt x="58498" y="484165"/>
                </a:lnTo>
                <a:lnTo>
                  <a:pt x="82976" y="484165"/>
                </a:lnTo>
                <a:lnTo>
                  <a:pt x="86489" y="483551"/>
                </a:lnTo>
              </a:path>
              <a:path w="564451" h="491761">
                <a:moveTo>
                  <a:pt x="58498" y="484165"/>
                </a:moveTo>
                <a:lnTo>
                  <a:pt x="59626" y="491761"/>
                </a:lnTo>
                <a:lnTo>
                  <a:pt x="61963" y="484165"/>
                </a:lnTo>
              </a:path>
              <a:path w="564451" h="491761">
                <a:moveTo>
                  <a:pt x="61963" y="484165"/>
                </a:moveTo>
                <a:lnTo>
                  <a:pt x="66014" y="487132"/>
                </a:lnTo>
                <a:lnTo>
                  <a:pt x="82976" y="484165"/>
                </a:lnTo>
              </a:path>
              <a:path w="564451" h="491761">
                <a:moveTo>
                  <a:pt x="564451" y="403640"/>
                </a:moveTo>
                <a:lnTo>
                  <a:pt x="557022" y="401253"/>
                </a:lnTo>
                <a:lnTo>
                  <a:pt x="66014" y="487132"/>
                </a:lnTo>
                <a:lnTo>
                  <a:pt x="61963" y="484165"/>
                </a:lnTo>
                <a:lnTo>
                  <a:pt x="59626" y="491761"/>
                </a:lnTo>
                <a:lnTo>
                  <a:pt x="564451" y="403640"/>
                </a:lnTo>
                <a:close/>
              </a:path>
              <a:path w="564451" h="491761">
                <a:moveTo>
                  <a:pt x="7935" y="95856"/>
                </a:moveTo>
                <a:lnTo>
                  <a:pt x="7429" y="92445"/>
                </a:lnTo>
                <a:lnTo>
                  <a:pt x="4584" y="96453"/>
                </a:lnTo>
                <a:lnTo>
                  <a:pt x="7935" y="95856"/>
                </a:lnTo>
                <a:close/>
              </a:path>
              <a:path w="564451" h="491761">
                <a:moveTo>
                  <a:pt x="505485" y="0"/>
                </a:moveTo>
                <a:lnTo>
                  <a:pt x="499084" y="4635"/>
                </a:lnTo>
                <a:lnTo>
                  <a:pt x="503161" y="7607"/>
                </a:lnTo>
                <a:lnTo>
                  <a:pt x="50548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386823" y="3869880"/>
            <a:ext cx="455904" cy="388895"/>
          </a:xfrm>
          <a:custGeom>
            <a:avLst/>
            <a:gdLst/>
            <a:ahLst/>
            <a:cxnLst/>
            <a:rect l="l" t="t" r="r" b="b"/>
            <a:pathLst>
              <a:path w="455904" h="388895">
                <a:moveTo>
                  <a:pt x="455904" y="314209"/>
                </a:moveTo>
                <a:lnTo>
                  <a:pt x="411340" y="0"/>
                </a:lnTo>
                <a:lnTo>
                  <a:pt x="0" y="70830"/>
                </a:lnTo>
                <a:lnTo>
                  <a:pt x="46481" y="388895"/>
                </a:lnTo>
                <a:lnTo>
                  <a:pt x="455904" y="314209"/>
                </a:lnTo>
                <a:close/>
              </a:path>
            </a:pathLst>
          </a:custGeom>
          <a:solidFill>
            <a:srgbClr val="1B3D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636429" y="4309000"/>
            <a:ext cx="494118" cy="1113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95091" y="4217570"/>
            <a:ext cx="740549" cy="1764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96411" y="4214083"/>
            <a:ext cx="496595" cy="93894"/>
          </a:xfrm>
          <a:custGeom>
            <a:avLst/>
            <a:gdLst/>
            <a:ahLst/>
            <a:cxnLst/>
            <a:rect l="l" t="t" r="r" b="b"/>
            <a:pathLst>
              <a:path w="496595" h="93894">
                <a:moveTo>
                  <a:pt x="496595" y="6969"/>
                </a:moveTo>
                <a:lnTo>
                  <a:pt x="495388" y="0"/>
                </a:lnTo>
                <a:lnTo>
                  <a:pt x="0" y="86920"/>
                </a:lnTo>
                <a:lnTo>
                  <a:pt x="1193" y="93894"/>
                </a:lnTo>
                <a:lnTo>
                  <a:pt x="496595" y="6969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65779" y="4299342"/>
            <a:ext cx="79590" cy="18672"/>
          </a:xfrm>
          <a:custGeom>
            <a:avLst/>
            <a:gdLst/>
            <a:ahLst/>
            <a:cxnLst/>
            <a:rect l="l" t="t" r="r" b="b"/>
            <a:pathLst>
              <a:path w="79590" h="18672">
                <a:moveTo>
                  <a:pt x="79590" y="13517"/>
                </a:moveTo>
                <a:lnTo>
                  <a:pt x="42659" y="0"/>
                </a:lnTo>
                <a:lnTo>
                  <a:pt x="0" y="4503"/>
                </a:lnTo>
                <a:lnTo>
                  <a:pt x="36931" y="18672"/>
                </a:lnTo>
                <a:lnTo>
                  <a:pt x="79590" y="13517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31997" y="4287753"/>
            <a:ext cx="78320" cy="19312"/>
          </a:xfrm>
          <a:custGeom>
            <a:avLst/>
            <a:gdLst/>
            <a:ahLst/>
            <a:cxnLst/>
            <a:rect l="l" t="t" r="r" b="b"/>
            <a:pathLst>
              <a:path w="78320" h="19312">
                <a:moveTo>
                  <a:pt x="78320" y="13517"/>
                </a:moveTo>
                <a:lnTo>
                  <a:pt x="40754" y="0"/>
                </a:lnTo>
                <a:lnTo>
                  <a:pt x="0" y="7724"/>
                </a:lnTo>
                <a:lnTo>
                  <a:pt x="35661" y="19312"/>
                </a:lnTo>
                <a:lnTo>
                  <a:pt x="78320" y="13517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96309" y="4276159"/>
            <a:ext cx="78955" cy="19961"/>
          </a:xfrm>
          <a:custGeom>
            <a:avLst/>
            <a:gdLst/>
            <a:ahLst/>
            <a:cxnLst/>
            <a:rect l="l" t="t" r="r" b="b"/>
            <a:pathLst>
              <a:path w="78955" h="19961">
                <a:moveTo>
                  <a:pt x="78955" y="12232"/>
                </a:moveTo>
                <a:lnTo>
                  <a:pt x="42659" y="0"/>
                </a:lnTo>
                <a:lnTo>
                  <a:pt x="0" y="7084"/>
                </a:lnTo>
                <a:lnTo>
                  <a:pt x="36931" y="19961"/>
                </a:lnTo>
                <a:lnTo>
                  <a:pt x="78955" y="12232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661257" y="4266505"/>
            <a:ext cx="79590" cy="19958"/>
          </a:xfrm>
          <a:custGeom>
            <a:avLst/>
            <a:gdLst/>
            <a:ahLst/>
            <a:cxnLst/>
            <a:rect l="l" t="t" r="r" b="b"/>
            <a:pathLst>
              <a:path w="79590" h="19958">
                <a:moveTo>
                  <a:pt x="79590" y="10943"/>
                </a:moveTo>
                <a:lnTo>
                  <a:pt x="42659" y="0"/>
                </a:lnTo>
                <a:lnTo>
                  <a:pt x="0" y="5149"/>
                </a:lnTo>
                <a:lnTo>
                  <a:pt x="36931" y="19958"/>
                </a:lnTo>
                <a:lnTo>
                  <a:pt x="79590" y="10943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724935" y="4254271"/>
            <a:ext cx="81508" cy="19312"/>
          </a:xfrm>
          <a:custGeom>
            <a:avLst/>
            <a:gdLst/>
            <a:ahLst/>
            <a:cxnLst/>
            <a:rect l="l" t="t" r="r" b="b"/>
            <a:pathLst>
              <a:path w="81508" h="19312">
                <a:moveTo>
                  <a:pt x="81508" y="13519"/>
                </a:moveTo>
                <a:lnTo>
                  <a:pt x="42659" y="0"/>
                </a:lnTo>
                <a:lnTo>
                  <a:pt x="0" y="5149"/>
                </a:lnTo>
                <a:lnTo>
                  <a:pt x="38201" y="19312"/>
                </a:lnTo>
                <a:lnTo>
                  <a:pt x="81508" y="13519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791153" y="4242677"/>
            <a:ext cx="78955" cy="19963"/>
          </a:xfrm>
          <a:custGeom>
            <a:avLst/>
            <a:gdLst/>
            <a:ahLst/>
            <a:cxnLst/>
            <a:rect l="l" t="t" r="r" b="b"/>
            <a:pathLst>
              <a:path w="78955" h="19963">
                <a:moveTo>
                  <a:pt x="78955" y="14169"/>
                </a:moveTo>
                <a:lnTo>
                  <a:pt x="40754" y="0"/>
                </a:lnTo>
                <a:lnTo>
                  <a:pt x="0" y="8374"/>
                </a:lnTo>
                <a:lnTo>
                  <a:pt x="38214" y="19963"/>
                </a:lnTo>
                <a:lnTo>
                  <a:pt x="78955" y="14169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856101" y="4231733"/>
            <a:ext cx="80873" cy="19963"/>
          </a:xfrm>
          <a:custGeom>
            <a:avLst/>
            <a:gdLst/>
            <a:ahLst/>
            <a:cxnLst/>
            <a:rect l="l" t="t" r="r" b="b"/>
            <a:pathLst>
              <a:path w="80873" h="19963">
                <a:moveTo>
                  <a:pt x="80873" y="12233"/>
                </a:moveTo>
                <a:lnTo>
                  <a:pt x="42024" y="0"/>
                </a:lnTo>
                <a:lnTo>
                  <a:pt x="0" y="7084"/>
                </a:lnTo>
                <a:lnTo>
                  <a:pt x="38214" y="19963"/>
                </a:lnTo>
                <a:lnTo>
                  <a:pt x="80873" y="12233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19893" y="4318015"/>
            <a:ext cx="78968" cy="19958"/>
          </a:xfrm>
          <a:custGeom>
            <a:avLst/>
            <a:gdLst/>
            <a:ahLst/>
            <a:cxnLst/>
            <a:rect l="l" t="t" r="r" b="b"/>
            <a:pathLst>
              <a:path w="78968" h="19958">
                <a:moveTo>
                  <a:pt x="78968" y="12228"/>
                </a:moveTo>
                <a:lnTo>
                  <a:pt x="42037" y="0"/>
                </a:lnTo>
                <a:lnTo>
                  <a:pt x="0" y="5148"/>
                </a:lnTo>
                <a:lnTo>
                  <a:pt x="36296" y="19958"/>
                </a:lnTo>
                <a:lnTo>
                  <a:pt x="78968" y="12228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16109" y="4317027"/>
            <a:ext cx="86652" cy="21943"/>
          </a:xfrm>
          <a:custGeom>
            <a:avLst/>
            <a:gdLst/>
            <a:ahLst/>
            <a:cxnLst/>
            <a:rect l="l" t="t" r="r" b="b"/>
            <a:pathLst>
              <a:path w="86652" h="21943">
                <a:moveTo>
                  <a:pt x="45910" y="0"/>
                </a:moveTo>
                <a:lnTo>
                  <a:pt x="30379" y="1904"/>
                </a:lnTo>
                <a:lnTo>
                  <a:pt x="30047" y="1945"/>
                </a:lnTo>
                <a:lnTo>
                  <a:pt x="29831" y="1972"/>
                </a:lnTo>
                <a:lnTo>
                  <a:pt x="46015" y="1972"/>
                </a:lnTo>
                <a:lnTo>
                  <a:pt x="45516" y="1904"/>
                </a:lnTo>
                <a:lnTo>
                  <a:pt x="45910" y="0"/>
                </a:lnTo>
                <a:close/>
              </a:path>
              <a:path w="86652" h="21943">
                <a:moveTo>
                  <a:pt x="45910" y="0"/>
                </a:moveTo>
                <a:lnTo>
                  <a:pt x="82575" y="12264"/>
                </a:lnTo>
                <a:lnTo>
                  <a:pt x="78835" y="12942"/>
                </a:lnTo>
                <a:lnTo>
                  <a:pt x="75790" y="13493"/>
                </a:lnTo>
                <a:lnTo>
                  <a:pt x="72229" y="14138"/>
                </a:lnTo>
                <a:lnTo>
                  <a:pt x="40177" y="19946"/>
                </a:lnTo>
                <a:lnTo>
                  <a:pt x="41188" y="19946"/>
                </a:lnTo>
                <a:lnTo>
                  <a:pt x="82448" y="14138"/>
                </a:lnTo>
                <a:lnTo>
                  <a:pt x="86652" y="13493"/>
                </a:lnTo>
                <a:lnTo>
                  <a:pt x="84986" y="12942"/>
                </a:lnTo>
                <a:lnTo>
                  <a:pt x="82940" y="12264"/>
                </a:lnTo>
              </a:path>
              <a:path w="86652" h="21943">
                <a:moveTo>
                  <a:pt x="29831" y="1972"/>
                </a:moveTo>
                <a:lnTo>
                  <a:pt x="3158" y="5243"/>
                </a:lnTo>
                <a:lnTo>
                  <a:pt x="19041" y="5243"/>
                </a:lnTo>
                <a:lnTo>
                  <a:pt x="45719" y="1972"/>
                </a:lnTo>
              </a:path>
              <a:path w="86652" h="21943">
                <a:moveTo>
                  <a:pt x="45719" y="1972"/>
                </a:moveTo>
                <a:lnTo>
                  <a:pt x="78835" y="12942"/>
                </a:lnTo>
                <a:lnTo>
                  <a:pt x="46015" y="1972"/>
                </a:lnTo>
              </a:path>
              <a:path w="86652" h="21943">
                <a:moveTo>
                  <a:pt x="3158" y="5243"/>
                </a:moveTo>
                <a:lnTo>
                  <a:pt x="0" y="5631"/>
                </a:lnTo>
                <a:lnTo>
                  <a:pt x="3598" y="7099"/>
                </a:lnTo>
                <a:lnTo>
                  <a:pt x="3911" y="7099"/>
                </a:lnTo>
                <a:lnTo>
                  <a:pt x="4102" y="5631"/>
                </a:lnTo>
                <a:lnTo>
                  <a:pt x="4152" y="5243"/>
                </a:lnTo>
              </a:path>
              <a:path w="86652" h="21943">
                <a:moveTo>
                  <a:pt x="4152" y="5243"/>
                </a:moveTo>
                <a:lnTo>
                  <a:pt x="7593" y="6647"/>
                </a:lnTo>
                <a:lnTo>
                  <a:pt x="3911" y="7099"/>
                </a:lnTo>
                <a:lnTo>
                  <a:pt x="8699" y="7099"/>
                </a:lnTo>
                <a:lnTo>
                  <a:pt x="7593" y="6647"/>
                </a:lnTo>
                <a:lnTo>
                  <a:pt x="19041" y="5243"/>
                </a:lnTo>
              </a:path>
              <a:path w="86652" h="21943">
                <a:moveTo>
                  <a:pt x="3598" y="7099"/>
                </a:moveTo>
                <a:lnTo>
                  <a:pt x="35085" y="19946"/>
                </a:lnTo>
                <a:lnTo>
                  <a:pt x="40177" y="19946"/>
                </a:lnTo>
                <a:lnTo>
                  <a:pt x="8699" y="7099"/>
                </a:lnTo>
              </a:path>
              <a:path w="86652" h="21943">
                <a:moveTo>
                  <a:pt x="35085" y="19946"/>
                </a:moveTo>
                <a:lnTo>
                  <a:pt x="40851" y="19993"/>
                </a:lnTo>
                <a:lnTo>
                  <a:pt x="41188" y="19946"/>
                </a:lnTo>
              </a:path>
              <a:path w="86652" h="21943">
                <a:moveTo>
                  <a:pt x="35201" y="19993"/>
                </a:moveTo>
                <a:lnTo>
                  <a:pt x="39979" y="21943"/>
                </a:lnTo>
                <a:lnTo>
                  <a:pt x="39916" y="19993"/>
                </a:lnTo>
              </a:path>
              <a:path w="86652" h="21943">
                <a:moveTo>
                  <a:pt x="39916" y="19993"/>
                </a:moveTo>
                <a:lnTo>
                  <a:pt x="40436" y="20052"/>
                </a:lnTo>
                <a:lnTo>
                  <a:pt x="40851" y="19993"/>
                </a:lnTo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561626" y="4317027"/>
            <a:ext cx="37058" cy="12942"/>
          </a:xfrm>
          <a:custGeom>
            <a:avLst/>
            <a:gdLst/>
            <a:ahLst/>
            <a:cxnLst/>
            <a:rect l="l" t="t" r="r" b="b"/>
            <a:pathLst>
              <a:path w="37058" h="12942">
                <a:moveTo>
                  <a:pt x="37058" y="12264"/>
                </a:moveTo>
                <a:lnTo>
                  <a:pt x="393" y="0"/>
                </a:lnTo>
                <a:lnTo>
                  <a:pt x="0" y="1904"/>
                </a:lnTo>
                <a:lnTo>
                  <a:pt x="419" y="1945"/>
                </a:lnTo>
                <a:lnTo>
                  <a:pt x="33318" y="12942"/>
                </a:lnTo>
                <a:lnTo>
                  <a:pt x="37058" y="12264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56025" y="4330520"/>
            <a:ext cx="46736" cy="8449"/>
          </a:xfrm>
          <a:custGeom>
            <a:avLst/>
            <a:gdLst/>
            <a:ahLst/>
            <a:cxnLst/>
            <a:rect l="l" t="t" r="r" b="b"/>
            <a:pathLst>
              <a:path w="46736" h="8449">
                <a:moveTo>
                  <a:pt x="46736" y="0"/>
                </a:moveTo>
                <a:lnTo>
                  <a:pt x="42532" y="645"/>
                </a:lnTo>
                <a:lnTo>
                  <a:pt x="520" y="6558"/>
                </a:lnTo>
                <a:lnTo>
                  <a:pt x="0" y="6499"/>
                </a:lnTo>
                <a:lnTo>
                  <a:pt x="63" y="8449"/>
                </a:lnTo>
                <a:lnTo>
                  <a:pt x="46736" y="0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520020" y="4322271"/>
            <a:ext cx="3681" cy="1855"/>
          </a:xfrm>
          <a:custGeom>
            <a:avLst/>
            <a:gdLst/>
            <a:ahLst/>
            <a:cxnLst/>
            <a:rect l="l" t="t" r="r" b="b"/>
            <a:pathLst>
              <a:path w="3681" h="1855">
                <a:moveTo>
                  <a:pt x="3681" y="1403"/>
                </a:moveTo>
                <a:lnTo>
                  <a:pt x="241" y="0"/>
                </a:lnTo>
                <a:lnTo>
                  <a:pt x="0" y="1855"/>
                </a:lnTo>
                <a:lnTo>
                  <a:pt x="3681" y="1403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86124" y="4307066"/>
            <a:ext cx="77050" cy="19961"/>
          </a:xfrm>
          <a:custGeom>
            <a:avLst/>
            <a:gdLst/>
            <a:ahLst/>
            <a:cxnLst/>
            <a:rect l="l" t="t" r="r" b="b"/>
            <a:pathLst>
              <a:path w="77050" h="19961">
                <a:moveTo>
                  <a:pt x="77050" y="14163"/>
                </a:moveTo>
                <a:lnTo>
                  <a:pt x="40754" y="0"/>
                </a:lnTo>
                <a:lnTo>
                  <a:pt x="0" y="5148"/>
                </a:lnTo>
                <a:lnTo>
                  <a:pt x="35013" y="19961"/>
                </a:lnTo>
                <a:lnTo>
                  <a:pt x="77050" y="14163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582441" y="4306078"/>
            <a:ext cx="84531" cy="21943"/>
          </a:xfrm>
          <a:custGeom>
            <a:avLst/>
            <a:gdLst/>
            <a:ahLst/>
            <a:cxnLst/>
            <a:rect l="l" t="t" r="r" b="b"/>
            <a:pathLst>
              <a:path w="84531" h="21943">
                <a:moveTo>
                  <a:pt x="44551" y="0"/>
                </a:moveTo>
                <a:lnTo>
                  <a:pt x="29590" y="1891"/>
                </a:lnTo>
                <a:lnTo>
                  <a:pt x="29128" y="1949"/>
                </a:lnTo>
                <a:lnTo>
                  <a:pt x="44551" y="1949"/>
                </a:lnTo>
                <a:lnTo>
                  <a:pt x="44081" y="1891"/>
                </a:lnTo>
                <a:lnTo>
                  <a:pt x="44551" y="0"/>
                </a:lnTo>
                <a:close/>
              </a:path>
              <a:path w="84531" h="21943">
                <a:moveTo>
                  <a:pt x="44551" y="0"/>
                </a:moveTo>
                <a:lnTo>
                  <a:pt x="44551" y="1949"/>
                </a:lnTo>
                <a:lnTo>
                  <a:pt x="49548" y="1949"/>
                </a:lnTo>
              </a:path>
              <a:path w="84531" h="21943">
                <a:moveTo>
                  <a:pt x="29128" y="1949"/>
                </a:moveTo>
                <a:lnTo>
                  <a:pt x="28886" y="1979"/>
                </a:lnTo>
                <a:lnTo>
                  <a:pt x="49626" y="1979"/>
                </a:lnTo>
              </a:path>
              <a:path w="84531" h="21943">
                <a:moveTo>
                  <a:pt x="28886" y="1979"/>
                </a:moveTo>
                <a:lnTo>
                  <a:pt x="3064" y="5243"/>
                </a:lnTo>
                <a:lnTo>
                  <a:pt x="18480" y="5243"/>
                </a:lnTo>
                <a:lnTo>
                  <a:pt x="44309" y="1979"/>
                </a:lnTo>
              </a:path>
              <a:path w="84531" h="21943">
                <a:moveTo>
                  <a:pt x="44309" y="1979"/>
                </a:moveTo>
                <a:lnTo>
                  <a:pt x="76924" y="14706"/>
                </a:lnTo>
                <a:lnTo>
                  <a:pt x="70455" y="15598"/>
                </a:lnTo>
                <a:lnTo>
                  <a:pt x="67148" y="16054"/>
                </a:lnTo>
                <a:lnTo>
                  <a:pt x="38831" y="19958"/>
                </a:lnTo>
                <a:lnTo>
                  <a:pt x="40087" y="19958"/>
                </a:lnTo>
                <a:lnTo>
                  <a:pt x="80378" y="16054"/>
                </a:lnTo>
                <a:lnTo>
                  <a:pt x="84531" y="15598"/>
                </a:lnTo>
                <a:lnTo>
                  <a:pt x="82245" y="14706"/>
                </a:lnTo>
                <a:lnTo>
                  <a:pt x="49626" y="1979"/>
                </a:lnTo>
              </a:path>
              <a:path w="84531" h="21943">
                <a:moveTo>
                  <a:pt x="3064" y="5243"/>
                </a:moveTo>
                <a:lnTo>
                  <a:pt x="0" y="5631"/>
                </a:lnTo>
                <a:lnTo>
                  <a:pt x="3472" y="7099"/>
                </a:lnTo>
                <a:lnTo>
                  <a:pt x="3797" y="7099"/>
                </a:lnTo>
                <a:lnTo>
                  <a:pt x="3998" y="5631"/>
                </a:lnTo>
                <a:lnTo>
                  <a:pt x="4051" y="5243"/>
                </a:lnTo>
              </a:path>
              <a:path w="84531" h="21943">
                <a:moveTo>
                  <a:pt x="4051" y="5243"/>
                </a:moveTo>
                <a:lnTo>
                  <a:pt x="7369" y="6647"/>
                </a:lnTo>
                <a:lnTo>
                  <a:pt x="18480" y="5243"/>
                </a:lnTo>
              </a:path>
              <a:path w="84531" h="21943">
                <a:moveTo>
                  <a:pt x="7369" y="6647"/>
                </a:moveTo>
                <a:lnTo>
                  <a:pt x="3797" y="7099"/>
                </a:lnTo>
                <a:lnTo>
                  <a:pt x="8437" y="7099"/>
                </a:lnTo>
              </a:path>
              <a:path w="84531" h="21943">
                <a:moveTo>
                  <a:pt x="3472" y="7099"/>
                </a:moveTo>
                <a:lnTo>
                  <a:pt x="33887" y="19958"/>
                </a:lnTo>
                <a:lnTo>
                  <a:pt x="38831" y="19958"/>
                </a:lnTo>
                <a:lnTo>
                  <a:pt x="8437" y="7099"/>
                </a:lnTo>
              </a:path>
              <a:path w="84531" h="21943">
                <a:moveTo>
                  <a:pt x="33887" y="19958"/>
                </a:moveTo>
                <a:lnTo>
                  <a:pt x="39733" y="19992"/>
                </a:lnTo>
                <a:lnTo>
                  <a:pt x="40087" y="19958"/>
                </a:lnTo>
              </a:path>
              <a:path w="84531" h="21943">
                <a:moveTo>
                  <a:pt x="33968" y="19992"/>
                </a:moveTo>
                <a:lnTo>
                  <a:pt x="38582" y="21943"/>
                </a:lnTo>
                <a:lnTo>
                  <a:pt x="38582" y="19992"/>
                </a:lnTo>
              </a:path>
              <a:path w="84531" h="21943">
                <a:moveTo>
                  <a:pt x="38582" y="19992"/>
                </a:moveTo>
                <a:lnTo>
                  <a:pt x="39065" y="20057"/>
                </a:lnTo>
                <a:lnTo>
                  <a:pt x="39733" y="19992"/>
                </a:lnTo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621024" y="4321676"/>
            <a:ext cx="45948" cy="6344"/>
          </a:xfrm>
          <a:custGeom>
            <a:avLst/>
            <a:gdLst/>
            <a:ahLst/>
            <a:cxnLst/>
            <a:rect l="l" t="t" r="r" b="b"/>
            <a:pathLst>
              <a:path w="45948" h="6344">
                <a:moveTo>
                  <a:pt x="45948" y="0"/>
                </a:moveTo>
                <a:lnTo>
                  <a:pt x="41795" y="455"/>
                </a:lnTo>
                <a:lnTo>
                  <a:pt x="482" y="4458"/>
                </a:lnTo>
                <a:lnTo>
                  <a:pt x="0" y="4394"/>
                </a:lnTo>
                <a:lnTo>
                  <a:pt x="0" y="6344"/>
                </a:lnTo>
                <a:lnTo>
                  <a:pt x="45948" y="0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86238" y="4311322"/>
            <a:ext cx="3572" cy="1855"/>
          </a:xfrm>
          <a:custGeom>
            <a:avLst/>
            <a:gdLst/>
            <a:ahLst/>
            <a:cxnLst/>
            <a:rect l="l" t="t" r="r" b="b"/>
            <a:pathLst>
              <a:path w="3572" h="1855">
                <a:moveTo>
                  <a:pt x="3572" y="1404"/>
                </a:moveTo>
                <a:lnTo>
                  <a:pt x="253" y="0"/>
                </a:lnTo>
                <a:lnTo>
                  <a:pt x="0" y="1855"/>
                </a:lnTo>
                <a:lnTo>
                  <a:pt x="3572" y="1404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626523" y="4306078"/>
            <a:ext cx="469" cy="1949"/>
          </a:xfrm>
          <a:custGeom>
            <a:avLst/>
            <a:gdLst/>
            <a:ahLst/>
            <a:cxnLst/>
            <a:rect l="l" t="t" r="r" b="b"/>
            <a:pathLst>
              <a:path w="469" h="1949">
                <a:moveTo>
                  <a:pt x="469" y="0"/>
                </a:moveTo>
                <a:lnTo>
                  <a:pt x="0" y="1891"/>
                </a:lnTo>
                <a:lnTo>
                  <a:pt x="469" y="1949"/>
                </a:lnTo>
                <a:lnTo>
                  <a:pt x="469" y="0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650437" y="4296121"/>
            <a:ext cx="78320" cy="18028"/>
          </a:xfrm>
          <a:custGeom>
            <a:avLst/>
            <a:gdLst/>
            <a:ahLst/>
            <a:cxnLst/>
            <a:rect l="l" t="t" r="r" b="b"/>
            <a:pathLst>
              <a:path w="78320" h="18028">
                <a:moveTo>
                  <a:pt x="78320" y="12233"/>
                </a:moveTo>
                <a:lnTo>
                  <a:pt x="42659" y="0"/>
                </a:lnTo>
                <a:lnTo>
                  <a:pt x="0" y="6440"/>
                </a:lnTo>
                <a:lnTo>
                  <a:pt x="36931" y="18028"/>
                </a:lnTo>
                <a:lnTo>
                  <a:pt x="78320" y="12233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646157" y="4295134"/>
            <a:ext cx="86728" cy="20002"/>
          </a:xfrm>
          <a:custGeom>
            <a:avLst/>
            <a:gdLst/>
            <a:ahLst/>
            <a:cxnLst/>
            <a:rect l="l" t="t" r="r" b="b"/>
            <a:pathLst>
              <a:path w="86728" h="20002">
                <a:moveTo>
                  <a:pt x="41084" y="18063"/>
                </a:moveTo>
                <a:lnTo>
                  <a:pt x="41490" y="18097"/>
                </a:lnTo>
                <a:lnTo>
                  <a:pt x="82296" y="14138"/>
                </a:lnTo>
                <a:lnTo>
                  <a:pt x="86728" y="13613"/>
                </a:lnTo>
                <a:lnTo>
                  <a:pt x="47028" y="0"/>
                </a:lnTo>
                <a:lnTo>
                  <a:pt x="82473" y="12268"/>
                </a:lnTo>
                <a:lnTo>
                  <a:pt x="78474" y="12828"/>
                </a:lnTo>
                <a:lnTo>
                  <a:pt x="41289" y="18034"/>
                </a:lnTo>
                <a:lnTo>
                  <a:pt x="8548" y="7756"/>
                </a:lnTo>
                <a:lnTo>
                  <a:pt x="4419" y="8379"/>
                </a:lnTo>
                <a:lnTo>
                  <a:pt x="4559" y="6503"/>
                </a:lnTo>
                <a:lnTo>
                  <a:pt x="8548" y="7756"/>
                </a:lnTo>
                <a:lnTo>
                  <a:pt x="46839" y="1975"/>
                </a:lnTo>
                <a:lnTo>
                  <a:pt x="78474" y="12828"/>
                </a:lnTo>
                <a:lnTo>
                  <a:pt x="47078" y="1939"/>
                </a:lnTo>
                <a:lnTo>
                  <a:pt x="46634" y="1905"/>
                </a:lnTo>
                <a:lnTo>
                  <a:pt x="47028" y="0"/>
                </a:lnTo>
                <a:lnTo>
                  <a:pt x="0" y="7089"/>
                </a:lnTo>
                <a:lnTo>
                  <a:pt x="41135" y="20002"/>
                </a:lnTo>
                <a:lnTo>
                  <a:pt x="41084" y="18063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692791" y="4295134"/>
            <a:ext cx="35839" cy="12828"/>
          </a:xfrm>
          <a:custGeom>
            <a:avLst/>
            <a:gdLst/>
            <a:ahLst/>
            <a:cxnLst/>
            <a:rect l="l" t="t" r="r" b="b"/>
            <a:pathLst>
              <a:path w="35839" h="12828">
                <a:moveTo>
                  <a:pt x="35839" y="12268"/>
                </a:moveTo>
                <a:lnTo>
                  <a:pt x="393" y="0"/>
                </a:lnTo>
                <a:lnTo>
                  <a:pt x="0" y="1905"/>
                </a:lnTo>
                <a:lnTo>
                  <a:pt x="444" y="1939"/>
                </a:lnTo>
                <a:lnTo>
                  <a:pt x="31840" y="12828"/>
                </a:lnTo>
                <a:lnTo>
                  <a:pt x="35839" y="12268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687241" y="4308748"/>
            <a:ext cx="45643" cy="6389"/>
          </a:xfrm>
          <a:custGeom>
            <a:avLst/>
            <a:gdLst/>
            <a:ahLst/>
            <a:cxnLst/>
            <a:rect l="l" t="t" r="r" b="b"/>
            <a:pathLst>
              <a:path w="45643" h="6389">
                <a:moveTo>
                  <a:pt x="45643" y="0"/>
                </a:moveTo>
                <a:lnTo>
                  <a:pt x="41211" y="525"/>
                </a:lnTo>
                <a:lnTo>
                  <a:pt x="406" y="4484"/>
                </a:lnTo>
                <a:lnTo>
                  <a:pt x="0" y="4450"/>
                </a:lnTo>
                <a:lnTo>
                  <a:pt x="50" y="6389"/>
                </a:lnTo>
                <a:lnTo>
                  <a:pt x="45643" y="0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650576" y="4301638"/>
            <a:ext cx="4129" cy="1875"/>
          </a:xfrm>
          <a:custGeom>
            <a:avLst/>
            <a:gdLst/>
            <a:ahLst/>
            <a:cxnLst/>
            <a:rect l="l" t="t" r="r" b="b"/>
            <a:pathLst>
              <a:path w="4129" h="1875">
                <a:moveTo>
                  <a:pt x="4129" y="1252"/>
                </a:moveTo>
                <a:lnTo>
                  <a:pt x="139" y="0"/>
                </a:lnTo>
                <a:lnTo>
                  <a:pt x="0" y="1875"/>
                </a:lnTo>
                <a:lnTo>
                  <a:pt x="4129" y="1252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715385" y="4283243"/>
            <a:ext cx="79590" cy="19958"/>
          </a:xfrm>
          <a:custGeom>
            <a:avLst/>
            <a:gdLst/>
            <a:ahLst/>
            <a:cxnLst/>
            <a:rect l="l" t="t" r="r" b="b"/>
            <a:pathLst>
              <a:path w="79590" h="19958">
                <a:moveTo>
                  <a:pt x="79590" y="14163"/>
                </a:moveTo>
                <a:lnTo>
                  <a:pt x="42659" y="0"/>
                </a:lnTo>
                <a:lnTo>
                  <a:pt x="0" y="8369"/>
                </a:lnTo>
                <a:lnTo>
                  <a:pt x="36931" y="19958"/>
                </a:lnTo>
                <a:lnTo>
                  <a:pt x="79590" y="14163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778427" y="4273584"/>
            <a:ext cx="81495" cy="19963"/>
          </a:xfrm>
          <a:custGeom>
            <a:avLst/>
            <a:gdLst/>
            <a:ahLst/>
            <a:cxnLst/>
            <a:rect l="l" t="t" r="r" b="b"/>
            <a:pathLst>
              <a:path w="81495" h="19963">
                <a:moveTo>
                  <a:pt x="81495" y="12233"/>
                </a:moveTo>
                <a:lnTo>
                  <a:pt x="43929" y="0"/>
                </a:lnTo>
                <a:lnTo>
                  <a:pt x="0" y="5154"/>
                </a:lnTo>
                <a:lnTo>
                  <a:pt x="38201" y="19963"/>
                </a:lnTo>
                <a:lnTo>
                  <a:pt x="81495" y="12233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845280" y="4262640"/>
            <a:ext cx="78955" cy="19312"/>
          </a:xfrm>
          <a:custGeom>
            <a:avLst/>
            <a:gdLst/>
            <a:ahLst/>
            <a:cxnLst/>
            <a:rect l="l" t="t" r="r" b="b"/>
            <a:pathLst>
              <a:path w="78955" h="19312">
                <a:moveTo>
                  <a:pt x="78955" y="13519"/>
                </a:moveTo>
                <a:lnTo>
                  <a:pt x="40754" y="0"/>
                </a:lnTo>
                <a:lnTo>
                  <a:pt x="0" y="5149"/>
                </a:lnTo>
                <a:lnTo>
                  <a:pt x="38201" y="19312"/>
                </a:lnTo>
                <a:lnTo>
                  <a:pt x="78955" y="13519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909593" y="4251697"/>
            <a:ext cx="81495" cy="17382"/>
          </a:xfrm>
          <a:custGeom>
            <a:avLst/>
            <a:gdLst/>
            <a:ahLst/>
            <a:cxnLst/>
            <a:rect l="l" t="t" r="r" b="b"/>
            <a:pathLst>
              <a:path w="81495" h="17382">
                <a:moveTo>
                  <a:pt x="81495" y="11588"/>
                </a:moveTo>
                <a:lnTo>
                  <a:pt x="42659" y="0"/>
                </a:lnTo>
                <a:lnTo>
                  <a:pt x="0" y="6433"/>
                </a:lnTo>
                <a:lnTo>
                  <a:pt x="38201" y="17382"/>
                </a:lnTo>
                <a:lnTo>
                  <a:pt x="81495" y="11588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700094" y="4289037"/>
            <a:ext cx="273812" cy="66963"/>
          </a:xfrm>
          <a:custGeom>
            <a:avLst/>
            <a:gdLst/>
            <a:ahLst/>
            <a:cxnLst/>
            <a:rect l="l" t="t" r="r" b="b"/>
            <a:pathLst>
              <a:path w="273812" h="66963">
                <a:moveTo>
                  <a:pt x="273812" y="33482"/>
                </a:moveTo>
                <a:lnTo>
                  <a:pt x="182753" y="0"/>
                </a:lnTo>
                <a:lnTo>
                  <a:pt x="0" y="31551"/>
                </a:lnTo>
                <a:lnTo>
                  <a:pt x="91693" y="66963"/>
                </a:lnTo>
                <a:lnTo>
                  <a:pt x="273812" y="33482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393821" y="4304491"/>
            <a:ext cx="245795" cy="117182"/>
          </a:xfrm>
          <a:custGeom>
            <a:avLst/>
            <a:gdLst/>
            <a:ahLst/>
            <a:cxnLst/>
            <a:rect l="l" t="t" r="r" b="b"/>
            <a:pathLst>
              <a:path w="245795" h="117182">
                <a:moveTo>
                  <a:pt x="245795" y="88855"/>
                </a:moveTo>
                <a:lnTo>
                  <a:pt x="0" y="0"/>
                </a:lnTo>
                <a:lnTo>
                  <a:pt x="0" y="26396"/>
                </a:lnTo>
                <a:lnTo>
                  <a:pt x="245795" y="117182"/>
                </a:lnTo>
                <a:lnTo>
                  <a:pt x="245795" y="88855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314217" y="3813111"/>
            <a:ext cx="827468" cy="616201"/>
          </a:xfrm>
          <a:custGeom>
            <a:avLst/>
            <a:gdLst/>
            <a:ahLst/>
            <a:cxnLst/>
            <a:rect l="l" t="t" r="r" b="b"/>
            <a:pathLst>
              <a:path w="827468" h="616201">
                <a:moveTo>
                  <a:pt x="503034" y="16421"/>
                </a:moveTo>
                <a:lnTo>
                  <a:pt x="513626" y="8877"/>
                </a:lnTo>
                <a:lnTo>
                  <a:pt x="526013" y="761"/>
                </a:lnTo>
                <a:lnTo>
                  <a:pt x="515829" y="761"/>
                </a:lnTo>
                <a:lnTo>
                  <a:pt x="500888" y="1765"/>
                </a:lnTo>
                <a:lnTo>
                  <a:pt x="502259" y="16522"/>
                </a:lnTo>
                <a:lnTo>
                  <a:pt x="503034" y="16421"/>
                </a:lnTo>
                <a:close/>
              </a:path>
              <a:path w="827468" h="616201">
                <a:moveTo>
                  <a:pt x="72847" y="487079"/>
                </a:moveTo>
                <a:lnTo>
                  <a:pt x="68376" y="481309"/>
                </a:lnTo>
                <a:lnTo>
                  <a:pt x="58966" y="493414"/>
                </a:lnTo>
                <a:lnTo>
                  <a:pt x="72288" y="498924"/>
                </a:lnTo>
                <a:lnTo>
                  <a:pt x="76835" y="500805"/>
                </a:lnTo>
                <a:lnTo>
                  <a:pt x="72847" y="487079"/>
                </a:lnTo>
                <a:close/>
              </a:path>
              <a:path w="827468" h="616201">
                <a:moveTo>
                  <a:pt x="16576" y="102743"/>
                </a:moveTo>
                <a:lnTo>
                  <a:pt x="15532" y="95610"/>
                </a:lnTo>
                <a:lnTo>
                  <a:pt x="9550" y="103990"/>
                </a:lnTo>
                <a:lnTo>
                  <a:pt x="16576" y="102743"/>
                </a:lnTo>
                <a:close/>
              </a:path>
              <a:path w="827468" h="616201">
                <a:moveTo>
                  <a:pt x="521360" y="15227"/>
                </a:moveTo>
                <a:lnTo>
                  <a:pt x="514577" y="15687"/>
                </a:lnTo>
                <a:lnTo>
                  <a:pt x="568985" y="405317"/>
                </a:lnTo>
                <a:lnTo>
                  <a:pt x="521360" y="15227"/>
                </a:lnTo>
                <a:close/>
              </a:path>
              <a:path w="827468" h="616201">
                <a:moveTo>
                  <a:pt x="527283" y="761"/>
                </a:moveTo>
                <a:lnTo>
                  <a:pt x="578243" y="393034"/>
                </a:lnTo>
                <a:lnTo>
                  <a:pt x="582287" y="394589"/>
                </a:lnTo>
                <a:lnTo>
                  <a:pt x="527283" y="761"/>
                </a:lnTo>
                <a:close/>
              </a:path>
              <a:path w="827468" h="616201">
                <a:moveTo>
                  <a:pt x="322881" y="600926"/>
                </a:moveTo>
                <a:lnTo>
                  <a:pt x="86931" y="513250"/>
                </a:lnTo>
                <a:lnTo>
                  <a:pt x="320941" y="601270"/>
                </a:lnTo>
                <a:lnTo>
                  <a:pt x="322881" y="600926"/>
                </a:lnTo>
                <a:close/>
              </a:path>
              <a:path w="827468" h="616201">
                <a:moveTo>
                  <a:pt x="86931" y="518421"/>
                </a:moveTo>
                <a:lnTo>
                  <a:pt x="82130" y="511467"/>
                </a:lnTo>
                <a:lnTo>
                  <a:pt x="86931" y="513250"/>
                </a:lnTo>
                <a:lnTo>
                  <a:pt x="86931" y="488984"/>
                </a:lnTo>
                <a:lnTo>
                  <a:pt x="72236" y="482906"/>
                </a:lnTo>
                <a:lnTo>
                  <a:pt x="16576" y="102743"/>
                </a:lnTo>
                <a:lnTo>
                  <a:pt x="9550" y="103990"/>
                </a:lnTo>
                <a:lnTo>
                  <a:pt x="15532" y="95610"/>
                </a:lnTo>
                <a:lnTo>
                  <a:pt x="16576" y="102743"/>
                </a:lnTo>
                <a:lnTo>
                  <a:pt x="502586" y="16500"/>
                </a:lnTo>
                <a:lnTo>
                  <a:pt x="514577" y="15687"/>
                </a:lnTo>
                <a:lnTo>
                  <a:pt x="521360" y="15227"/>
                </a:lnTo>
                <a:lnTo>
                  <a:pt x="568985" y="405317"/>
                </a:lnTo>
                <a:lnTo>
                  <a:pt x="582891" y="398913"/>
                </a:lnTo>
                <a:lnTo>
                  <a:pt x="812825" y="493955"/>
                </a:lnTo>
                <a:lnTo>
                  <a:pt x="827468" y="488849"/>
                </a:lnTo>
                <a:lnTo>
                  <a:pt x="582287" y="394589"/>
                </a:lnTo>
                <a:lnTo>
                  <a:pt x="578243" y="393034"/>
                </a:lnTo>
                <a:lnTo>
                  <a:pt x="527276" y="761"/>
                </a:lnTo>
                <a:lnTo>
                  <a:pt x="526013" y="761"/>
                </a:lnTo>
                <a:lnTo>
                  <a:pt x="513626" y="8877"/>
                </a:lnTo>
                <a:lnTo>
                  <a:pt x="503034" y="16421"/>
                </a:lnTo>
                <a:lnTo>
                  <a:pt x="502259" y="16522"/>
                </a:lnTo>
                <a:lnTo>
                  <a:pt x="500888" y="1765"/>
                </a:lnTo>
                <a:lnTo>
                  <a:pt x="1282" y="90422"/>
                </a:lnTo>
                <a:lnTo>
                  <a:pt x="1282" y="99411"/>
                </a:lnTo>
                <a:lnTo>
                  <a:pt x="58966" y="493414"/>
                </a:lnTo>
                <a:lnTo>
                  <a:pt x="68376" y="481309"/>
                </a:lnTo>
                <a:lnTo>
                  <a:pt x="72847" y="487079"/>
                </a:lnTo>
                <a:lnTo>
                  <a:pt x="76835" y="500805"/>
                </a:lnTo>
                <a:lnTo>
                  <a:pt x="72288" y="498924"/>
                </a:lnTo>
                <a:lnTo>
                  <a:pt x="72288" y="523591"/>
                </a:lnTo>
                <a:lnTo>
                  <a:pt x="321525" y="616201"/>
                </a:lnTo>
                <a:lnTo>
                  <a:pt x="86931" y="518421"/>
                </a:lnTo>
                <a:close/>
              </a:path>
              <a:path w="827468" h="616201">
                <a:moveTo>
                  <a:pt x="827468" y="526577"/>
                </a:moveTo>
                <a:lnTo>
                  <a:pt x="324726" y="601611"/>
                </a:lnTo>
                <a:lnTo>
                  <a:pt x="812825" y="514127"/>
                </a:lnTo>
                <a:lnTo>
                  <a:pt x="322881" y="600926"/>
                </a:lnTo>
                <a:lnTo>
                  <a:pt x="320941" y="601270"/>
                </a:lnTo>
                <a:lnTo>
                  <a:pt x="86931" y="513250"/>
                </a:lnTo>
                <a:lnTo>
                  <a:pt x="82130" y="511467"/>
                </a:lnTo>
                <a:lnTo>
                  <a:pt x="86931" y="518421"/>
                </a:lnTo>
                <a:lnTo>
                  <a:pt x="321525" y="616201"/>
                </a:lnTo>
                <a:lnTo>
                  <a:pt x="827468" y="526577"/>
                </a:lnTo>
                <a:close/>
              </a:path>
              <a:path w="827468" h="616201">
                <a:moveTo>
                  <a:pt x="827468" y="526577"/>
                </a:moveTo>
                <a:lnTo>
                  <a:pt x="827468" y="488849"/>
                </a:lnTo>
                <a:lnTo>
                  <a:pt x="812825" y="493955"/>
                </a:lnTo>
                <a:lnTo>
                  <a:pt x="582891" y="398913"/>
                </a:lnTo>
                <a:lnTo>
                  <a:pt x="568985" y="405317"/>
                </a:lnTo>
                <a:lnTo>
                  <a:pt x="812825" y="499063"/>
                </a:lnTo>
                <a:lnTo>
                  <a:pt x="817537" y="500875"/>
                </a:lnTo>
                <a:lnTo>
                  <a:pt x="818883" y="513054"/>
                </a:lnTo>
                <a:lnTo>
                  <a:pt x="812825" y="520352"/>
                </a:lnTo>
                <a:lnTo>
                  <a:pt x="812825" y="514127"/>
                </a:lnTo>
                <a:lnTo>
                  <a:pt x="324726" y="601611"/>
                </a:lnTo>
                <a:lnTo>
                  <a:pt x="827468" y="526577"/>
                </a:lnTo>
                <a:close/>
              </a:path>
              <a:path w="827468" h="616201">
                <a:moveTo>
                  <a:pt x="818883" y="513054"/>
                </a:moveTo>
                <a:lnTo>
                  <a:pt x="817537" y="500875"/>
                </a:lnTo>
                <a:lnTo>
                  <a:pt x="812825" y="499063"/>
                </a:lnTo>
                <a:lnTo>
                  <a:pt x="812825" y="520352"/>
                </a:lnTo>
                <a:lnTo>
                  <a:pt x="818883" y="513054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388093" y="3880187"/>
            <a:ext cx="446366" cy="3773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919956" y="4592027"/>
            <a:ext cx="37096" cy="51424"/>
          </a:xfrm>
          <a:custGeom>
            <a:avLst/>
            <a:gdLst/>
            <a:ahLst/>
            <a:cxnLst/>
            <a:rect l="l" t="t" r="r" b="b"/>
            <a:pathLst>
              <a:path w="37096" h="51424">
                <a:moveTo>
                  <a:pt x="28524" y="510"/>
                </a:moveTo>
                <a:lnTo>
                  <a:pt x="25869" y="1527"/>
                </a:lnTo>
                <a:lnTo>
                  <a:pt x="23190" y="2548"/>
                </a:lnTo>
                <a:lnTo>
                  <a:pt x="20053" y="4607"/>
                </a:lnTo>
                <a:lnTo>
                  <a:pt x="16446" y="7708"/>
                </a:lnTo>
                <a:lnTo>
                  <a:pt x="16446" y="182"/>
                </a:lnTo>
                <a:lnTo>
                  <a:pt x="0" y="182"/>
                </a:lnTo>
                <a:lnTo>
                  <a:pt x="0" y="51424"/>
                </a:lnTo>
                <a:lnTo>
                  <a:pt x="16446" y="51424"/>
                </a:lnTo>
                <a:lnTo>
                  <a:pt x="16446" y="17109"/>
                </a:lnTo>
                <a:lnTo>
                  <a:pt x="18516" y="16380"/>
                </a:lnTo>
                <a:lnTo>
                  <a:pt x="20434" y="15864"/>
                </a:lnTo>
                <a:lnTo>
                  <a:pt x="22212" y="15557"/>
                </a:lnTo>
                <a:lnTo>
                  <a:pt x="24002" y="15253"/>
                </a:lnTo>
                <a:lnTo>
                  <a:pt x="26060" y="15100"/>
                </a:lnTo>
                <a:lnTo>
                  <a:pt x="29438" y="15100"/>
                </a:lnTo>
                <a:lnTo>
                  <a:pt x="30721" y="15159"/>
                </a:lnTo>
                <a:lnTo>
                  <a:pt x="32270" y="15284"/>
                </a:lnTo>
                <a:lnTo>
                  <a:pt x="33807" y="15407"/>
                </a:lnTo>
                <a:lnTo>
                  <a:pt x="34937" y="15586"/>
                </a:lnTo>
                <a:lnTo>
                  <a:pt x="35623" y="15834"/>
                </a:lnTo>
                <a:lnTo>
                  <a:pt x="37096" y="15834"/>
                </a:lnTo>
                <a:lnTo>
                  <a:pt x="37096" y="182"/>
                </a:lnTo>
                <a:lnTo>
                  <a:pt x="36550" y="123"/>
                </a:lnTo>
                <a:lnTo>
                  <a:pt x="35902" y="73"/>
                </a:lnTo>
                <a:lnTo>
                  <a:pt x="35166" y="44"/>
                </a:lnTo>
                <a:lnTo>
                  <a:pt x="34455" y="13"/>
                </a:lnTo>
                <a:lnTo>
                  <a:pt x="33794" y="0"/>
                </a:lnTo>
                <a:lnTo>
                  <a:pt x="30975" y="0"/>
                </a:lnTo>
                <a:lnTo>
                  <a:pt x="28524" y="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731323" y="4590797"/>
            <a:ext cx="47815" cy="54024"/>
          </a:xfrm>
          <a:custGeom>
            <a:avLst/>
            <a:gdLst/>
            <a:ahLst/>
            <a:cxnLst/>
            <a:rect l="l" t="t" r="r" b="b"/>
            <a:pathLst>
              <a:path w="47815" h="54024">
                <a:moveTo>
                  <a:pt x="749" y="35723"/>
                </a:moveTo>
                <a:lnTo>
                  <a:pt x="2235" y="39102"/>
                </a:lnTo>
                <a:lnTo>
                  <a:pt x="3733" y="42480"/>
                </a:lnTo>
                <a:lnTo>
                  <a:pt x="5816" y="45278"/>
                </a:lnTo>
                <a:lnTo>
                  <a:pt x="8534" y="47495"/>
                </a:lnTo>
                <a:lnTo>
                  <a:pt x="11264" y="49717"/>
                </a:lnTo>
                <a:lnTo>
                  <a:pt x="14477" y="51360"/>
                </a:lnTo>
                <a:lnTo>
                  <a:pt x="18161" y="52421"/>
                </a:lnTo>
                <a:lnTo>
                  <a:pt x="21856" y="53488"/>
                </a:lnTo>
                <a:lnTo>
                  <a:pt x="25933" y="54024"/>
                </a:lnTo>
                <a:lnTo>
                  <a:pt x="33807" y="54024"/>
                </a:lnTo>
                <a:lnTo>
                  <a:pt x="36918" y="53667"/>
                </a:lnTo>
                <a:lnTo>
                  <a:pt x="39725" y="52947"/>
                </a:lnTo>
                <a:lnTo>
                  <a:pt x="42532" y="52233"/>
                </a:lnTo>
                <a:lnTo>
                  <a:pt x="45237" y="51271"/>
                </a:lnTo>
                <a:lnTo>
                  <a:pt x="47815" y="50050"/>
                </a:lnTo>
                <a:lnTo>
                  <a:pt x="47815" y="36046"/>
                </a:lnTo>
                <a:lnTo>
                  <a:pt x="45491" y="36046"/>
                </a:lnTo>
                <a:lnTo>
                  <a:pt x="44818" y="36685"/>
                </a:lnTo>
                <a:lnTo>
                  <a:pt x="44094" y="37335"/>
                </a:lnTo>
                <a:lnTo>
                  <a:pt x="43307" y="38006"/>
                </a:lnTo>
                <a:lnTo>
                  <a:pt x="42519" y="38675"/>
                </a:lnTo>
                <a:lnTo>
                  <a:pt x="41605" y="39315"/>
                </a:lnTo>
                <a:lnTo>
                  <a:pt x="40576" y="39919"/>
                </a:lnTo>
                <a:lnTo>
                  <a:pt x="39484" y="40559"/>
                </a:lnTo>
                <a:lnTo>
                  <a:pt x="38100" y="41116"/>
                </a:lnTo>
                <a:lnTo>
                  <a:pt x="36461" y="41587"/>
                </a:lnTo>
                <a:lnTo>
                  <a:pt x="34810" y="42058"/>
                </a:lnTo>
                <a:lnTo>
                  <a:pt x="32956" y="42296"/>
                </a:lnTo>
                <a:lnTo>
                  <a:pt x="26454" y="42296"/>
                </a:lnTo>
                <a:lnTo>
                  <a:pt x="23037" y="41017"/>
                </a:lnTo>
                <a:lnTo>
                  <a:pt x="20624" y="38461"/>
                </a:lnTo>
                <a:lnTo>
                  <a:pt x="18211" y="35906"/>
                </a:lnTo>
                <a:lnTo>
                  <a:pt x="17005" y="32166"/>
                </a:lnTo>
                <a:lnTo>
                  <a:pt x="17005" y="22462"/>
                </a:lnTo>
                <a:lnTo>
                  <a:pt x="18173" y="18682"/>
                </a:lnTo>
                <a:lnTo>
                  <a:pt x="20523" y="15899"/>
                </a:lnTo>
                <a:lnTo>
                  <a:pt x="22885" y="13116"/>
                </a:lnTo>
                <a:lnTo>
                  <a:pt x="26238" y="11722"/>
                </a:lnTo>
                <a:lnTo>
                  <a:pt x="32588" y="11722"/>
                </a:lnTo>
                <a:lnTo>
                  <a:pt x="34315" y="11945"/>
                </a:lnTo>
                <a:lnTo>
                  <a:pt x="35801" y="12387"/>
                </a:lnTo>
                <a:lnTo>
                  <a:pt x="37287" y="12828"/>
                </a:lnTo>
                <a:lnTo>
                  <a:pt x="38658" y="13384"/>
                </a:lnTo>
                <a:lnTo>
                  <a:pt x="39890" y="14048"/>
                </a:lnTo>
                <a:lnTo>
                  <a:pt x="41211" y="14748"/>
                </a:lnTo>
                <a:lnTo>
                  <a:pt x="42303" y="15467"/>
                </a:lnTo>
                <a:lnTo>
                  <a:pt x="43192" y="16197"/>
                </a:lnTo>
                <a:lnTo>
                  <a:pt x="44094" y="16926"/>
                </a:lnTo>
                <a:lnTo>
                  <a:pt x="44856" y="17566"/>
                </a:lnTo>
                <a:lnTo>
                  <a:pt x="45491" y="18111"/>
                </a:lnTo>
                <a:lnTo>
                  <a:pt x="47815" y="18111"/>
                </a:lnTo>
                <a:lnTo>
                  <a:pt x="47815" y="4107"/>
                </a:lnTo>
                <a:lnTo>
                  <a:pt x="45262" y="2886"/>
                </a:lnTo>
                <a:lnTo>
                  <a:pt x="42519" y="1899"/>
                </a:lnTo>
                <a:lnTo>
                  <a:pt x="39560" y="1135"/>
                </a:lnTo>
                <a:lnTo>
                  <a:pt x="36614" y="377"/>
                </a:lnTo>
                <a:lnTo>
                  <a:pt x="33388" y="0"/>
                </a:lnTo>
                <a:lnTo>
                  <a:pt x="26009" y="0"/>
                </a:lnTo>
                <a:lnTo>
                  <a:pt x="22275" y="500"/>
                </a:lnTo>
                <a:lnTo>
                  <a:pt x="18656" y="1502"/>
                </a:lnTo>
                <a:lnTo>
                  <a:pt x="15036" y="2504"/>
                </a:lnTo>
                <a:lnTo>
                  <a:pt x="11849" y="4088"/>
                </a:lnTo>
                <a:lnTo>
                  <a:pt x="9067" y="6250"/>
                </a:lnTo>
                <a:lnTo>
                  <a:pt x="6223" y="8533"/>
                </a:lnTo>
                <a:lnTo>
                  <a:pt x="3987" y="11404"/>
                </a:lnTo>
                <a:lnTo>
                  <a:pt x="2400" y="14872"/>
                </a:lnTo>
                <a:lnTo>
                  <a:pt x="800" y="18340"/>
                </a:lnTo>
                <a:lnTo>
                  <a:pt x="0" y="22462"/>
                </a:lnTo>
                <a:lnTo>
                  <a:pt x="0" y="31769"/>
                </a:lnTo>
                <a:lnTo>
                  <a:pt x="749" y="35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667036" y="4590752"/>
            <a:ext cx="51079" cy="54068"/>
          </a:xfrm>
          <a:custGeom>
            <a:avLst/>
            <a:gdLst/>
            <a:ahLst/>
            <a:cxnLst/>
            <a:rect l="l" t="t" r="r" b="b"/>
            <a:pathLst>
              <a:path w="51079" h="54068">
                <a:moveTo>
                  <a:pt x="16675" y="35048"/>
                </a:moveTo>
                <a:lnTo>
                  <a:pt x="17119" y="33754"/>
                </a:lnTo>
                <a:lnTo>
                  <a:pt x="17970" y="32765"/>
                </a:lnTo>
                <a:lnTo>
                  <a:pt x="20916" y="20299"/>
                </a:lnTo>
                <a:lnTo>
                  <a:pt x="16421" y="20880"/>
                </a:lnTo>
                <a:lnTo>
                  <a:pt x="12649" y="21852"/>
                </a:lnTo>
                <a:lnTo>
                  <a:pt x="9613" y="23221"/>
                </a:lnTo>
                <a:lnTo>
                  <a:pt x="6540" y="24591"/>
                </a:lnTo>
                <a:lnTo>
                  <a:pt x="4178" y="26461"/>
                </a:lnTo>
                <a:lnTo>
                  <a:pt x="2489" y="28832"/>
                </a:lnTo>
                <a:lnTo>
                  <a:pt x="838" y="31208"/>
                </a:lnTo>
                <a:lnTo>
                  <a:pt x="0" y="34264"/>
                </a:lnTo>
                <a:lnTo>
                  <a:pt x="0" y="42688"/>
                </a:lnTo>
                <a:lnTo>
                  <a:pt x="1638" y="46537"/>
                </a:lnTo>
                <a:lnTo>
                  <a:pt x="4914" y="49549"/>
                </a:lnTo>
                <a:lnTo>
                  <a:pt x="8204" y="52560"/>
                </a:lnTo>
                <a:lnTo>
                  <a:pt x="12268" y="54068"/>
                </a:lnTo>
                <a:lnTo>
                  <a:pt x="19189" y="54068"/>
                </a:lnTo>
                <a:lnTo>
                  <a:pt x="21094" y="53889"/>
                </a:lnTo>
                <a:lnTo>
                  <a:pt x="22821" y="53543"/>
                </a:lnTo>
                <a:lnTo>
                  <a:pt x="24561" y="53190"/>
                </a:lnTo>
                <a:lnTo>
                  <a:pt x="26225" y="52650"/>
                </a:lnTo>
                <a:lnTo>
                  <a:pt x="27838" y="51920"/>
                </a:lnTo>
                <a:lnTo>
                  <a:pt x="29006" y="51375"/>
                </a:lnTo>
                <a:lnTo>
                  <a:pt x="30225" y="50631"/>
                </a:lnTo>
                <a:lnTo>
                  <a:pt x="31534" y="49688"/>
                </a:lnTo>
                <a:lnTo>
                  <a:pt x="32829" y="48741"/>
                </a:lnTo>
                <a:lnTo>
                  <a:pt x="33921" y="47937"/>
                </a:lnTo>
                <a:lnTo>
                  <a:pt x="34810" y="47266"/>
                </a:lnTo>
                <a:lnTo>
                  <a:pt x="34810" y="52699"/>
                </a:lnTo>
                <a:lnTo>
                  <a:pt x="51079" y="52699"/>
                </a:lnTo>
                <a:lnTo>
                  <a:pt x="51079" y="11692"/>
                </a:lnTo>
                <a:lnTo>
                  <a:pt x="49009" y="7183"/>
                </a:lnTo>
                <a:lnTo>
                  <a:pt x="44856" y="4310"/>
                </a:lnTo>
                <a:lnTo>
                  <a:pt x="40716" y="1433"/>
                </a:lnTo>
                <a:lnTo>
                  <a:pt x="33972" y="0"/>
                </a:lnTo>
                <a:lnTo>
                  <a:pt x="20726" y="0"/>
                </a:lnTo>
                <a:lnTo>
                  <a:pt x="16827" y="307"/>
                </a:lnTo>
                <a:lnTo>
                  <a:pt x="12915" y="932"/>
                </a:lnTo>
                <a:lnTo>
                  <a:pt x="9017" y="1557"/>
                </a:lnTo>
                <a:lnTo>
                  <a:pt x="6184" y="2098"/>
                </a:lnTo>
                <a:lnTo>
                  <a:pt x="4470" y="2548"/>
                </a:lnTo>
                <a:lnTo>
                  <a:pt x="4470" y="14917"/>
                </a:lnTo>
                <a:lnTo>
                  <a:pt x="5969" y="14917"/>
                </a:lnTo>
                <a:lnTo>
                  <a:pt x="7302" y="14400"/>
                </a:lnTo>
                <a:lnTo>
                  <a:pt x="9499" y="13661"/>
                </a:lnTo>
                <a:lnTo>
                  <a:pt x="12560" y="12705"/>
                </a:lnTo>
                <a:lnTo>
                  <a:pt x="15633" y="11747"/>
                </a:lnTo>
                <a:lnTo>
                  <a:pt x="18529" y="11266"/>
                </a:lnTo>
                <a:lnTo>
                  <a:pt x="25717" y="11266"/>
                </a:lnTo>
                <a:lnTo>
                  <a:pt x="29121" y="11805"/>
                </a:lnTo>
                <a:lnTo>
                  <a:pt x="31445" y="12887"/>
                </a:lnTo>
                <a:lnTo>
                  <a:pt x="33743" y="13969"/>
                </a:lnTo>
                <a:lnTo>
                  <a:pt x="34899" y="15919"/>
                </a:lnTo>
                <a:lnTo>
                  <a:pt x="34899" y="19024"/>
                </a:lnTo>
                <a:lnTo>
                  <a:pt x="30073" y="19297"/>
                </a:lnTo>
                <a:lnTo>
                  <a:pt x="25412" y="19724"/>
                </a:lnTo>
                <a:lnTo>
                  <a:pt x="23063" y="30092"/>
                </a:lnTo>
                <a:lnTo>
                  <a:pt x="25031" y="29720"/>
                </a:lnTo>
                <a:lnTo>
                  <a:pt x="27609" y="29403"/>
                </a:lnTo>
                <a:lnTo>
                  <a:pt x="30187" y="29085"/>
                </a:lnTo>
                <a:lnTo>
                  <a:pt x="32588" y="28832"/>
                </a:lnTo>
                <a:lnTo>
                  <a:pt x="34810" y="28653"/>
                </a:lnTo>
                <a:lnTo>
                  <a:pt x="34810" y="39295"/>
                </a:lnTo>
                <a:lnTo>
                  <a:pt x="33540" y="40385"/>
                </a:lnTo>
                <a:lnTo>
                  <a:pt x="32054" y="41264"/>
                </a:lnTo>
                <a:lnTo>
                  <a:pt x="30378" y="41934"/>
                </a:lnTo>
                <a:lnTo>
                  <a:pt x="28676" y="42599"/>
                </a:lnTo>
                <a:lnTo>
                  <a:pt x="27012" y="42931"/>
                </a:lnTo>
                <a:lnTo>
                  <a:pt x="23317" y="42931"/>
                </a:lnTo>
                <a:lnTo>
                  <a:pt x="21793" y="42787"/>
                </a:lnTo>
                <a:lnTo>
                  <a:pt x="20815" y="42499"/>
                </a:lnTo>
                <a:lnTo>
                  <a:pt x="19850" y="42212"/>
                </a:lnTo>
                <a:lnTo>
                  <a:pt x="18999" y="41765"/>
                </a:lnTo>
                <a:lnTo>
                  <a:pt x="18326" y="41160"/>
                </a:lnTo>
                <a:lnTo>
                  <a:pt x="17589" y="40554"/>
                </a:lnTo>
                <a:lnTo>
                  <a:pt x="17132" y="39914"/>
                </a:lnTo>
                <a:lnTo>
                  <a:pt x="16941" y="39250"/>
                </a:lnTo>
                <a:lnTo>
                  <a:pt x="16764" y="38581"/>
                </a:lnTo>
                <a:lnTo>
                  <a:pt x="16675" y="37717"/>
                </a:lnTo>
                <a:lnTo>
                  <a:pt x="16675" y="35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501974" y="4575512"/>
            <a:ext cx="70269" cy="67939"/>
          </a:xfrm>
          <a:custGeom>
            <a:avLst/>
            <a:gdLst/>
            <a:ahLst/>
            <a:cxnLst/>
            <a:rect l="l" t="t" r="r" b="b"/>
            <a:pathLst>
              <a:path w="70269" h="67939">
                <a:moveTo>
                  <a:pt x="26568" y="41746"/>
                </a:moveTo>
                <a:lnTo>
                  <a:pt x="47472" y="54202"/>
                </a:lnTo>
                <a:lnTo>
                  <a:pt x="52209" y="67939"/>
                </a:lnTo>
                <a:lnTo>
                  <a:pt x="70269" y="67939"/>
                </a:lnTo>
                <a:lnTo>
                  <a:pt x="45199" y="0"/>
                </a:lnTo>
                <a:lnTo>
                  <a:pt x="25057" y="0"/>
                </a:lnTo>
                <a:lnTo>
                  <a:pt x="0" y="67939"/>
                </a:lnTo>
                <a:lnTo>
                  <a:pt x="17627" y="67939"/>
                </a:lnTo>
                <a:lnTo>
                  <a:pt x="22364" y="54202"/>
                </a:lnTo>
                <a:lnTo>
                  <a:pt x="47472" y="54202"/>
                </a:lnTo>
                <a:lnTo>
                  <a:pt x="26568" y="41746"/>
                </a:lnTo>
                <a:lnTo>
                  <a:pt x="34912" y="17407"/>
                </a:lnTo>
                <a:lnTo>
                  <a:pt x="43256" y="41746"/>
                </a:lnTo>
                <a:lnTo>
                  <a:pt x="26568" y="417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577475" y="4577561"/>
            <a:ext cx="38519" cy="66893"/>
          </a:xfrm>
          <a:custGeom>
            <a:avLst/>
            <a:gdLst/>
            <a:ahLst/>
            <a:cxnLst/>
            <a:rect l="l" t="t" r="r" b="b"/>
            <a:pathLst>
              <a:path w="38519" h="66893">
                <a:moveTo>
                  <a:pt x="19291" y="66893"/>
                </a:moveTo>
                <a:lnTo>
                  <a:pt x="28524" y="66893"/>
                </a:lnTo>
                <a:lnTo>
                  <a:pt x="30937" y="66763"/>
                </a:lnTo>
                <a:lnTo>
                  <a:pt x="32918" y="66506"/>
                </a:lnTo>
                <a:lnTo>
                  <a:pt x="34886" y="66248"/>
                </a:lnTo>
                <a:lnTo>
                  <a:pt x="36766" y="65891"/>
                </a:lnTo>
                <a:lnTo>
                  <a:pt x="38519" y="65439"/>
                </a:lnTo>
                <a:lnTo>
                  <a:pt x="38519" y="54207"/>
                </a:lnTo>
                <a:lnTo>
                  <a:pt x="37160" y="54207"/>
                </a:lnTo>
                <a:lnTo>
                  <a:pt x="36601" y="54510"/>
                </a:lnTo>
                <a:lnTo>
                  <a:pt x="35648" y="54847"/>
                </a:lnTo>
                <a:lnTo>
                  <a:pt x="34277" y="55210"/>
                </a:lnTo>
                <a:lnTo>
                  <a:pt x="32880" y="55577"/>
                </a:lnTo>
                <a:lnTo>
                  <a:pt x="31775" y="55760"/>
                </a:lnTo>
                <a:lnTo>
                  <a:pt x="28867" y="55760"/>
                </a:lnTo>
                <a:lnTo>
                  <a:pt x="27305" y="55448"/>
                </a:lnTo>
                <a:lnTo>
                  <a:pt x="26238" y="54823"/>
                </a:lnTo>
                <a:lnTo>
                  <a:pt x="25146" y="54198"/>
                </a:lnTo>
                <a:lnTo>
                  <a:pt x="24409" y="53355"/>
                </a:lnTo>
                <a:lnTo>
                  <a:pt x="23977" y="52288"/>
                </a:lnTo>
                <a:lnTo>
                  <a:pt x="23520" y="51221"/>
                </a:lnTo>
                <a:lnTo>
                  <a:pt x="23291" y="50016"/>
                </a:lnTo>
                <a:lnTo>
                  <a:pt x="23253" y="48676"/>
                </a:lnTo>
                <a:lnTo>
                  <a:pt x="23228" y="47336"/>
                </a:lnTo>
                <a:lnTo>
                  <a:pt x="23215" y="25782"/>
                </a:lnTo>
                <a:lnTo>
                  <a:pt x="38519" y="25782"/>
                </a:lnTo>
                <a:lnTo>
                  <a:pt x="38519" y="14649"/>
                </a:lnTo>
                <a:lnTo>
                  <a:pt x="23215" y="14649"/>
                </a:lnTo>
                <a:lnTo>
                  <a:pt x="23215" y="0"/>
                </a:lnTo>
                <a:lnTo>
                  <a:pt x="6743" y="0"/>
                </a:lnTo>
                <a:lnTo>
                  <a:pt x="6743" y="14649"/>
                </a:lnTo>
                <a:lnTo>
                  <a:pt x="0" y="14649"/>
                </a:lnTo>
                <a:lnTo>
                  <a:pt x="0" y="25782"/>
                </a:lnTo>
                <a:lnTo>
                  <a:pt x="6743" y="25782"/>
                </a:lnTo>
                <a:lnTo>
                  <a:pt x="6743" y="56004"/>
                </a:lnTo>
                <a:lnTo>
                  <a:pt x="8305" y="60429"/>
                </a:lnTo>
                <a:lnTo>
                  <a:pt x="11430" y="63013"/>
                </a:lnTo>
                <a:lnTo>
                  <a:pt x="14541" y="65598"/>
                </a:lnTo>
                <a:lnTo>
                  <a:pt x="19291" y="6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621290" y="4577561"/>
            <a:ext cx="38493" cy="66893"/>
          </a:xfrm>
          <a:custGeom>
            <a:avLst/>
            <a:gdLst/>
            <a:ahLst/>
            <a:cxnLst/>
            <a:rect l="l" t="t" r="r" b="b"/>
            <a:pathLst>
              <a:path w="38493" h="66893">
                <a:moveTo>
                  <a:pt x="19265" y="66893"/>
                </a:moveTo>
                <a:lnTo>
                  <a:pt x="28498" y="66893"/>
                </a:lnTo>
                <a:lnTo>
                  <a:pt x="30911" y="66763"/>
                </a:lnTo>
                <a:lnTo>
                  <a:pt x="32892" y="66506"/>
                </a:lnTo>
                <a:lnTo>
                  <a:pt x="34861" y="66248"/>
                </a:lnTo>
                <a:lnTo>
                  <a:pt x="36741" y="65891"/>
                </a:lnTo>
                <a:lnTo>
                  <a:pt x="38493" y="65439"/>
                </a:lnTo>
                <a:lnTo>
                  <a:pt x="38493" y="54207"/>
                </a:lnTo>
                <a:lnTo>
                  <a:pt x="37134" y="54207"/>
                </a:lnTo>
                <a:lnTo>
                  <a:pt x="36588" y="54510"/>
                </a:lnTo>
                <a:lnTo>
                  <a:pt x="35623" y="54847"/>
                </a:lnTo>
                <a:lnTo>
                  <a:pt x="34251" y="55210"/>
                </a:lnTo>
                <a:lnTo>
                  <a:pt x="32867" y="55577"/>
                </a:lnTo>
                <a:lnTo>
                  <a:pt x="31750" y="55760"/>
                </a:lnTo>
                <a:lnTo>
                  <a:pt x="28854" y="55760"/>
                </a:lnTo>
                <a:lnTo>
                  <a:pt x="27279" y="55448"/>
                </a:lnTo>
                <a:lnTo>
                  <a:pt x="26212" y="54823"/>
                </a:lnTo>
                <a:lnTo>
                  <a:pt x="25133" y="54198"/>
                </a:lnTo>
                <a:lnTo>
                  <a:pt x="24384" y="53355"/>
                </a:lnTo>
                <a:lnTo>
                  <a:pt x="23952" y="52288"/>
                </a:lnTo>
                <a:lnTo>
                  <a:pt x="23507" y="51221"/>
                </a:lnTo>
                <a:lnTo>
                  <a:pt x="23266" y="50016"/>
                </a:lnTo>
                <a:lnTo>
                  <a:pt x="23228" y="48676"/>
                </a:lnTo>
                <a:lnTo>
                  <a:pt x="23202" y="47336"/>
                </a:lnTo>
                <a:lnTo>
                  <a:pt x="23190" y="25782"/>
                </a:lnTo>
                <a:lnTo>
                  <a:pt x="38493" y="25782"/>
                </a:lnTo>
                <a:lnTo>
                  <a:pt x="38493" y="14649"/>
                </a:lnTo>
                <a:lnTo>
                  <a:pt x="23190" y="14649"/>
                </a:lnTo>
                <a:lnTo>
                  <a:pt x="23190" y="0"/>
                </a:lnTo>
                <a:lnTo>
                  <a:pt x="6730" y="0"/>
                </a:lnTo>
                <a:lnTo>
                  <a:pt x="6730" y="14649"/>
                </a:lnTo>
                <a:lnTo>
                  <a:pt x="0" y="14649"/>
                </a:lnTo>
                <a:lnTo>
                  <a:pt x="0" y="25782"/>
                </a:lnTo>
                <a:lnTo>
                  <a:pt x="6730" y="25782"/>
                </a:lnTo>
                <a:lnTo>
                  <a:pt x="6730" y="56004"/>
                </a:lnTo>
                <a:lnTo>
                  <a:pt x="8293" y="60429"/>
                </a:lnTo>
                <a:lnTo>
                  <a:pt x="11404" y="63013"/>
                </a:lnTo>
                <a:lnTo>
                  <a:pt x="14516" y="65598"/>
                </a:lnTo>
                <a:lnTo>
                  <a:pt x="19265" y="6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685006" y="4610477"/>
            <a:ext cx="7442" cy="13041"/>
          </a:xfrm>
          <a:custGeom>
            <a:avLst/>
            <a:gdLst/>
            <a:ahLst/>
            <a:cxnLst/>
            <a:rect l="l" t="t" r="r" b="b"/>
            <a:pathLst>
              <a:path w="7442" h="13041">
                <a:moveTo>
                  <a:pt x="876" y="12059"/>
                </a:moveTo>
                <a:lnTo>
                  <a:pt x="2120" y="11305"/>
                </a:lnTo>
                <a:lnTo>
                  <a:pt x="3771" y="10789"/>
                </a:lnTo>
                <a:lnTo>
                  <a:pt x="5092" y="10368"/>
                </a:lnTo>
                <a:lnTo>
                  <a:pt x="7442" y="0"/>
                </a:lnTo>
                <a:lnTo>
                  <a:pt x="2946" y="575"/>
                </a:lnTo>
                <a:lnTo>
                  <a:pt x="0" y="13041"/>
                </a:lnTo>
                <a:lnTo>
                  <a:pt x="876" y="12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791623" y="4572450"/>
            <a:ext cx="54317" cy="71001"/>
          </a:xfrm>
          <a:custGeom>
            <a:avLst/>
            <a:gdLst/>
            <a:ahLst/>
            <a:cxnLst/>
            <a:rect l="l" t="t" r="r" b="b"/>
            <a:pathLst>
              <a:path w="54317" h="71001">
                <a:moveTo>
                  <a:pt x="54317" y="71001"/>
                </a:moveTo>
                <a:lnTo>
                  <a:pt x="34620" y="41846"/>
                </a:lnTo>
                <a:lnTo>
                  <a:pt x="53009" y="19759"/>
                </a:lnTo>
                <a:lnTo>
                  <a:pt x="34074" y="19759"/>
                </a:lnTo>
                <a:lnTo>
                  <a:pt x="16459" y="42351"/>
                </a:lnTo>
                <a:lnTo>
                  <a:pt x="16459" y="0"/>
                </a:lnTo>
                <a:lnTo>
                  <a:pt x="0" y="0"/>
                </a:lnTo>
                <a:lnTo>
                  <a:pt x="0" y="71001"/>
                </a:lnTo>
                <a:lnTo>
                  <a:pt x="16459" y="71001"/>
                </a:lnTo>
                <a:lnTo>
                  <a:pt x="16459" y="54179"/>
                </a:lnTo>
                <a:lnTo>
                  <a:pt x="20878" y="48717"/>
                </a:lnTo>
                <a:lnTo>
                  <a:pt x="35229" y="71001"/>
                </a:lnTo>
                <a:lnTo>
                  <a:pt x="54317" y="710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870286" y="4590613"/>
            <a:ext cx="11150" cy="14372"/>
          </a:xfrm>
          <a:custGeom>
            <a:avLst/>
            <a:gdLst/>
            <a:ahLst/>
            <a:cxnLst/>
            <a:rect l="l" t="t" r="r" b="b"/>
            <a:pathLst>
              <a:path w="11150" h="14372">
                <a:moveTo>
                  <a:pt x="0" y="14372"/>
                </a:moveTo>
                <a:lnTo>
                  <a:pt x="2044" y="12730"/>
                </a:lnTo>
                <a:lnTo>
                  <a:pt x="4076" y="11088"/>
                </a:lnTo>
                <a:lnTo>
                  <a:pt x="6667" y="10264"/>
                </a:lnTo>
                <a:lnTo>
                  <a:pt x="11150" y="0"/>
                </a:lnTo>
                <a:lnTo>
                  <a:pt x="2146" y="0"/>
                </a:lnTo>
                <a:lnTo>
                  <a:pt x="0" y="143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852367" y="4590613"/>
            <a:ext cx="54152" cy="54208"/>
          </a:xfrm>
          <a:custGeom>
            <a:avLst/>
            <a:gdLst/>
            <a:ahLst/>
            <a:cxnLst/>
            <a:rect l="l" t="t" r="r" b="b"/>
            <a:pathLst>
              <a:path w="54152" h="54208">
                <a:moveTo>
                  <a:pt x="2743" y="42649"/>
                </a:moveTo>
                <a:lnTo>
                  <a:pt x="8204" y="47268"/>
                </a:lnTo>
                <a:lnTo>
                  <a:pt x="13665" y="51897"/>
                </a:lnTo>
                <a:lnTo>
                  <a:pt x="21539" y="54208"/>
                </a:lnTo>
                <a:lnTo>
                  <a:pt x="35788" y="54208"/>
                </a:lnTo>
                <a:lnTo>
                  <a:pt x="39420" y="53870"/>
                </a:lnTo>
                <a:lnTo>
                  <a:pt x="42697" y="53201"/>
                </a:lnTo>
                <a:lnTo>
                  <a:pt x="45986" y="52532"/>
                </a:lnTo>
                <a:lnTo>
                  <a:pt x="49479" y="51455"/>
                </a:lnTo>
                <a:lnTo>
                  <a:pt x="53187" y="49961"/>
                </a:lnTo>
                <a:lnTo>
                  <a:pt x="53187" y="36775"/>
                </a:lnTo>
                <a:lnTo>
                  <a:pt x="51358" y="36775"/>
                </a:lnTo>
                <a:lnTo>
                  <a:pt x="49479" y="38204"/>
                </a:lnTo>
                <a:lnTo>
                  <a:pt x="46913" y="39543"/>
                </a:lnTo>
                <a:lnTo>
                  <a:pt x="43662" y="40788"/>
                </a:lnTo>
                <a:lnTo>
                  <a:pt x="40411" y="42039"/>
                </a:lnTo>
                <a:lnTo>
                  <a:pt x="37058" y="42664"/>
                </a:lnTo>
                <a:lnTo>
                  <a:pt x="28117" y="42664"/>
                </a:lnTo>
                <a:lnTo>
                  <a:pt x="23977" y="41597"/>
                </a:lnTo>
                <a:lnTo>
                  <a:pt x="21170" y="39469"/>
                </a:lnTo>
                <a:lnTo>
                  <a:pt x="18364" y="37336"/>
                </a:lnTo>
                <a:lnTo>
                  <a:pt x="16827" y="34265"/>
                </a:lnTo>
                <a:lnTo>
                  <a:pt x="16598" y="30252"/>
                </a:lnTo>
                <a:lnTo>
                  <a:pt x="54152" y="30252"/>
                </a:lnTo>
                <a:lnTo>
                  <a:pt x="54152" y="16595"/>
                </a:lnTo>
                <a:lnTo>
                  <a:pt x="52044" y="10532"/>
                </a:lnTo>
                <a:lnTo>
                  <a:pt x="47853" y="6320"/>
                </a:lnTo>
                <a:lnTo>
                  <a:pt x="43662" y="2103"/>
                </a:lnTo>
                <a:lnTo>
                  <a:pt x="37388" y="0"/>
                </a:lnTo>
                <a:lnTo>
                  <a:pt x="29070" y="0"/>
                </a:lnTo>
                <a:lnTo>
                  <a:pt x="24587" y="10264"/>
                </a:lnTo>
                <a:lnTo>
                  <a:pt x="31153" y="10264"/>
                </a:lnTo>
                <a:lnTo>
                  <a:pt x="33667" y="11132"/>
                </a:lnTo>
                <a:lnTo>
                  <a:pt x="35267" y="12863"/>
                </a:lnTo>
                <a:lnTo>
                  <a:pt x="36893" y="14599"/>
                </a:lnTo>
                <a:lnTo>
                  <a:pt x="37731" y="17184"/>
                </a:lnTo>
                <a:lnTo>
                  <a:pt x="37820" y="20623"/>
                </a:lnTo>
                <a:lnTo>
                  <a:pt x="16548" y="20623"/>
                </a:lnTo>
                <a:lnTo>
                  <a:pt x="16789" y="17001"/>
                </a:lnTo>
                <a:lnTo>
                  <a:pt x="17919" y="14372"/>
                </a:lnTo>
                <a:lnTo>
                  <a:pt x="20065" y="0"/>
                </a:lnTo>
                <a:lnTo>
                  <a:pt x="12941" y="2471"/>
                </a:lnTo>
                <a:lnTo>
                  <a:pt x="7772" y="7411"/>
                </a:lnTo>
                <a:lnTo>
                  <a:pt x="2590" y="12358"/>
                </a:lnTo>
                <a:lnTo>
                  <a:pt x="0" y="19055"/>
                </a:lnTo>
                <a:lnTo>
                  <a:pt x="0" y="36061"/>
                </a:lnTo>
                <a:lnTo>
                  <a:pt x="2743" y="42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499991" y="4070211"/>
            <a:ext cx="661490" cy="457199"/>
          </a:xfrm>
          <a:custGeom>
            <a:avLst/>
            <a:gdLst/>
            <a:ahLst/>
            <a:cxnLst/>
            <a:rect l="l" t="t" r="r" b="b"/>
            <a:pathLst>
              <a:path w="661490" h="457200">
                <a:moveTo>
                  <a:pt x="0" y="457199"/>
                </a:moveTo>
                <a:lnTo>
                  <a:pt x="661490" y="457199"/>
                </a:lnTo>
                <a:lnTo>
                  <a:pt x="661490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161534" y="4070211"/>
            <a:ext cx="982131" cy="457199"/>
          </a:xfrm>
          <a:custGeom>
            <a:avLst/>
            <a:gdLst/>
            <a:ahLst/>
            <a:cxnLst/>
            <a:rect l="l" t="t" r="r" b="b"/>
            <a:pathLst>
              <a:path w="982131" h="457200">
                <a:moveTo>
                  <a:pt x="0" y="457199"/>
                </a:moveTo>
                <a:lnTo>
                  <a:pt x="982131" y="457199"/>
                </a:lnTo>
                <a:lnTo>
                  <a:pt x="982131" y="0"/>
                </a:lnTo>
                <a:lnTo>
                  <a:pt x="0" y="0"/>
                </a:lnTo>
                <a:lnTo>
                  <a:pt x="0" y="457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499991" y="4070211"/>
            <a:ext cx="1643633" cy="0"/>
          </a:xfrm>
          <a:custGeom>
            <a:avLst/>
            <a:gdLst/>
            <a:ahLst/>
            <a:cxnLst/>
            <a:rect l="l" t="t" r="r" b="b"/>
            <a:pathLst>
              <a:path w="1643633">
                <a:moveTo>
                  <a:pt x="0" y="0"/>
                </a:moveTo>
                <a:lnTo>
                  <a:pt x="16436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499991" y="3795903"/>
            <a:ext cx="1643633" cy="0"/>
          </a:xfrm>
          <a:custGeom>
            <a:avLst/>
            <a:gdLst/>
            <a:ahLst/>
            <a:cxnLst/>
            <a:rect l="l" t="t" r="r" b="b"/>
            <a:pathLst>
              <a:path w="1643633">
                <a:moveTo>
                  <a:pt x="0" y="0"/>
                </a:moveTo>
                <a:lnTo>
                  <a:pt x="16436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499991" y="4527411"/>
            <a:ext cx="1643633" cy="0"/>
          </a:xfrm>
          <a:custGeom>
            <a:avLst/>
            <a:gdLst/>
            <a:ahLst/>
            <a:cxnLst/>
            <a:rect l="l" t="t" r="r" b="b"/>
            <a:pathLst>
              <a:path w="1643633">
                <a:moveTo>
                  <a:pt x="0" y="0"/>
                </a:moveTo>
                <a:lnTo>
                  <a:pt x="16436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584448" y="3564636"/>
            <a:ext cx="915415" cy="402680"/>
          </a:xfrm>
          <a:custGeom>
            <a:avLst/>
            <a:gdLst/>
            <a:ahLst/>
            <a:cxnLst/>
            <a:rect l="l" t="t" r="r" b="b"/>
            <a:pathLst>
              <a:path w="915415" h="402680">
                <a:moveTo>
                  <a:pt x="0" y="0"/>
                </a:moveTo>
                <a:lnTo>
                  <a:pt x="915415" y="402680"/>
                </a:lnTo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096889" y="2860421"/>
            <a:ext cx="930275" cy="457200"/>
          </a:xfrm>
          <a:custGeom>
            <a:avLst/>
            <a:gdLst/>
            <a:ahLst/>
            <a:cxnLst/>
            <a:rect l="l" t="t" r="r" b="b"/>
            <a:pathLst>
              <a:path w="930275" h="457200">
                <a:moveTo>
                  <a:pt x="0" y="457200"/>
                </a:moveTo>
                <a:lnTo>
                  <a:pt x="930275" y="457200"/>
                </a:lnTo>
                <a:lnTo>
                  <a:pt x="930275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027164" y="2860421"/>
            <a:ext cx="713357" cy="457200"/>
          </a:xfrm>
          <a:custGeom>
            <a:avLst/>
            <a:gdLst/>
            <a:ahLst/>
            <a:cxnLst/>
            <a:rect l="l" t="t" r="r" b="b"/>
            <a:pathLst>
              <a:path w="713357" h="457200">
                <a:moveTo>
                  <a:pt x="0" y="457200"/>
                </a:moveTo>
                <a:lnTo>
                  <a:pt x="713357" y="457200"/>
                </a:lnTo>
                <a:lnTo>
                  <a:pt x="713357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096889" y="2860421"/>
            <a:ext cx="1643634" cy="0"/>
          </a:xfrm>
          <a:custGeom>
            <a:avLst/>
            <a:gdLst/>
            <a:ahLst/>
            <a:cxnLst/>
            <a:rect l="l" t="t" r="r" b="b"/>
            <a:pathLst>
              <a:path w="1643634">
                <a:moveTo>
                  <a:pt x="0" y="0"/>
                </a:moveTo>
                <a:lnTo>
                  <a:pt x="164363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096889" y="2586101"/>
            <a:ext cx="1643634" cy="0"/>
          </a:xfrm>
          <a:custGeom>
            <a:avLst/>
            <a:gdLst/>
            <a:ahLst/>
            <a:cxnLst/>
            <a:rect l="l" t="t" r="r" b="b"/>
            <a:pathLst>
              <a:path w="1643634">
                <a:moveTo>
                  <a:pt x="0" y="0"/>
                </a:moveTo>
                <a:lnTo>
                  <a:pt x="164363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096889" y="3317621"/>
            <a:ext cx="1643634" cy="0"/>
          </a:xfrm>
          <a:custGeom>
            <a:avLst/>
            <a:gdLst/>
            <a:ahLst/>
            <a:cxnLst/>
            <a:rect l="l" t="t" r="r" b="b"/>
            <a:pathLst>
              <a:path w="1643634">
                <a:moveTo>
                  <a:pt x="0" y="0"/>
                </a:moveTo>
                <a:lnTo>
                  <a:pt x="164363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769306" y="3066820"/>
            <a:ext cx="470685" cy="191548"/>
          </a:xfrm>
          <a:custGeom>
            <a:avLst/>
            <a:gdLst/>
            <a:ahLst/>
            <a:cxnLst/>
            <a:rect l="l" t="t" r="r" b="b"/>
            <a:pathLst>
              <a:path w="470685" h="191548">
                <a:moveTo>
                  <a:pt x="470681" y="120054"/>
                </a:moveTo>
                <a:lnTo>
                  <a:pt x="466141" y="97089"/>
                </a:lnTo>
                <a:lnTo>
                  <a:pt x="455912" y="82092"/>
                </a:lnTo>
                <a:lnTo>
                  <a:pt x="440465" y="67625"/>
                </a:lnTo>
                <a:lnTo>
                  <a:pt x="420263" y="53930"/>
                </a:lnTo>
                <a:lnTo>
                  <a:pt x="395770" y="41246"/>
                </a:lnTo>
                <a:lnTo>
                  <a:pt x="367453" y="29814"/>
                </a:lnTo>
                <a:lnTo>
                  <a:pt x="352005" y="24643"/>
                </a:lnTo>
                <a:lnTo>
                  <a:pt x="335774" y="19875"/>
                </a:lnTo>
                <a:lnTo>
                  <a:pt x="318820" y="15541"/>
                </a:lnTo>
                <a:lnTo>
                  <a:pt x="301200" y="11670"/>
                </a:lnTo>
                <a:lnTo>
                  <a:pt x="282972" y="8292"/>
                </a:lnTo>
                <a:lnTo>
                  <a:pt x="264195" y="5438"/>
                </a:lnTo>
                <a:lnTo>
                  <a:pt x="244925" y="3138"/>
                </a:lnTo>
                <a:lnTo>
                  <a:pt x="225592" y="1455"/>
                </a:lnTo>
                <a:lnTo>
                  <a:pt x="206627" y="415"/>
                </a:lnTo>
                <a:lnTo>
                  <a:pt x="188093" y="0"/>
                </a:lnTo>
                <a:lnTo>
                  <a:pt x="170053" y="191"/>
                </a:lnTo>
                <a:lnTo>
                  <a:pt x="152570" y="973"/>
                </a:lnTo>
                <a:lnTo>
                  <a:pt x="135706" y="2327"/>
                </a:lnTo>
                <a:lnTo>
                  <a:pt x="119526" y="4235"/>
                </a:lnTo>
                <a:lnTo>
                  <a:pt x="89466" y="9644"/>
                </a:lnTo>
                <a:lnTo>
                  <a:pt x="62894" y="17060"/>
                </a:lnTo>
                <a:lnTo>
                  <a:pt x="40314" y="26342"/>
                </a:lnTo>
                <a:lnTo>
                  <a:pt x="22231" y="37349"/>
                </a:lnTo>
                <a:lnTo>
                  <a:pt x="9149" y="49940"/>
                </a:lnTo>
                <a:lnTo>
                  <a:pt x="1572" y="63975"/>
                </a:lnTo>
                <a:lnTo>
                  <a:pt x="0" y="79168"/>
                </a:lnTo>
                <a:lnTo>
                  <a:pt x="1530" y="86835"/>
                </a:lnTo>
                <a:lnTo>
                  <a:pt x="8972" y="102010"/>
                </a:lnTo>
                <a:lnTo>
                  <a:pt x="21866" y="116773"/>
                </a:lnTo>
                <a:lnTo>
                  <a:pt x="39748" y="130886"/>
                </a:lnTo>
                <a:lnTo>
                  <a:pt x="62152" y="144106"/>
                </a:lnTo>
                <a:lnTo>
                  <a:pt x="88614" y="156194"/>
                </a:lnTo>
                <a:lnTo>
                  <a:pt x="118669" y="166908"/>
                </a:lnTo>
                <a:lnTo>
                  <a:pt x="134899" y="171675"/>
                </a:lnTo>
                <a:lnTo>
                  <a:pt x="151854" y="176008"/>
                </a:lnTo>
                <a:lnTo>
                  <a:pt x="169474" y="179878"/>
                </a:lnTo>
                <a:lnTo>
                  <a:pt x="187701" y="183254"/>
                </a:lnTo>
                <a:lnTo>
                  <a:pt x="206479" y="186107"/>
                </a:lnTo>
                <a:lnTo>
                  <a:pt x="225748" y="188405"/>
                </a:lnTo>
                <a:lnTo>
                  <a:pt x="245081" y="190090"/>
                </a:lnTo>
                <a:lnTo>
                  <a:pt x="264046" y="191132"/>
                </a:lnTo>
                <a:lnTo>
                  <a:pt x="282580" y="191548"/>
                </a:lnTo>
                <a:lnTo>
                  <a:pt x="300621" y="191358"/>
                </a:lnTo>
                <a:lnTo>
                  <a:pt x="318104" y="190577"/>
                </a:lnTo>
                <a:lnTo>
                  <a:pt x="334968" y="189224"/>
                </a:lnTo>
                <a:lnTo>
                  <a:pt x="351149" y="187317"/>
                </a:lnTo>
                <a:lnTo>
                  <a:pt x="381209" y="181908"/>
                </a:lnTo>
                <a:lnTo>
                  <a:pt x="407782" y="174492"/>
                </a:lnTo>
                <a:lnTo>
                  <a:pt x="430363" y="165209"/>
                </a:lnTo>
                <a:lnTo>
                  <a:pt x="448448" y="154201"/>
                </a:lnTo>
                <a:lnTo>
                  <a:pt x="461532" y="141608"/>
                </a:lnTo>
                <a:lnTo>
                  <a:pt x="469112" y="127570"/>
                </a:lnTo>
                <a:lnTo>
                  <a:pt x="470681" y="120054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983855" y="2800003"/>
            <a:ext cx="154243" cy="53053"/>
          </a:xfrm>
          <a:custGeom>
            <a:avLst/>
            <a:gdLst/>
            <a:ahLst/>
            <a:cxnLst/>
            <a:rect l="l" t="t" r="r" b="b"/>
            <a:pathLst>
              <a:path w="154243" h="53053">
                <a:moveTo>
                  <a:pt x="0" y="53053"/>
                </a:moveTo>
                <a:lnTo>
                  <a:pt x="154243" y="26000"/>
                </a:lnTo>
                <a:lnTo>
                  <a:pt x="154243" y="0"/>
                </a:lnTo>
                <a:lnTo>
                  <a:pt x="0" y="26000"/>
                </a:lnTo>
                <a:lnTo>
                  <a:pt x="0" y="53053"/>
                </a:lnTo>
                <a:close/>
              </a:path>
            </a:pathLst>
          </a:custGeom>
          <a:ln w="1040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986978" y="2799994"/>
            <a:ext cx="146964" cy="40576"/>
          </a:xfrm>
          <a:custGeom>
            <a:avLst/>
            <a:gdLst/>
            <a:ahLst/>
            <a:cxnLst/>
            <a:rect l="l" t="t" r="r" b="b"/>
            <a:pathLst>
              <a:path w="146964" h="40576">
                <a:moveTo>
                  <a:pt x="0" y="40576"/>
                </a:moveTo>
                <a:lnTo>
                  <a:pt x="146964" y="13525"/>
                </a:lnTo>
                <a:lnTo>
                  <a:pt x="146964" y="0"/>
                </a:lnTo>
                <a:lnTo>
                  <a:pt x="0" y="26009"/>
                </a:lnTo>
                <a:lnTo>
                  <a:pt x="0" y="405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983854" y="2822892"/>
            <a:ext cx="154254" cy="30162"/>
          </a:xfrm>
          <a:custGeom>
            <a:avLst/>
            <a:gdLst/>
            <a:ahLst/>
            <a:cxnLst/>
            <a:rect l="l" t="t" r="r" b="b"/>
            <a:pathLst>
              <a:path w="154254" h="30162">
                <a:moveTo>
                  <a:pt x="0" y="30162"/>
                </a:moveTo>
                <a:lnTo>
                  <a:pt x="154254" y="2070"/>
                </a:lnTo>
                <a:lnTo>
                  <a:pt x="151130" y="0"/>
                </a:lnTo>
                <a:lnTo>
                  <a:pt x="0" y="27050"/>
                </a:lnTo>
                <a:lnTo>
                  <a:pt x="0" y="301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978643" y="2868665"/>
            <a:ext cx="165708" cy="29134"/>
          </a:xfrm>
          <a:custGeom>
            <a:avLst/>
            <a:gdLst/>
            <a:ahLst/>
            <a:cxnLst/>
            <a:rect l="l" t="t" r="r" b="b"/>
            <a:pathLst>
              <a:path w="165708" h="29134">
                <a:moveTo>
                  <a:pt x="0" y="29134"/>
                </a:moveTo>
                <a:lnTo>
                  <a:pt x="165708" y="0"/>
                </a:lnTo>
              </a:path>
            </a:pathLst>
          </a:custGeom>
          <a:ln w="10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978643" y="2751099"/>
            <a:ext cx="165708" cy="30162"/>
          </a:xfrm>
          <a:custGeom>
            <a:avLst/>
            <a:gdLst/>
            <a:ahLst/>
            <a:cxnLst/>
            <a:rect l="l" t="t" r="r" b="b"/>
            <a:pathLst>
              <a:path w="165708" h="30162">
                <a:moveTo>
                  <a:pt x="0" y="30162"/>
                </a:moveTo>
                <a:lnTo>
                  <a:pt x="165708" y="0"/>
                </a:lnTo>
              </a:path>
            </a:pathLst>
          </a:custGeom>
          <a:ln w="10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984897" y="2779180"/>
            <a:ext cx="0" cy="118619"/>
          </a:xfrm>
          <a:custGeom>
            <a:avLst/>
            <a:gdLst/>
            <a:ahLst/>
            <a:cxnLst/>
            <a:rect l="l" t="t" r="r" b="b"/>
            <a:pathLst>
              <a:path h="118619">
                <a:moveTo>
                  <a:pt x="0" y="0"/>
                </a:moveTo>
                <a:lnTo>
                  <a:pt x="0" y="118619"/>
                </a:lnTo>
              </a:path>
            </a:pathLst>
          </a:custGeom>
          <a:ln w="10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744141" y="2582532"/>
            <a:ext cx="411683" cy="63781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742579" y="2580970"/>
            <a:ext cx="418693" cy="641629"/>
          </a:xfrm>
          <a:custGeom>
            <a:avLst/>
            <a:gdLst/>
            <a:ahLst/>
            <a:cxnLst/>
            <a:rect l="l" t="t" r="r" b="b"/>
            <a:pathLst>
              <a:path w="418693" h="641629">
                <a:moveTo>
                  <a:pt x="180835" y="3124"/>
                </a:moveTo>
                <a:lnTo>
                  <a:pt x="96672" y="17678"/>
                </a:lnTo>
                <a:lnTo>
                  <a:pt x="181015" y="3124"/>
                </a:lnTo>
                <a:lnTo>
                  <a:pt x="180835" y="3124"/>
                </a:lnTo>
                <a:close/>
              </a:path>
              <a:path w="418693" h="641629">
                <a:moveTo>
                  <a:pt x="34112" y="29121"/>
                </a:moveTo>
                <a:lnTo>
                  <a:pt x="26403" y="29921"/>
                </a:lnTo>
                <a:lnTo>
                  <a:pt x="26088" y="30130"/>
                </a:lnTo>
                <a:lnTo>
                  <a:pt x="34112" y="29121"/>
                </a:lnTo>
                <a:close/>
              </a:path>
              <a:path w="418693" h="641629">
                <a:moveTo>
                  <a:pt x="219976" y="10350"/>
                </a:moveTo>
                <a:lnTo>
                  <a:pt x="407771" y="79268"/>
                </a:lnTo>
                <a:lnTo>
                  <a:pt x="412877" y="78079"/>
                </a:lnTo>
                <a:lnTo>
                  <a:pt x="412699" y="81076"/>
                </a:lnTo>
                <a:lnTo>
                  <a:pt x="407771" y="79268"/>
                </a:lnTo>
                <a:lnTo>
                  <a:pt x="227203" y="123291"/>
                </a:lnTo>
                <a:lnTo>
                  <a:pt x="227218" y="124546"/>
                </a:lnTo>
                <a:lnTo>
                  <a:pt x="418693" y="79933"/>
                </a:lnTo>
                <a:lnTo>
                  <a:pt x="220929" y="7365"/>
                </a:lnTo>
                <a:lnTo>
                  <a:pt x="207340" y="3187"/>
                </a:lnTo>
                <a:lnTo>
                  <a:pt x="196697" y="0"/>
                </a:lnTo>
                <a:lnTo>
                  <a:pt x="196011" y="3060"/>
                </a:lnTo>
                <a:lnTo>
                  <a:pt x="188125" y="3124"/>
                </a:lnTo>
                <a:lnTo>
                  <a:pt x="196456" y="3124"/>
                </a:lnTo>
                <a:lnTo>
                  <a:pt x="206438" y="6184"/>
                </a:lnTo>
                <a:lnTo>
                  <a:pt x="219976" y="10350"/>
                </a:lnTo>
                <a:close/>
              </a:path>
              <a:path w="418693" h="641629">
                <a:moveTo>
                  <a:pt x="206438" y="6184"/>
                </a:moveTo>
                <a:lnTo>
                  <a:pt x="196456" y="3124"/>
                </a:lnTo>
                <a:lnTo>
                  <a:pt x="196223" y="3124"/>
                </a:lnTo>
                <a:lnTo>
                  <a:pt x="206438" y="6184"/>
                </a:lnTo>
                <a:close/>
              </a:path>
              <a:path w="418693" h="641629">
                <a:moveTo>
                  <a:pt x="126136" y="598373"/>
                </a:moveTo>
                <a:lnTo>
                  <a:pt x="230339" y="639394"/>
                </a:lnTo>
                <a:lnTo>
                  <a:pt x="230312" y="637118"/>
                </a:lnTo>
                <a:lnTo>
                  <a:pt x="126136" y="598373"/>
                </a:lnTo>
                <a:close/>
              </a:path>
              <a:path w="418693" h="641629">
                <a:moveTo>
                  <a:pt x="230312" y="637118"/>
                </a:moveTo>
                <a:lnTo>
                  <a:pt x="226009" y="124828"/>
                </a:lnTo>
                <a:lnTo>
                  <a:pt x="224066" y="122059"/>
                </a:lnTo>
                <a:lnTo>
                  <a:pt x="230312" y="637118"/>
                </a:lnTo>
                <a:close/>
              </a:path>
              <a:path w="418693" h="641629">
                <a:moveTo>
                  <a:pt x="227218" y="124546"/>
                </a:moveTo>
                <a:lnTo>
                  <a:pt x="232435" y="637908"/>
                </a:lnTo>
                <a:lnTo>
                  <a:pt x="233476" y="641629"/>
                </a:lnTo>
                <a:lnTo>
                  <a:pt x="227218" y="124546"/>
                </a:lnTo>
                <a:close/>
              </a:path>
              <a:path w="418693" h="641629">
                <a:moveTo>
                  <a:pt x="412877" y="78079"/>
                </a:moveTo>
                <a:lnTo>
                  <a:pt x="407771" y="79268"/>
                </a:lnTo>
                <a:lnTo>
                  <a:pt x="412699" y="81076"/>
                </a:lnTo>
                <a:lnTo>
                  <a:pt x="412877" y="78079"/>
                </a:lnTo>
                <a:close/>
              </a:path>
              <a:path w="418693" h="641629">
                <a:moveTo>
                  <a:pt x="9067" y="552069"/>
                </a:moveTo>
                <a:lnTo>
                  <a:pt x="11938" y="553885"/>
                </a:lnTo>
                <a:lnTo>
                  <a:pt x="8914" y="551865"/>
                </a:lnTo>
                <a:lnTo>
                  <a:pt x="9067" y="552069"/>
                </a:lnTo>
                <a:close/>
              </a:path>
              <a:path w="418693" h="641629">
                <a:moveTo>
                  <a:pt x="5041" y="53289"/>
                </a:moveTo>
                <a:lnTo>
                  <a:pt x="3124" y="55676"/>
                </a:lnTo>
                <a:lnTo>
                  <a:pt x="3124" y="56148"/>
                </a:lnTo>
                <a:lnTo>
                  <a:pt x="5041" y="53289"/>
                </a:lnTo>
                <a:close/>
              </a:path>
              <a:path w="418693" h="641629">
                <a:moveTo>
                  <a:pt x="7162" y="47993"/>
                </a:moveTo>
                <a:lnTo>
                  <a:pt x="5041" y="53289"/>
                </a:lnTo>
                <a:lnTo>
                  <a:pt x="7162" y="47993"/>
                </a:lnTo>
                <a:close/>
              </a:path>
              <a:path w="418693" h="641629">
                <a:moveTo>
                  <a:pt x="7162" y="47993"/>
                </a:moveTo>
                <a:lnTo>
                  <a:pt x="7747" y="39827"/>
                </a:lnTo>
                <a:lnTo>
                  <a:pt x="4305" y="46710"/>
                </a:lnTo>
                <a:lnTo>
                  <a:pt x="2870" y="56527"/>
                </a:lnTo>
                <a:lnTo>
                  <a:pt x="3009" y="537870"/>
                </a:lnTo>
                <a:lnTo>
                  <a:pt x="3124" y="538454"/>
                </a:lnTo>
                <a:lnTo>
                  <a:pt x="3009" y="537870"/>
                </a:lnTo>
                <a:lnTo>
                  <a:pt x="2197" y="51968"/>
                </a:lnTo>
                <a:lnTo>
                  <a:pt x="0" y="55206"/>
                </a:lnTo>
                <a:lnTo>
                  <a:pt x="0" y="538759"/>
                </a:lnTo>
                <a:lnTo>
                  <a:pt x="2082" y="543948"/>
                </a:lnTo>
                <a:lnTo>
                  <a:pt x="2082" y="543648"/>
                </a:lnTo>
                <a:lnTo>
                  <a:pt x="2197" y="544233"/>
                </a:lnTo>
                <a:lnTo>
                  <a:pt x="3352" y="549668"/>
                </a:lnTo>
                <a:lnTo>
                  <a:pt x="6731" y="554164"/>
                </a:lnTo>
                <a:lnTo>
                  <a:pt x="5054" y="546087"/>
                </a:lnTo>
                <a:lnTo>
                  <a:pt x="5207" y="543344"/>
                </a:lnTo>
                <a:lnTo>
                  <a:pt x="3124" y="538155"/>
                </a:lnTo>
                <a:lnTo>
                  <a:pt x="3124" y="55676"/>
                </a:lnTo>
                <a:lnTo>
                  <a:pt x="5041" y="53289"/>
                </a:lnTo>
                <a:lnTo>
                  <a:pt x="7137" y="48044"/>
                </a:lnTo>
                <a:close/>
              </a:path>
              <a:path w="418693" h="641629">
                <a:moveTo>
                  <a:pt x="2870" y="56527"/>
                </a:moveTo>
                <a:lnTo>
                  <a:pt x="4305" y="46710"/>
                </a:lnTo>
                <a:lnTo>
                  <a:pt x="2248" y="51840"/>
                </a:lnTo>
                <a:lnTo>
                  <a:pt x="0" y="55206"/>
                </a:lnTo>
                <a:lnTo>
                  <a:pt x="2197" y="51968"/>
                </a:lnTo>
                <a:lnTo>
                  <a:pt x="2349" y="51688"/>
                </a:lnTo>
                <a:lnTo>
                  <a:pt x="2870" y="56527"/>
                </a:lnTo>
                <a:close/>
              </a:path>
              <a:path w="418693" h="641629">
                <a:moveTo>
                  <a:pt x="2082" y="543948"/>
                </a:moveTo>
                <a:lnTo>
                  <a:pt x="2082" y="547154"/>
                </a:lnTo>
                <a:lnTo>
                  <a:pt x="3352" y="549668"/>
                </a:lnTo>
                <a:lnTo>
                  <a:pt x="2197" y="544233"/>
                </a:lnTo>
                <a:lnTo>
                  <a:pt x="2082" y="543648"/>
                </a:lnTo>
                <a:lnTo>
                  <a:pt x="2082" y="543948"/>
                </a:lnTo>
                <a:close/>
              </a:path>
              <a:path w="418693" h="641629">
                <a:moveTo>
                  <a:pt x="9932" y="556298"/>
                </a:moveTo>
                <a:lnTo>
                  <a:pt x="14249" y="560603"/>
                </a:lnTo>
                <a:lnTo>
                  <a:pt x="125044" y="601306"/>
                </a:lnTo>
                <a:lnTo>
                  <a:pt x="233476" y="641629"/>
                </a:lnTo>
                <a:lnTo>
                  <a:pt x="232435" y="637908"/>
                </a:lnTo>
                <a:lnTo>
                  <a:pt x="227218" y="124546"/>
                </a:lnTo>
                <a:lnTo>
                  <a:pt x="227203" y="123291"/>
                </a:lnTo>
                <a:lnTo>
                  <a:pt x="407771" y="79268"/>
                </a:lnTo>
                <a:lnTo>
                  <a:pt x="224066" y="122059"/>
                </a:lnTo>
                <a:lnTo>
                  <a:pt x="226009" y="124828"/>
                </a:lnTo>
                <a:lnTo>
                  <a:pt x="230312" y="637118"/>
                </a:lnTo>
                <a:lnTo>
                  <a:pt x="230339" y="639394"/>
                </a:lnTo>
                <a:lnTo>
                  <a:pt x="126136" y="598373"/>
                </a:lnTo>
                <a:lnTo>
                  <a:pt x="16217" y="558152"/>
                </a:lnTo>
                <a:lnTo>
                  <a:pt x="15646" y="557783"/>
                </a:lnTo>
                <a:lnTo>
                  <a:pt x="15966" y="557901"/>
                </a:lnTo>
                <a:lnTo>
                  <a:pt x="11938" y="553885"/>
                </a:lnTo>
                <a:lnTo>
                  <a:pt x="9067" y="552069"/>
                </a:lnTo>
                <a:lnTo>
                  <a:pt x="8914" y="551865"/>
                </a:lnTo>
                <a:lnTo>
                  <a:pt x="6037" y="548040"/>
                </a:lnTo>
                <a:lnTo>
                  <a:pt x="5207" y="546390"/>
                </a:lnTo>
                <a:lnTo>
                  <a:pt x="5207" y="546773"/>
                </a:lnTo>
                <a:lnTo>
                  <a:pt x="5207" y="543344"/>
                </a:lnTo>
                <a:lnTo>
                  <a:pt x="5054" y="546087"/>
                </a:lnTo>
                <a:lnTo>
                  <a:pt x="6731" y="554164"/>
                </a:lnTo>
                <a:lnTo>
                  <a:pt x="5943" y="547916"/>
                </a:lnTo>
                <a:lnTo>
                  <a:pt x="6096" y="548157"/>
                </a:lnTo>
                <a:lnTo>
                  <a:pt x="8686" y="551713"/>
                </a:lnTo>
                <a:lnTo>
                  <a:pt x="9842" y="556209"/>
                </a:lnTo>
                <a:lnTo>
                  <a:pt x="10083" y="556399"/>
                </a:lnTo>
                <a:lnTo>
                  <a:pt x="9932" y="556298"/>
                </a:lnTo>
                <a:close/>
              </a:path>
              <a:path w="418693" h="641629">
                <a:moveTo>
                  <a:pt x="2349" y="51688"/>
                </a:moveTo>
                <a:lnTo>
                  <a:pt x="2197" y="51968"/>
                </a:lnTo>
                <a:lnTo>
                  <a:pt x="3009" y="537870"/>
                </a:lnTo>
                <a:lnTo>
                  <a:pt x="2870" y="56527"/>
                </a:lnTo>
                <a:lnTo>
                  <a:pt x="2349" y="51688"/>
                </a:lnTo>
                <a:close/>
              </a:path>
              <a:path w="418693" h="641629">
                <a:moveTo>
                  <a:pt x="6731" y="554164"/>
                </a:moveTo>
                <a:lnTo>
                  <a:pt x="9932" y="556298"/>
                </a:lnTo>
                <a:lnTo>
                  <a:pt x="10083" y="556399"/>
                </a:lnTo>
                <a:lnTo>
                  <a:pt x="9842" y="556209"/>
                </a:lnTo>
                <a:lnTo>
                  <a:pt x="8686" y="551713"/>
                </a:lnTo>
                <a:lnTo>
                  <a:pt x="6096" y="548157"/>
                </a:lnTo>
                <a:lnTo>
                  <a:pt x="5943" y="547916"/>
                </a:lnTo>
                <a:lnTo>
                  <a:pt x="6731" y="554164"/>
                </a:lnTo>
                <a:close/>
              </a:path>
              <a:path w="418693" h="641629">
                <a:moveTo>
                  <a:pt x="24980" y="27127"/>
                </a:moveTo>
                <a:lnTo>
                  <a:pt x="18531" y="31405"/>
                </a:lnTo>
                <a:lnTo>
                  <a:pt x="16459" y="35661"/>
                </a:lnTo>
                <a:lnTo>
                  <a:pt x="15811" y="36258"/>
                </a:lnTo>
                <a:lnTo>
                  <a:pt x="14008" y="33667"/>
                </a:lnTo>
                <a:lnTo>
                  <a:pt x="10936" y="38767"/>
                </a:lnTo>
                <a:lnTo>
                  <a:pt x="7747" y="39827"/>
                </a:lnTo>
                <a:lnTo>
                  <a:pt x="7188" y="47929"/>
                </a:lnTo>
                <a:lnTo>
                  <a:pt x="9962" y="42393"/>
                </a:lnTo>
                <a:lnTo>
                  <a:pt x="9359" y="42595"/>
                </a:lnTo>
                <a:lnTo>
                  <a:pt x="10642" y="39255"/>
                </a:lnTo>
                <a:lnTo>
                  <a:pt x="11493" y="38582"/>
                </a:lnTo>
                <a:lnTo>
                  <a:pt x="13030" y="41363"/>
                </a:lnTo>
                <a:lnTo>
                  <a:pt x="16224" y="36051"/>
                </a:lnTo>
                <a:lnTo>
                  <a:pt x="20066" y="34124"/>
                </a:lnTo>
                <a:lnTo>
                  <a:pt x="18580" y="31381"/>
                </a:lnTo>
                <a:lnTo>
                  <a:pt x="24980" y="27127"/>
                </a:lnTo>
                <a:close/>
              </a:path>
              <a:path w="418693" h="641629">
                <a:moveTo>
                  <a:pt x="10261" y="41795"/>
                </a:moveTo>
                <a:lnTo>
                  <a:pt x="9359" y="42595"/>
                </a:lnTo>
                <a:lnTo>
                  <a:pt x="9962" y="42393"/>
                </a:lnTo>
                <a:lnTo>
                  <a:pt x="13030" y="41363"/>
                </a:lnTo>
                <a:lnTo>
                  <a:pt x="11493" y="38582"/>
                </a:lnTo>
                <a:lnTo>
                  <a:pt x="10642" y="39255"/>
                </a:lnTo>
                <a:lnTo>
                  <a:pt x="9359" y="42595"/>
                </a:lnTo>
                <a:lnTo>
                  <a:pt x="10261" y="41795"/>
                </a:lnTo>
                <a:close/>
              </a:path>
              <a:path w="418693" h="641629">
                <a:moveTo>
                  <a:pt x="18415" y="31483"/>
                </a:moveTo>
                <a:lnTo>
                  <a:pt x="14008" y="33667"/>
                </a:lnTo>
                <a:lnTo>
                  <a:pt x="15811" y="36258"/>
                </a:lnTo>
                <a:lnTo>
                  <a:pt x="16459" y="35661"/>
                </a:lnTo>
                <a:lnTo>
                  <a:pt x="18415" y="31483"/>
                </a:lnTo>
                <a:close/>
              </a:path>
              <a:path w="418693" h="641629">
                <a:moveTo>
                  <a:pt x="16217" y="558152"/>
                </a:moveTo>
                <a:lnTo>
                  <a:pt x="126136" y="598373"/>
                </a:lnTo>
                <a:lnTo>
                  <a:pt x="15966" y="557901"/>
                </a:lnTo>
                <a:lnTo>
                  <a:pt x="15646" y="557783"/>
                </a:lnTo>
                <a:lnTo>
                  <a:pt x="16217" y="558152"/>
                </a:lnTo>
                <a:close/>
              </a:path>
              <a:path w="418693" h="641629">
                <a:moveTo>
                  <a:pt x="181015" y="3124"/>
                </a:moveTo>
                <a:lnTo>
                  <a:pt x="188125" y="3124"/>
                </a:lnTo>
                <a:lnTo>
                  <a:pt x="196011" y="3060"/>
                </a:lnTo>
                <a:lnTo>
                  <a:pt x="196697" y="0"/>
                </a:lnTo>
                <a:lnTo>
                  <a:pt x="180695" y="0"/>
                </a:lnTo>
                <a:lnTo>
                  <a:pt x="96139" y="14592"/>
                </a:lnTo>
                <a:lnTo>
                  <a:pt x="50266" y="22910"/>
                </a:lnTo>
                <a:lnTo>
                  <a:pt x="33578" y="26034"/>
                </a:lnTo>
                <a:lnTo>
                  <a:pt x="25730" y="30175"/>
                </a:lnTo>
                <a:lnTo>
                  <a:pt x="20066" y="34124"/>
                </a:lnTo>
                <a:lnTo>
                  <a:pt x="26088" y="30130"/>
                </a:lnTo>
                <a:lnTo>
                  <a:pt x="26403" y="29921"/>
                </a:lnTo>
                <a:lnTo>
                  <a:pt x="34112" y="29121"/>
                </a:lnTo>
                <a:lnTo>
                  <a:pt x="50825" y="25996"/>
                </a:lnTo>
                <a:lnTo>
                  <a:pt x="96672" y="17678"/>
                </a:lnTo>
                <a:lnTo>
                  <a:pt x="180835" y="3124"/>
                </a:lnTo>
                <a:lnTo>
                  <a:pt x="181089" y="3111"/>
                </a:lnTo>
                <a:close/>
              </a:path>
              <a:path w="418693" h="641629">
                <a:moveTo>
                  <a:pt x="24980" y="27127"/>
                </a:moveTo>
                <a:lnTo>
                  <a:pt x="18580" y="31381"/>
                </a:lnTo>
                <a:lnTo>
                  <a:pt x="20066" y="34124"/>
                </a:lnTo>
                <a:lnTo>
                  <a:pt x="25730" y="30175"/>
                </a:lnTo>
                <a:lnTo>
                  <a:pt x="33680" y="26022"/>
                </a:lnTo>
                <a:lnTo>
                  <a:pt x="24980" y="27127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957793" y="2660573"/>
            <a:ext cx="215747" cy="559777"/>
          </a:xfrm>
          <a:custGeom>
            <a:avLst/>
            <a:gdLst/>
            <a:ahLst/>
            <a:cxnLst/>
            <a:rect l="l" t="t" r="r" b="b"/>
            <a:pathLst>
              <a:path w="215747" h="559777">
                <a:moveTo>
                  <a:pt x="0" y="532726"/>
                </a:moveTo>
                <a:lnTo>
                  <a:pt x="1054" y="541045"/>
                </a:lnTo>
                <a:lnTo>
                  <a:pt x="2095" y="545211"/>
                </a:lnTo>
                <a:lnTo>
                  <a:pt x="4178" y="550405"/>
                </a:lnTo>
                <a:lnTo>
                  <a:pt x="8343" y="553529"/>
                </a:lnTo>
                <a:lnTo>
                  <a:pt x="13563" y="556653"/>
                </a:lnTo>
                <a:lnTo>
                  <a:pt x="18770" y="559777"/>
                </a:lnTo>
                <a:lnTo>
                  <a:pt x="30238" y="559777"/>
                </a:lnTo>
                <a:lnTo>
                  <a:pt x="185521" y="531685"/>
                </a:lnTo>
                <a:lnTo>
                  <a:pt x="191769" y="529602"/>
                </a:lnTo>
                <a:lnTo>
                  <a:pt x="198031" y="526478"/>
                </a:lnTo>
                <a:lnTo>
                  <a:pt x="203238" y="523354"/>
                </a:lnTo>
                <a:lnTo>
                  <a:pt x="206375" y="518147"/>
                </a:lnTo>
                <a:lnTo>
                  <a:pt x="210540" y="512952"/>
                </a:lnTo>
                <a:lnTo>
                  <a:pt x="213664" y="507745"/>
                </a:lnTo>
                <a:lnTo>
                  <a:pt x="215747" y="502538"/>
                </a:lnTo>
                <a:lnTo>
                  <a:pt x="215747" y="18732"/>
                </a:lnTo>
                <a:lnTo>
                  <a:pt x="213664" y="13525"/>
                </a:lnTo>
                <a:lnTo>
                  <a:pt x="210540" y="8318"/>
                </a:lnTo>
                <a:lnTo>
                  <a:pt x="206375" y="5206"/>
                </a:lnTo>
                <a:lnTo>
                  <a:pt x="203238" y="2082"/>
                </a:lnTo>
                <a:lnTo>
                  <a:pt x="198031" y="0"/>
                </a:lnTo>
                <a:lnTo>
                  <a:pt x="185521" y="0"/>
                </a:lnTo>
                <a:lnTo>
                  <a:pt x="30238" y="28092"/>
                </a:lnTo>
                <a:lnTo>
                  <a:pt x="23977" y="29133"/>
                </a:lnTo>
                <a:lnTo>
                  <a:pt x="18770" y="32257"/>
                </a:lnTo>
                <a:lnTo>
                  <a:pt x="13563" y="36410"/>
                </a:lnTo>
                <a:lnTo>
                  <a:pt x="8343" y="40576"/>
                </a:lnTo>
                <a:lnTo>
                  <a:pt x="4178" y="45783"/>
                </a:lnTo>
                <a:lnTo>
                  <a:pt x="2095" y="50977"/>
                </a:lnTo>
                <a:lnTo>
                  <a:pt x="1054" y="57226"/>
                </a:lnTo>
                <a:lnTo>
                  <a:pt x="0" y="63461"/>
                </a:lnTo>
                <a:lnTo>
                  <a:pt x="0" y="532726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955190" y="2657970"/>
            <a:ext cx="218617" cy="564972"/>
          </a:xfrm>
          <a:custGeom>
            <a:avLst/>
            <a:gdLst/>
            <a:ahLst/>
            <a:cxnLst/>
            <a:rect l="l" t="t" r="r" b="b"/>
            <a:pathLst>
              <a:path w="218617" h="564972">
                <a:moveTo>
                  <a:pt x="213926" y="17285"/>
                </a:moveTo>
                <a:lnTo>
                  <a:pt x="211569" y="13004"/>
                </a:lnTo>
                <a:lnTo>
                  <a:pt x="210908" y="12255"/>
                </a:lnTo>
                <a:lnTo>
                  <a:pt x="210527" y="5727"/>
                </a:lnTo>
                <a:lnTo>
                  <a:pt x="210775" y="5912"/>
                </a:lnTo>
                <a:lnTo>
                  <a:pt x="207302" y="2463"/>
                </a:lnTo>
                <a:lnTo>
                  <a:pt x="204000" y="6527"/>
                </a:lnTo>
                <a:lnTo>
                  <a:pt x="200634" y="5194"/>
                </a:lnTo>
                <a:lnTo>
                  <a:pt x="199656" y="5016"/>
                </a:lnTo>
                <a:lnTo>
                  <a:pt x="194373" y="0"/>
                </a:lnTo>
                <a:lnTo>
                  <a:pt x="188125" y="5194"/>
                </a:lnTo>
                <a:lnTo>
                  <a:pt x="33286" y="33261"/>
                </a:lnTo>
                <a:lnTo>
                  <a:pt x="188371" y="5194"/>
                </a:lnTo>
                <a:lnTo>
                  <a:pt x="188582" y="5156"/>
                </a:lnTo>
                <a:lnTo>
                  <a:pt x="194373" y="5194"/>
                </a:lnTo>
                <a:lnTo>
                  <a:pt x="200102" y="5194"/>
                </a:lnTo>
                <a:lnTo>
                  <a:pt x="204371" y="6897"/>
                </a:lnTo>
                <a:lnTo>
                  <a:pt x="204876" y="7099"/>
                </a:lnTo>
                <a:lnTo>
                  <a:pt x="207264" y="9778"/>
                </a:lnTo>
                <a:lnTo>
                  <a:pt x="211186" y="12717"/>
                </a:lnTo>
                <a:lnTo>
                  <a:pt x="213926" y="17285"/>
                </a:lnTo>
                <a:close/>
              </a:path>
              <a:path w="218617" h="564972">
                <a:moveTo>
                  <a:pt x="193446" y="529767"/>
                </a:moveTo>
                <a:lnTo>
                  <a:pt x="187473" y="531758"/>
                </a:lnTo>
                <a:lnTo>
                  <a:pt x="187667" y="531723"/>
                </a:lnTo>
                <a:lnTo>
                  <a:pt x="193217" y="529882"/>
                </a:lnTo>
                <a:lnTo>
                  <a:pt x="193560" y="529729"/>
                </a:lnTo>
                <a:lnTo>
                  <a:pt x="199364" y="526808"/>
                </a:lnTo>
                <a:lnTo>
                  <a:pt x="193446" y="529767"/>
                </a:lnTo>
                <a:close/>
              </a:path>
              <a:path w="218617" h="564972">
                <a:moveTo>
                  <a:pt x="201129" y="0"/>
                </a:moveTo>
                <a:lnTo>
                  <a:pt x="194373" y="0"/>
                </a:lnTo>
                <a:lnTo>
                  <a:pt x="199656" y="5016"/>
                </a:lnTo>
                <a:lnTo>
                  <a:pt x="200634" y="5194"/>
                </a:lnTo>
                <a:lnTo>
                  <a:pt x="204000" y="6527"/>
                </a:lnTo>
                <a:lnTo>
                  <a:pt x="207302" y="2463"/>
                </a:lnTo>
                <a:lnTo>
                  <a:pt x="201129" y="0"/>
                </a:lnTo>
                <a:close/>
              </a:path>
              <a:path w="218617" h="564972">
                <a:moveTo>
                  <a:pt x="201879" y="531368"/>
                </a:moveTo>
                <a:lnTo>
                  <a:pt x="207746" y="527850"/>
                </a:lnTo>
                <a:lnTo>
                  <a:pt x="203606" y="524624"/>
                </a:lnTo>
                <a:lnTo>
                  <a:pt x="199466" y="526757"/>
                </a:lnTo>
                <a:lnTo>
                  <a:pt x="199301" y="526846"/>
                </a:lnTo>
                <a:lnTo>
                  <a:pt x="195376" y="534606"/>
                </a:lnTo>
                <a:lnTo>
                  <a:pt x="201879" y="531368"/>
                </a:lnTo>
                <a:close/>
              </a:path>
              <a:path w="218617" h="564972">
                <a:moveTo>
                  <a:pt x="210997" y="522376"/>
                </a:moveTo>
                <a:lnTo>
                  <a:pt x="207746" y="527850"/>
                </a:lnTo>
                <a:lnTo>
                  <a:pt x="211188" y="522138"/>
                </a:lnTo>
                <a:lnTo>
                  <a:pt x="211112" y="513930"/>
                </a:lnTo>
                <a:lnTo>
                  <a:pt x="210908" y="514223"/>
                </a:lnTo>
                <a:lnTo>
                  <a:pt x="207746" y="527850"/>
                </a:lnTo>
                <a:lnTo>
                  <a:pt x="210997" y="522376"/>
                </a:lnTo>
                <a:close/>
              </a:path>
              <a:path w="218617" h="564972">
                <a:moveTo>
                  <a:pt x="211213" y="522097"/>
                </a:moveTo>
                <a:lnTo>
                  <a:pt x="215277" y="517042"/>
                </a:lnTo>
                <a:lnTo>
                  <a:pt x="213855" y="509384"/>
                </a:lnTo>
                <a:lnTo>
                  <a:pt x="211112" y="513930"/>
                </a:lnTo>
                <a:lnTo>
                  <a:pt x="211213" y="522097"/>
                </a:lnTo>
                <a:close/>
              </a:path>
              <a:path w="218617" h="564972">
                <a:moveTo>
                  <a:pt x="215938" y="504190"/>
                </a:moveTo>
                <a:lnTo>
                  <a:pt x="215938" y="22301"/>
                </a:lnTo>
                <a:lnTo>
                  <a:pt x="215734" y="21336"/>
                </a:lnTo>
                <a:lnTo>
                  <a:pt x="215734" y="504696"/>
                </a:lnTo>
                <a:lnTo>
                  <a:pt x="215938" y="504190"/>
                </a:lnTo>
                <a:close/>
              </a:path>
              <a:path w="218617" h="564972">
                <a:moveTo>
                  <a:pt x="220954" y="20827"/>
                </a:moveTo>
                <a:lnTo>
                  <a:pt x="218617" y="14960"/>
                </a:lnTo>
                <a:lnTo>
                  <a:pt x="215112" y="9143"/>
                </a:lnTo>
                <a:lnTo>
                  <a:pt x="214033" y="17462"/>
                </a:lnTo>
                <a:lnTo>
                  <a:pt x="213855" y="17106"/>
                </a:lnTo>
                <a:lnTo>
                  <a:pt x="215112" y="9143"/>
                </a:lnTo>
                <a:lnTo>
                  <a:pt x="210820" y="5956"/>
                </a:lnTo>
                <a:lnTo>
                  <a:pt x="210527" y="5727"/>
                </a:lnTo>
                <a:lnTo>
                  <a:pt x="210908" y="12255"/>
                </a:lnTo>
                <a:lnTo>
                  <a:pt x="211569" y="13004"/>
                </a:lnTo>
                <a:lnTo>
                  <a:pt x="213926" y="17285"/>
                </a:lnTo>
                <a:lnTo>
                  <a:pt x="215734" y="21794"/>
                </a:lnTo>
                <a:lnTo>
                  <a:pt x="215734" y="21336"/>
                </a:lnTo>
                <a:lnTo>
                  <a:pt x="215938" y="22301"/>
                </a:lnTo>
                <a:lnTo>
                  <a:pt x="215938" y="504190"/>
                </a:lnTo>
                <a:lnTo>
                  <a:pt x="215734" y="504696"/>
                </a:lnTo>
                <a:lnTo>
                  <a:pt x="214033" y="509016"/>
                </a:lnTo>
                <a:lnTo>
                  <a:pt x="213942" y="509167"/>
                </a:lnTo>
                <a:lnTo>
                  <a:pt x="211001" y="514068"/>
                </a:lnTo>
                <a:lnTo>
                  <a:pt x="206832" y="519264"/>
                </a:lnTo>
                <a:lnTo>
                  <a:pt x="204508" y="523722"/>
                </a:lnTo>
                <a:lnTo>
                  <a:pt x="203946" y="524059"/>
                </a:lnTo>
                <a:lnTo>
                  <a:pt x="199364" y="526808"/>
                </a:lnTo>
                <a:lnTo>
                  <a:pt x="193560" y="529729"/>
                </a:lnTo>
                <a:lnTo>
                  <a:pt x="187667" y="531723"/>
                </a:lnTo>
                <a:lnTo>
                  <a:pt x="187473" y="531758"/>
                </a:lnTo>
                <a:lnTo>
                  <a:pt x="32842" y="559777"/>
                </a:lnTo>
                <a:lnTo>
                  <a:pt x="26581" y="559777"/>
                </a:lnTo>
                <a:lnTo>
                  <a:pt x="32385" y="559816"/>
                </a:lnTo>
                <a:lnTo>
                  <a:pt x="33070" y="564972"/>
                </a:lnTo>
                <a:lnTo>
                  <a:pt x="187312" y="531812"/>
                </a:lnTo>
                <a:lnTo>
                  <a:pt x="188785" y="536803"/>
                </a:lnTo>
                <a:lnTo>
                  <a:pt x="195376" y="534606"/>
                </a:lnTo>
                <a:lnTo>
                  <a:pt x="199301" y="526846"/>
                </a:lnTo>
                <a:lnTo>
                  <a:pt x="199466" y="526757"/>
                </a:lnTo>
                <a:lnTo>
                  <a:pt x="203606" y="524624"/>
                </a:lnTo>
                <a:lnTo>
                  <a:pt x="207746" y="527850"/>
                </a:lnTo>
                <a:lnTo>
                  <a:pt x="210908" y="514223"/>
                </a:lnTo>
                <a:lnTo>
                  <a:pt x="211112" y="513930"/>
                </a:lnTo>
                <a:lnTo>
                  <a:pt x="213855" y="509384"/>
                </a:lnTo>
                <a:lnTo>
                  <a:pt x="215277" y="517042"/>
                </a:lnTo>
                <a:lnTo>
                  <a:pt x="215734" y="505142"/>
                </a:lnTo>
                <a:lnTo>
                  <a:pt x="218617" y="511517"/>
                </a:lnTo>
                <a:lnTo>
                  <a:pt x="220954" y="505650"/>
                </a:lnTo>
                <a:lnTo>
                  <a:pt x="220954" y="20827"/>
                </a:lnTo>
                <a:close/>
              </a:path>
              <a:path w="218617" h="564972">
                <a:moveTo>
                  <a:pt x="188785" y="536803"/>
                </a:moveTo>
                <a:lnTo>
                  <a:pt x="187312" y="531812"/>
                </a:lnTo>
                <a:lnTo>
                  <a:pt x="33070" y="564972"/>
                </a:lnTo>
                <a:lnTo>
                  <a:pt x="188785" y="536803"/>
                </a:lnTo>
                <a:close/>
              </a:path>
              <a:path w="218617" h="564972">
                <a:moveTo>
                  <a:pt x="194373" y="5194"/>
                </a:moveTo>
                <a:lnTo>
                  <a:pt x="188582" y="5156"/>
                </a:lnTo>
                <a:lnTo>
                  <a:pt x="188371" y="5194"/>
                </a:lnTo>
                <a:lnTo>
                  <a:pt x="194373" y="5194"/>
                </a:lnTo>
                <a:close/>
              </a:path>
              <a:path w="218617" h="564972">
                <a:moveTo>
                  <a:pt x="207264" y="9778"/>
                </a:moveTo>
                <a:lnTo>
                  <a:pt x="204876" y="7099"/>
                </a:lnTo>
                <a:lnTo>
                  <a:pt x="204371" y="6897"/>
                </a:lnTo>
                <a:lnTo>
                  <a:pt x="207264" y="9778"/>
                </a:lnTo>
                <a:close/>
              </a:path>
              <a:path w="218617" h="564972">
                <a:moveTo>
                  <a:pt x="218617" y="511517"/>
                </a:moveTo>
                <a:lnTo>
                  <a:pt x="215734" y="505142"/>
                </a:lnTo>
                <a:lnTo>
                  <a:pt x="215277" y="517042"/>
                </a:lnTo>
                <a:lnTo>
                  <a:pt x="218617" y="511517"/>
                </a:lnTo>
                <a:close/>
              </a:path>
              <a:path w="218617" h="564972">
                <a:moveTo>
                  <a:pt x="214033" y="509016"/>
                </a:moveTo>
                <a:lnTo>
                  <a:pt x="215734" y="504696"/>
                </a:lnTo>
                <a:lnTo>
                  <a:pt x="213942" y="509167"/>
                </a:lnTo>
                <a:lnTo>
                  <a:pt x="214033" y="509016"/>
                </a:lnTo>
                <a:close/>
              </a:path>
              <a:path w="218617" h="564972">
                <a:moveTo>
                  <a:pt x="210820" y="5956"/>
                </a:moveTo>
                <a:lnTo>
                  <a:pt x="215112" y="9143"/>
                </a:lnTo>
                <a:lnTo>
                  <a:pt x="210775" y="5912"/>
                </a:lnTo>
                <a:close/>
              </a:path>
              <a:path w="218617" h="564972">
                <a:moveTo>
                  <a:pt x="215112" y="9143"/>
                </a:moveTo>
                <a:lnTo>
                  <a:pt x="213855" y="17106"/>
                </a:lnTo>
                <a:lnTo>
                  <a:pt x="214033" y="17462"/>
                </a:lnTo>
                <a:lnTo>
                  <a:pt x="215112" y="9143"/>
                </a:lnTo>
                <a:close/>
              </a:path>
              <a:path w="218617" h="564972">
                <a:moveTo>
                  <a:pt x="206832" y="519264"/>
                </a:moveTo>
                <a:lnTo>
                  <a:pt x="203946" y="524059"/>
                </a:lnTo>
                <a:lnTo>
                  <a:pt x="204508" y="523722"/>
                </a:lnTo>
                <a:lnTo>
                  <a:pt x="206832" y="519264"/>
                </a:lnTo>
                <a:close/>
              </a:path>
              <a:path w="218617" h="564972">
                <a:moveTo>
                  <a:pt x="32842" y="559777"/>
                </a:moveTo>
                <a:lnTo>
                  <a:pt x="187473" y="531758"/>
                </a:lnTo>
                <a:lnTo>
                  <a:pt x="32595" y="559777"/>
                </a:lnTo>
                <a:lnTo>
                  <a:pt x="32842" y="559777"/>
                </a:lnTo>
                <a:close/>
              </a:path>
              <a:path w="218617" h="564972">
                <a:moveTo>
                  <a:pt x="17780" y="41046"/>
                </a:moveTo>
                <a:lnTo>
                  <a:pt x="12979" y="44805"/>
                </a:lnTo>
                <a:lnTo>
                  <a:pt x="12825" y="44997"/>
                </a:lnTo>
                <a:lnTo>
                  <a:pt x="17780" y="41046"/>
                </a:lnTo>
                <a:close/>
              </a:path>
              <a:path w="218617" h="564972">
                <a:moveTo>
                  <a:pt x="12509" y="554050"/>
                </a:moveTo>
                <a:lnTo>
                  <a:pt x="17500" y="557022"/>
                </a:lnTo>
                <a:lnTo>
                  <a:pt x="12486" y="554033"/>
                </a:lnTo>
                <a:close/>
              </a:path>
              <a:path w="218617" h="564972">
                <a:moveTo>
                  <a:pt x="8926" y="551373"/>
                </a:moveTo>
                <a:lnTo>
                  <a:pt x="5207" y="535101"/>
                </a:lnTo>
                <a:lnTo>
                  <a:pt x="5207" y="66345"/>
                </a:lnTo>
                <a:lnTo>
                  <a:pt x="6223" y="60261"/>
                </a:lnTo>
                <a:lnTo>
                  <a:pt x="5206" y="66065"/>
                </a:lnTo>
                <a:lnTo>
                  <a:pt x="9105" y="41338"/>
                </a:lnTo>
                <a:lnTo>
                  <a:pt x="4495" y="47066"/>
                </a:lnTo>
                <a:lnTo>
                  <a:pt x="5181" y="66497"/>
                </a:lnTo>
                <a:lnTo>
                  <a:pt x="5206" y="535330"/>
                </a:lnTo>
                <a:lnTo>
                  <a:pt x="4622" y="554647"/>
                </a:lnTo>
                <a:lnTo>
                  <a:pt x="9486" y="558292"/>
                </a:lnTo>
                <a:lnTo>
                  <a:pt x="14833" y="561479"/>
                </a:lnTo>
                <a:lnTo>
                  <a:pt x="12280" y="553910"/>
                </a:lnTo>
                <a:lnTo>
                  <a:pt x="9194" y="552043"/>
                </a:lnTo>
                <a:lnTo>
                  <a:pt x="8343" y="550938"/>
                </a:lnTo>
                <a:lnTo>
                  <a:pt x="7226" y="547179"/>
                </a:lnTo>
                <a:lnTo>
                  <a:pt x="8926" y="551373"/>
                </a:lnTo>
                <a:close/>
              </a:path>
              <a:path w="218617" h="564972">
                <a:moveTo>
                  <a:pt x="7112" y="546849"/>
                </a:moveTo>
                <a:lnTo>
                  <a:pt x="7196" y="547059"/>
                </a:lnTo>
                <a:lnTo>
                  <a:pt x="6210" y="543115"/>
                </a:lnTo>
                <a:lnTo>
                  <a:pt x="5207" y="535101"/>
                </a:lnTo>
                <a:lnTo>
                  <a:pt x="6184" y="543013"/>
                </a:lnTo>
                <a:lnTo>
                  <a:pt x="6235" y="543318"/>
                </a:lnTo>
                <a:lnTo>
                  <a:pt x="7112" y="546849"/>
                </a:lnTo>
                <a:close/>
              </a:path>
              <a:path w="218617" h="564972">
                <a:moveTo>
                  <a:pt x="14528" y="36995"/>
                </a:moveTo>
                <a:lnTo>
                  <a:pt x="9105" y="41338"/>
                </a:lnTo>
                <a:lnTo>
                  <a:pt x="8813" y="50012"/>
                </a:lnTo>
                <a:lnTo>
                  <a:pt x="7264" y="54013"/>
                </a:lnTo>
                <a:lnTo>
                  <a:pt x="7112" y="54559"/>
                </a:lnTo>
                <a:lnTo>
                  <a:pt x="9105" y="41338"/>
                </a:lnTo>
                <a:lnTo>
                  <a:pt x="5206" y="66065"/>
                </a:lnTo>
                <a:lnTo>
                  <a:pt x="6223" y="60261"/>
                </a:lnTo>
                <a:lnTo>
                  <a:pt x="7217" y="54296"/>
                </a:lnTo>
                <a:lnTo>
                  <a:pt x="9047" y="49720"/>
                </a:lnTo>
                <a:lnTo>
                  <a:pt x="9194" y="49352"/>
                </a:lnTo>
                <a:lnTo>
                  <a:pt x="12573" y="45199"/>
                </a:lnTo>
                <a:lnTo>
                  <a:pt x="14528" y="36995"/>
                </a:lnTo>
                <a:close/>
              </a:path>
              <a:path w="218617" h="564972">
                <a:moveTo>
                  <a:pt x="7226" y="547179"/>
                </a:moveTo>
                <a:lnTo>
                  <a:pt x="8343" y="550938"/>
                </a:lnTo>
                <a:lnTo>
                  <a:pt x="9194" y="552043"/>
                </a:lnTo>
                <a:lnTo>
                  <a:pt x="12280" y="553910"/>
                </a:lnTo>
                <a:lnTo>
                  <a:pt x="14833" y="561479"/>
                </a:lnTo>
                <a:lnTo>
                  <a:pt x="20650" y="564972"/>
                </a:lnTo>
                <a:lnTo>
                  <a:pt x="33070" y="564972"/>
                </a:lnTo>
                <a:lnTo>
                  <a:pt x="32385" y="559816"/>
                </a:lnTo>
                <a:lnTo>
                  <a:pt x="26581" y="559777"/>
                </a:lnTo>
                <a:lnTo>
                  <a:pt x="22093" y="559777"/>
                </a:lnTo>
                <a:lnTo>
                  <a:pt x="22707" y="560146"/>
                </a:lnTo>
                <a:lnTo>
                  <a:pt x="21374" y="559777"/>
                </a:lnTo>
                <a:lnTo>
                  <a:pt x="17500" y="557022"/>
                </a:lnTo>
                <a:lnTo>
                  <a:pt x="12509" y="554050"/>
                </a:lnTo>
                <a:lnTo>
                  <a:pt x="8926" y="551373"/>
                </a:lnTo>
                <a:lnTo>
                  <a:pt x="7226" y="547179"/>
                </a:lnTo>
                <a:close/>
              </a:path>
              <a:path w="218617" h="564972">
                <a:moveTo>
                  <a:pt x="187883" y="0"/>
                </a:moveTo>
                <a:lnTo>
                  <a:pt x="32385" y="28143"/>
                </a:lnTo>
                <a:lnTo>
                  <a:pt x="27914" y="33972"/>
                </a:lnTo>
                <a:lnTo>
                  <a:pt x="27012" y="34302"/>
                </a:lnTo>
                <a:lnTo>
                  <a:pt x="25666" y="29248"/>
                </a:lnTo>
                <a:lnTo>
                  <a:pt x="19888" y="32727"/>
                </a:lnTo>
                <a:lnTo>
                  <a:pt x="14528" y="36995"/>
                </a:lnTo>
                <a:lnTo>
                  <a:pt x="12573" y="45199"/>
                </a:lnTo>
                <a:lnTo>
                  <a:pt x="9194" y="49352"/>
                </a:lnTo>
                <a:lnTo>
                  <a:pt x="9047" y="49720"/>
                </a:lnTo>
                <a:lnTo>
                  <a:pt x="12825" y="44997"/>
                </a:lnTo>
                <a:lnTo>
                  <a:pt x="12979" y="44805"/>
                </a:lnTo>
                <a:lnTo>
                  <a:pt x="17780" y="41046"/>
                </a:lnTo>
                <a:lnTo>
                  <a:pt x="22707" y="37083"/>
                </a:lnTo>
                <a:lnTo>
                  <a:pt x="22999" y="36880"/>
                </a:lnTo>
                <a:lnTo>
                  <a:pt x="27496" y="34222"/>
                </a:lnTo>
                <a:lnTo>
                  <a:pt x="33286" y="33261"/>
                </a:lnTo>
                <a:lnTo>
                  <a:pt x="188125" y="5194"/>
                </a:lnTo>
                <a:lnTo>
                  <a:pt x="194373" y="0"/>
                </a:lnTo>
                <a:lnTo>
                  <a:pt x="187883" y="0"/>
                </a:lnTo>
                <a:close/>
              </a:path>
              <a:path w="218617" h="564972">
                <a:moveTo>
                  <a:pt x="9105" y="41338"/>
                </a:moveTo>
                <a:lnTo>
                  <a:pt x="7112" y="54559"/>
                </a:lnTo>
                <a:lnTo>
                  <a:pt x="7264" y="54013"/>
                </a:lnTo>
                <a:lnTo>
                  <a:pt x="8813" y="50012"/>
                </a:lnTo>
                <a:lnTo>
                  <a:pt x="9105" y="41338"/>
                </a:lnTo>
                <a:close/>
              </a:path>
              <a:path w="218617" h="564972">
                <a:moveTo>
                  <a:pt x="5194" y="535000"/>
                </a:moveTo>
                <a:lnTo>
                  <a:pt x="5181" y="66497"/>
                </a:lnTo>
                <a:lnTo>
                  <a:pt x="4495" y="47066"/>
                </a:lnTo>
                <a:lnTo>
                  <a:pt x="2171" y="52882"/>
                </a:lnTo>
                <a:lnTo>
                  <a:pt x="1079" y="59397"/>
                </a:lnTo>
                <a:lnTo>
                  <a:pt x="0" y="65849"/>
                </a:lnTo>
                <a:lnTo>
                  <a:pt x="0" y="535482"/>
                </a:lnTo>
                <a:lnTo>
                  <a:pt x="1079" y="544131"/>
                </a:lnTo>
                <a:lnTo>
                  <a:pt x="2209" y="548614"/>
                </a:lnTo>
                <a:lnTo>
                  <a:pt x="4622" y="554647"/>
                </a:lnTo>
                <a:lnTo>
                  <a:pt x="5206" y="535330"/>
                </a:lnTo>
                <a:lnTo>
                  <a:pt x="5194" y="535000"/>
                </a:lnTo>
                <a:close/>
              </a:path>
              <a:path w="218617" h="564972">
                <a:moveTo>
                  <a:pt x="21374" y="559777"/>
                </a:moveTo>
                <a:lnTo>
                  <a:pt x="22707" y="560146"/>
                </a:lnTo>
                <a:lnTo>
                  <a:pt x="22093" y="559777"/>
                </a:lnTo>
                <a:lnTo>
                  <a:pt x="17500" y="557022"/>
                </a:lnTo>
                <a:lnTo>
                  <a:pt x="21374" y="559777"/>
                </a:lnTo>
                <a:close/>
              </a:path>
              <a:path w="218617" h="564972">
                <a:moveTo>
                  <a:pt x="22856" y="36994"/>
                </a:moveTo>
                <a:lnTo>
                  <a:pt x="27496" y="34222"/>
                </a:lnTo>
                <a:lnTo>
                  <a:pt x="22999" y="36880"/>
                </a:lnTo>
                <a:lnTo>
                  <a:pt x="22707" y="37083"/>
                </a:lnTo>
                <a:lnTo>
                  <a:pt x="17780" y="41046"/>
                </a:lnTo>
                <a:lnTo>
                  <a:pt x="22856" y="36994"/>
                </a:lnTo>
                <a:close/>
              </a:path>
              <a:path w="218617" h="564972">
                <a:moveTo>
                  <a:pt x="32385" y="28143"/>
                </a:moveTo>
                <a:lnTo>
                  <a:pt x="25666" y="29248"/>
                </a:lnTo>
                <a:lnTo>
                  <a:pt x="27012" y="34302"/>
                </a:lnTo>
                <a:lnTo>
                  <a:pt x="27914" y="33972"/>
                </a:lnTo>
                <a:lnTo>
                  <a:pt x="32385" y="28143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975523" y="2735491"/>
            <a:ext cx="186550" cy="479653"/>
          </a:xfrm>
          <a:custGeom>
            <a:avLst/>
            <a:gdLst/>
            <a:ahLst/>
            <a:cxnLst/>
            <a:rect l="l" t="t" r="r" b="b"/>
            <a:pathLst>
              <a:path w="186550" h="479653">
                <a:moveTo>
                  <a:pt x="0" y="55143"/>
                </a:moveTo>
                <a:lnTo>
                  <a:pt x="0" y="457809"/>
                </a:lnTo>
                <a:lnTo>
                  <a:pt x="1041" y="463003"/>
                </a:lnTo>
                <a:lnTo>
                  <a:pt x="2082" y="468210"/>
                </a:lnTo>
                <a:lnTo>
                  <a:pt x="5207" y="472363"/>
                </a:lnTo>
                <a:lnTo>
                  <a:pt x="7289" y="475488"/>
                </a:lnTo>
                <a:lnTo>
                  <a:pt x="11455" y="477570"/>
                </a:lnTo>
                <a:lnTo>
                  <a:pt x="16675" y="479653"/>
                </a:lnTo>
                <a:lnTo>
                  <a:pt x="26047" y="479653"/>
                </a:lnTo>
                <a:lnTo>
                  <a:pt x="159461" y="456768"/>
                </a:lnTo>
                <a:lnTo>
                  <a:pt x="164668" y="454685"/>
                </a:lnTo>
                <a:lnTo>
                  <a:pt x="169875" y="452602"/>
                </a:lnTo>
                <a:lnTo>
                  <a:pt x="174040" y="448436"/>
                </a:lnTo>
                <a:lnTo>
                  <a:pt x="178219" y="445312"/>
                </a:lnTo>
                <a:lnTo>
                  <a:pt x="181343" y="440118"/>
                </a:lnTo>
                <a:lnTo>
                  <a:pt x="183426" y="435952"/>
                </a:lnTo>
                <a:lnTo>
                  <a:pt x="185508" y="430758"/>
                </a:lnTo>
                <a:lnTo>
                  <a:pt x="186550" y="424510"/>
                </a:lnTo>
                <a:lnTo>
                  <a:pt x="186550" y="21843"/>
                </a:lnTo>
                <a:lnTo>
                  <a:pt x="181343" y="7277"/>
                </a:lnTo>
                <a:lnTo>
                  <a:pt x="174040" y="2082"/>
                </a:lnTo>
                <a:lnTo>
                  <a:pt x="169875" y="0"/>
                </a:lnTo>
                <a:lnTo>
                  <a:pt x="159461" y="0"/>
                </a:lnTo>
                <a:lnTo>
                  <a:pt x="26047" y="22885"/>
                </a:lnTo>
                <a:lnTo>
                  <a:pt x="21882" y="24968"/>
                </a:lnTo>
                <a:lnTo>
                  <a:pt x="16675" y="28092"/>
                </a:lnTo>
                <a:lnTo>
                  <a:pt x="11455" y="31203"/>
                </a:lnTo>
                <a:lnTo>
                  <a:pt x="7289" y="34328"/>
                </a:lnTo>
                <a:lnTo>
                  <a:pt x="5207" y="39535"/>
                </a:lnTo>
                <a:lnTo>
                  <a:pt x="2082" y="43700"/>
                </a:lnTo>
                <a:lnTo>
                  <a:pt x="1041" y="48894"/>
                </a:lnTo>
                <a:lnTo>
                  <a:pt x="0" y="55143"/>
                </a:lnTo>
                <a:close/>
              </a:path>
            </a:pathLst>
          </a:custGeom>
          <a:solidFill>
            <a:srgbClr val="CAD2D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972906" y="2732874"/>
            <a:ext cx="191769" cy="484873"/>
          </a:xfrm>
          <a:custGeom>
            <a:avLst/>
            <a:gdLst/>
            <a:ahLst/>
            <a:cxnLst/>
            <a:rect l="l" t="t" r="r" b="b"/>
            <a:pathLst>
              <a:path w="191769" h="484873">
                <a:moveTo>
                  <a:pt x="183681" y="15153"/>
                </a:moveTo>
                <a:lnTo>
                  <a:pt x="185615" y="19989"/>
                </a:lnTo>
                <a:lnTo>
                  <a:pt x="183718" y="15227"/>
                </a:lnTo>
                <a:lnTo>
                  <a:pt x="183629" y="15024"/>
                </a:lnTo>
                <a:lnTo>
                  <a:pt x="182105" y="11734"/>
                </a:lnTo>
                <a:lnTo>
                  <a:pt x="181816" y="11447"/>
                </a:lnTo>
                <a:lnTo>
                  <a:pt x="183681" y="15153"/>
                </a:lnTo>
                <a:close/>
              </a:path>
              <a:path w="191769" h="484873">
                <a:moveTo>
                  <a:pt x="186601" y="426694"/>
                </a:moveTo>
                <a:lnTo>
                  <a:pt x="186563" y="24726"/>
                </a:lnTo>
                <a:lnTo>
                  <a:pt x="186562" y="427126"/>
                </a:lnTo>
                <a:lnTo>
                  <a:pt x="186601" y="426694"/>
                </a:lnTo>
                <a:close/>
              </a:path>
              <a:path w="191769" h="484873">
                <a:moveTo>
                  <a:pt x="190652" y="434073"/>
                </a:moveTo>
                <a:lnTo>
                  <a:pt x="191769" y="427342"/>
                </a:lnTo>
                <a:lnTo>
                  <a:pt x="191769" y="24193"/>
                </a:lnTo>
                <a:lnTo>
                  <a:pt x="190626" y="18516"/>
                </a:lnTo>
                <a:lnTo>
                  <a:pt x="188417" y="12992"/>
                </a:lnTo>
                <a:lnTo>
                  <a:pt x="186562" y="24460"/>
                </a:lnTo>
                <a:lnTo>
                  <a:pt x="186613" y="24980"/>
                </a:lnTo>
                <a:lnTo>
                  <a:pt x="188417" y="439635"/>
                </a:lnTo>
                <a:lnTo>
                  <a:pt x="190652" y="434073"/>
                </a:lnTo>
                <a:close/>
              </a:path>
              <a:path w="191769" h="484873">
                <a:moveTo>
                  <a:pt x="19291" y="479666"/>
                </a:moveTo>
                <a:lnTo>
                  <a:pt x="18783" y="484873"/>
                </a:lnTo>
                <a:lnTo>
                  <a:pt x="24498" y="484873"/>
                </a:lnTo>
                <a:lnTo>
                  <a:pt x="20256" y="479856"/>
                </a:lnTo>
                <a:lnTo>
                  <a:pt x="19291" y="479666"/>
                </a:lnTo>
                <a:close/>
              </a:path>
              <a:path w="191769" h="484873">
                <a:moveTo>
                  <a:pt x="6781" y="469264"/>
                </a:moveTo>
                <a:lnTo>
                  <a:pt x="8127" y="480123"/>
                </a:lnTo>
                <a:lnTo>
                  <a:pt x="7251" y="470319"/>
                </a:lnTo>
                <a:lnTo>
                  <a:pt x="6781" y="469264"/>
                </a:lnTo>
                <a:close/>
              </a:path>
              <a:path w="191769" h="484873">
                <a:moveTo>
                  <a:pt x="12069" y="38576"/>
                </a:moveTo>
                <a:lnTo>
                  <a:pt x="11468" y="39027"/>
                </a:lnTo>
                <a:lnTo>
                  <a:pt x="10121" y="43433"/>
                </a:lnTo>
                <a:lnTo>
                  <a:pt x="12069" y="38576"/>
                </a:lnTo>
                <a:close/>
              </a:path>
              <a:path w="191769" h="484873">
                <a:moveTo>
                  <a:pt x="162775" y="461899"/>
                </a:moveTo>
                <a:lnTo>
                  <a:pt x="161099" y="456958"/>
                </a:lnTo>
                <a:lnTo>
                  <a:pt x="28892" y="484873"/>
                </a:lnTo>
                <a:lnTo>
                  <a:pt x="162775" y="461899"/>
                </a:lnTo>
                <a:close/>
              </a:path>
              <a:path w="191769" h="484873">
                <a:moveTo>
                  <a:pt x="167284" y="5206"/>
                </a:moveTo>
                <a:lnTo>
                  <a:pt x="162521" y="5181"/>
                </a:lnTo>
                <a:lnTo>
                  <a:pt x="162373" y="5206"/>
                </a:lnTo>
                <a:lnTo>
                  <a:pt x="167284" y="5206"/>
                </a:lnTo>
                <a:close/>
              </a:path>
              <a:path w="191769" h="484873">
                <a:moveTo>
                  <a:pt x="182803" y="449706"/>
                </a:moveTo>
                <a:lnTo>
                  <a:pt x="178511" y="452894"/>
                </a:lnTo>
                <a:lnTo>
                  <a:pt x="182803" y="449706"/>
                </a:lnTo>
                <a:close/>
              </a:path>
              <a:path w="191769" h="484873">
                <a:moveTo>
                  <a:pt x="185559" y="432943"/>
                </a:moveTo>
                <a:lnTo>
                  <a:pt x="186232" y="443979"/>
                </a:lnTo>
                <a:lnTo>
                  <a:pt x="185712" y="432396"/>
                </a:lnTo>
                <a:lnTo>
                  <a:pt x="185559" y="432943"/>
                </a:lnTo>
                <a:close/>
              </a:path>
              <a:path w="191769" h="484873">
                <a:moveTo>
                  <a:pt x="186093" y="8356"/>
                </a:moveTo>
                <a:lnTo>
                  <a:pt x="185572" y="19773"/>
                </a:lnTo>
                <a:lnTo>
                  <a:pt x="185712" y="20231"/>
                </a:lnTo>
                <a:lnTo>
                  <a:pt x="186093" y="8356"/>
                </a:lnTo>
                <a:close/>
              </a:path>
              <a:path w="191769" h="484873">
                <a:moveTo>
                  <a:pt x="161632" y="456819"/>
                </a:moveTo>
                <a:lnTo>
                  <a:pt x="166319" y="454888"/>
                </a:lnTo>
                <a:lnTo>
                  <a:pt x="161313" y="456873"/>
                </a:lnTo>
                <a:lnTo>
                  <a:pt x="161632" y="456819"/>
                </a:lnTo>
                <a:close/>
              </a:path>
              <a:path w="191769" h="484873">
                <a:moveTo>
                  <a:pt x="28663" y="479666"/>
                </a:moveTo>
                <a:lnTo>
                  <a:pt x="161313" y="456873"/>
                </a:lnTo>
                <a:lnTo>
                  <a:pt x="28441" y="479666"/>
                </a:lnTo>
                <a:lnTo>
                  <a:pt x="28663" y="479666"/>
                </a:lnTo>
                <a:close/>
              </a:path>
              <a:path w="191769" h="484873">
                <a:moveTo>
                  <a:pt x="10121" y="43433"/>
                </a:moveTo>
                <a:lnTo>
                  <a:pt x="7251" y="46824"/>
                </a:lnTo>
                <a:lnTo>
                  <a:pt x="7137" y="47393"/>
                </a:lnTo>
                <a:lnTo>
                  <a:pt x="10121" y="43433"/>
                </a:lnTo>
                <a:close/>
              </a:path>
              <a:path w="191769" h="484873">
                <a:moveTo>
                  <a:pt x="1104" y="466128"/>
                </a:moveTo>
                <a:lnTo>
                  <a:pt x="2247" y="471919"/>
                </a:lnTo>
                <a:lnTo>
                  <a:pt x="5706" y="476509"/>
                </a:lnTo>
                <a:lnTo>
                  <a:pt x="8127" y="480123"/>
                </a:lnTo>
                <a:lnTo>
                  <a:pt x="6781" y="469264"/>
                </a:lnTo>
                <a:lnTo>
                  <a:pt x="7251" y="470319"/>
                </a:lnTo>
                <a:lnTo>
                  <a:pt x="8127" y="480123"/>
                </a:lnTo>
                <a:lnTo>
                  <a:pt x="13004" y="482561"/>
                </a:lnTo>
                <a:lnTo>
                  <a:pt x="11074" y="475780"/>
                </a:lnTo>
                <a:lnTo>
                  <a:pt x="9944" y="473481"/>
                </a:lnTo>
                <a:lnTo>
                  <a:pt x="7135" y="469736"/>
                </a:lnTo>
                <a:lnTo>
                  <a:pt x="6210" y="465112"/>
                </a:lnTo>
                <a:lnTo>
                  <a:pt x="5740" y="476554"/>
                </a:lnTo>
                <a:lnTo>
                  <a:pt x="5168" y="459905"/>
                </a:lnTo>
                <a:lnTo>
                  <a:pt x="5181" y="58191"/>
                </a:lnTo>
                <a:lnTo>
                  <a:pt x="5206" y="57759"/>
                </a:lnTo>
                <a:lnTo>
                  <a:pt x="5410" y="41173"/>
                </a:lnTo>
                <a:lnTo>
                  <a:pt x="2247" y="45224"/>
                </a:lnTo>
                <a:lnTo>
                  <a:pt x="1104" y="51041"/>
                </a:lnTo>
                <a:lnTo>
                  <a:pt x="0" y="57531"/>
                </a:lnTo>
                <a:lnTo>
                  <a:pt x="0" y="460679"/>
                </a:lnTo>
                <a:lnTo>
                  <a:pt x="1104" y="466128"/>
                </a:lnTo>
                <a:close/>
              </a:path>
              <a:path w="191769" h="484873">
                <a:moveTo>
                  <a:pt x="6210" y="465112"/>
                </a:moveTo>
                <a:lnTo>
                  <a:pt x="5206" y="460095"/>
                </a:lnTo>
                <a:lnTo>
                  <a:pt x="5206" y="460425"/>
                </a:lnTo>
                <a:lnTo>
                  <a:pt x="5207" y="58038"/>
                </a:lnTo>
                <a:lnTo>
                  <a:pt x="6222" y="51943"/>
                </a:lnTo>
                <a:lnTo>
                  <a:pt x="5740" y="40576"/>
                </a:lnTo>
                <a:lnTo>
                  <a:pt x="7746" y="35306"/>
                </a:lnTo>
                <a:lnTo>
                  <a:pt x="5543" y="40838"/>
                </a:lnTo>
                <a:lnTo>
                  <a:pt x="2247" y="45224"/>
                </a:lnTo>
                <a:lnTo>
                  <a:pt x="5410" y="41173"/>
                </a:lnTo>
                <a:lnTo>
                  <a:pt x="5206" y="57759"/>
                </a:lnTo>
                <a:lnTo>
                  <a:pt x="5181" y="58191"/>
                </a:lnTo>
                <a:lnTo>
                  <a:pt x="5168" y="459905"/>
                </a:lnTo>
                <a:lnTo>
                  <a:pt x="5651" y="476427"/>
                </a:lnTo>
                <a:lnTo>
                  <a:pt x="6210" y="465112"/>
                </a:lnTo>
                <a:close/>
              </a:path>
              <a:path w="191769" h="484873">
                <a:moveTo>
                  <a:pt x="12069" y="38576"/>
                </a:moveTo>
                <a:lnTo>
                  <a:pt x="15481" y="36017"/>
                </a:lnTo>
                <a:lnTo>
                  <a:pt x="12331" y="37922"/>
                </a:lnTo>
                <a:lnTo>
                  <a:pt x="12623" y="31661"/>
                </a:lnTo>
                <a:lnTo>
                  <a:pt x="7746" y="35306"/>
                </a:lnTo>
                <a:lnTo>
                  <a:pt x="6781" y="47866"/>
                </a:lnTo>
                <a:lnTo>
                  <a:pt x="6222" y="51943"/>
                </a:lnTo>
                <a:lnTo>
                  <a:pt x="7137" y="47393"/>
                </a:lnTo>
                <a:lnTo>
                  <a:pt x="7251" y="46824"/>
                </a:lnTo>
                <a:lnTo>
                  <a:pt x="10121" y="43433"/>
                </a:lnTo>
                <a:lnTo>
                  <a:pt x="11468" y="39027"/>
                </a:lnTo>
                <a:lnTo>
                  <a:pt x="12069" y="38576"/>
                </a:lnTo>
                <a:close/>
              </a:path>
              <a:path w="191769" h="484873">
                <a:moveTo>
                  <a:pt x="7746" y="35306"/>
                </a:moveTo>
                <a:lnTo>
                  <a:pt x="5740" y="40576"/>
                </a:lnTo>
                <a:lnTo>
                  <a:pt x="6222" y="51943"/>
                </a:lnTo>
                <a:lnTo>
                  <a:pt x="6781" y="47866"/>
                </a:lnTo>
                <a:lnTo>
                  <a:pt x="7746" y="35306"/>
                </a:lnTo>
                <a:close/>
              </a:path>
              <a:path w="191769" h="484873">
                <a:moveTo>
                  <a:pt x="24498" y="484873"/>
                </a:moveTo>
                <a:lnTo>
                  <a:pt x="28892" y="484873"/>
                </a:lnTo>
                <a:lnTo>
                  <a:pt x="28219" y="479704"/>
                </a:lnTo>
                <a:lnTo>
                  <a:pt x="24498" y="479666"/>
                </a:lnTo>
                <a:lnTo>
                  <a:pt x="19780" y="479666"/>
                </a:lnTo>
                <a:lnTo>
                  <a:pt x="15113" y="477799"/>
                </a:lnTo>
                <a:lnTo>
                  <a:pt x="12077" y="476669"/>
                </a:lnTo>
                <a:lnTo>
                  <a:pt x="11688" y="476086"/>
                </a:lnTo>
                <a:lnTo>
                  <a:pt x="9944" y="473481"/>
                </a:lnTo>
                <a:lnTo>
                  <a:pt x="11074" y="475780"/>
                </a:lnTo>
                <a:lnTo>
                  <a:pt x="13004" y="482561"/>
                </a:lnTo>
                <a:lnTo>
                  <a:pt x="18783" y="484873"/>
                </a:lnTo>
                <a:lnTo>
                  <a:pt x="19291" y="479666"/>
                </a:lnTo>
                <a:lnTo>
                  <a:pt x="20256" y="479856"/>
                </a:lnTo>
                <a:lnTo>
                  <a:pt x="24498" y="484873"/>
                </a:lnTo>
                <a:close/>
              </a:path>
              <a:path w="191769" h="484873">
                <a:moveTo>
                  <a:pt x="15049" y="477774"/>
                </a:moveTo>
                <a:lnTo>
                  <a:pt x="15240" y="477862"/>
                </a:lnTo>
                <a:lnTo>
                  <a:pt x="11688" y="476086"/>
                </a:lnTo>
                <a:lnTo>
                  <a:pt x="12077" y="476669"/>
                </a:lnTo>
                <a:lnTo>
                  <a:pt x="15049" y="477774"/>
                </a:lnTo>
                <a:close/>
              </a:path>
              <a:path w="191769" h="484873">
                <a:moveTo>
                  <a:pt x="17957" y="28473"/>
                </a:moveTo>
                <a:lnTo>
                  <a:pt x="12623" y="31661"/>
                </a:lnTo>
                <a:lnTo>
                  <a:pt x="15417" y="36055"/>
                </a:lnTo>
                <a:lnTo>
                  <a:pt x="15633" y="35902"/>
                </a:lnTo>
                <a:lnTo>
                  <a:pt x="17957" y="28473"/>
                </a:lnTo>
                <a:close/>
              </a:path>
              <a:path w="191769" h="484873">
                <a:moveTo>
                  <a:pt x="177838" y="2362"/>
                </a:moveTo>
                <a:lnTo>
                  <a:pt x="173100" y="0"/>
                </a:lnTo>
                <a:lnTo>
                  <a:pt x="172491" y="5206"/>
                </a:lnTo>
                <a:lnTo>
                  <a:pt x="171335" y="4940"/>
                </a:lnTo>
                <a:lnTo>
                  <a:pt x="167284" y="0"/>
                </a:lnTo>
                <a:lnTo>
                  <a:pt x="161848" y="0"/>
                </a:lnTo>
                <a:lnTo>
                  <a:pt x="162077" y="5206"/>
                </a:lnTo>
                <a:lnTo>
                  <a:pt x="29832" y="27838"/>
                </a:lnTo>
                <a:lnTo>
                  <a:pt x="29108" y="28067"/>
                </a:lnTo>
                <a:lnTo>
                  <a:pt x="27851" y="22999"/>
                </a:lnTo>
                <a:lnTo>
                  <a:pt x="23253" y="25311"/>
                </a:lnTo>
                <a:lnTo>
                  <a:pt x="17957" y="28473"/>
                </a:lnTo>
                <a:lnTo>
                  <a:pt x="15633" y="35902"/>
                </a:lnTo>
                <a:lnTo>
                  <a:pt x="15417" y="36055"/>
                </a:lnTo>
                <a:lnTo>
                  <a:pt x="12623" y="31661"/>
                </a:lnTo>
                <a:lnTo>
                  <a:pt x="12331" y="37922"/>
                </a:lnTo>
                <a:lnTo>
                  <a:pt x="15481" y="36017"/>
                </a:lnTo>
                <a:lnTo>
                  <a:pt x="20624" y="32931"/>
                </a:lnTo>
                <a:lnTo>
                  <a:pt x="25831" y="29819"/>
                </a:lnTo>
                <a:lnTo>
                  <a:pt x="25666" y="29921"/>
                </a:lnTo>
                <a:lnTo>
                  <a:pt x="29514" y="27997"/>
                </a:lnTo>
                <a:lnTo>
                  <a:pt x="162373" y="5206"/>
                </a:lnTo>
                <a:lnTo>
                  <a:pt x="162521" y="5181"/>
                </a:lnTo>
                <a:lnTo>
                  <a:pt x="167284" y="5206"/>
                </a:lnTo>
                <a:lnTo>
                  <a:pt x="171869" y="5207"/>
                </a:lnTo>
                <a:lnTo>
                  <a:pt x="175501" y="7023"/>
                </a:lnTo>
                <a:lnTo>
                  <a:pt x="179262" y="8903"/>
                </a:lnTo>
                <a:lnTo>
                  <a:pt x="181816" y="11447"/>
                </a:lnTo>
                <a:lnTo>
                  <a:pt x="182105" y="11734"/>
                </a:lnTo>
                <a:lnTo>
                  <a:pt x="186601" y="426694"/>
                </a:lnTo>
                <a:lnTo>
                  <a:pt x="186562" y="427126"/>
                </a:lnTo>
                <a:lnTo>
                  <a:pt x="186562" y="426923"/>
                </a:lnTo>
                <a:lnTo>
                  <a:pt x="185606" y="432659"/>
                </a:lnTo>
                <a:lnTo>
                  <a:pt x="183718" y="437413"/>
                </a:lnTo>
                <a:lnTo>
                  <a:pt x="183629" y="437603"/>
                </a:lnTo>
                <a:lnTo>
                  <a:pt x="181724" y="441388"/>
                </a:lnTo>
                <a:lnTo>
                  <a:pt x="178876" y="446135"/>
                </a:lnTo>
                <a:lnTo>
                  <a:pt x="174955" y="449084"/>
                </a:lnTo>
                <a:lnTo>
                  <a:pt x="171526" y="452805"/>
                </a:lnTo>
                <a:lnTo>
                  <a:pt x="170649" y="453377"/>
                </a:lnTo>
                <a:lnTo>
                  <a:pt x="166319" y="454888"/>
                </a:lnTo>
                <a:lnTo>
                  <a:pt x="161632" y="456819"/>
                </a:lnTo>
                <a:lnTo>
                  <a:pt x="161313" y="456873"/>
                </a:lnTo>
                <a:lnTo>
                  <a:pt x="28663" y="479666"/>
                </a:lnTo>
                <a:lnTo>
                  <a:pt x="24498" y="479666"/>
                </a:lnTo>
                <a:lnTo>
                  <a:pt x="28219" y="479704"/>
                </a:lnTo>
                <a:lnTo>
                  <a:pt x="28892" y="484873"/>
                </a:lnTo>
                <a:lnTo>
                  <a:pt x="161099" y="456958"/>
                </a:lnTo>
                <a:lnTo>
                  <a:pt x="162775" y="461899"/>
                </a:lnTo>
                <a:lnTo>
                  <a:pt x="168262" y="459714"/>
                </a:lnTo>
                <a:lnTo>
                  <a:pt x="173951" y="457428"/>
                </a:lnTo>
                <a:lnTo>
                  <a:pt x="178418" y="452986"/>
                </a:lnTo>
                <a:lnTo>
                  <a:pt x="178219" y="453136"/>
                </a:lnTo>
                <a:lnTo>
                  <a:pt x="178600" y="446595"/>
                </a:lnTo>
                <a:lnTo>
                  <a:pt x="179260" y="445846"/>
                </a:lnTo>
                <a:lnTo>
                  <a:pt x="181622" y="441566"/>
                </a:lnTo>
                <a:lnTo>
                  <a:pt x="182803" y="449706"/>
                </a:lnTo>
                <a:lnTo>
                  <a:pt x="186232" y="443979"/>
                </a:lnTo>
                <a:lnTo>
                  <a:pt x="185559" y="432943"/>
                </a:lnTo>
                <a:lnTo>
                  <a:pt x="185712" y="432396"/>
                </a:lnTo>
                <a:lnTo>
                  <a:pt x="186232" y="443979"/>
                </a:lnTo>
                <a:lnTo>
                  <a:pt x="188417" y="439635"/>
                </a:lnTo>
                <a:lnTo>
                  <a:pt x="186613" y="24980"/>
                </a:lnTo>
                <a:lnTo>
                  <a:pt x="186562" y="24460"/>
                </a:lnTo>
                <a:lnTo>
                  <a:pt x="188417" y="12992"/>
                </a:lnTo>
                <a:lnTo>
                  <a:pt x="186093" y="8356"/>
                </a:lnTo>
                <a:lnTo>
                  <a:pt x="185712" y="20231"/>
                </a:lnTo>
                <a:lnTo>
                  <a:pt x="185572" y="19773"/>
                </a:lnTo>
                <a:lnTo>
                  <a:pt x="186093" y="8356"/>
                </a:lnTo>
                <a:lnTo>
                  <a:pt x="182371" y="4635"/>
                </a:lnTo>
                <a:lnTo>
                  <a:pt x="181622" y="11061"/>
                </a:lnTo>
                <a:lnTo>
                  <a:pt x="179666" y="9105"/>
                </a:lnTo>
                <a:lnTo>
                  <a:pt x="178981" y="8623"/>
                </a:lnTo>
                <a:lnTo>
                  <a:pt x="177838" y="2362"/>
                </a:lnTo>
                <a:close/>
              </a:path>
              <a:path w="191769" h="484873">
                <a:moveTo>
                  <a:pt x="29832" y="27838"/>
                </a:moveTo>
                <a:lnTo>
                  <a:pt x="162077" y="5206"/>
                </a:lnTo>
                <a:lnTo>
                  <a:pt x="161848" y="0"/>
                </a:lnTo>
                <a:lnTo>
                  <a:pt x="27851" y="22999"/>
                </a:lnTo>
                <a:lnTo>
                  <a:pt x="29108" y="28067"/>
                </a:lnTo>
                <a:lnTo>
                  <a:pt x="29832" y="27838"/>
                </a:lnTo>
                <a:close/>
              </a:path>
              <a:path w="191769" h="484873">
                <a:moveTo>
                  <a:pt x="171019" y="453008"/>
                </a:moveTo>
                <a:lnTo>
                  <a:pt x="166319" y="454888"/>
                </a:lnTo>
                <a:lnTo>
                  <a:pt x="170649" y="453377"/>
                </a:lnTo>
                <a:lnTo>
                  <a:pt x="171526" y="452805"/>
                </a:lnTo>
                <a:lnTo>
                  <a:pt x="174955" y="449084"/>
                </a:lnTo>
                <a:lnTo>
                  <a:pt x="171019" y="453008"/>
                </a:lnTo>
                <a:close/>
              </a:path>
              <a:path w="191769" h="484873">
                <a:moveTo>
                  <a:pt x="173100" y="0"/>
                </a:moveTo>
                <a:lnTo>
                  <a:pt x="167284" y="0"/>
                </a:lnTo>
                <a:lnTo>
                  <a:pt x="171335" y="4940"/>
                </a:lnTo>
                <a:lnTo>
                  <a:pt x="172491" y="5206"/>
                </a:lnTo>
                <a:lnTo>
                  <a:pt x="173100" y="0"/>
                </a:lnTo>
                <a:close/>
              </a:path>
              <a:path w="191769" h="484873">
                <a:moveTo>
                  <a:pt x="181622" y="441566"/>
                </a:moveTo>
                <a:lnTo>
                  <a:pt x="179260" y="445846"/>
                </a:lnTo>
                <a:lnTo>
                  <a:pt x="178600" y="446595"/>
                </a:lnTo>
                <a:lnTo>
                  <a:pt x="178219" y="453136"/>
                </a:lnTo>
                <a:lnTo>
                  <a:pt x="178418" y="452986"/>
                </a:lnTo>
                <a:lnTo>
                  <a:pt x="182803" y="449706"/>
                </a:lnTo>
                <a:lnTo>
                  <a:pt x="181622" y="441566"/>
                </a:lnTo>
                <a:close/>
              </a:path>
              <a:path w="191769" h="484873">
                <a:moveTo>
                  <a:pt x="182371" y="4635"/>
                </a:moveTo>
                <a:lnTo>
                  <a:pt x="177838" y="2362"/>
                </a:lnTo>
                <a:lnTo>
                  <a:pt x="178981" y="8623"/>
                </a:lnTo>
                <a:lnTo>
                  <a:pt x="179666" y="9105"/>
                </a:lnTo>
                <a:lnTo>
                  <a:pt x="181622" y="11061"/>
                </a:lnTo>
                <a:lnTo>
                  <a:pt x="182371" y="4635"/>
                </a:lnTo>
                <a:close/>
              </a:path>
              <a:path w="191769" h="484873">
                <a:moveTo>
                  <a:pt x="183656" y="437534"/>
                </a:moveTo>
                <a:lnTo>
                  <a:pt x="181649" y="441513"/>
                </a:lnTo>
                <a:lnTo>
                  <a:pt x="183629" y="437603"/>
                </a:lnTo>
                <a:lnTo>
                  <a:pt x="183718" y="437413"/>
                </a:lnTo>
                <a:lnTo>
                  <a:pt x="185606" y="432659"/>
                </a:lnTo>
                <a:lnTo>
                  <a:pt x="183656" y="437534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992198" y="2757335"/>
            <a:ext cx="154241" cy="54101"/>
          </a:xfrm>
          <a:custGeom>
            <a:avLst/>
            <a:gdLst/>
            <a:ahLst/>
            <a:cxnLst/>
            <a:rect l="l" t="t" r="r" b="b"/>
            <a:pathLst>
              <a:path w="154241" h="54101">
                <a:moveTo>
                  <a:pt x="0" y="54101"/>
                </a:moveTo>
                <a:lnTo>
                  <a:pt x="154241" y="26009"/>
                </a:lnTo>
                <a:lnTo>
                  <a:pt x="154241" y="0"/>
                </a:lnTo>
                <a:lnTo>
                  <a:pt x="0" y="27050"/>
                </a:lnTo>
                <a:lnTo>
                  <a:pt x="0" y="54101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995322" y="2758376"/>
            <a:ext cx="147993" cy="44742"/>
          </a:xfrm>
          <a:custGeom>
            <a:avLst/>
            <a:gdLst/>
            <a:ahLst/>
            <a:cxnLst/>
            <a:rect l="l" t="t" r="r" b="b"/>
            <a:pathLst>
              <a:path w="147993" h="44742">
                <a:moveTo>
                  <a:pt x="0" y="44742"/>
                </a:moveTo>
                <a:lnTo>
                  <a:pt x="147993" y="18732"/>
                </a:lnTo>
                <a:lnTo>
                  <a:pt x="147993" y="0"/>
                </a:lnTo>
                <a:lnTo>
                  <a:pt x="0" y="26009"/>
                </a:lnTo>
                <a:lnTo>
                  <a:pt x="0" y="447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993239" y="2781261"/>
            <a:ext cx="153200" cy="29133"/>
          </a:xfrm>
          <a:custGeom>
            <a:avLst/>
            <a:gdLst/>
            <a:ahLst/>
            <a:cxnLst/>
            <a:rect l="l" t="t" r="r" b="b"/>
            <a:pathLst>
              <a:path w="153200" h="29133">
                <a:moveTo>
                  <a:pt x="0" y="29133"/>
                </a:moveTo>
                <a:lnTo>
                  <a:pt x="153200" y="2082"/>
                </a:lnTo>
                <a:lnTo>
                  <a:pt x="150075" y="0"/>
                </a:lnTo>
                <a:lnTo>
                  <a:pt x="0" y="26022"/>
                </a:lnTo>
                <a:lnTo>
                  <a:pt x="0" y="29133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992198" y="2828086"/>
            <a:ext cx="154241" cy="55143"/>
          </a:xfrm>
          <a:custGeom>
            <a:avLst/>
            <a:gdLst/>
            <a:ahLst/>
            <a:cxnLst/>
            <a:rect l="l" t="t" r="r" b="b"/>
            <a:pathLst>
              <a:path w="154241" h="55143">
                <a:moveTo>
                  <a:pt x="0" y="55143"/>
                </a:moveTo>
                <a:lnTo>
                  <a:pt x="154241" y="27051"/>
                </a:lnTo>
                <a:lnTo>
                  <a:pt x="154241" y="0"/>
                </a:lnTo>
                <a:lnTo>
                  <a:pt x="0" y="28092"/>
                </a:lnTo>
                <a:lnTo>
                  <a:pt x="0" y="55143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995322" y="2830169"/>
            <a:ext cx="147993" cy="45783"/>
          </a:xfrm>
          <a:custGeom>
            <a:avLst/>
            <a:gdLst/>
            <a:ahLst/>
            <a:cxnLst/>
            <a:rect l="l" t="t" r="r" b="b"/>
            <a:pathLst>
              <a:path w="147993" h="45783">
                <a:moveTo>
                  <a:pt x="0" y="45783"/>
                </a:moveTo>
                <a:lnTo>
                  <a:pt x="147993" y="18732"/>
                </a:lnTo>
                <a:lnTo>
                  <a:pt x="147993" y="0"/>
                </a:lnTo>
                <a:lnTo>
                  <a:pt x="0" y="26009"/>
                </a:lnTo>
                <a:lnTo>
                  <a:pt x="0" y="457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993239" y="2853054"/>
            <a:ext cx="153200" cy="28092"/>
          </a:xfrm>
          <a:custGeom>
            <a:avLst/>
            <a:gdLst/>
            <a:ahLst/>
            <a:cxnLst/>
            <a:rect l="l" t="t" r="r" b="b"/>
            <a:pathLst>
              <a:path w="153200" h="28092">
                <a:moveTo>
                  <a:pt x="0" y="28092"/>
                </a:moveTo>
                <a:lnTo>
                  <a:pt x="153200" y="2082"/>
                </a:lnTo>
                <a:lnTo>
                  <a:pt x="150075" y="0"/>
                </a:lnTo>
                <a:lnTo>
                  <a:pt x="0" y="26009"/>
                </a:lnTo>
                <a:lnTo>
                  <a:pt x="0" y="28092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976120" y="2799511"/>
            <a:ext cx="185356" cy="37388"/>
          </a:xfrm>
          <a:custGeom>
            <a:avLst/>
            <a:gdLst/>
            <a:ahLst/>
            <a:cxnLst/>
            <a:rect l="l" t="t" r="r" b="b"/>
            <a:pathLst>
              <a:path w="185356" h="37388">
                <a:moveTo>
                  <a:pt x="0" y="32258"/>
                </a:moveTo>
                <a:lnTo>
                  <a:pt x="888" y="37388"/>
                </a:lnTo>
                <a:lnTo>
                  <a:pt x="185356" y="5130"/>
                </a:lnTo>
                <a:lnTo>
                  <a:pt x="184467" y="0"/>
                </a:lnTo>
                <a:lnTo>
                  <a:pt x="0" y="3225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976107" y="2868180"/>
            <a:ext cx="185381" cy="38430"/>
          </a:xfrm>
          <a:custGeom>
            <a:avLst/>
            <a:gdLst/>
            <a:ahLst/>
            <a:cxnLst/>
            <a:rect l="l" t="t" r="r" b="b"/>
            <a:pathLst>
              <a:path w="185381" h="38430">
                <a:moveTo>
                  <a:pt x="0" y="33299"/>
                </a:moveTo>
                <a:lnTo>
                  <a:pt x="914" y="38430"/>
                </a:lnTo>
                <a:lnTo>
                  <a:pt x="185381" y="5130"/>
                </a:lnTo>
                <a:lnTo>
                  <a:pt x="184467" y="0"/>
                </a:lnTo>
                <a:lnTo>
                  <a:pt x="0" y="33299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976094" y="3121025"/>
            <a:ext cx="185419" cy="39446"/>
          </a:xfrm>
          <a:custGeom>
            <a:avLst/>
            <a:gdLst/>
            <a:ahLst/>
            <a:cxnLst/>
            <a:rect l="l" t="t" r="r" b="b"/>
            <a:pathLst>
              <a:path w="185419" h="39446">
                <a:moveTo>
                  <a:pt x="0" y="34340"/>
                </a:moveTo>
                <a:lnTo>
                  <a:pt x="939" y="39446"/>
                </a:lnTo>
                <a:lnTo>
                  <a:pt x="185419" y="5105"/>
                </a:lnTo>
                <a:lnTo>
                  <a:pt x="184467" y="0"/>
                </a:lnTo>
                <a:lnTo>
                  <a:pt x="0" y="3434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016163" y="2894672"/>
            <a:ext cx="112560" cy="31216"/>
          </a:xfrm>
          <a:custGeom>
            <a:avLst/>
            <a:gdLst/>
            <a:ahLst/>
            <a:cxnLst/>
            <a:rect l="l" t="t" r="r" b="b"/>
            <a:pathLst>
              <a:path w="112560" h="31216">
                <a:moveTo>
                  <a:pt x="0" y="24980"/>
                </a:moveTo>
                <a:lnTo>
                  <a:pt x="1041" y="28092"/>
                </a:lnTo>
                <a:lnTo>
                  <a:pt x="2082" y="29133"/>
                </a:lnTo>
                <a:lnTo>
                  <a:pt x="4178" y="31216"/>
                </a:lnTo>
                <a:lnTo>
                  <a:pt x="7302" y="31216"/>
                </a:lnTo>
                <a:lnTo>
                  <a:pt x="104228" y="12496"/>
                </a:lnTo>
                <a:lnTo>
                  <a:pt x="107353" y="12496"/>
                </a:lnTo>
                <a:lnTo>
                  <a:pt x="109435" y="10413"/>
                </a:lnTo>
                <a:lnTo>
                  <a:pt x="110477" y="7289"/>
                </a:lnTo>
                <a:lnTo>
                  <a:pt x="112560" y="5206"/>
                </a:lnTo>
                <a:lnTo>
                  <a:pt x="110477" y="2082"/>
                </a:lnTo>
                <a:lnTo>
                  <a:pt x="109435" y="1041"/>
                </a:lnTo>
                <a:lnTo>
                  <a:pt x="107353" y="0"/>
                </a:lnTo>
                <a:lnTo>
                  <a:pt x="104228" y="0"/>
                </a:lnTo>
                <a:lnTo>
                  <a:pt x="7302" y="17691"/>
                </a:lnTo>
                <a:lnTo>
                  <a:pt x="4178" y="18732"/>
                </a:lnTo>
                <a:lnTo>
                  <a:pt x="2082" y="20815"/>
                </a:lnTo>
                <a:lnTo>
                  <a:pt x="1041" y="22898"/>
                </a:lnTo>
                <a:lnTo>
                  <a:pt x="0" y="24980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021090" y="2904578"/>
            <a:ext cx="101676" cy="21818"/>
          </a:xfrm>
          <a:custGeom>
            <a:avLst/>
            <a:gdLst/>
            <a:ahLst/>
            <a:cxnLst/>
            <a:rect l="l" t="t" r="r" b="b"/>
            <a:pathLst>
              <a:path w="101676" h="21818">
                <a:moveTo>
                  <a:pt x="0" y="18732"/>
                </a:moveTo>
                <a:lnTo>
                  <a:pt x="584" y="21818"/>
                </a:lnTo>
                <a:lnTo>
                  <a:pt x="101676" y="3086"/>
                </a:lnTo>
                <a:lnTo>
                  <a:pt x="101091" y="0"/>
                </a:lnTo>
                <a:lnTo>
                  <a:pt x="0" y="18732"/>
                </a:lnTo>
                <a:close/>
              </a:path>
            </a:pathLst>
          </a:custGeom>
          <a:solidFill>
            <a:srgbClr val="96AAB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983854" y="3161042"/>
            <a:ext cx="170929" cy="47866"/>
          </a:xfrm>
          <a:custGeom>
            <a:avLst/>
            <a:gdLst/>
            <a:ahLst/>
            <a:cxnLst/>
            <a:rect l="l" t="t" r="r" b="b"/>
            <a:pathLst>
              <a:path w="170929" h="47866">
                <a:moveTo>
                  <a:pt x="170929" y="0"/>
                </a:moveTo>
                <a:lnTo>
                  <a:pt x="0" y="29133"/>
                </a:lnTo>
                <a:lnTo>
                  <a:pt x="0" y="32258"/>
                </a:lnTo>
                <a:lnTo>
                  <a:pt x="1041" y="36410"/>
                </a:lnTo>
                <a:lnTo>
                  <a:pt x="2082" y="41617"/>
                </a:lnTo>
                <a:lnTo>
                  <a:pt x="4178" y="43700"/>
                </a:lnTo>
                <a:lnTo>
                  <a:pt x="9385" y="46812"/>
                </a:lnTo>
                <a:lnTo>
                  <a:pt x="13550" y="47866"/>
                </a:lnTo>
                <a:lnTo>
                  <a:pt x="18757" y="47866"/>
                </a:lnTo>
                <a:lnTo>
                  <a:pt x="83388" y="35369"/>
                </a:lnTo>
                <a:lnTo>
                  <a:pt x="129235" y="27050"/>
                </a:lnTo>
                <a:lnTo>
                  <a:pt x="153212" y="22885"/>
                </a:lnTo>
                <a:lnTo>
                  <a:pt x="159461" y="19761"/>
                </a:lnTo>
                <a:lnTo>
                  <a:pt x="162585" y="16649"/>
                </a:lnTo>
                <a:lnTo>
                  <a:pt x="164668" y="13525"/>
                </a:lnTo>
                <a:lnTo>
                  <a:pt x="168846" y="7277"/>
                </a:lnTo>
                <a:lnTo>
                  <a:pt x="170929" y="2070"/>
                </a:lnTo>
                <a:lnTo>
                  <a:pt x="1709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736852" y="2576220"/>
            <a:ext cx="442950" cy="652487"/>
          </a:xfrm>
          <a:custGeom>
            <a:avLst/>
            <a:gdLst/>
            <a:ahLst/>
            <a:cxnLst/>
            <a:rect l="l" t="t" r="r" b="b"/>
            <a:pathLst>
              <a:path w="442950" h="652487">
                <a:moveTo>
                  <a:pt x="17716" y="555688"/>
                </a:moveTo>
                <a:lnTo>
                  <a:pt x="16675" y="555688"/>
                </a:lnTo>
                <a:lnTo>
                  <a:pt x="15633" y="556653"/>
                </a:lnTo>
                <a:lnTo>
                  <a:pt x="16192" y="558253"/>
                </a:lnTo>
                <a:lnTo>
                  <a:pt x="16675" y="558736"/>
                </a:lnTo>
                <a:lnTo>
                  <a:pt x="17716" y="558812"/>
                </a:lnTo>
                <a:lnTo>
                  <a:pt x="17716" y="555688"/>
                </a:lnTo>
                <a:close/>
              </a:path>
              <a:path w="442950" h="652487">
                <a:moveTo>
                  <a:pt x="16675" y="561924"/>
                </a:moveTo>
                <a:lnTo>
                  <a:pt x="17716" y="561924"/>
                </a:lnTo>
                <a:lnTo>
                  <a:pt x="16675" y="560882"/>
                </a:lnTo>
                <a:lnTo>
                  <a:pt x="15633" y="559841"/>
                </a:lnTo>
                <a:lnTo>
                  <a:pt x="14605" y="558818"/>
                </a:lnTo>
                <a:lnTo>
                  <a:pt x="16675" y="560882"/>
                </a:lnTo>
                <a:lnTo>
                  <a:pt x="15633" y="569214"/>
                </a:lnTo>
                <a:lnTo>
                  <a:pt x="16675" y="570255"/>
                </a:lnTo>
                <a:lnTo>
                  <a:pt x="16675" y="561924"/>
                </a:lnTo>
                <a:close/>
              </a:path>
              <a:path w="442950" h="652487">
                <a:moveTo>
                  <a:pt x="10414" y="554647"/>
                </a:moveTo>
                <a:lnTo>
                  <a:pt x="9372" y="561924"/>
                </a:lnTo>
                <a:lnTo>
                  <a:pt x="6248" y="559841"/>
                </a:lnTo>
                <a:lnTo>
                  <a:pt x="6498" y="561924"/>
                </a:lnTo>
                <a:lnTo>
                  <a:pt x="7289" y="560882"/>
                </a:lnTo>
                <a:lnTo>
                  <a:pt x="8336" y="561924"/>
                </a:lnTo>
                <a:lnTo>
                  <a:pt x="11468" y="565048"/>
                </a:lnTo>
                <a:lnTo>
                  <a:pt x="10414" y="554647"/>
                </a:lnTo>
                <a:close/>
              </a:path>
              <a:path w="442950" h="652487">
                <a:moveTo>
                  <a:pt x="14592" y="569213"/>
                </a:moveTo>
                <a:lnTo>
                  <a:pt x="15633" y="569213"/>
                </a:lnTo>
                <a:lnTo>
                  <a:pt x="14592" y="568175"/>
                </a:lnTo>
                <a:lnTo>
                  <a:pt x="12501" y="566089"/>
                </a:lnTo>
                <a:lnTo>
                  <a:pt x="12433" y="569214"/>
                </a:lnTo>
                <a:lnTo>
                  <a:pt x="14592" y="569213"/>
                </a:lnTo>
                <a:close/>
              </a:path>
              <a:path w="442950" h="652487">
                <a:moveTo>
                  <a:pt x="9372" y="44818"/>
                </a:moveTo>
                <a:lnTo>
                  <a:pt x="8331" y="45847"/>
                </a:lnTo>
                <a:lnTo>
                  <a:pt x="9372" y="44818"/>
                </a:lnTo>
                <a:close/>
              </a:path>
              <a:path w="442950" h="652487">
                <a:moveTo>
                  <a:pt x="12509" y="51054"/>
                </a:moveTo>
                <a:lnTo>
                  <a:pt x="12509" y="41689"/>
                </a:lnTo>
                <a:lnTo>
                  <a:pt x="13550" y="40652"/>
                </a:lnTo>
                <a:lnTo>
                  <a:pt x="14592" y="39611"/>
                </a:lnTo>
                <a:lnTo>
                  <a:pt x="13550" y="38569"/>
                </a:lnTo>
                <a:lnTo>
                  <a:pt x="12992" y="38011"/>
                </a:lnTo>
                <a:lnTo>
                  <a:pt x="12433" y="38569"/>
                </a:lnTo>
                <a:lnTo>
                  <a:pt x="9372" y="38569"/>
                </a:lnTo>
                <a:lnTo>
                  <a:pt x="9372" y="39611"/>
                </a:lnTo>
                <a:lnTo>
                  <a:pt x="13550" y="39611"/>
                </a:lnTo>
                <a:lnTo>
                  <a:pt x="13545" y="40652"/>
                </a:lnTo>
                <a:lnTo>
                  <a:pt x="10414" y="40589"/>
                </a:lnTo>
                <a:lnTo>
                  <a:pt x="10411" y="43761"/>
                </a:lnTo>
                <a:lnTo>
                  <a:pt x="9372" y="40652"/>
                </a:lnTo>
                <a:lnTo>
                  <a:pt x="9372" y="44810"/>
                </a:lnTo>
                <a:lnTo>
                  <a:pt x="10411" y="43776"/>
                </a:lnTo>
                <a:lnTo>
                  <a:pt x="11468" y="42725"/>
                </a:lnTo>
                <a:lnTo>
                  <a:pt x="10415" y="43774"/>
                </a:lnTo>
                <a:lnTo>
                  <a:pt x="11468" y="43776"/>
                </a:lnTo>
                <a:lnTo>
                  <a:pt x="6248" y="48545"/>
                </a:lnTo>
                <a:lnTo>
                  <a:pt x="6248" y="48983"/>
                </a:lnTo>
                <a:lnTo>
                  <a:pt x="8331" y="51054"/>
                </a:lnTo>
                <a:lnTo>
                  <a:pt x="10414" y="54178"/>
                </a:lnTo>
                <a:lnTo>
                  <a:pt x="12509" y="51054"/>
                </a:lnTo>
                <a:close/>
              </a:path>
              <a:path w="442950" h="652487">
                <a:moveTo>
                  <a:pt x="10414" y="534873"/>
                </a:moveTo>
                <a:lnTo>
                  <a:pt x="10414" y="535914"/>
                </a:lnTo>
                <a:lnTo>
                  <a:pt x="11468" y="535914"/>
                </a:lnTo>
                <a:lnTo>
                  <a:pt x="10414" y="534873"/>
                </a:lnTo>
                <a:close/>
              </a:path>
              <a:path w="442950" h="652487">
                <a:moveTo>
                  <a:pt x="12509" y="566089"/>
                </a:moveTo>
                <a:lnTo>
                  <a:pt x="14592" y="568172"/>
                </a:lnTo>
                <a:lnTo>
                  <a:pt x="15633" y="569214"/>
                </a:lnTo>
                <a:lnTo>
                  <a:pt x="12509" y="566089"/>
                </a:lnTo>
                <a:close/>
              </a:path>
              <a:path w="442950" h="652487">
                <a:moveTo>
                  <a:pt x="15633" y="53200"/>
                </a:moveTo>
                <a:lnTo>
                  <a:pt x="14660" y="54178"/>
                </a:lnTo>
                <a:lnTo>
                  <a:pt x="16675" y="54178"/>
                </a:lnTo>
                <a:lnTo>
                  <a:pt x="15633" y="53200"/>
                </a:lnTo>
                <a:close/>
              </a:path>
              <a:path w="442950" h="652487">
                <a:moveTo>
                  <a:pt x="14592" y="572338"/>
                </a:moveTo>
                <a:lnTo>
                  <a:pt x="14033" y="570814"/>
                </a:lnTo>
                <a:lnTo>
                  <a:pt x="14592" y="570255"/>
                </a:lnTo>
                <a:lnTo>
                  <a:pt x="16675" y="570255"/>
                </a:lnTo>
                <a:lnTo>
                  <a:pt x="15633" y="569214"/>
                </a:lnTo>
                <a:lnTo>
                  <a:pt x="12433" y="569214"/>
                </a:lnTo>
                <a:lnTo>
                  <a:pt x="11468" y="568253"/>
                </a:lnTo>
                <a:lnTo>
                  <a:pt x="10414" y="566089"/>
                </a:lnTo>
                <a:lnTo>
                  <a:pt x="9296" y="566089"/>
                </a:lnTo>
                <a:lnTo>
                  <a:pt x="9855" y="566648"/>
                </a:lnTo>
                <a:lnTo>
                  <a:pt x="10414" y="567204"/>
                </a:lnTo>
                <a:lnTo>
                  <a:pt x="10414" y="570255"/>
                </a:lnTo>
                <a:lnTo>
                  <a:pt x="11468" y="570255"/>
                </a:lnTo>
                <a:lnTo>
                  <a:pt x="11468" y="572338"/>
                </a:lnTo>
                <a:lnTo>
                  <a:pt x="14592" y="572338"/>
                </a:lnTo>
                <a:close/>
              </a:path>
              <a:path w="442950" h="652487">
                <a:moveTo>
                  <a:pt x="15633" y="569213"/>
                </a:moveTo>
                <a:lnTo>
                  <a:pt x="15622" y="569202"/>
                </a:lnTo>
                <a:lnTo>
                  <a:pt x="15633" y="569213"/>
                </a:lnTo>
                <a:close/>
              </a:path>
              <a:path w="442950" h="652487">
                <a:moveTo>
                  <a:pt x="14592" y="568172"/>
                </a:moveTo>
                <a:lnTo>
                  <a:pt x="12509" y="566089"/>
                </a:lnTo>
                <a:lnTo>
                  <a:pt x="11468" y="565050"/>
                </a:lnTo>
                <a:lnTo>
                  <a:pt x="10414" y="564007"/>
                </a:lnTo>
                <a:lnTo>
                  <a:pt x="8333" y="561924"/>
                </a:lnTo>
                <a:lnTo>
                  <a:pt x="7289" y="561924"/>
                </a:lnTo>
                <a:lnTo>
                  <a:pt x="6731" y="562483"/>
                </a:lnTo>
                <a:lnTo>
                  <a:pt x="6248" y="561924"/>
                </a:lnTo>
                <a:lnTo>
                  <a:pt x="6248" y="561320"/>
                </a:lnTo>
                <a:lnTo>
                  <a:pt x="5209" y="557771"/>
                </a:lnTo>
                <a:lnTo>
                  <a:pt x="4165" y="557771"/>
                </a:lnTo>
                <a:lnTo>
                  <a:pt x="4165" y="556729"/>
                </a:lnTo>
                <a:lnTo>
                  <a:pt x="7289" y="557771"/>
                </a:lnTo>
                <a:lnTo>
                  <a:pt x="8331" y="551522"/>
                </a:lnTo>
                <a:lnTo>
                  <a:pt x="11463" y="554647"/>
                </a:lnTo>
                <a:lnTo>
                  <a:pt x="10421" y="551522"/>
                </a:lnTo>
                <a:lnTo>
                  <a:pt x="10414" y="549440"/>
                </a:lnTo>
                <a:lnTo>
                  <a:pt x="9554" y="547370"/>
                </a:lnTo>
                <a:lnTo>
                  <a:pt x="8890" y="545769"/>
                </a:lnTo>
                <a:lnTo>
                  <a:pt x="6248" y="547370"/>
                </a:lnTo>
                <a:lnTo>
                  <a:pt x="2082" y="552564"/>
                </a:lnTo>
                <a:lnTo>
                  <a:pt x="1041" y="530720"/>
                </a:lnTo>
                <a:lnTo>
                  <a:pt x="1041" y="525513"/>
                </a:lnTo>
                <a:lnTo>
                  <a:pt x="0" y="525513"/>
                </a:lnTo>
                <a:lnTo>
                  <a:pt x="0" y="551586"/>
                </a:lnTo>
                <a:lnTo>
                  <a:pt x="1041" y="552632"/>
                </a:lnTo>
                <a:lnTo>
                  <a:pt x="2082" y="556793"/>
                </a:lnTo>
                <a:lnTo>
                  <a:pt x="1041" y="557771"/>
                </a:lnTo>
                <a:lnTo>
                  <a:pt x="3060" y="557771"/>
                </a:lnTo>
                <a:lnTo>
                  <a:pt x="2082" y="553679"/>
                </a:lnTo>
                <a:lnTo>
                  <a:pt x="1041" y="551522"/>
                </a:lnTo>
                <a:lnTo>
                  <a:pt x="1041" y="550481"/>
                </a:lnTo>
                <a:lnTo>
                  <a:pt x="2082" y="552998"/>
                </a:lnTo>
                <a:lnTo>
                  <a:pt x="2565" y="554164"/>
                </a:lnTo>
                <a:lnTo>
                  <a:pt x="3124" y="555688"/>
                </a:lnTo>
                <a:lnTo>
                  <a:pt x="3989" y="557771"/>
                </a:lnTo>
                <a:lnTo>
                  <a:pt x="4165" y="558196"/>
                </a:lnTo>
                <a:lnTo>
                  <a:pt x="4165" y="559917"/>
                </a:lnTo>
                <a:lnTo>
                  <a:pt x="3124" y="561924"/>
                </a:lnTo>
                <a:lnTo>
                  <a:pt x="5207" y="561924"/>
                </a:lnTo>
                <a:lnTo>
                  <a:pt x="5207" y="560958"/>
                </a:lnTo>
                <a:lnTo>
                  <a:pt x="4648" y="559358"/>
                </a:lnTo>
                <a:lnTo>
                  <a:pt x="5207" y="558812"/>
                </a:lnTo>
                <a:lnTo>
                  <a:pt x="6172" y="561924"/>
                </a:lnTo>
                <a:lnTo>
                  <a:pt x="7289" y="564083"/>
                </a:lnTo>
                <a:lnTo>
                  <a:pt x="8255" y="565048"/>
                </a:lnTo>
                <a:lnTo>
                  <a:pt x="11468" y="565058"/>
                </a:lnTo>
                <a:lnTo>
                  <a:pt x="12501" y="566089"/>
                </a:lnTo>
                <a:lnTo>
                  <a:pt x="14592" y="568175"/>
                </a:lnTo>
                <a:lnTo>
                  <a:pt x="15622" y="569202"/>
                </a:lnTo>
                <a:lnTo>
                  <a:pt x="14592" y="568172"/>
                </a:lnTo>
                <a:close/>
              </a:path>
              <a:path w="442950" h="652487">
                <a:moveTo>
                  <a:pt x="20840" y="45847"/>
                </a:moveTo>
                <a:lnTo>
                  <a:pt x="23964" y="45847"/>
                </a:lnTo>
                <a:lnTo>
                  <a:pt x="23964" y="44818"/>
                </a:lnTo>
                <a:lnTo>
                  <a:pt x="20910" y="44818"/>
                </a:lnTo>
                <a:lnTo>
                  <a:pt x="20358" y="45364"/>
                </a:lnTo>
                <a:lnTo>
                  <a:pt x="19875" y="45846"/>
                </a:lnTo>
                <a:lnTo>
                  <a:pt x="19799" y="48983"/>
                </a:lnTo>
                <a:lnTo>
                  <a:pt x="20840" y="48983"/>
                </a:lnTo>
                <a:lnTo>
                  <a:pt x="20840" y="45847"/>
                </a:lnTo>
                <a:close/>
              </a:path>
              <a:path w="442950" h="652487">
                <a:moveTo>
                  <a:pt x="434606" y="612914"/>
                </a:moveTo>
                <a:lnTo>
                  <a:pt x="434606" y="611873"/>
                </a:lnTo>
                <a:lnTo>
                  <a:pt x="432595" y="611873"/>
                </a:lnTo>
                <a:lnTo>
                  <a:pt x="431482" y="609790"/>
                </a:lnTo>
                <a:lnTo>
                  <a:pt x="430441" y="609790"/>
                </a:lnTo>
                <a:lnTo>
                  <a:pt x="431482" y="608749"/>
                </a:lnTo>
                <a:lnTo>
                  <a:pt x="432523" y="606666"/>
                </a:lnTo>
                <a:lnTo>
                  <a:pt x="437730" y="601472"/>
                </a:lnTo>
                <a:lnTo>
                  <a:pt x="438289" y="599935"/>
                </a:lnTo>
                <a:lnTo>
                  <a:pt x="435648" y="597306"/>
                </a:lnTo>
                <a:lnTo>
                  <a:pt x="440855" y="592099"/>
                </a:lnTo>
                <a:lnTo>
                  <a:pt x="437984" y="99479"/>
                </a:lnTo>
                <a:lnTo>
                  <a:pt x="439813" y="99961"/>
                </a:lnTo>
                <a:lnTo>
                  <a:pt x="438289" y="96278"/>
                </a:lnTo>
                <a:lnTo>
                  <a:pt x="437730" y="94320"/>
                </a:lnTo>
                <a:lnTo>
                  <a:pt x="437730" y="93639"/>
                </a:lnTo>
                <a:lnTo>
                  <a:pt x="438772" y="94686"/>
                </a:lnTo>
                <a:lnTo>
                  <a:pt x="437730" y="91567"/>
                </a:lnTo>
                <a:lnTo>
                  <a:pt x="437248" y="93154"/>
                </a:lnTo>
                <a:lnTo>
                  <a:pt x="436689" y="90525"/>
                </a:lnTo>
                <a:lnTo>
                  <a:pt x="436689" y="92671"/>
                </a:lnTo>
                <a:lnTo>
                  <a:pt x="435648" y="90163"/>
                </a:lnTo>
                <a:lnTo>
                  <a:pt x="435648" y="91643"/>
                </a:lnTo>
                <a:lnTo>
                  <a:pt x="437730" y="94754"/>
                </a:lnTo>
                <a:lnTo>
                  <a:pt x="437730" y="586892"/>
                </a:lnTo>
                <a:lnTo>
                  <a:pt x="432523" y="592099"/>
                </a:lnTo>
                <a:lnTo>
                  <a:pt x="433565" y="596265"/>
                </a:lnTo>
                <a:lnTo>
                  <a:pt x="432523" y="598347"/>
                </a:lnTo>
                <a:lnTo>
                  <a:pt x="431482" y="599389"/>
                </a:lnTo>
                <a:lnTo>
                  <a:pt x="430441" y="599389"/>
                </a:lnTo>
                <a:lnTo>
                  <a:pt x="427316" y="599389"/>
                </a:lnTo>
                <a:lnTo>
                  <a:pt x="428358" y="601472"/>
                </a:lnTo>
                <a:lnTo>
                  <a:pt x="430441" y="601472"/>
                </a:lnTo>
                <a:lnTo>
                  <a:pt x="429399" y="611873"/>
                </a:lnTo>
                <a:lnTo>
                  <a:pt x="431548" y="612914"/>
                </a:lnTo>
                <a:lnTo>
                  <a:pt x="434606" y="612914"/>
                </a:lnTo>
                <a:close/>
              </a:path>
              <a:path w="442950" h="652487">
                <a:moveTo>
                  <a:pt x="418000" y="623316"/>
                </a:moveTo>
                <a:lnTo>
                  <a:pt x="418365" y="622274"/>
                </a:lnTo>
                <a:lnTo>
                  <a:pt x="420448" y="621233"/>
                </a:lnTo>
                <a:lnTo>
                  <a:pt x="422173" y="621233"/>
                </a:lnTo>
                <a:lnTo>
                  <a:pt x="421614" y="620750"/>
                </a:lnTo>
                <a:lnTo>
                  <a:pt x="421055" y="620191"/>
                </a:lnTo>
                <a:lnTo>
                  <a:pt x="422097" y="619150"/>
                </a:lnTo>
                <a:lnTo>
                  <a:pt x="424180" y="619150"/>
                </a:lnTo>
                <a:lnTo>
                  <a:pt x="423214" y="620191"/>
                </a:lnTo>
                <a:lnTo>
                  <a:pt x="424180" y="622274"/>
                </a:lnTo>
                <a:lnTo>
                  <a:pt x="424180" y="620191"/>
                </a:lnTo>
                <a:lnTo>
                  <a:pt x="427316" y="620191"/>
                </a:lnTo>
                <a:lnTo>
                  <a:pt x="427316" y="617131"/>
                </a:lnTo>
                <a:lnTo>
                  <a:pt x="427863" y="616585"/>
                </a:lnTo>
                <a:lnTo>
                  <a:pt x="428904" y="615543"/>
                </a:lnTo>
                <a:lnTo>
                  <a:pt x="429945" y="614514"/>
                </a:lnTo>
                <a:lnTo>
                  <a:pt x="430987" y="613473"/>
                </a:lnTo>
                <a:lnTo>
                  <a:pt x="431548" y="612914"/>
                </a:lnTo>
                <a:lnTo>
                  <a:pt x="428358" y="612914"/>
                </a:lnTo>
                <a:lnTo>
                  <a:pt x="427316" y="613956"/>
                </a:lnTo>
                <a:lnTo>
                  <a:pt x="425297" y="619150"/>
                </a:lnTo>
                <a:lnTo>
                  <a:pt x="424256" y="619150"/>
                </a:lnTo>
                <a:lnTo>
                  <a:pt x="424180" y="618899"/>
                </a:lnTo>
                <a:lnTo>
                  <a:pt x="424180" y="616038"/>
                </a:lnTo>
                <a:lnTo>
                  <a:pt x="418973" y="621233"/>
                </a:lnTo>
                <a:lnTo>
                  <a:pt x="417931" y="622274"/>
                </a:lnTo>
                <a:lnTo>
                  <a:pt x="417931" y="623384"/>
                </a:lnTo>
                <a:close/>
              </a:path>
              <a:path w="442950" h="652487">
                <a:moveTo>
                  <a:pt x="430923" y="594664"/>
                </a:moveTo>
                <a:lnTo>
                  <a:pt x="430494" y="595093"/>
                </a:lnTo>
                <a:lnTo>
                  <a:pt x="430441" y="595223"/>
                </a:lnTo>
                <a:lnTo>
                  <a:pt x="430923" y="594664"/>
                </a:lnTo>
                <a:close/>
              </a:path>
              <a:path w="442950" h="652487">
                <a:moveTo>
                  <a:pt x="442950" y="597306"/>
                </a:moveTo>
                <a:lnTo>
                  <a:pt x="440855" y="594182"/>
                </a:lnTo>
                <a:lnTo>
                  <a:pt x="440855" y="597306"/>
                </a:lnTo>
                <a:lnTo>
                  <a:pt x="442950" y="597306"/>
                </a:lnTo>
                <a:close/>
              </a:path>
              <a:path w="442950" h="652487">
                <a:moveTo>
                  <a:pt x="438772" y="94686"/>
                </a:moveTo>
                <a:lnTo>
                  <a:pt x="438745" y="95732"/>
                </a:lnTo>
                <a:lnTo>
                  <a:pt x="439813" y="95796"/>
                </a:lnTo>
              </a:path>
              <a:path w="442950" h="652487">
                <a:moveTo>
                  <a:pt x="438743" y="95796"/>
                </a:moveTo>
                <a:lnTo>
                  <a:pt x="438720" y="96711"/>
                </a:lnTo>
                <a:lnTo>
                  <a:pt x="438772" y="95796"/>
                </a:lnTo>
              </a:path>
              <a:path w="442950" h="652487">
                <a:moveTo>
                  <a:pt x="438772" y="95796"/>
                </a:moveTo>
                <a:lnTo>
                  <a:pt x="438772" y="96837"/>
                </a:lnTo>
                <a:lnTo>
                  <a:pt x="439813" y="96837"/>
                </a:lnTo>
                <a:lnTo>
                  <a:pt x="439813" y="95796"/>
                </a:lnTo>
              </a:path>
              <a:path w="442950" h="652487">
                <a:moveTo>
                  <a:pt x="438762" y="96837"/>
                </a:moveTo>
                <a:lnTo>
                  <a:pt x="439089" y="97810"/>
                </a:lnTo>
                <a:lnTo>
                  <a:pt x="439441" y="98856"/>
                </a:lnTo>
                <a:lnTo>
                  <a:pt x="439813" y="99961"/>
                </a:lnTo>
                <a:lnTo>
                  <a:pt x="440855" y="99961"/>
                </a:lnTo>
                <a:lnTo>
                  <a:pt x="440855" y="98856"/>
                </a:lnTo>
                <a:lnTo>
                  <a:pt x="439813" y="97810"/>
                </a:lnTo>
                <a:lnTo>
                  <a:pt x="439813" y="96837"/>
                </a:lnTo>
              </a:path>
              <a:path w="442950" h="652487">
                <a:moveTo>
                  <a:pt x="437984" y="99479"/>
                </a:moveTo>
                <a:lnTo>
                  <a:pt x="437987" y="99961"/>
                </a:lnTo>
                <a:lnTo>
                  <a:pt x="439813" y="99961"/>
                </a:lnTo>
              </a:path>
              <a:path w="442950" h="652487">
                <a:moveTo>
                  <a:pt x="437987" y="99961"/>
                </a:moveTo>
                <a:lnTo>
                  <a:pt x="437993" y="100903"/>
                </a:lnTo>
                <a:lnTo>
                  <a:pt x="438005" y="103085"/>
                </a:lnTo>
                <a:lnTo>
                  <a:pt x="440855" y="103085"/>
                </a:lnTo>
                <a:lnTo>
                  <a:pt x="440855" y="100903"/>
                </a:lnTo>
                <a:lnTo>
                  <a:pt x="440855" y="99961"/>
                </a:lnTo>
              </a:path>
              <a:path w="442950" h="652487">
                <a:moveTo>
                  <a:pt x="438005" y="103085"/>
                </a:moveTo>
                <a:lnTo>
                  <a:pt x="438011" y="104114"/>
                </a:lnTo>
                <a:lnTo>
                  <a:pt x="440855" y="104114"/>
                </a:lnTo>
                <a:lnTo>
                  <a:pt x="440855" y="103085"/>
                </a:lnTo>
              </a:path>
              <a:path w="442950" h="652487">
                <a:moveTo>
                  <a:pt x="440855" y="103085"/>
                </a:moveTo>
                <a:lnTo>
                  <a:pt x="440855" y="103090"/>
                </a:lnTo>
                <a:lnTo>
                  <a:pt x="440855" y="103085"/>
                </a:lnTo>
              </a:path>
              <a:path w="442950" h="652487">
                <a:moveTo>
                  <a:pt x="440855" y="103090"/>
                </a:moveTo>
                <a:lnTo>
                  <a:pt x="440855" y="104114"/>
                </a:lnTo>
                <a:lnTo>
                  <a:pt x="440859" y="104114"/>
                </a:lnTo>
              </a:path>
              <a:path w="442950" h="652487">
                <a:moveTo>
                  <a:pt x="438011" y="104114"/>
                </a:moveTo>
                <a:lnTo>
                  <a:pt x="440855" y="592099"/>
                </a:lnTo>
                <a:lnTo>
                  <a:pt x="440334" y="594182"/>
                </a:lnTo>
                <a:lnTo>
                  <a:pt x="442937" y="594182"/>
                </a:lnTo>
                <a:lnTo>
                  <a:pt x="442928" y="592099"/>
                </a:lnTo>
                <a:lnTo>
                  <a:pt x="440859" y="104114"/>
                </a:lnTo>
              </a:path>
              <a:path w="442950" h="652487">
                <a:moveTo>
                  <a:pt x="440334" y="594182"/>
                </a:moveTo>
                <a:lnTo>
                  <a:pt x="439813" y="596265"/>
                </a:lnTo>
                <a:lnTo>
                  <a:pt x="439381" y="597306"/>
                </a:lnTo>
                <a:lnTo>
                  <a:pt x="440855" y="597306"/>
                </a:lnTo>
                <a:lnTo>
                  <a:pt x="440855" y="596265"/>
                </a:lnTo>
                <a:lnTo>
                  <a:pt x="440855" y="594182"/>
                </a:lnTo>
              </a:path>
              <a:path w="442950" h="652487">
                <a:moveTo>
                  <a:pt x="440855" y="594182"/>
                </a:moveTo>
                <a:lnTo>
                  <a:pt x="442950" y="597306"/>
                </a:lnTo>
                <a:lnTo>
                  <a:pt x="442937" y="594182"/>
                </a:lnTo>
              </a:path>
              <a:path w="442950" h="652487">
                <a:moveTo>
                  <a:pt x="439381" y="597306"/>
                </a:moveTo>
                <a:lnTo>
                  <a:pt x="439056" y="598418"/>
                </a:lnTo>
                <a:lnTo>
                  <a:pt x="438772" y="599389"/>
                </a:lnTo>
                <a:lnTo>
                  <a:pt x="437877" y="601543"/>
                </a:lnTo>
                <a:lnTo>
                  <a:pt x="437730" y="601897"/>
                </a:lnTo>
                <a:lnTo>
                  <a:pt x="437730" y="602579"/>
                </a:lnTo>
                <a:lnTo>
                  <a:pt x="437248" y="603059"/>
                </a:lnTo>
                <a:lnTo>
                  <a:pt x="438772" y="603059"/>
                </a:lnTo>
                <a:lnTo>
                  <a:pt x="438772" y="602579"/>
                </a:lnTo>
                <a:lnTo>
                  <a:pt x="438772" y="601897"/>
                </a:lnTo>
                <a:lnTo>
                  <a:pt x="438772" y="601543"/>
                </a:lnTo>
                <a:lnTo>
                  <a:pt x="438772" y="599501"/>
                </a:lnTo>
                <a:lnTo>
                  <a:pt x="439813" y="598418"/>
                </a:lnTo>
                <a:lnTo>
                  <a:pt x="439813" y="597306"/>
                </a:lnTo>
              </a:path>
              <a:path w="442950" h="652487">
                <a:moveTo>
                  <a:pt x="439813" y="597306"/>
                </a:moveTo>
                <a:lnTo>
                  <a:pt x="440855" y="597306"/>
                </a:lnTo>
                <a:lnTo>
                  <a:pt x="440855" y="597306"/>
                </a:lnTo>
              </a:path>
              <a:path w="442950" h="652487">
                <a:moveTo>
                  <a:pt x="437730" y="601472"/>
                </a:moveTo>
                <a:lnTo>
                  <a:pt x="436139" y="603059"/>
                </a:lnTo>
                <a:lnTo>
                  <a:pt x="437248" y="603059"/>
                </a:lnTo>
              </a:path>
              <a:path w="442950" h="652487">
                <a:moveTo>
                  <a:pt x="436139" y="603059"/>
                </a:moveTo>
                <a:lnTo>
                  <a:pt x="435655" y="603542"/>
                </a:lnTo>
                <a:lnTo>
                  <a:pt x="438772" y="603542"/>
                </a:lnTo>
                <a:lnTo>
                  <a:pt x="438772" y="603059"/>
                </a:lnTo>
              </a:path>
              <a:path w="442950" h="652487">
                <a:moveTo>
                  <a:pt x="435655" y="603542"/>
                </a:moveTo>
                <a:lnTo>
                  <a:pt x="432523" y="606666"/>
                </a:lnTo>
                <a:lnTo>
                  <a:pt x="431482" y="608749"/>
                </a:lnTo>
                <a:lnTo>
                  <a:pt x="431482" y="609790"/>
                </a:lnTo>
                <a:lnTo>
                  <a:pt x="432595" y="611873"/>
                </a:lnTo>
                <a:lnTo>
                  <a:pt x="434606" y="611873"/>
                </a:lnTo>
                <a:lnTo>
                  <a:pt x="433565" y="609790"/>
                </a:lnTo>
                <a:lnTo>
                  <a:pt x="432523" y="608749"/>
                </a:lnTo>
                <a:lnTo>
                  <a:pt x="433565" y="606666"/>
                </a:lnTo>
                <a:lnTo>
                  <a:pt x="436689" y="603542"/>
                </a:lnTo>
              </a:path>
              <a:path w="442950" h="652487">
                <a:moveTo>
                  <a:pt x="436689" y="603542"/>
                </a:moveTo>
                <a:lnTo>
                  <a:pt x="437730" y="606666"/>
                </a:lnTo>
                <a:lnTo>
                  <a:pt x="438772" y="606666"/>
                </a:lnTo>
                <a:lnTo>
                  <a:pt x="438772" y="603542"/>
                </a:lnTo>
              </a:path>
              <a:path w="442950" h="652487">
                <a:moveTo>
                  <a:pt x="222262" y="15621"/>
                </a:moveTo>
                <a:lnTo>
                  <a:pt x="221664" y="15530"/>
                </a:lnTo>
                <a:lnTo>
                  <a:pt x="410743" y="85394"/>
                </a:lnTo>
                <a:lnTo>
                  <a:pt x="222262" y="15621"/>
                </a:lnTo>
                <a:close/>
              </a:path>
              <a:path w="442950" h="652487">
                <a:moveTo>
                  <a:pt x="263855" y="642112"/>
                </a:moveTo>
                <a:lnTo>
                  <a:pt x="265087" y="642061"/>
                </a:lnTo>
                <a:lnTo>
                  <a:pt x="399173" y="623316"/>
                </a:lnTo>
                <a:lnTo>
                  <a:pt x="402297" y="622274"/>
                </a:lnTo>
                <a:lnTo>
                  <a:pt x="404380" y="627481"/>
                </a:lnTo>
                <a:lnTo>
                  <a:pt x="409587" y="627697"/>
                </a:lnTo>
                <a:lnTo>
                  <a:pt x="409587" y="627481"/>
                </a:lnTo>
                <a:lnTo>
                  <a:pt x="408546" y="626440"/>
                </a:lnTo>
                <a:lnTo>
                  <a:pt x="412711" y="626440"/>
                </a:lnTo>
                <a:lnTo>
                  <a:pt x="412711" y="624357"/>
                </a:lnTo>
                <a:lnTo>
                  <a:pt x="413766" y="624357"/>
                </a:lnTo>
                <a:lnTo>
                  <a:pt x="415848" y="625398"/>
                </a:lnTo>
                <a:lnTo>
                  <a:pt x="417931" y="625398"/>
                </a:lnTo>
                <a:lnTo>
                  <a:pt x="415848" y="624357"/>
                </a:lnTo>
                <a:lnTo>
                  <a:pt x="415848" y="620191"/>
                </a:lnTo>
                <a:lnTo>
                  <a:pt x="412711" y="623321"/>
                </a:lnTo>
                <a:lnTo>
                  <a:pt x="411670" y="625398"/>
                </a:lnTo>
                <a:lnTo>
                  <a:pt x="410629" y="625398"/>
                </a:lnTo>
                <a:lnTo>
                  <a:pt x="412711" y="621233"/>
                </a:lnTo>
                <a:lnTo>
                  <a:pt x="409587" y="624357"/>
                </a:lnTo>
                <a:lnTo>
                  <a:pt x="407504" y="626440"/>
                </a:lnTo>
                <a:lnTo>
                  <a:pt x="406463" y="627481"/>
                </a:lnTo>
                <a:lnTo>
                  <a:pt x="405422" y="627481"/>
                </a:lnTo>
                <a:lnTo>
                  <a:pt x="409587" y="622274"/>
                </a:lnTo>
                <a:lnTo>
                  <a:pt x="412711" y="614997"/>
                </a:lnTo>
                <a:lnTo>
                  <a:pt x="413766" y="614387"/>
                </a:lnTo>
                <a:lnTo>
                  <a:pt x="413766" y="613956"/>
                </a:lnTo>
                <a:lnTo>
                  <a:pt x="414373" y="613956"/>
                </a:lnTo>
                <a:lnTo>
                  <a:pt x="413766" y="613879"/>
                </a:lnTo>
                <a:lnTo>
                  <a:pt x="413207" y="614438"/>
                </a:lnTo>
                <a:lnTo>
                  <a:pt x="412290" y="614997"/>
                </a:lnTo>
                <a:lnTo>
                  <a:pt x="411124" y="615480"/>
                </a:lnTo>
                <a:lnTo>
                  <a:pt x="410629" y="616038"/>
                </a:lnTo>
                <a:lnTo>
                  <a:pt x="402297" y="616038"/>
                </a:lnTo>
                <a:lnTo>
                  <a:pt x="402297" y="617080"/>
                </a:lnTo>
                <a:lnTo>
                  <a:pt x="407504" y="617080"/>
                </a:lnTo>
                <a:lnTo>
                  <a:pt x="407504" y="620191"/>
                </a:lnTo>
                <a:lnTo>
                  <a:pt x="405422" y="621233"/>
                </a:lnTo>
                <a:lnTo>
                  <a:pt x="405422" y="619157"/>
                </a:lnTo>
                <a:lnTo>
                  <a:pt x="402297" y="619623"/>
                </a:lnTo>
                <a:lnTo>
                  <a:pt x="399173" y="618939"/>
                </a:lnTo>
                <a:lnTo>
                  <a:pt x="264418" y="642015"/>
                </a:lnTo>
                <a:lnTo>
                  <a:pt x="219971" y="638987"/>
                </a:lnTo>
                <a:lnTo>
                  <a:pt x="220687" y="639254"/>
                </a:lnTo>
                <a:lnTo>
                  <a:pt x="219227" y="638937"/>
                </a:lnTo>
                <a:lnTo>
                  <a:pt x="29743" y="568655"/>
                </a:lnTo>
                <a:lnTo>
                  <a:pt x="27876" y="567461"/>
                </a:lnTo>
                <a:lnTo>
                  <a:pt x="27660" y="567613"/>
                </a:lnTo>
                <a:lnTo>
                  <a:pt x="27089" y="567045"/>
                </a:lnTo>
                <a:lnTo>
                  <a:pt x="27089" y="567378"/>
                </a:lnTo>
                <a:lnTo>
                  <a:pt x="25006" y="566089"/>
                </a:lnTo>
                <a:lnTo>
                  <a:pt x="25006" y="566519"/>
                </a:lnTo>
                <a:lnTo>
                  <a:pt x="27089" y="570255"/>
                </a:lnTo>
                <a:lnTo>
                  <a:pt x="25006" y="576491"/>
                </a:lnTo>
                <a:lnTo>
                  <a:pt x="22489" y="575449"/>
                </a:lnTo>
                <a:lnTo>
                  <a:pt x="21805" y="575449"/>
                </a:lnTo>
                <a:lnTo>
                  <a:pt x="21323" y="574967"/>
                </a:lnTo>
                <a:lnTo>
                  <a:pt x="22923" y="575449"/>
                </a:lnTo>
                <a:lnTo>
                  <a:pt x="25006" y="569214"/>
                </a:lnTo>
                <a:lnTo>
                  <a:pt x="25006" y="568172"/>
                </a:lnTo>
                <a:lnTo>
                  <a:pt x="23964" y="566089"/>
                </a:lnTo>
                <a:lnTo>
                  <a:pt x="21882" y="565048"/>
                </a:lnTo>
                <a:lnTo>
                  <a:pt x="21882" y="564258"/>
                </a:lnTo>
                <a:lnTo>
                  <a:pt x="21274" y="564006"/>
                </a:lnTo>
                <a:lnTo>
                  <a:pt x="20840" y="564007"/>
                </a:lnTo>
                <a:lnTo>
                  <a:pt x="20840" y="565048"/>
                </a:lnTo>
                <a:lnTo>
                  <a:pt x="21882" y="567131"/>
                </a:lnTo>
                <a:lnTo>
                  <a:pt x="21882" y="574421"/>
                </a:lnTo>
                <a:lnTo>
                  <a:pt x="19799" y="573379"/>
                </a:lnTo>
                <a:lnTo>
                  <a:pt x="16675" y="573379"/>
                </a:lnTo>
                <a:lnTo>
                  <a:pt x="16675" y="575449"/>
                </a:lnTo>
                <a:lnTo>
                  <a:pt x="20764" y="575449"/>
                </a:lnTo>
                <a:lnTo>
                  <a:pt x="19735" y="574420"/>
                </a:lnTo>
                <a:lnTo>
                  <a:pt x="19240" y="573925"/>
                </a:lnTo>
                <a:lnTo>
                  <a:pt x="20437" y="574421"/>
                </a:lnTo>
                <a:lnTo>
                  <a:pt x="20764" y="575449"/>
                </a:lnTo>
                <a:lnTo>
                  <a:pt x="21805" y="576491"/>
                </a:lnTo>
                <a:lnTo>
                  <a:pt x="22847" y="576491"/>
                </a:lnTo>
                <a:lnTo>
                  <a:pt x="23164" y="576808"/>
                </a:lnTo>
                <a:lnTo>
                  <a:pt x="217754" y="649262"/>
                </a:lnTo>
                <a:lnTo>
                  <a:pt x="264985" y="652487"/>
                </a:lnTo>
                <a:lnTo>
                  <a:pt x="263855" y="642112"/>
                </a:lnTo>
                <a:close/>
              </a:path>
              <a:path w="442950" h="652487">
                <a:moveTo>
                  <a:pt x="36474" y="26085"/>
                </a:moveTo>
                <a:lnTo>
                  <a:pt x="33274" y="26085"/>
                </a:lnTo>
                <a:lnTo>
                  <a:pt x="33350" y="27127"/>
                </a:lnTo>
                <a:lnTo>
                  <a:pt x="36474" y="26085"/>
                </a:lnTo>
                <a:close/>
              </a:path>
              <a:path w="442950" h="652487">
                <a:moveTo>
                  <a:pt x="37592" y="36487"/>
                </a:moveTo>
                <a:lnTo>
                  <a:pt x="36550" y="37528"/>
                </a:lnTo>
                <a:lnTo>
                  <a:pt x="37592" y="36487"/>
                </a:lnTo>
                <a:close/>
              </a:path>
              <a:path w="442950" h="652487">
                <a:moveTo>
                  <a:pt x="29184" y="39611"/>
                </a:moveTo>
                <a:lnTo>
                  <a:pt x="29184" y="38569"/>
                </a:lnTo>
                <a:lnTo>
                  <a:pt x="31267" y="37708"/>
                </a:lnTo>
                <a:lnTo>
                  <a:pt x="31267" y="34404"/>
                </a:lnTo>
                <a:lnTo>
                  <a:pt x="29184" y="35445"/>
                </a:lnTo>
                <a:lnTo>
                  <a:pt x="28130" y="29210"/>
                </a:lnTo>
                <a:lnTo>
                  <a:pt x="25622" y="30251"/>
                </a:lnTo>
                <a:lnTo>
                  <a:pt x="26047" y="30251"/>
                </a:lnTo>
                <a:lnTo>
                  <a:pt x="26047" y="37528"/>
                </a:lnTo>
                <a:lnTo>
                  <a:pt x="25006" y="38569"/>
                </a:lnTo>
                <a:lnTo>
                  <a:pt x="26047" y="38574"/>
                </a:lnTo>
                <a:lnTo>
                  <a:pt x="26047" y="39611"/>
                </a:lnTo>
                <a:lnTo>
                  <a:pt x="29184" y="39611"/>
                </a:lnTo>
                <a:close/>
              </a:path>
              <a:path w="442950" h="652487">
                <a:moveTo>
                  <a:pt x="27089" y="564007"/>
                </a:moveTo>
                <a:lnTo>
                  <a:pt x="26129" y="566089"/>
                </a:lnTo>
                <a:lnTo>
                  <a:pt x="27089" y="566089"/>
                </a:lnTo>
                <a:lnTo>
                  <a:pt x="27089" y="564007"/>
                </a:lnTo>
                <a:close/>
              </a:path>
              <a:path w="442950" h="652487">
                <a:moveTo>
                  <a:pt x="21882" y="559841"/>
                </a:moveTo>
                <a:lnTo>
                  <a:pt x="20840" y="559841"/>
                </a:lnTo>
                <a:lnTo>
                  <a:pt x="20916" y="562965"/>
                </a:lnTo>
                <a:lnTo>
                  <a:pt x="21882" y="559841"/>
                </a:lnTo>
                <a:close/>
              </a:path>
              <a:path w="442950" h="652487">
                <a:moveTo>
                  <a:pt x="11468" y="551467"/>
                </a:moveTo>
                <a:lnTo>
                  <a:pt x="11201" y="551522"/>
                </a:lnTo>
                <a:lnTo>
                  <a:pt x="11468" y="551522"/>
                </a:lnTo>
                <a:lnTo>
                  <a:pt x="11793" y="552498"/>
                </a:lnTo>
                <a:lnTo>
                  <a:pt x="12162" y="553605"/>
                </a:lnTo>
                <a:lnTo>
                  <a:pt x="12898" y="553605"/>
                </a:lnTo>
                <a:lnTo>
                  <a:pt x="12509" y="552498"/>
                </a:lnTo>
                <a:lnTo>
                  <a:pt x="11524" y="551522"/>
                </a:lnTo>
              </a:path>
              <a:path w="442950" h="652487">
                <a:moveTo>
                  <a:pt x="12162" y="553605"/>
                </a:moveTo>
                <a:lnTo>
                  <a:pt x="12509" y="554647"/>
                </a:lnTo>
                <a:lnTo>
                  <a:pt x="12509" y="553605"/>
                </a:lnTo>
              </a:path>
              <a:path w="442950" h="652487">
                <a:moveTo>
                  <a:pt x="12509" y="553605"/>
                </a:moveTo>
                <a:lnTo>
                  <a:pt x="12875" y="554088"/>
                </a:lnTo>
                <a:lnTo>
                  <a:pt x="13241" y="554570"/>
                </a:lnTo>
                <a:lnTo>
                  <a:pt x="13627" y="554647"/>
                </a:lnTo>
                <a:lnTo>
                  <a:pt x="13068" y="554088"/>
                </a:lnTo>
                <a:lnTo>
                  <a:pt x="12898" y="553605"/>
                </a:lnTo>
              </a:path>
              <a:path w="442950" h="652487">
                <a:moveTo>
                  <a:pt x="13299" y="554647"/>
                </a:moveTo>
                <a:lnTo>
                  <a:pt x="13550" y="555254"/>
                </a:lnTo>
                <a:lnTo>
                  <a:pt x="13550" y="554647"/>
                </a:lnTo>
              </a:path>
              <a:path w="442950" h="652487">
                <a:moveTo>
                  <a:pt x="13550" y="554647"/>
                </a:moveTo>
                <a:lnTo>
                  <a:pt x="13717" y="555612"/>
                </a:lnTo>
                <a:lnTo>
                  <a:pt x="14668" y="555688"/>
                </a:lnTo>
                <a:lnTo>
                  <a:pt x="13627" y="554647"/>
                </a:lnTo>
              </a:path>
              <a:path w="442950" h="652487">
                <a:moveTo>
                  <a:pt x="13730" y="555688"/>
                </a:moveTo>
                <a:lnTo>
                  <a:pt x="13730" y="555688"/>
                </a:lnTo>
                <a:lnTo>
                  <a:pt x="14592" y="555688"/>
                </a:lnTo>
              </a:path>
              <a:path w="442950" h="652487">
                <a:moveTo>
                  <a:pt x="14592" y="555688"/>
                </a:moveTo>
                <a:lnTo>
                  <a:pt x="14605" y="558812"/>
                </a:lnTo>
                <a:lnTo>
                  <a:pt x="15033" y="559243"/>
                </a:lnTo>
                <a:lnTo>
                  <a:pt x="15633" y="559841"/>
                </a:lnTo>
                <a:lnTo>
                  <a:pt x="16675" y="560882"/>
                </a:lnTo>
                <a:lnTo>
                  <a:pt x="17716" y="561924"/>
                </a:lnTo>
                <a:lnTo>
                  <a:pt x="17195" y="560882"/>
                </a:lnTo>
                <a:lnTo>
                  <a:pt x="16675" y="559841"/>
                </a:lnTo>
                <a:lnTo>
                  <a:pt x="15633" y="559243"/>
                </a:lnTo>
                <a:lnTo>
                  <a:pt x="15633" y="558818"/>
                </a:lnTo>
                <a:lnTo>
                  <a:pt x="14668" y="555688"/>
                </a:lnTo>
              </a:path>
              <a:path w="442950" h="652487">
                <a:moveTo>
                  <a:pt x="15633" y="558812"/>
                </a:moveTo>
                <a:lnTo>
                  <a:pt x="16216" y="559295"/>
                </a:lnTo>
                <a:lnTo>
                  <a:pt x="17746" y="559295"/>
                </a:lnTo>
                <a:lnTo>
                  <a:pt x="17716" y="558812"/>
                </a:lnTo>
              </a:path>
              <a:path w="442950" h="652487">
                <a:moveTo>
                  <a:pt x="16216" y="559295"/>
                </a:moveTo>
                <a:lnTo>
                  <a:pt x="16362" y="559416"/>
                </a:lnTo>
                <a:lnTo>
                  <a:pt x="17114" y="559416"/>
                </a:lnTo>
              </a:path>
              <a:path w="442950" h="652487">
                <a:moveTo>
                  <a:pt x="17233" y="559295"/>
                </a:moveTo>
                <a:lnTo>
                  <a:pt x="17716" y="559777"/>
                </a:lnTo>
                <a:lnTo>
                  <a:pt x="17746" y="559295"/>
                </a:lnTo>
              </a:path>
              <a:path w="442950" h="652487">
                <a:moveTo>
                  <a:pt x="16362" y="559416"/>
                </a:moveTo>
                <a:lnTo>
                  <a:pt x="16675" y="559674"/>
                </a:lnTo>
                <a:lnTo>
                  <a:pt x="16675" y="559416"/>
                </a:lnTo>
              </a:path>
              <a:path w="442950" h="652487">
                <a:moveTo>
                  <a:pt x="16675" y="559416"/>
                </a:moveTo>
                <a:lnTo>
                  <a:pt x="16804" y="559728"/>
                </a:lnTo>
                <a:lnTo>
                  <a:pt x="17114" y="559416"/>
                </a:lnTo>
              </a:path>
              <a:path w="442950" h="652487">
                <a:moveTo>
                  <a:pt x="17078" y="559841"/>
                </a:moveTo>
                <a:lnTo>
                  <a:pt x="17078" y="559841"/>
                </a:lnTo>
                <a:lnTo>
                  <a:pt x="17716" y="559841"/>
                </a:lnTo>
              </a:path>
              <a:path w="442950" h="652487">
                <a:moveTo>
                  <a:pt x="17078" y="559841"/>
                </a:moveTo>
                <a:lnTo>
                  <a:pt x="17716" y="560105"/>
                </a:lnTo>
                <a:lnTo>
                  <a:pt x="17716" y="560336"/>
                </a:lnTo>
                <a:lnTo>
                  <a:pt x="17716" y="561924"/>
                </a:lnTo>
                <a:lnTo>
                  <a:pt x="18275" y="560336"/>
                </a:lnTo>
                <a:lnTo>
                  <a:pt x="18044" y="560105"/>
                </a:lnTo>
                <a:lnTo>
                  <a:pt x="17779" y="559841"/>
                </a:lnTo>
              </a:path>
              <a:path w="442950" h="652487">
                <a:moveTo>
                  <a:pt x="17716" y="561924"/>
                </a:moveTo>
                <a:lnTo>
                  <a:pt x="17716" y="561924"/>
                </a:lnTo>
                <a:lnTo>
                  <a:pt x="17716" y="561924"/>
                </a:lnTo>
              </a:path>
              <a:path w="442950" h="652487">
                <a:moveTo>
                  <a:pt x="17716" y="561924"/>
                </a:moveTo>
                <a:lnTo>
                  <a:pt x="16675" y="561924"/>
                </a:lnTo>
                <a:lnTo>
                  <a:pt x="17716" y="561924"/>
                </a:lnTo>
              </a:path>
              <a:path w="442950" h="652487">
                <a:moveTo>
                  <a:pt x="16675" y="561924"/>
                </a:moveTo>
                <a:lnTo>
                  <a:pt x="16675" y="562965"/>
                </a:lnTo>
                <a:lnTo>
                  <a:pt x="16675" y="567131"/>
                </a:lnTo>
                <a:lnTo>
                  <a:pt x="16675" y="570255"/>
                </a:lnTo>
                <a:lnTo>
                  <a:pt x="21882" y="570255"/>
                </a:lnTo>
                <a:lnTo>
                  <a:pt x="21882" y="567131"/>
                </a:lnTo>
                <a:lnTo>
                  <a:pt x="18757" y="562965"/>
                </a:lnTo>
                <a:lnTo>
                  <a:pt x="17716" y="561924"/>
                </a:lnTo>
              </a:path>
              <a:path w="442950" h="652487">
                <a:moveTo>
                  <a:pt x="14592" y="570255"/>
                </a:moveTo>
                <a:lnTo>
                  <a:pt x="14592" y="570255"/>
                </a:lnTo>
                <a:lnTo>
                  <a:pt x="16675" y="570255"/>
                </a:lnTo>
              </a:path>
              <a:path w="442950" h="652487">
                <a:moveTo>
                  <a:pt x="14592" y="570255"/>
                </a:moveTo>
                <a:lnTo>
                  <a:pt x="14033" y="570814"/>
                </a:lnTo>
                <a:lnTo>
                  <a:pt x="14118" y="571045"/>
                </a:lnTo>
                <a:lnTo>
                  <a:pt x="21882" y="571045"/>
                </a:lnTo>
                <a:lnTo>
                  <a:pt x="21882" y="570814"/>
                </a:lnTo>
                <a:lnTo>
                  <a:pt x="21882" y="570255"/>
                </a:lnTo>
              </a:path>
              <a:path w="442950" h="652487">
                <a:moveTo>
                  <a:pt x="14118" y="571045"/>
                </a:moveTo>
                <a:lnTo>
                  <a:pt x="14238" y="571373"/>
                </a:lnTo>
                <a:lnTo>
                  <a:pt x="14592" y="572338"/>
                </a:lnTo>
                <a:lnTo>
                  <a:pt x="14592" y="573379"/>
                </a:lnTo>
                <a:lnTo>
                  <a:pt x="16598" y="573379"/>
                </a:lnTo>
                <a:lnTo>
                  <a:pt x="15557" y="572338"/>
                </a:lnTo>
                <a:lnTo>
                  <a:pt x="14592" y="571373"/>
                </a:lnTo>
                <a:lnTo>
                  <a:pt x="14592" y="571045"/>
                </a:lnTo>
              </a:path>
              <a:path w="442950" h="652487">
                <a:moveTo>
                  <a:pt x="14592" y="571045"/>
                </a:moveTo>
                <a:lnTo>
                  <a:pt x="16675" y="571907"/>
                </a:lnTo>
                <a:lnTo>
                  <a:pt x="17716" y="572338"/>
                </a:lnTo>
                <a:lnTo>
                  <a:pt x="21882" y="572338"/>
                </a:lnTo>
                <a:lnTo>
                  <a:pt x="21882" y="571907"/>
                </a:lnTo>
                <a:lnTo>
                  <a:pt x="21882" y="571045"/>
                </a:lnTo>
              </a:path>
              <a:path w="442950" h="652487">
                <a:moveTo>
                  <a:pt x="16675" y="572338"/>
                </a:moveTo>
                <a:lnTo>
                  <a:pt x="16675" y="572338"/>
                </a:lnTo>
                <a:lnTo>
                  <a:pt x="17716" y="572338"/>
                </a:lnTo>
              </a:path>
              <a:path w="442950" h="652487">
                <a:moveTo>
                  <a:pt x="16675" y="572338"/>
                </a:moveTo>
                <a:lnTo>
                  <a:pt x="16598" y="573379"/>
                </a:lnTo>
                <a:lnTo>
                  <a:pt x="21882" y="573379"/>
                </a:lnTo>
                <a:lnTo>
                  <a:pt x="21882" y="572338"/>
                </a:lnTo>
              </a:path>
              <a:path w="442950" h="652487">
                <a:moveTo>
                  <a:pt x="14592" y="573379"/>
                </a:moveTo>
                <a:lnTo>
                  <a:pt x="14592" y="574420"/>
                </a:lnTo>
                <a:lnTo>
                  <a:pt x="16675" y="574420"/>
                </a:lnTo>
                <a:lnTo>
                  <a:pt x="19799" y="573379"/>
                </a:lnTo>
              </a:path>
              <a:path w="442950" h="652487">
                <a:moveTo>
                  <a:pt x="19799" y="573379"/>
                </a:moveTo>
                <a:lnTo>
                  <a:pt x="21882" y="574421"/>
                </a:lnTo>
                <a:lnTo>
                  <a:pt x="21882" y="573379"/>
                </a:lnTo>
              </a:path>
              <a:path w="442950" h="652487">
                <a:moveTo>
                  <a:pt x="10415" y="530720"/>
                </a:moveTo>
                <a:lnTo>
                  <a:pt x="10414" y="533831"/>
                </a:lnTo>
                <a:lnTo>
                  <a:pt x="10415" y="530720"/>
                </a:lnTo>
                <a:close/>
              </a:path>
              <a:path w="442950" h="652487">
                <a:moveTo>
                  <a:pt x="3124" y="56261"/>
                </a:moveTo>
                <a:lnTo>
                  <a:pt x="2082" y="57226"/>
                </a:lnTo>
                <a:lnTo>
                  <a:pt x="3124" y="56261"/>
                </a:lnTo>
                <a:close/>
              </a:path>
              <a:path w="442950" h="652487">
                <a:moveTo>
                  <a:pt x="3553" y="55832"/>
                </a:moveTo>
                <a:lnTo>
                  <a:pt x="2082" y="57302"/>
                </a:lnTo>
                <a:lnTo>
                  <a:pt x="2082" y="58343"/>
                </a:lnTo>
                <a:lnTo>
                  <a:pt x="3553" y="55832"/>
                </a:lnTo>
                <a:close/>
              </a:path>
              <a:path w="442950" h="652487">
                <a:moveTo>
                  <a:pt x="2082" y="556793"/>
                </a:moveTo>
                <a:lnTo>
                  <a:pt x="1041" y="552632"/>
                </a:lnTo>
                <a:lnTo>
                  <a:pt x="1041" y="557771"/>
                </a:lnTo>
                <a:lnTo>
                  <a:pt x="2082" y="556793"/>
                </a:lnTo>
                <a:close/>
              </a:path>
              <a:path w="442950" h="652487">
                <a:moveTo>
                  <a:pt x="4165" y="558196"/>
                </a:moveTo>
                <a:lnTo>
                  <a:pt x="3989" y="557771"/>
                </a:lnTo>
                <a:lnTo>
                  <a:pt x="3124" y="555688"/>
                </a:lnTo>
                <a:lnTo>
                  <a:pt x="2565" y="554164"/>
                </a:lnTo>
                <a:lnTo>
                  <a:pt x="2082" y="552998"/>
                </a:lnTo>
                <a:lnTo>
                  <a:pt x="1041" y="550481"/>
                </a:lnTo>
                <a:lnTo>
                  <a:pt x="1041" y="551522"/>
                </a:lnTo>
                <a:lnTo>
                  <a:pt x="2082" y="553679"/>
                </a:lnTo>
                <a:lnTo>
                  <a:pt x="3060" y="557771"/>
                </a:lnTo>
                <a:lnTo>
                  <a:pt x="4165" y="558876"/>
                </a:lnTo>
                <a:lnTo>
                  <a:pt x="4165" y="558196"/>
                </a:lnTo>
                <a:close/>
              </a:path>
              <a:path w="442950" h="652487">
                <a:moveTo>
                  <a:pt x="2082" y="51054"/>
                </a:moveTo>
                <a:lnTo>
                  <a:pt x="2082" y="52031"/>
                </a:lnTo>
                <a:lnTo>
                  <a:pt x="2082" y="55219"/>
                </a:lnTo>
                <a:lnTo>
                  <a:pt x="3543" y="55219"/>
                </a:lnTo>
                <a:lnTo>
                  <a:pt x="3124" y="52031"/>
                </a:lnTo>
              </a:path>
              <a:path w="442950" h="652487">
                <a:moveTo>
                  <a:pt x="2082" y="55219"/>
                </a:moveTo>
                <a:lnTo>
                  <a:pt x="2082" y="56184"/>
                </a:lnTo>
                <a:lnTo>
                  <a:pt x="3124" y="56184"/>
                </a:lnTo>
                <a:lnTo>
                  <a:pt x="3124" y="55219"/>
                </a:lnTo>
              </a:path>
              <a:path w="442950" h="652487">
                <a:moveTo>
                  <a:pt x="3124" y="55219"/>
                </a:moveTo>
                <a:lnTo>
                  <a:pt x="3124" y="55702"/>
                </a:lnTo>
                <a:lnTo>
                  <a:pt x="3124" y="55832"/>
                </a:lnTo>
                <a:lnTo>
                  <a:pt x="3124" y="56184"/>
                </a:lnTo>
                <a:lnTo>
                  <a:pt x="3553" y="55832"/>
                </a:lnTo>
                <a:lnTo>
                  <a:pt x="3606" y="55702"/>
                </a:lnTo>
                <a:lnTo>
                  <a:pt x="3543" y="55219"/>
                </a:lnTo>
              </a:path>
              <a:path w="442950" h="652487">
                <a:moveTo>
                  <a:pt x="3553" y="55832"/>
                </a:moveTo>
                <a:lnTo>
                  <a:pt x="2082" y="58343"/>
                </a:lnTo>
                <a:lnTo>
                  <a:pt x="5222" y="58343"/>
                </a:lnTo>
              </a:path>
              <a:path w="442950" h="652487">
                <a:moveTo>
                  <a:pt x="2082" y="56184"/>
                </a:moveTo>
                <a:lnTo>
                  <a:pt x="2082" y="57226"/>
                </a:lnTo>
                <a:lnTo>
                  <a:pt x="3124" y="56184"/>
                </a:lnTo>
              </a:path>
              <a:path w="442950" h="652487">
                <a:moveTo>
                  <a:pt x="3124" y="56184"/>
                </a:moveTo>
              </a:path>
              <a:path w="442950" h="652487">
                <a:moveTo>
                  <a:pt x="3124" y="56260"/>
                </a:moveTo>
              </a:path>
              <a:path w="442950" h="652487">
                <a:moveTo>
                  <a:pt x="3124" y="56261"/>
                </a:moveTo>
                <a:lnTo>
                  <a:pt x="2082" y="57226"/>
                </a:lnTo>
              </a:path>
              <a:path w="442950" h="652487">
                <a:moveTo>
                  <a:pt x="13550" y="56324"/>
                </a:moveTo>
                <a:lnTo>
                  <a:pt x="12509" y="56686"/>
                </a:lnTo>
                <a:lnTo>
                  <a:pt x="12227" y="57365"/>
                </a:lnTo>
                <a:lnTo>
                  <a:pt x="13550" y="57365"/>
                </a:lnTo>
                <a:lnTo>
                  <a:pt x="13550" y="56686"/>
                </a:lnTo>
              </a:path>
              <a:path w="442950" h="652487">
                <a:moveTo>
                  <a:pt x="2082" y="57302"/>
                </a:moveTo>
                <a:lnTo>
                  <a:pt x="2082" y="58343"/>
                </a:lnTo>
                <a:lnTo>
                  <a:pt x="2082" y="57302"/>
                </a:lnTo>
              </a:path>
              <a:path w="442950" h="652487">
                <a:moveTo>
                  <a:pt x="12227" y="57365"/>
                </a:moveTo>
                <a:lnTo>
                  <a:pt x="12026" y="57848"/>
                </a:lnTo>
                <a:lnTo>
                  <a:pt x="11919" y="58343"/>
                </a:lnTo>
                <a:lnTo>
                  <a:pt x="11468" y="60426"/>
                </a:lnTo>
                <a:lnTo>
                  <a:pt x="11037" y="61455"/>
                </a:lnTo>
                <a:lnTo>
                  <a:pt x="10571" y="62567"/>
                </a:lnTo>
                <a:lnTo>
                  <a:pt x="9931" y="64096"/>
                </a:lnTo>
                <a:lnTo>
                  <a:pt x="11464" y="64096"/>
                </a:lnTo>
                <a:lnTo>
                  <a:pt x="11468" y="62567"/>
                </a:lnTo>
                <a:lnTo>
                  <a:pt x="11468" y="61455"/>
                </a:lnTo>
                <a:lnTo>
                  <a:pt x="12509" y="61455"/>
                </a:lnTo>
                <a:lnTo>
                  <a:pt x="12509" y="60426"/>
                </a:lnTo>
                <a:lnTo>
                  <a:pt x="12509" y="58343"/>
                </a:lnTo>
                <a:lnTo>
                  <a:pt x="12509" y="57848"/>
                </a:lnTo>
                <a:lnTo>
                  <a:pt x="12509" y="57365"/>
                </a:lnTo>
              </a:path>
              <a:path w="442950" h="652487">
                <a:moveTo>
                  <a:pt x="12509" y="57365"/>
                </a:moveTo>
                <a:lnTo>
                  <a:pt x="12509" y="61455"/>
                </a:lnTo>
                <a:lnTo>
                  <a:pt x="13550" y="61455"/>
                </a:lnTo>
                <a:lnTo>
                  <a:pt x="13550" y="57365"/>
                </a:lnTo>
              </a:path>
              <a:path w="442950" h="652487">
                <a:moveTo>
                  <a:pt x="2082" y="58343"/>
                </a:moveTo>
                <a:lnTo>
                  <a:pt x="2082" y="58343"/>
                </a:lnTo>
                <a:lnTo>
                  <a:pt x="2082" y="58343"/>
                </a:lnTo>
              </a:path>
              <a:path w="442950" h="652487">
                <a:moveTo>
                  <a:pt x="2082" y="58343"/>
                </a:moveTo>
                <a:lnTo>
                  <a:pt x="2082" y="59385"/>
                </a:lnTo>
                <a:lnTo>
                  <a:pt x="2101" y="61455"/>
                </a:lnTo>
                <a:lnTo>
                  <a:pt x="2124" y="64096"/>
                </a:lnTo>
                <a:lnTo>
                  <a:pt x="9931" y="64096"/>
                </a:lnTo>
                <a:lnTo>
                  <a:pt x="7289" y="61455"/>
                </a:lnTo>
                <a:lnTo>
                  <a:pt x="5914" y="59385"/>
                </a:lnTo>
                <a:lnTo>
                  <a:pt x="5222" y="58343"/>
                </a:lnTo>
              </a:path>
              <a:path w="442950" h="652487">
                <a:moveTo>
                  <a:pt x="2124" y="64096"/>
                </a:moveTo>
                <a:lnTo>
                  <a:pt x="6248" y="525513"/>
                </a:lnTo>
                <a:lnTo>
                  <a:pt x="5727" y="530720"/>
                </a:lnTo>
                <a:lnTo>
                  <a:pt x="5207" y="535914"/>
                </a:lnTo>
                <a:lnTo>
                  <a:pt x="10414" y="530720"/>
                </a:lnTo>
                <a:lnTo>
                  <a:pt x="10425" y="525513"/>
                </a:lnTo>
                <a:lnTo>
                  <a:pt x="11464" y="64096"/>
                </a:lnTo>
              </a:path>
              <a:path w="442950" h="652487">
                <a:moveTo>
                  <a:pt x="6248" y="559841"/>
                </a:moveTo>
                <a:lnTo>
                  <a:pt x="9372" y="561924"/>
                </a:lnTo>
                <a:lnTo>
                  <a:pt x="10414" y="554647"/>
                </a:lnTo>
                <a:lnTo>
                  <a:pt x="11468" y="555688"/>
                </a:lnTo>
                <a:lnTo>
                  <a:pt x="14587" y="558799"/>
                </a:lnTo>
                <a:lnTo>
                  <a:pt x="13550" y="555688"/>
                </a:lnTo>
                <a:lnTo>
                  <a:pt x="13730" y="555688"/>
                </a:lnTo>
                <a:lnTo>
                  <a:pt x="13550" y="554647"/>
                </a:lnTo>
                <a:lnTo>
                  <a:pt x="13550" y="555254"/>
                </a:lnTo>
                <a:lnTo>
                  <a:pt x="13299" y="554647"/>
                </a:lnTo>
                <a:lnTo>
                  <a:pt x="12509" y="553605"/>
                </a:lnTo>
                <a:lnTo>
                  <a:pt x="12509" y="554647"/>
                </a:lnTo>
                <a:lnTo>
                  <a:pt x="11468" y="552564"/>
                </a:lnTo>
                <a:lnTo>
                  <a:pt x="11201" y="551522"/>
                </a:lnTo>
                <a:lnTo>
                  <a:pt x="11468" y="551467"/>
                </a:lnTo>
                <a:lnTo>
                  <a:pt x="12509" y="552498"/>
                </a:lnTo>
                <a:lnTo>
                  <a:pt x="13550" y="553529"/>
                </a:lnTo>
                <a:lnTo>
                  <a:pt x="13627" y="554647"/>
                </a:lnTo>
                <a:lnTo>
                  <a:pt x="14592" y="555612"/>
                </a:lnTo>
                <a:lnTo>
                  <a:pt x="15633" y="558812"/>
                </a:lnTo>
                <a:lnTo>
                  <a:pt x="16675" y="558812"/>
                </a:lnTo>
                <a:lnTo>
                  <a:pt x="16192" y="558253"/>
                </a:lnTo>
                <a:lnTo>
                  <a:pt x="15633" y="556653"/>
                </a:lnTo>
                <a:lnTo>
                  <a:pt x="16675" y="555688"/>
                </a:lnTo>
                <a:lnTo>
                  <a:pt x="16675" y="554647"/>
                </a:lnTo>
                <a:lnTo>
                  <a:pt x="14592" y="554647"/>
                </a:lnTo>
                <a:lnTo>
                  <a:pt x="14592" y="551522"/>
                </a:lnTo>
                <a:lnTo>
                  <a:pt x="12509" y="551522"/>
                </a:lnTo>
                <a:lnTo>
                  <a:pt x="12509" y="547370"/>
                </a:lnTo>
                <a:lnTo>
                  <a:pt x="11468" y="548335"/>
                </a:lnTo>
                <a:lnTo>
                  <a:pt x="10972" y="550976"/>
                </a:lnTo>
                <a:lnTo>
                  <a:pt x="10421" y="551522"/>
                </a:lnTo>
                <a:lnTo>
                  <a:pt x="11463" y="554647"/>
                </a:lnTo>
                <a:lnTo>
                  <a:pt x="8331" y="551522"/>
                </a:lnTo>
                <a:lnTo>
                  <a:pt x="7289" y="557771"/>
                </a:lnTo>
                <a:lnTo>
                  <a:pt x="4165" y="556729"/>
                </a:lnTo>
                <a:lnTo>
                  <a:pt x="4165" y="557771"/>
                </a:lnTo>
                <a:lnTo>
                  <a:pt x="5209" y="557771"/>
                </a:lnTo>
                <a:lnTo>
                  <a:pt x="6248" y="561320"/>
                </a:lnTo>
                <a:lnTo>
                  <a:pt x="6248" y="561924"/>
                </a:lnTo>
                <a:lnTo>
                  <a:pt x="6498" y="561924"/>
                </a:lnTo>
                <a:lnTo>
                  <a:pt x="6248" y="559841"/>
                </a:lnTo>
                <a:close/>
              </a:path>
              <a:path w="442950" h="652487">
                <a:moveTo>
                  <a:pt x="4165" y="559917"/>
                </a:moveTo>
                <a:lnTo>
                  <a:pt x="4165" y="558876"/>
                </a:lnTo>
                <a:lnTo>
                  <a:pt x="3124" y="557771"/>
                </a:lnTo>
                <a:lnTo>
                  <a:pt x="3124" y="561924"/>
                </a:lnTo>
                <a:lnTo>
                  <a:pt x="4165" y="559917"/>
                </a:lnTo>
                <a:close/>
              </a:path>
              <a:path w="442950" h="652487">
                <a:moveTo>
                  <a:pt x="4165" y="51053"/>
                </a:moveTo>
                <a:lnTo>
                  <a:pt x="5027" y="51053"/>
                </a:lnTo>
                <a:lnTo>
                  <a:pt x="5207" y="50620"/>
                </a:lnTo>
                <a:lnTo>
                  <a:pt x="5689" y="49453"/>
                </a:lnTo>
                <a:lnTo>
                  <a:pt x="5206" y="48907"/>
                </a:lnTo>
                <a:lnTo>
                  <a:pt x="5207" y="50012"/>
                </a:lnTo>
                <a:lnTo>
                  <a:pt x="4165" y="50985"/>
                </a:lnTo>
                <a:lnTo>
                  <a:pt x="4165" y="53136"/>
                </a:lnTo>
                <a:lnTo>
                  <a:pt x="4165" y="51053"/>
                </a:lnTo>
                <a:close/>
              </a:path>
              <a:path w="442950" h="652487">
                <a:moveTo>
                  <a:pt x="5206" y="49938"/>
                </a:moveTo>
                <a:lnTo>
                  <a:pt x="5206" y="48907"/>
                </a:lnTo>
                <a:lnTo>
                  <a:pt x="4165" y="49949"/>
                </a:lnTo>
                <a:lnTo>
                  <a:pt x="4165" y="50985"/>
                </a:lnTo>
                <a:lnTo>
                  <a:pt x="5206" y="49938"/>
                </a:lnTo>
                <a:close/>
              </a:path>
              <a:path w="442950" h="652487">
                <a:moveTo>
                  <a:pt x="7289" y="46901"/>
                </a:moveTo>
                <a:lnTo>
                  <a:pt x="8331" y="44384"/>
                </a:lnTo>
                <a:lnTo>
                  <a:pt x="8331" y="43776"/>
                </a:lnTo>
                <a:lnTo>
                  <a:pt x="8582" y="43776"/>
                </a:lnTo>
                <a:lnTo>
                  <a:pt x="8813" y="43218"/>
                </a:lnTo>
                <a:lnTo>
                  <a:pt x="8331" y="43700"/>
                </a:lnTo>
                <a:lnTo>
                  <a:pt x="7289" y="44742"/>
                </a:lnTo>
                <a:lnTo>
                  <a:pt x="6731" y="47383"/>
                </a:lnTo>
                <a:lnTo>
                  <a:pt x="7289" y="46901"/>
                </a:lnTo>
                <a:close/>
              </a:path>
              <a:path w="442950" h="652487">
                <a:moveTo>
                  <a:pt x="6731" y="47383"/>
                </a:moveTo>
                <a:lnTo>
                  <a:pt x="7289" y="44742"/>
                </a:lnTo>
                <a:lnTo>
                  <a:pt x="8255" y="43776"/>
                </a:lnTo>
                <a:lnTo>
                  <a:pt x="8813" y="43218"/>
                </a:lnTo>
                <a:lnTo>
                  <a:pt x="8331" y="40652"/>
                </a:lnTo>
                <a:lnTo>
                  <a:pt x="7289" y="40652"/>
                </a:lnTo>
                <a:lnTo>
                  <a:pt x="7289" y="43776"/>
                </a:lnTo>
                <a:lnTo>
                  <a:pt x="6248" y="45783"/>
                </a:lnTo>
                <a:lnTo>
                  <a:pt x="6248" y="47866"/>
                </a:lnTo>
                <a:lnTo>
                  <a:pt x="6731" y="47383"/>
                </a:lnTo>
                <a:close/>
              </a:path>
              <a:path w="442950" h="652487">
                <a:moveTo>
                  <a:pt x="13550" y="39611"/>
                </a:moveTo>
                <a:lnTo>
                  <a:pt x="8331" y="39611"/>
                </a:lnTo>
                <a:lnTo>
                  <a:pt x="8331" y="40589"/>
                </a:lnTo>
                <a:lnTo>
                  <a:pt x="13550" y="40589"/>
                </a:lnTo>
                <a:lnTo>
                  <a:pt x="13550" y="39611"/>
                </a:lnTo>
              </a:path>
              <a:path w="442950" h="652487">
                <a:moveTo>
                  <a:pt x="8331" y="40589"/>
                </a:moveTo>
                <a:lnTo>
                  <a:pt x="10413" y="40652"/>
                </a:lnTo>
              </a:path>
              <a:path w="442950" h="652487">
                <a:moveTo>
                  <a:pt x="10414" y="40589"/>
                </a:moveTo>
                <a:lnTo>
                  <a:pt x="13293" y="40647"/>
                </a:lnTo>
                <a:lnTo>
                  <a:pt x="13545" y="40652"/>
                </a:lnTo>
              </a:path>
              <a:path w="442950" h="652487">
                <a:moveTo>
                  <a:pt x="8331" y="40652"/>
                </a:moveTo>
                <a:lnTo>
                  <a:pt x="8813" y="43218"/>
                </a:lnTo>
                <a:lnTo>
                  <a:pt x="8582" y="43776"/>
                </a:lnTo>
                <a:lnTo>
                  <a:pt x="9372" y="43776"/>
                </a:lnTo>
                <a:lnTo>
                  <a:pt x="9372" y="43218"/>
                </a:lnTo>
                <a:lnTo>
                  <a:pt x="9372" y="40652"/>
                </a:lnTo>
              </a:path>
              <a:path w="442950" h="652487">
                <a:moveTo>
                  <a:pt x="9372" y="40652"/>
                </a:moveTo>
                <a:lnTo>
                  <a:pt x="10411" y="43776"/>
                </a:lnTo>
                <a:lnTo>
                  <a:pt x="10413" y="40652"/>
                </a:lnTo>
              </a:path>
              <a:path w="442950" h="652487">
                <a:moveTo>
                  <a:pt x="8331" y="43776"/>
                </a:moveTo>
                <a:lnTo>
                  <a:pt x="8331" y="43776"/>
                </a:lnTo>
                <a:lnTo>
                  <a:pt x="8582" y="43776"/>
                </a:lnTo>
              </a:path>
              <a:path w="442950" h="652487">
                <a:moveTo>
                  <a:pt x="5207" y="43776"/>
                </a:moveTo>
                <a:lnTo>
                  <a:pt x="5206" y="45783"/>
                </a:lnTo>
                <a:lnTo>
                  <a:pt x="5206" y="47866"/>
                </a:lnTo>
                <a:lnTo>
                  <a:pt x="6248" y="47866"/>
                </a:lnTo>
                <a:lnTo>
                  <a:pt x="6248" y="45783"/>
                </a:lnTo>
                <a:lnTo>
                  <a:pt x="7289" y="43776"/>
                </a:lnTo>
              </a:path>
              <a:path w="442950" h="652487">
                <a:moveTo>
                  <a:pt x="11468" y="43776"/>
                </a:moveTo>
                <a:lnTo>
                  <a:pt x="8331" y="45847"/>
                </a:lnTo>
                <a:lnTo>
                  <a:pt x="9202" y="45847"/>
                </a:lnTo>
              </a:path>
              <a:path w="442950" h="652487">
                <a:moveTo>
                  <a:pt x="8331" y="43776"/>
                </a:moveTo>
                <a:lnTo>
                  <a:pt x="8331" y="44384"/>
                </a:lnTo>
                <a:lnTo>
                  <a:pt x="8154" y="44810"/>
                </a:lnTo>
                <a:lnTo>
                  <a:pt x="7725" y="45847"/>
                </a:lnTo>
                <a:lnTo>
                  <a:pt x="8331" y="45847"/>
                </a:lnTo>
                <a:lnTo>
                  <a:pt x="9372" y="44810"/>
                </a:lnTo>
                <a:lnTo>
                  <a:pt x="9372" y="44384"/>
                </a:lnTo>
                <a:lnTo>
                  <a:pt x="9372" y="43776"/>
                </a:lnTo>
              </a:path>
              <a:path w="442950" h="652487">
                <a:moveTo>
                  <a:pt x="7725" y="45847"/>
                </a:moveTo>
                <a:lnTo>
                  <a:pt x="7289" y="46901"/>
                </a:lnTo>
                <a:lnTo>
                  <a:pt x="6731" y="47383"/>
                </a:lnTo>
                <a:lnTo>
                  <a:pt x="6248" y="47866"/>
                </a:lnTo>
                <a:lnTo>
                  <a:pt x="6992" y="47866"/>
                </a:lnTo>
                <a:lnTo>
                  <a:pt x="7520" y="47383"/>
                </a:lnTo>
                <a:lnTo>
                  <a:pt x="8048" y="46901"/>
                </a:lnTo>
                <a:lnTo>
                  <a:pt x="9202" y="45847"/>
                </a:lnTo>
              </a:path>
              <a:path w="442950" h="652487">
                <a:moveTo>
                  <a:pt x="17716" y="45859"/>
                </a:moveTo>
                <a:lnTo>
                  <a:pt x="17716" y="48983"/>
                </a:lnTo>
                <a:lnTo>
                  <a:pt x="15633" y="48983"/>
                </a:lnTo>
                <a:lnTo>
                  <a:pt x="14600" y="50012"/>
                </a:lnTo>
                <a:lnTo>
                  <a:pt x="19799" y="50012"/>
                </a:lnTo>
                <a:lnTo>
                  <a:pt x="19799" y="48983"/>
                </a:lnTo>
                <a:lnTo>
                  <a:pt x="18757" y="48983"/>
                </a:lnTo>
              </a:path>
              <a:path w="442950" h="652487">
                <a:moveTo>
                  <a:pt x="5206" y="47866"/>
                </a:moveTo>
                <a:lnTo>
                  <a:pt x="5206" y="48545"/>
                </a:lnTo>
                <a:lnTo>
                  <a:pt x="5206" y="48907"/>
                </a:lnTo>
                <a:lnTo>
                  <a:pt x="5689" y="49453"/>
                </a:lnTo>
                <a:lnTo>
                  <a:pt x="5207" y="50620"/>
                </a:lnTo>
                <a:lnTo>
                  <a:pt x="5027" y="51053"/>
                </a:lnTo>
                <a:lnTo>
                  <a:pt x="4165" y="51053"/>
                </a:lnTo>
                <a:lnTo>
                  <a:pt x="5207" y="51054"/>
                </a:lnTo>
                <a:lnTo>
                  <a:pt x="5387" y="50620"/>
                </a:lnTo>
                <a:lnTo>
                  <a:pt x="5871" y="49453"/>
                </a:lnTo>
                <a:lnTo>
                  <a:pt x="6098" y="48907"/>
                </a:lnTo>
                <a:lnTo>
                  <a:pt x="6248" y="48545"/>
                </a:lnTo>
                <a:lnTo>
                  <a:pt x="6992" y="47866"/>
                </a:lnTo>
              </a:path>
              <a:path w="442950" h="652487">
                <a:moveTo>
                  <a:pt x="14600" y="50012"/>
                </a:moveTo>
                <a:lnTo>
                  <a:pt x="13553" y="51053"/>
                </a:lnTo>
                <a:lnTo>
                  <a:pt x="13612" y="52095"/>
                </a:lnTo>
                <a:lnTo>
                  <a:pt x="14592" y="52095"/>
                </a:lnTo>
                <a:lnTo>
                  <a:pt x="15383" y="51054"/>
                </a:lnTo>
                <a:lnTo>
                  <a:pt x="15633" y="51054"/>
                </a:lnTo>
                <a:lnTo>
                  <a:pt x="15633" y="50012"/>
                </a:lnTo>
                <a:lnTo>
                  <a:pt x="16751" y="50012"/>
                </a:lnTo>
              </a:path>
              <a:path w="442950" h="652487">
                <a:moveTo>
                  <a:pt x="16751" y="50012"/>
                </a:moveTo>
                <a:lnTo>
                  <a:pt x="19799" y="50012"/>
                </a:lnTo>
              </a:path>
              <a:path w="442950" h="652487">
                <a:moveTo>
                  <a:pt x="16751" y="50012"/>
                </a:moveTo>
                <a:lnTo>
                  <a:pt x="15709" y="51053"/>
                </a:lnTo>
                <a:lnTo>
                  <a:pt x="18757" y="51053"/>
                </a:lnTo>
                <a:lnTo>
                  <a:pt x="18757" y="50088"/>
                </a:lnTo>
              </a:path>
              <a:path w="442950" h="652487">
                <a:moveTo>
                  <a:pt x="18757" y="50012"/>
                </a:moveTo>
                <a:lnTo>
                  <a:pt x="19799" y="50012"/>
                </a:lnTo>
                <a:lnTo>
                  <a:pt x="19799" y="50012"/>
                </a:lnTo>
              </a:path>
              <a:path w="442950" h="652487">
                <a:moveTo>
                  <a:pt x="15709" y="51053"/>
                </a:moveTo>
                <a:lnTo>
                  <a:pt x="15151" y="51612"/>
                </a:lnTo>
                <a:lnTo>
                  <a:pt x="14592" y="52095"/>
                </a:lnTo>
                <a:lnTo>
                  <a:pt x="16675" y="52095"/>
                </a:lnTo>
                <a:lnTo>
                  <a:pt x="16675" y="51612"/>
                </a:lnTo>
                <a:lnTo>
                  <a:pt x="16675" y="51130"/>
                </a:lnTo>
              </a:path>
              <a:path w="442950" h="652487">
                <a:moveTo>
                  <a:pt x="16675" y="51053"/>
                </a:moveTo>
                <a:lnTo>
                  <a:pt x="18757" y="51054"/>
                </a:lnTo>
                <a:lnTo>
                  <a:pt x="18757" y="51053"/>
                </a:lnTo>
              </a:path>
              <a:path w="442950" h="652487">
                <a:moveTo>
                  <a:pt x="2082" y="51054"/>
                </a:moveTo>
                <a:lnTo>
                  <a:pt x="3124" y="52031"/>
                </a:lnTo>
                <a:lnTo>
                  <a:pt x="3269" y="53136"/>
                </a:lnTo>
                <a:lnTo>
                  <a:pt x="4165" y="53136"/>
                </a:lnTo>
                <a:lnTo>
                  <a:pt x="4129" y="52031"/>
                </a:lnTo>
                <a:lnTo>
                  <a:pt x="4097" y="51054"/>
                </a:lnTo>
              </a:path>
              <a:path w="442950" h="652487">
                <a:moveTo>
                  <a:pt x="4165" y="51054"/>
                </a:moveTo>
                <a:lnTo>
                  <a:pt x="4165" y="53136"/>
                </a:lnTo>
                <a:lnTo>
                  <a:pt x="9719" y="53136"/>
                </a:lnTo>
                <a:lnTo>
                  <a:pt x="8331" y="51054"/>
                </a:lnTo>
              </a:path>
              <a:path w="442950" h="652487">
                <a:moveTo>
                  <a:pt x="13612" y="52095"/>
                </a:moveTo>
                <a:lnTo>
                  <a:pt x="13675" y="53200"/>
                </a:lnTo>
                <a:lnTo>
                  <a:pt x="16675" y="53200"/>
                </a:lnTo>
                <a:lnTo>
                  <a:pt x="16675" y="52095"/>
                </a:lnTo>
              </a:path>
              <a:path w="442950" h="652487">
                <a:moveTo>
                  <a:pt x="3269" y="53136"/>
                </a:moveTo>
                <a:lnTo>
                  <a:pt x="3406" y="54178"/>
                </a:lnTo>
                <a:lnTo>
                  <a:pt x="10414" y="54178"/>
                </a:lnTo>
                <a:lnTo>
                  <a:pt x="9719" y="53136"/>
                </a:lnTo>
              </a:path>
              <a:path w="442950" h="652487">
                <a:moveTo>
                  <a:pt x="13675" y="53200"/>
                </a:moveTo>
                <a:lnTo>
                  <a:pt x="13730" y="54178"/>
                </a:lnTo>
                <a:lnTo>
                  <a:pt x="14660" y="54178"/>
                </a:lnTo>
                <a:lnTo>
                  <a:pt x="15633" y="53200"/>
                </a:lnTo>
              </a:path>
              <a:path w="442950" h="652487">
                <a:moveTo>
                  <a:pt x="15633" y="53200"/>
                </a:moveTo>
                <a:lnTo>
                  <a:pt x="16675" y="54178"/>
                </a:lnTo>
                <a:lnTo>
                  <a:pt x="16675" y="53200"/>
                </a:lnTo>
              </a:path>
              <a:path w="442950" h="652487">
                <a:moveTo>
                  <a:pt x="13730" y="54178"/>
                </a:moveTo>
                <a:lnTo>
                  <a:pt x="13550" y="54612"/>
                </a:lnTo>
                <a:lnTo>
                  <a:pt x="13550" y="55283"/>
                </a:lnTo>
                <a:lnTo>
                  <a:pt x="13068" y="55778"/>
                </a:lnTo>
                <a:lnTo>
                  <a:pt x="14097" y="55778"/>
                </a:lnTo>
                <a:lnTo>
                  <a:pt x="14582" y="55293"/>
                </a:lnTo>
                <a:lnTo>
                  <a:pt x="14592" y="54612"/>
                </a:lnTo>
                <a:lnTo>
                  <a:pt x="14592" y="54246"/>
                </a:lnTo>
              </a:path>
              <a:path w="442950" h="652487">
                <a:moveTo>
                  <a:pt x="14592" y="54178"/>
                </a:moveTo>
                <a:lnTo>
                  <a:pt x="14660" y="54178"/>
                </a:lnTo>
                <a:lnTo>
                  <a:pt x="14660" y="54178"/>
                </a:lnTo>
              </a:path>
              <a:path w="442950" h="652487">
                <a:moveTo>
                  <a:pt x="3406" y="54178"/>
                </a:moveTo>
                <a:lnTo>
                  <a:pt x="3606" y="55702"/>
                </a:lnTo>
                <a:lnTo>
                  <a:pt x="13068" y="55778"/>
                </a:lnTo>
                <a:lnTo>
                  <a:pt x="13550" y="54178"/>
                </a:lnTo>
              </a:path>
              <a:path w="442950" h="652487">
                <a:moveTo>
                  <a:pt x="3575" y="55778"/>
                </a:moveTo>
                <a:lnTo>
                  <a:pt x="3837" y="56261"/>
                </a:lnTo>
                <a:lnTo>
                  <a:pt x="13614" y="56261"/>
                </a:lnTo>
                <a:lnTo>
                  <a:pt x="14043" y="55832"/>
                </a:lnTo>
              </a:path>
              <a:path w="442950" h="652487">
                <a:moveTo>
                  <a:pt x="3837" y="56261"/>
                </a:moveTo>
                <a:lnTo>
                  <a:pt x="7289" y="61455"/>
                </a:lnTo>
                <a:lnTo>
                  <a:pt x="12509" y="56261"/>
                </a:lnTo>
              </a:path>
              <a:path w="442950" h="652487">
                <a:moveTo>
                  <a:pt x="12509" y="56261"/>
                </a:moveTo>
                <a:lnTo>
                  <a:pt x="12509" y="56686"/>
                </a:lnTo>
                <a:lnTo>
                  <a:pt x="13550" y="56324"/>
                </a:lnTo>
              </a:path>
              <a:path w="442950" h="652487">
                <a:moveTo>
                  <a:pt x="6248" y="547370"/>
                </a:moveTo>
                <a:lnTo>
                  <a:pt x="8890" y="545769"/>
                </a:lnTo>
                <a:lnTo>
                  <a:pt x="9554" y="547370"/>
                </a:lnTo>
                <a:lnTo>
                  <a:pt x="10414" y="549440"/>
                </a:lnTo>
                <a:lnTo>
                  <a:pt x="10421" y="551522"/>
                </a:lnTo>
                <a:lnTo>
                  <a:pt x="10972" y="550976"/>
                </a:lnTo>
                <a:lnTo>
                  <a:pt x="11468" y="548335"/>
                </a:lnTo>
                <a:lnTo>
                  <a:pt x="12509" y="547370"/>
                </a:lnTo>
                <a:lnTo>
                  <a:pt x="10498" y="547369"/>
                </a:lnTo>
                <a:lnTo>
                  <a:pt x="10414" y="548398"/>
                </a:lnTo>
                <a:lnTo>
                  <a:pt x="10414" y="534873"/>
                </a:lnTo>
                <a:lnTo>
                  <a:pt x="11468" y="535914"/>
                </a:lnTo>
                <a:lnTo>
                  <a:pt x="11468" y="62567"/>
                </a:lnTo>
                <a:lnTo>
                  <a:pt x="10414" y="530720"/>
                </a:lnTo>
                <a:lnTo>
                  <a:pt x="5207" y="535914"/>
                </a:lnTo>
                <a:lnTo>
                  <a:pt x="6248" y="525513"/>
                </a:lnTo>
                <a:lnTo>
                  <a:pt x="2082" y="59385"/>
                </a:lnTo>
                <a:lnTo>
                  <a:pt x="2082" y="57226"/>
                </a:lnTo>
                <a:lnTo>
                  <a:pt x="1041" y="58267"/>
                </a:lnTo>
                <a:lnTo>
                  <a:pt x="1041" y="530720"/>
                </a:lnTo>
                <a:lnTo>
                  <a:pt x="2082" y="552564"/>
                </a:lnTo>
                <a:lnTo>
                  <a:pt x="6248" y="547370"/>
                </a:lnTo>
                <a:close/>
              </a:path>
              <a:path w="442950" h="652487">
                <a:moveTo>
                  <a:pt x="12509" y="61531"/>
                </a:moveTo>
                <a:lnTo>
                  <a:pt x="11468" y="61455"/>
                </a:lnTo>
                <a:lnTo>
                  <a:pt x="11468" y="62567"/>
                </a:lnTo>
                <a:lnTo>
                  <a:pt x="12509" y="61531"/>
                </a:lnTo>
                <a:close/>
              </a:path>
              <a:path w="442950" h="652487">
                <a:moveTo>
                  <a:pt x="11037" y="61455"/>
                </a:moveTo>
                <a:lnTo>
                  <a:pt x="11468" y="60426"/>
                </a:lnTo>
                <a:lnTo>
                  <a:pt x="12026" y="57848"/>
                </a:lnTo>
                <a:lnTo>
                  <a:pt x="12509" y="56686"/>
                </a:lnTo>
                <a:lnTo>
                  <a:pt x="12509" y="56261"/>
                </a:lnTo>
                <a:lnTo>
                  <a:pt x="7289" y="61455"/>
                </a:lnTo>
                <a:lnTo>
                  <a:pt x="9931" y="64096"/>
                </a:lnTo>
                <a:lnTo>
                  <a:pt x="11037" y="61455"/>
                </a:lnTo>
                <a:close/>
              </a:path>
              <a:path w="442950" h="652487">
                <a:moveTo>
                  <a:pt x="6248" y="48983"/>
                </a:moveTo>
                <a:lnTo>
                  <a:pt x="6248" y="48545"/>
                </a:lnTo>
                <a:lnTo>
                  <a:pt x="5207" y="51054"/>
                </a:lnTo>
                <a:lnTo>
                  <a:pt x="8331" y="51054"/>
                </a:lnTo>
                <a:lnTo>
                  <a:pt x="6248" y="48983"/>
                </a:lnTo>
                <a:close/>
              </a:path>
              <a:path w="442950" h="652487">
                <a:moveTo>
                  <a:pt x="13550" y="553529"/>
                </a:moveTo>
                <a:lnTo>
                  <a:pt x="12509" y="552498"/>
                </a:lnTo>
                <a:lnTo>
                  <a:pt x="13068" y="554088"/>
                </a:lnTo>
                <a:lnTo>
                  <a:pt x="13550" y="554570"/>
                </a:lnTo>
                <a:lnTo>
                  <a:pt x="13550" y="553529"/>
                </a:lnTo>
                <a:close/>
              </a:path>
              <a:path w="442950" h="652487">
                <a:moveTo>
                  <a:pt x="14599" y="50012"/>
                </a:moveTo>
                <a:lnTo>
                  <a:pt x="15633" y="48983"/>
                </a:lnTo>
                <a:lnTo>
                  <a:pt x="16675" y="47942"/>
                </a:lnTo>
                <a:lnTo>
                  <a:pt x="16675" y="48983"/>
                </a:lnTo>
                <a:lnTo>
                  <a:pt x="17716" y="48983"/>
                </a:lnTo>
                <a:lnTo>
                  <a:pt x="17716" y="45859"/>
                </a:lnTo>
                <a:lnTo>
                  <a:pt x="14592" y="48983"/>
                </a:lnTo>
                <a:lnTo>
                  <a:pt x="13550" y="50012"/>
                </a:lnTo>
                <a:lnTo>
                  <a:pt x="13553" y="51053"/>
                </a:lnTo>
                <a:lnTo>
                  <a:pt x="14599" y="50012"/>
                </a:lnTo>
                <a:close/>
              </a:path>
              <a:path w="442950" h="652487">
                <a:moveTo>
                  <a:pt x="13730" y="555688"/>
                </a:moveTo>
                <a:lnTo>
                  <a:pt x="13550" y="555688"/>
                </a:lnTo>
                <a:lnTo>
                  <a:pt x="14244" y="557771"/>
                </a:lnTo>
                <a:lnTo>
                  <a:pt x="14587" y="558799"/>
                </a:lnTo>
                <a:lnTo>
                  <a:pt x="14592" y="557771"/>
                </a:lnTo>
                <a:lnTo>
                  <a:pt x="13730" y="555688"/>
                </a:lnTo>
              </a:path>
              <a:path w="442950" h="652487">
                <a:moveTo>
                  <a:pt x="11468" y="555688"/>
                </a:moveTo>
                <a:lnTo>
                  <a:pt x="11467" y="558799"/>
                </a:lnTo>
                <a:lnTo>
                  <a:pt x="14587" y="558799"/>
                </a:lnTo>
              </a:path>
              <a:path w="442950" h="652487">
                <a:moveTo>
                  <a:pt x="11467" y="558799"/>
                </a:moveTo>
                <a:lnTo>
                  <a:pt x="14605" y="558818"/>
                </a:lnTo>
              </a:path>
              <a:path w="442950" h="652487">
                <a:moveTo>
                  <a:pt x="5207" y="558812"/>
                </a:moveTo>
                <a:lnTo>
                  <a:pt x="4648" y="559358"/>
                </a:lnTo>
                <a:lnTo>
                  <a:pt x="5207" y="560958"/>
                </a:lnTo>
                <a:lnTo>
                  <a:pt x="5207" y="561924"/>
                </a:lnTo>
                <a:lnTo>
                  <a:pt x="5207" y="564083"/>
                </a:lnTo>
                <a:lnTo>
                  <a:pt x="5207" y="565048"/>
                </a:lnTo>
                <a:lnTo>
                  <a:pt x="11465" y="565048"/>
                </a:lnTo>
                <a:lnTo>
                  <a:pt x="8255" y="565048"/>
                </a:lnTo>
                <a:lnTo>
                  <a:pt x="7289" y="564083"/>
                </a:lnTo>
                <a:lnTo>
                  <a:pt x="6248" y="562000"/>
                </a:lnTo>
                <a:lnTo>
                  <a:pt x="5872" y="560958"/>
                </a:lnTo>
                <a:lnTo>
                  <a:pt x="5376" y="559358"/>
                </a:lnTo>
              </a:path>
              <a:path w="442950" h="652487">
                <a:moveTo>
                  <a:pt x="14605" y="558818"/>
                </a:moveTo>
                <a:lnTo>
                  <a:pt x="14605" y="558818"/>
                </a:lnTo>
                <a:lnTo>
                  <a:pt x="14605" y="558818"/>
                </a:lnTo>
              </a:path>
              <a:path w="442950" h="652487">
                <a:moveTo>
                  <a:pt x="11467" y="558818"/>
                </a:moveTo>
                <a:lnTo>
                  <a:pt x="11466" y="560882"/>
                </a:lnTo>
                <a:lnTo>
                  <a:pt x="11465" y="565045"/>
                </a:lnTo>
                <a:lnTo>
                  <a:pt x="16154" y="565045"/>
                </a:lnTo>
                <a:lnTo>
                  <a:pt x="16675" y="560882"/>
                </a:lnTo>
                <a:lnTo>
                  <a:pt x="14605" y="558818"/>
                </a:lnTo>
              </a:path>
              <a:path w="442950" h="652487">
                <a:moveTo>
                  <a:pt x="7289" y="560882"/>
                </a:moveTo>
                <a:lnTo>
                  <a:pt x="6498" y="561924"/>
                </a:lnTo>
                <a:lnTo>
                  <a:pt x="8336" y="561924"/>
                </a:lnTo>
              </a:path>
              <a:path w="442950" h="652487">
                <a:moveTo>
                  <a:pt x="6498" y="561924"/>
                </a:moveTo>
                <a:lnTo>
                  <a:pt x="7289" y="561924"/>
                </a:lnTo>
                <a:lnTo>
                  <a:pt x="8333" y="561924"/>
                </a:lnTo>
              </a:path>
              <a:path w="442950" h="652487">
                <a:moveTo>
                  <a:pt x="8333" y="561924"/>
                </a:moveTo>
                <a:lnTo>
                  <a:pt x="10414" y="564007"/>
                </a:lnTo>
                <a:lnTo>
                  <a:pt x="11462" y="565045"/>
                </a:lnTo>
                <a:lnTo>
                  <a:pt x="10424" y="564007"/>
                </a:lnTo>
                <a:lnTo>
                  <a:pt x="8336" y="561924"/>
                </a:lnTo>
              </a:path>
              <a:path w="442950" h="652487">
                <a:moveTo>
                  <a:pt x="6248" y="561924"/>
                </a:moveTo>
                <a:lnTo>
                  <a:pt x="6248" y="561924"/>
                </a:lnTo>
                <a:lnTo>
                  <a:pt x="6498" y="561924"/>
                </a:lnTo>
              </a:path>
              <a:path w="442950" h="652487">
                <a:moveTo>
                  <a:pt x="6248" y="561924"/>
                </a:moveTo>
                <a:lnTo>
                  <a:pt x="6731" y="562483"/>
                </a:lnTo>
                <a:lnTo>
                  <a:pt x="7289" y="561924"/>
                </a:lnTo>
              </a:path>
              <a:path w="442950" h="652487">
                <a:moveTo>
                  <a:pt x="11462" y="565045"/>
                </a:moveTo>
              </a:path>
              <a:path w="442950" h="652487">
                <a:moveTo>
                  <a:pt x="11465" y="565045"/>
                </a:moveTo>
                <a:lnTo>
                  <a:pt x="16154" y="565048"/>
                </a:lnTo>
              </a:path>
              <a:path w="442950" h="652487">
                <a:moveTo>
                  <a:pt x="5207" y="565048"/>
                </a:moveTo>
                <a:lnTo>
                  <a:pt x="5841" y="565048"/>
                </a:lnTo>
                <a:lnTo>
                  <a:pt x="11465" y="565048"/>
                </a:lnTo>
              </a:path>
              <a:path w="442950" h="652487">
                <a:moveTo>
                  <a:pt x="11465" y="565048"/>
                </a:moveTo>
                <a:lnTo>
                  <a:pt x="11465" y="565048"/>
                </a:lnTo>
                <a:lnTo>
                  <a:pt x="11465" y="565048"/>
                </a:lnTo>
              </a:path>
              <a:path w="442950" h="652487">
                <a:moveTo>
                  <a:pt x="11465" y="565048"/>
                </a:moveTo>
                <a:lnTo>
                  <a:pt x="11465" y="565048"/>
                </a:lnTo>
                <a:lnTo>
                  <a:pt x="11468" y="565048"/>
                </a:lnTo>
              </a:path>
              <a:path w="442950" h="652487">
                <a:moveTo>
                  <a:pt x="11465" y="565048"/>
                </a:moveTo>
                <a:lnTo>
                  <a:pt x="16154" y="565048"/>
                </a:lnTo>
              </a:path>
              <a:path w="442950" h="652487">
                <a:moveTo>
                  <a:pt x="5841" y="565048"/>
                </a:moveTo>
                <a:lnTo>
                  <a:pt x="6248" y="565048"/>
                </a:lnTo>
                <a:lnTo>
                  <a:pt x="6248" y="566089"/>
                </a:lnTo>
                <a:lnTo>
                  <a:pt x="16024" y="566089"/>
                </a:lnTo>
                <a:lnTo>
                  <a:pt x="16154" y="565048"/>
                </a:lnTo>
              </a:path>
              <a:path w="442950" h="652487">
                <a:moveTo>
                  <a:pt x="6248" y="566089"/>
                </a:moveTo>
                <a:lnTo>
                  <a:pt x="6248" y="566089"/>
                </a:lnTo>
                <a:lnTo>
                  <a:pt x="10414" y="566089"/>
                </a:lnTo>
              </a:path>
              <a:path w="442950" h="652487">
                <a:moveTo>
                  <a:pt x="10414" y="566089"/>
                </a:moveTo>
                <a:lnTo>
                  <a:pt x="16024" y="566089"/>
                </a:lnTo>
              </a:path>
              <a:path w="442950" h="652487">
                <a:moveTo>
                  <a:pt x="10414" y="566089"/>
                </a:moveTo>
                <a:lnTo>
                  <a:pt x="11468" y="568253"/>
                </a:lnTo>
                <a:lnTo>
                  <a:pt x="12433" y="569214"/>
                </a:lnTo>
                <a:lnTo>
                  <a:pt x="12136" y="568253"/>
                </a:lnTo>
                <a:lnTo>
                  <a:pt x="11468" y="566089"/>
                </a:lnTo>
              </a:path>
              <a:path w="442950" h="652487">
                <a:moveTo>
                  <a:pt x="11468" y="566089"/>
                </a:moveTo>
                <a:lnTo>
                  <a:pt x="15633" y="569214"/>
                </a:lnTo>
                <a:lnTo>
                  <a:pt x="16024" y="566089"/>
                </a:lnTo>
              </a:path>
              <a:path w="442950" h="652487">
                <a:moveTo>
                  <a:pt x="15151" y="51612"/>
                </a:moveTo>
                <a:lnTo>
                  <a:pt x="15633" y="51130"/>
                </a:lnTo>
                <a:lnTo>
                  <a:pt x="16675" y="50088"/>
                </a:lnTo>
                <a:lnTo>
                  <a:pt x="15633" y="50012"/>
                </a:lnTo>
                <a:lnTo>
                  <a:pt x="15633" y="51054"/>
                </a:lnTo>
                <a:lnTo>
                  <a:pt x="15383" y="51054"/>
                </a:lnTo>
                <a:lnTo>
                  <a:pt x="14592" y="52095"/>
                </a:lnTo>
                <a:lnTo>
                  <a:pt x="15151" y="51612"/>
                </a:lnTo>
                <a:close/>
              </a:path>
              <a:path w="442950" h="652487">
                <a:moveTo>
                  <a:pt x="18757" y="35453"/>
                </a:moveTo>
                <a:lnTo>
                  <a:pt x="20840" y="34409"/>
                </a:lnTo>
                <a:lnTo>
                  <a:pt x="26047" y="30251"/>
                </a:lnTo>
                <a:lnTo>
                  <a:pt x="25622" y="30251"/>
                </a:lnTo>
                <a:lnTo>
                  <a:pt x="25006" y="30251"/>
                </a:lnTo>
                <a:lnTo>
                  <a:pt x="25622" y="30251"/>
                </a:lnTo>
                <a:lnTo>
                  <a:pt x="28130" y="29210"/>
                </a:lnTo>
                <a:lnTo>
                  <a:pt x="29184" y="35445"/>
                </a:lnTo>
                <a:lnTo>
                  <a:pt x="31267" y="34404"/>
                </a:lnTo>
                <a:lnTo>
                  <a:pt x="30708" y="28651"/>
                </a:lnTo>
                <a:lnTo>
                  <a:pt x="30226" y="28168"/>
                </a:lnTo>
                <a:lnTo>
                  <a:pt x="29108" y="27127"/>
                </a:lnTo>
                <a:lnTo>
                  <a:pt x="28066" y="28168"/>
                </a:lnTo>
                <a:lnTo>
                  <a:pt x="27709" y="29209"/>
                </a:lnTo>
                <a:lnTo>
                  <a:pt x="26543" y="29692"/>
                </a:lnTo>
                <a:lnTo>
                  <a:pt x="25984" y="29210"/>
                </a:lnTo>
                <a:lnTo>
                  <a:pt x="20840" y="29210"/>
                </a:lnTo>
                <a:lnTo>
                  <a:pt x="20840" y="30251"/>
                </a:lnTo>
                <a:lnTo>
                  <a:pt x="24942" y="30251"/>
                </a:lnTo>
                <a:lnTo>
                  <a:pt x="24460" y="30734"/>
                </a:lnTo>
                <a:lnTo>
                  <a:pt x="23964" y="31292"/>
                </a:lnTo>
                <a:lnTo>
                  <a:pt x="20840" y="33375"/>
                </a:lnTo>
                <a:lnTo>
                  <a:pt x="18757" y="35445"/>
                </a:lnTo>
                <a:lnTo>
                  <a:pt x="15557" y="35445"/>
                </a:lnTo>
                <a:lnTo>
                  <a:pt x="15633" y="34404"/>
                </a:lnTo>
                <a:lnTo>
                  <a:pt x="14592" y="33375"/>
                </a:lnTo>
                <a:lnTo>
                  <a:pt x="14592" y="34404"/>
                </a:lnTo>
                <a:lnTo>
                  <a:pt x="13550" y="34404"/>
                </a:lnTo>
                <a:lnTo>
                  <a:pt x="14592" y="36410"/>
                </a:lnTo>
                <a:lnTo>
                  <a:pt x="15633" y="38569"/>
                </a:lnTo>
                <a:lnTo>
                  <a:pt x="18757" y="35453"/>
                </a:lnTo>
                <a:close/>
              </a:path>
              <a:path w="442950" h="652487">
                <a:moveTo>
                  <a:pt x="16675" y="47942"/>
                </a:moveTo>
                <a:lnTo>
                  <a:pt x="15633" y="48983"/>
                </a:lnTo>
                <a:lnTo>
                  <a:pt x="16675" y="48983"/>
                </a:lnTo>
                <a:lnTo>
                  <a:pt x="16675" y="47942"/>
                </a:lnTo>
                <a:close/>
              </a:path>
              <a:path w="442950" h="652487">
                <a:moveTo>
                  <a:pt x="17716" y="559777"/>
                </a:moveTo>
                <a:lnTo>
                  <a:pt x="17233" y="559295"/>
                </a:lnTo>
                <a:lnTo>
                  <a:pt x="16804" y="559728"/>
                </a:lnTo>
                <a:lnTo>
                  <a:pt x="16675" y="559416"/>
                </a:lnTo>
                <a:lnTo>
                  <a:pt x="16675" y="559674"/>
                </a:lnTo>
                <a:lnTo>
                  <a:pt x="15633" y="558812"/>
                </a:lnTo>
                <a:lnTo>
                  <a:pt x="15633" y="559243"/>
                </a:lnTo>
                <a:lnTo>
                  <a:pt x="16675" y="559841"/>
                </a:lnTo>
                <a:lnTo>
                  <a:pt x="17716" y="559841"/>
                </a:lnTo>
                <a:close/>
              </a:path>
              <a:path w="442950" h="652487">
                <a:moveTo>
                  <a:pt x="17716" y="560105"/>
                </a:moveTo>
                <a:lnTo>
                  <a:pt x="17078" y="559841"/>
                </a:lnTo>
                <a:lnTo>
                  <a:pt x="16675" y="559841"/>
                </a:lnTo>
                <a:lnTo>
                  <a:pt x="17716" y="561924"/>
                </a:lnTo>
                <a:lnTo>
                  <a:pt x="17716" y="560105"/>
                </a:lnTo>
                <a:close/>
              </a:path>
              <a:path w="442950" h="652487">
                <a:moveTo>
                  <a:pt x="19548" y="45847"/>
                </a:moveTo>
                <a:lnTo>
                  <a:pt x="19799" y="44992"/>
                </a:lnTo>
                <a:lnTo>
                  <a:pt x="18757" y="44818"/>
                </a:lnTo>
                <a:lnTo>
                  <a:pt x="17738" y="45838"/>
                </a:lnTo>
                <a:lnTo>
                  <a:pt x="18757" y="45846"/>
                </a:lnTo>
                <a:lnTo>
                  <a:pt x="19316" y="46405"/>
                </a:lnTo>
                <a:lnTo>
                  <a:pt x="19548" y="45847"/>
                </a:lnTo>
                <a:close/>
              </a:path>
              <a:path w="442950" h="652487">
                <a:moveTo>
                  <a:pt x="13550" y="55293"/>
                </a:moveTo>
                <a:lnTo>
                  <a:pt x="13550" y="54612"/>
                </a:lnTo>
                <a:lnTo>
                  <a:pt x="13730" y="54178"/>
                </a:lnTo>
                <a:lnTo>
                  <a:pt x="13553" y="51053"/>
                </a:lnTo>
                <a:lnTo>
                  <a:pt x="13550" y="50012"/>
                </a:lnTo>
                <a:lnTo>
                  <a:pt x="17716" y="45857"/>
                </a:lnTo>
                <a:lnTo>
                  <a:pt x="18757" y="44818"/>
                </a:lnTo>
                <a:lnTo>
                  <a:pt x="17733" y="45839"/>
                </a:lnTo>
                <a:lnTo>
                  <a:pt x="15633" y="38569"/>
                </a:lnTo>
                <a:lnTo>
                  <a:pt x="14592" y="39608"/>
                </a:lnTo>
                <a:lnTo>
                  <a:pt x="14592" y="38569"/>
                </a:lnTo>
                <a:lnTo>
                  <a:pt x="13550" y="37452"/>
                </a:lnTo>
                <a:lnTo>
                  <a:pt x="12992" y="38011"/>
                </a:lnTo>
                <a:lnTo>
                  <a:pt x="13550" y="38569"/>
                </a:lnTo>
                <a:lnTo>
                  <a:pt x="14589" y="39611"/>
                </a:lnTo>
                <a:lnTo>
                  <a:pt x="13550" y="40652"/>
                </a:lnTo>
                <a:lnTo>
                  <a:pt x="12509" y="41689"/>
                </a:lnTo>
                <a:lnTo>
                  <a:pt x="12509" y="51054"/>
                </a:lnTo>
                <a:lnTo>
                  <a:pt x="10414" y="54178"/>
                </a:lnTo>
                <a:lnTo>
                  <a:pt x="13550" y="54178"/>
                </a:lnTo>
                <a:lnTo>
                  <a:pt x="13068" y="55778"/>
                </a:lnTo>
                <a:lnTo>
                  <a:pt x="13550" y="55293"/>
                </a:lnTo>
                <a:close/>
              </a:path>
              <a:path w="442950" h="652487">
                <a:moveTo>
                  <a:pt x="18757" y="44818"/>
                </a:moveTo>
                <a:close/>
              </a:path>
              <a:path w="442950" h="652487">
                <a:moveTo>
                  <a:pt x="19799" y="45243"/>
                </a:moveTo>
                <a:lnTo>
                  <a:pt x="19925" y="44940"/>
                </a:lnTo>
                <a:lnTo>
                  <a:pt x="20223" y="44818"/>
                </a:lnTo>
                <a:lnTo>
                  <a:pt x="20840" y="44565"/>
                </a:lnTo>
                <a:lnTo>
                  <a:pt x="21399" y="44335"/>
                </a:lnTo>
                <a:lnTo>
                  <a:pt x="23964" y="44818"/>
                </a:lnTo>
                <a:lnTo>
                  <a:pt x="25006" y="44818"/>
                </a:lnTo>
                <a:lnTo>
                  <a:pt x="23964" y="43776"/>
                </a:lnTo>
                <a:lnTo>
                  <a:pt x="20408" y="43776"/>
                </a:lnTo>
                <a:lnTo>
                  <a:pt x="19975" y="44818"/>
                </a:lnTo>
                <a:lnTo>
                  <a:pt x="18757" y="44818"/>
                </a:lnTo>
                <a:lnTo>
                  <a:pt x="19799" y="44992"/>
                </a:lnTo>
                <a:lnTo>
                  <a:pt x="19548" y="45847"/>
                </a:lnTo>
                <a:lnTo>
                  <a:pt x="19799" y="45243"/>
                </a:lnTo>
                <a:close/>
              </a:path>
              <a:path w="442950" h="652487">
                <a:moveTo>
                  <a:pt x="18757" y="44818"/>
                </a:moveTo>
                <a:lnTo>
                  <a:pt x="22402" y="41173"/>
                </a:lnTo>
                <a:lnTo>
                  <a:pt x="20840" y="35445"/>
                </a:lnTo>
                <a:lnTo>
                  <a:pt x="18757" y="44818"/>
                </a:lnTo>
                <a:close/>
              </a:path>
              <a:path w="442950" h="652487">
                <a:moveTo>
                  <a:pt x="18757" y="33375"/>
                </a:moveTo>
                <a:lnTo>
                  <a:pt x="19365" y="33375"/>
                </a:lnTo>
                <a:lnTo>
                  <a:pt x="20840" y="32765"/>
                </a:lnTo>
                <a:lnTo>
                  <a:pt x="21882" y="32334"/>
                </a:lnTo>
                <a:lnTo>
                  <a:pt x="23964" y="31292"/>
                </a:lnTo>
                <a:lnTo>
                  <a:pt x="24460" y="30734"/>
                </a:lnTo>
                <a:lnTo>
                  <a:pt x="24942" y="30251"/>
                </a:lnTo>
                <a:lnTo>
                  <a:pt x="20840" y="30251"/>
                </a:lnTo>
                <a:lnTo>
                  <a:pt x="20840" y="32334"/>
                </a:lnTo>
                <a:lnTo>
                  <a:pt x="20764" y="31292"/>
                </a:lnTo>
                <a:lnTo>
                  <a:pt x="19723" y="32334"/>
                </a:lnTo>
                <a:lnTo>
                  <a:pt x="18757" y="32334"/>
                </a:lnTo>
                <a:lnTo>
                  <a:pt x="18757" y="33299"/>
                </a:lnTo>
                <a:lnTo>
                  <a:pt x="18199" y="33858"/>
                </a:lnTo>
                <a:lnTo>
                  <a:pt x="15633" y="33375"/>
                </a:lnTo>
                <a:lnTo>
                  <a:pt x="14592" y="33375"/>
                </a:lnTo>
                <a:lnTo>
                  <a:pt x="15633" y="34404"/>
                </a:lnTo>
                <a:lnTo>
                  <a:pt x="18757" y="34404"/>
                </a:lnTo>
                <a:lnTo>
                  <a:pt x="18757" y="33375"/>
                </a:lnTo>
                <a:close/>
              </a:path>
              <a:path w="442950" h="652487">
                <a:moveTo>
                  <a:pt x="20437" y="574421"/>
                </a:moveTo>
                <a:lnTo>
                  <a:pt x="19240" y="573925"/>
                </a:lnTo>
                <a:lnTo>
                  <a:pt x="19735" y="574420"/>
                </a:lnTo>
                <a:lnTo>
                  <a:pt x="20764" y="575449"/>
                </a:lnTo>
                <a:lnTo>
                  <a:pt x="20437" y="574421"/>
                </a:lnTo>
                <a:close/>
              </a:path>
              <a:path w="442950" h="652487">
                <a:moveTo>
                  <a:pt x="20840" y="33375"/>
                </a:moveTo>
                <a:lnTo>
                  <a:pt x="23964" y="31292"/>
                </a:lnTo>
                <a:lnTo>
                  <a:pt x="21882" y="32334"/>
                </a:lnTo>
                <a:lnTo>
                  <a:pt x="20840" y="32765"/>
                </a:lnTo>
                <a:lnTo>
                  <a:pt x="19365" y="33375"/>
                </a:lnTo>
                <a:lnTo>
                  <a:pt x="19799" y="34404"/>
                </a:lnTo>
                <a:lnTo>
                  <a:pt x="18757" y="35445"/>
                </a:lnTo>
                <a:lnTo>
                  <a:pt x="20840" y="33375"/>
                </a:lnTo>
                <a:close/>
              </a:path>
              <a:path w="442950" h="652487">
                <a:moveTo>
                  <a:pt x="20764" y="31292"/>
                </a:moveTo>
                <a:lnTo>
                  <a:pt x="20840" y="32334"/>
                </a:lnTo>
                <a:lnTo>
                  <a:pt x="20840" y="30251"/>
                </a:lnTo>
                <a:lnTo>
                  <a:pt x="18757" y="30251"/>
                </a:lnTo>
                <a:lnTo>
                  <a:pt x="18757" y="32334"/>
                </a:lnTo>
                <a:lnTo>
                  <a:pt x="19723" y="32334"/>
                </a:lnTo>
                <a:lnTo>
                  <a:pt x="20764" y="31292"/>
                </a:lnTo>
                <a:close/>
              </a:path>
              <a:path w="442950" h="652487">
                <a:moveTo>
                  <a:pt x="18681" y="33375"/>
                </a:moveTo>
                <a:lnTo>
                  <a:pt x="18757" y="32334"/>
                </a:lnTo>
                <a:lnTo>
                  <a:pt x="15633" y="32334"/>
                </a:lnTo>
                <a:lnTo>
                  <a:pt x="15633" y="33375"/>
                </a:lnTo>
                <a:lnTo>
                  <a:pt x="18199" y="33858"/>
                </a:lnTo>
                <a:lnTo>
                  <a:pt x="18681" y="33375"/>
                </a:lnTo>
                <a:close/>
              </a:path>
              <a:path w="442950" h="652487">
                <a:moveTo>
                  <a:pt x="19799" y="34404"/>
                </a:moveTo>
                <a:lnTo>
                  <a:pt x="19365" y="33375"/>
                </a:lnTo>
                <a:lnTo>
                  <a:pt x="18757" y="33375"/>
                </a:lnTo>
                <a:lnTo>
                  <a:pt x="18757" y="34404"/>
                </a:lnTo>
                <a:lnTo>
                  <a:pt x="15633" y="34404"/>
                </a:lnTo>
                <a:lnTo>
                  <a:pt x="15557" y="35445"/>
                </a:lnTo>
                <a:lnTo>
                  <a:pt x="18757" y="35445"/>
                </a:lnTo>
                <a:lnTo>
                  <a:pt x="19799" y="34404"/>
                </a:lnTo>
                <a:close/>
              </a:path>
              <a:path w="442950" h="652487">
                <a:moveTo>
                  <a:pt x="23964" y="39611"/>
                </a:moveTo>
                <a:lnTo>
                  <a:pt x="23444" y="40652"/>
                </a:lnTo>
                <a:lnTo>
                  <a:pt x="25440" y="40652"/>
                </a:lnTo>
                <a:lnTo>
                  <a:pt x="25006" y="39613"/>
                </a:lnTo>
              </a:path>
              <a:path w="442950" h="652487">
                <a:moveTo>
                  <a:pt x="23444" y="40652"/>
                </a:moveTo>
                <a:lnTo>
                  <a:pt x="22923" y="41694"/>
                </a:lnTo>
                <a:lnTo>
                  <a:pt x="23964" y="42735"/>
                </a:lnTo>
                <a:lnTo>
                  <a:pt x="23964" y="41694"/>
                </a:lnTo>
                <a:lnTo>
                  <a:pt x="23964" y="40652"/>
                </a:lnTo>
              </a:path>
              <a:path w="442950" h="652487">
                <a:moveTo>
                  <a:pt x="25006" y="40652"/>
                </a:moveTo>
                <a:lnTo>
                  <a:pt x="25006" y="41694"/>
                </a:lnTo>
                <a:lnTo>
                  <a:pt x="25440" y="40652"/>
                </a:lnTo>
              </a:path>
              <a:path w="442950" h="652487">
                <a:moveTo>
                  <a:pt x="26047" y="40728"/>
                </a:moveTo>
                <a:lnTo>
                  <a:pt x="25082" y="41694"/>
                </a:lnTo>
                <a:lnTo>
                  <a:pt x="26047" y="41694"/>
                </a:lnTo>
              </a:path>
              <a:path w="442950" h="652487">
                <a:moveTo>
                  <a:pt x="22402" y="41173"/>
                </a:moveTo>
                <a:lnTo>
                  <a:pt x="20840" y="42735"/>
                </a:lnTo>
                <a:lnTo>
                  <a:pt x="23964" y="42735"/>
                </a:lnTo>
              </a:path>
              <a:path w="442950" h="652487">
                <a:moveTo>
                  <a:pt x="25006" y="41694"/>
                </a:moveTo>
                <a:lnTo>
                  <a:pt x="24041" y="42735"/>
                </a:lnTo>
                <a:lnTo>
                  <a:pt x="26047" y="42735"/>
                </a:lnTo>
                <a:lnTo>
                  <a:pt x="26047" y="41694"/>
                </a:lnTo>
              </a:path>
              <a:path w="442950" h="652487">
                <a:moveTo>
                  <a:pt x="20840" y="42735"/>
                </a:moveTo>
                <a:lnTo>
                  <a:pt x="19799" y="43776"/>
                </a:lnTo>
                <a:lnTo>
                  <a:pt x="18757" y="44818"/>
                </a:lnTo>
                <a:lnTo>
                  <a:pt x="19799" y="44818"/>
                </a:lnTo>
                <a:lnTo>
                  <a:pt x="19799" y="43776"/>
                </a:lnTo>
                <a:lnTo>
                  <a:pt x="20840" y="42735"/>
                </a:lnTo>
              </a:path>
              <a:path w="442950" h="652487">
                <a:moveTo>
                  <a:pt x="20840" y="42735"/>
                </a:moveTo>
                <a:lnTo>
                  <a:pt x="23964" y="42735"/>
                </a:lnTo>
              </a:path>
              <a:path w="442950" h="652487">
                <a:moveTo>
                  <a:pt x="23964" y="42735"/>
                </a:moveTo>
                <a:lnTo>
                  <a:pt x="26047" y="42735"/>
                </a:lnTo>
              </a:path>
              <a:path w="442950" h="652487">
                <a:moveTo>
                  <a:pt x="20840" y="42735"/>
                </a:moveTo>
                <a:lnTo>
                  <a:pt x="23964" y="43776"/>
                </a:lnTo>
                <a:lnTo>
                  <a:pt x="25006" y="44818"/>
                </a:lnTo>
                <a:lnTo>
                  <a:pt x="25006" y="43776"/>
                </a:lnTo>
                <a:lnTo>
                  <a:pt x="26047" y="43776"/>
                </a:lnTo>
                <a:lnTo>
                  <a:pt x="26047" y="42735"/>
                </a:lnTo>
              </a:path>
              <a:path w="442950" h="652487">
                <a:moveTo>
                  <a:pt x="19799" y="564006"/>
                </a:moveTo>
                <a:lnTo>
                  <a:pt x="20840" y="565048"/>
                </a:lnTo>
                <a:lnTo>
                  <a:pt x="19799" y="564006"/>
                </a:lnTo>
                <a:close/>
              </a:path>
              <a:path w="442950" h="652487">
                <a:moveTo>
                  <a:pt x="20840" y="563827"/>
                </a:moveTo>
                <a:lnTo>
                  <a:pt x="20840" y="562965"/>
                </a:lnTo>
                <a:lnTo>
                  <a:pt x="19875" y="561924"/>
                </a:lnTo>
                <a:lnTo>
                  <a:pt x="18757" y="562965"/>
                </a:lnTo>
                <a:lnTo>
                  <a:pt x="19799" y="564006"/>
                </a:lnTo>
                <a:lnTo>
                  <a:pt x="20840" y="563827"/>
                </a:lnTo>
                <a:close/>
              </a:path>
              <a:path w="442950" h="652487">
                <a:moveTo>
                  <a:pt x="20840" y="558812"/>
                </a:moveTo>
                <a:lnTo>
                  <a:pt x="17716" y="558812"/>
                </a:lnTo>
                <a:lnTo>
                  <a:pt x="17779" y="559841"/>
                </a:lnTo>
                <a:lnTo>
                  <a:pt x="18275" y="560336"/>
                </a:lnTo>
                <a:lnTo>
                  <a:pt x="17716" y="561924"/>
                </a:lnTo>
                <a:lnTo>
                  <a:pt x="20891" y="561924"/>
                </a:lnTo>
                <a:lnTo>
                  <a:pt x="20852" y="560336"/>
                </a:lnTo>
                <a:lnTo>
                  <a:pt x="20840" y="559841"/>
                </a:lnTo>
                <a:lnTo>
                  <a:pt x="20840" y="558812"/>
                </a:lnTo>
              </a:path>
              <a:path w="442950" h="652487">
                <a:moveTo>
                  <a:pt x="21882" y="559841"/>
                </a:moveTo>
                <a:lnTo>
                  <a:pt x="20916" y="562965"/>
                </a:lnTo>
                <a:lnTo>
                  <a:pt x="21882" y="562965"/>
                </a:lnTo>
              </a:path>
              <a:path w="442950" h="652487">
                <a:moveTo>
                  <a:pt x="17716" y="561924"/>
                </a:moveTo>
                <a:lnTo>
                  <a:pt x="18757" y="562965"/>
                </a:lnTo>
                <a:lnTo>
                  <a:pt x="19538" y="564006"/>
                </a:lnTo>
                <a:lnTo>
                  <a:pt x="19799" y="564006"/>
                </a:lnTo>
                <a:lnTo>
                  <a:pt x="18757" y="562965"/>
                </a:lnTo>
                <a:lnTo>
                  <a:pt x="19875" y="561924"/>
                </a:lnTo>
              </a:path>
              <a:path w="442950" h="652487">
                <a:moveTo>
                  <a:pt x="19875" y="561924"/>
                </a:moveTo>
                <a:lnTo>
                  <a:pt x="20840" y="562889"/>
                </a:lnTo>
                <a:lnTo>
                  <a:pt x="20891" y="561924"/>
                </a:lnTo>
              </a:path>
              <a:path w="442950" h="652487">
                <a:moveTo>
                  <a:pt x="20840" y="562965"/>
                </a:moveTo>
                <a:lnTo>
                  <a:pt x="20840" y="563827"/>
                </a:lnTo>
                <a:lnTo>
                  <a:pt x="19799" y="564006"/>
                </a:lnTo>
                <a:lnTo>
                  <a:pt x="21882" y="564006"/>
                </a:lnTo>
                <a:lnTo>
                  <a:pt x="21882" y="563827"/>
                </a:lnTo>
                <a:lnTo>
                  <a:pt x="21882" y="562965"/>
                </a:lnTo>
              </a:path>
              <a:path w="442950" h="652487">
                <a:moveTo>
                  <a:pt x="19799" y="564006"/>
                </a:moveTo>
                <a:lnTo>
                  <a:pt x="20855" y="564006"/>
                </a:lnTo>
                <a:lnTo>
                  <a:pt x="21274" y="564006"/>
                </a:lnTo>
              </a:path>
              <a:path w="442950" h="652487">
                <a:moveTo>
                  <a:pt x="21274" y="564006"/>
                </a:moveTo>
                <a:lnTo>
                  <a:pt x="21882" y="564258"/>
                </a:lnTo>
                <a:lnTo>
                  <a:pt x="21882" y="564489"/>
                </a:lnTo>
                <a:lnTo>
                  <a:pt x="21882" y="565048"/>
                </a:lnTo>
                <a:lnTo>
                  <a:pt x="25082" y="565048"/>
                </a:lnTo>
                <a:lnTo>
                  <a:pt x="22440" y="564489"/>
                </a:lnTo>
                <a:lnTo>
                  <a:pt x="22173" y="564258"/>
                </a:lnTo>
                <a:lnTo>
                  <a:pt x="21882" y="564006"/>
                </a:lnTo>
              </a:path>
              <a:path w="442950" h="652487">
                <a:moveTo>
                  <a:pt x="19538" y="564006"/>
                </a:moveTo>
                <a:lnTo>
                  <a:pt x="20320" y="565048"/>
                </a:lnTo>
                <a:lnTo>
                  <a:pt x="20840" y="565048"/>
                </a:lnTo>
                <a:lnTo>
                  <a:pt x="19799" y="564007"/>
                </a:lnTo>
              </a:path>
              <a:path w="442950" h="652487">
                <a:moveTo>
                  <a:pt x="19799" y="564006"/>
                </a:moveTo>
                <a:lnTo>
                  <a:pt x="20840" y="565048"/>
                </a:lnTo>
                <a:lnTo>
                  <a:pt x="20840" y="564007"/>
                </a:lnTo>
              </a:path>
              <a:path w="442950" h="652487">
                <a:moveTo>
                  <a:pt x="27089" y="564007"/>
                </a:moveTo>
                <a:lnTo>
                  <a:pt x="25082" y="565048"/>
                </a:lnTo>
                <a:lnTo>
                  <a:pt x="26609" y="565048"/>
                </a:lnTo>
              </a:path>
              <a:path w="442950" h="652487">
                <a:moveTo>
                  <a:pt x="20320" y="565048"/>
                </a:moveTo>
                <a:lnTo>
                  <a:pt x="21882" y="567131"/>
                </a:lnTo>
                <a:lnTo>
                  <a:pt x="20840" y="565048"/>
                </a:lnTo>
              </a:path>
              <a:path w="442950" h="652487">
                <a:moveTo>
                  <a:pt x="21882" y="565048"/>
                </a:moveTo>
                <a:lnTo>
                  <a:pt x="23964" y="566089"/>
                </a:lnTo>
                <a:lnTo>
                  <a:pt x="26197" y="566089"/>
                </a:lnTo>
                <a:lnTo>
                  <a:pt x="26609" y="565048"/>
                </a:lnTo>
              </a:path>
              <a:path w="442950" h="652487">
                <a:moveTo>
                  <a:pt x="23964" y="566089"/>
                </a:moveTo>
                <a:lnTo>
                  <a:pt x="24179" y="566519"/>
                </a:lnTo>
                <a:lnTo>
                  <a:pt x="25006" y="568172"/>
                </a:lnTo>
                <a:lnTo>
                  <a:pt x="25006" y="569214"/>
                </a:lnTo>
                <a:lnTo>
                  <a:pt x="24658" y="570255"/>
                </a:lnTo>
                <a:lnTo>
                  <a:pt x="22923" y="575449"/>
                </a:lnTo>
                <a:lnTo>
                  <a:pt x="25354" y="575449"/>
                </a:lnTo>
                <a:lnTo>
                  <a:pt x="27089" y="570255"/>
                </a:lnTo>
                <a:lnTo>
                  <a:pt x="26508" y="569214"/>
                </a:lnTo>
                <a:lnTo>
                  <a:pt x="25928" y="568172"/>
                </a:lnTo>
                <a:lnTo>
                  <a:pt x="25006" y="566519"/>
                </a:lnTo>
                <a:lnTo>
                  <a:pt x="25006" y="566089"/>
                </a:lnTo>
              </a:path>
              <a:path w="442950" h="652487">
                <a:moveTo>
                  <a:pt x="25006" y="566089"/>
                </a:moveTo>
                <a:lnTo>
                  <a:pt x="26550" y="567045"/>
                </a:lnTo>
                <a:lnTo>
                  <a:pt x="28125" y="567045"/>
                </a:lnTo>
                <a:lnTo>
                  <a:pt x="27165" y="566089"/>
                </a:lnTo>
                <a:lnTo>
                  <a:pt x="26197" y="566089"/>
                </a:lnTo>
              </a:path>
              <a:path w="442950" h="652487">
                <a:moveTo>
                  <a:pt x="26550" y="567045"/>
                </a:moveTo>
                <a:lnTo>
                  <a:pt x="27089" y="567378"/>
                </a:lnTo>
                <a:lnTo>
                  <a:pt x="27089" y="567045"/>
                </a:lnTo>
              </a:path>
              <a:path w="442950" h="652487">
                <a:moveTo>
                  <a:pt x="27089" y="567045"/>
                </a:moveTo>
                <a:lnTo>
                  <a:pt x="27507" y="567461"/>
                </a:lnTo>
                <a:lnTo>
                  <a:pt x="28543" y="567461"/>
                </a:lnTo>
                <a:lnTo>
                  <a:pt x="28125" y="567045"/>
                </a:lnTo>
              </a:path>
              <a:path w="442950" h="652487">
                <a:moveTo>
                  <a:pt x="27507" y="567461"/>
                </a:moveTo>
                <a:lnTo>
                  <a:pt x="27660" y="567613"/>
                </a:lnTo>
                <a:lnTo>
                  <a:pt x="27876" y="567461"/>
                </a:lnTo>
              </a:path>
              <a:path w="442950" h="652487">
                <a:moveTo>
                  <a:pt x="27876" y="567461"/>
                </a:moveTo>
                <a:lnTo>
                  <a:pt x="28497" y="567858"/>
                </a:lnTo>
                <a:lnTo>
                  <a:pt x="29743" y="568655"/>
                </a:lnTo>
                <a:lnTo>
                  <a:pt x="219227" y="638937"/>
                </a:lnTo>
                <a:lnTo>
                  <a:pt x="219460" y="638987"/>
                </a:lnTo>
                <a:lnTo>
                  <a:pt x="220687" y="639254"/>
                </a:lnTo>
                <a:lnTo>
                  <a:pt x="219971" y="638987"/>
                </a:lnTo>
                <a:lnTo>
                  <a:pt x="219835" y="638937"/>
                </a:lnTo>
                <a:lnTo>
                  <a:pt x="31082" y="568655"/>
                </a:lnTo>
                <a:lnTo>
                  <a:pt x="28942" y="567858"/>
                </a:lnTo>
                <a:lnTo>
                  <a:pt x="28543" y="567461"/>
                </a:lnTo>
              </a:path>
              <a:path w="442950" h="652487">
                <a:moveTo>
                  <a:pt x="21323" y="574967"/>
                </a:moveTo>
                <a:lnTo>
                  <a:pt x="21805" y="575449"/>
                </a:lnTo>
                <a:lnTo>
                  <a:pt x="22923" y="575449"/>
                </a:lnTo>
              </a:path>
              <a:path w="442950" h="652487">
                <a:moveTo>
                  <a:pt x="21805" y="575449"/>
                </a:moveTo>
                <a:lnTo>
                  <a:pt x="25354" y="575449"/>
                </a:lnTo>
              </a:path>
              <a:path w="442950" h="652487">
                <a:moveTo>
                  <a:pt x="21805" y="575449"/>
                </a:moveTo>
                <a:lnTo>
                  <a:pt x="21805" y="575449"/>
                </a:lnTo>
                <a:lnTo>
                  <a:pt x="22489" y="575449"/>
                </a:lnTo>
              </a:path>
              <a:path w="442950" h="652487">
                <a:moveTo>
                  <a:pt x="22489" y="575449"/>
                </a:moveTo>
                <a:lnTo>
                  <a:pt x="25006" y="576491"/>
                </a:lnTo>
                <a:lnTo>
                  <a:pt x="25354" y="575449"/>
                </a:lnTo>
              </a:path>
              <a:path w="442950" h="652487">
                <a:moveTo>
                  <a:pt x="27089" y="564007"/>
                </a:moveTo>
                <a:lnTo>
                  <a:pt x="25006" y="564006"/>
                </a:lnTo>
                <a:lnTo>
                  <a:pt x="25006" y="562965"/>
                </a:lnTo>
                <a:lnTo>
                  <a:pt x="21882" y="562965"/>
                </a:lnTo>
                <a:lnTo>
                  <a:pt x="21882" y="563930"/>
                </a:lnTo>
                <a:lnTo>
                  <a:pt x="22440" y="564489"/>
                </a:lnTo>
                <a:lnTo>
                  <a:pt x="25006" y="565048"/>
                </a:lnTo>
                <a:lnTo>
                  <a:pt x="27089" y="564007"/>
                </a:lnTo>
                <a:close/>
              </a:path>
              <a:path w="442950" h="652487">
                <a:moveTo>
                  <a:pt x="20408" y="43776"/>
                </a:moveTo>
                <a:lnTo>
                  <a:pt x="23964" y="43776"/>
                </a:lnTo>
                <a:lnTo>
                  <a:pt x="20840" y="42735"/>
                </a:lnTo>
                <a:lnTo>
                  <a:pt x="19799" y="43776"/>
                </a:lnTo>
                <a:lnTo>
                  <a:pt x="19799" y="44818"/>
                </a:lnTo>
                <a:lnTo>
                  <a:pt x="19975" y="44818"/>
                </a:lnTo>
                <a:lnTo>
                  <a:pt x="20408" y="43776"/>
                </a:lnTo>
                <a:close/>
              </a:path>
              <a:path w="442950" h="652487">
                <a:moveTo>
                  <a:pt x="25006" y="41694"/>
                </a:moveTo>
                <a:lnTo>
                  <a:pt x="25006" y="40652"/>
                </a:lnTo>
                <a:lnTo>
                  <a:pt x="23964" y="40652"/>
                </a:lnTo>
                <a:lnTo>
                  <a:pt x="23964" y="41694"/>
                </a:lnTo>
                <a:lnTo>
                  <a:pt x="24041" y="42735"/>
                </a:lnTo>
                <a:lnTo>
                  <a:pt x="25006" y="41694"/>
                </a:lnTo>
                <a:close/>
              </a:path>
              <a:path w="442950" h="652487">
                <a:moveTo>
                  <a:pt x="27709" y="29209"/>
                </a:moveTo>
                <a:lnTo>
                  <a:pt x="28066" y="28168"/>
                </a:lnTo>
                <a:lnTo>
                  <a:pt x="27025" y="28168"/>
                </a:lnTo>
                <a:lnTo>
                  <a:pt x="25984" y="29210"/>
                </a:lnTo>
                <a:lnTo>
                  <a:pt x="26543" y="29692"/>
                </a:lnTo>
                <a:lnTo>
                  <a:pt x="27709" y="29209"/>
                </a:lnTo>
                <a:close/>
              </a:path>
              <a:path w="442950" h="652487">
                <a:moveTo>
                  <a:pt x="29184" y="40652"/>
                </a:moveTo>
                <a:lnTo>
                  <a:pt x="26606" y="40170"/>
                </a:lnTo>
                <a:lnTo>
                  <a:pt x="26047" y="40401"/>
                </a:lnTo>
                <a:lnTo>
                  <a:pt x="26123" y="40652"/>
                </a:lnTo>
                <a:lnTo>
                  <a:pt x="29184" y="41694"/>
                </a:lnTo>
                <a:lnTo>
                  <a:pt x="29184" y="40652"/>
                </a:lnTo>
                <a:close/>
              </a:path>
              <a:path w="442950" h="652487">
                <a:moveTo>
                  <a:pt x="31267" y="38569"/>
                </a:moveTo>
                <a:lnTo>
                  <a:pt x="31267" y="37708"/>
                </a:lnTo>
                <a:lnTo>
                  <a:pt x="29184" y="38569"/>
                </a:lnTo>
                <a:lnTo>
                  <a:pt x="29184" y="39611"/>
                </a:lnTo>
                <a:lnTo>
                  <a:pt x="30289" y="39611"/>
                </a:lnTo>
                <a:lnTo>
                  <a:pt x="31267" y="38569"/>
                </a:lnTo>
                <a:close/>
              </a:path>
              <a:path w="442950" h="652487">
                <a:moveTo>
                  <a:pt x="37515" y="36487"/>
                </a:moveTo>
                <a:lnTo>
                  <a:pt x="38557" y="36487"/>
                </a:lnTo>
                <a:lnTo>
                  <a:pt x="39116" y="34963"/>
                </a:lnTo>
                <a:lnTo>
                  <a:pt x="36474" y="36487"/>
                </a:lnTo>
                <a:lnTo>
                  <a:pt x="35433" y="36487"/>
                </a:lnTo>
                <a:lnTo>
                  <a:pt x="34950" y="36004"/>
                </a:lnTo>
                <a:lnTo>
                  <a:pt x="32867" y="37045"/>
                </a:lnTo>
                <a:lnTo>
                  <a:pt x="31701" y="37528"/>
                </a:lnTo>
                <a:lnTo>
                  <a:pt x="36550" y="37528"/>
                </a:lnTo>
                <a:lnTo>
                  <a:pt x="37515" y="36487"/>
                </a:lnTo>
                <a:close/>
              </a:path>
              <a:path w="442950" h="652487">
                <a:moveTo>
                  <a:pt x="14592" y="48983"/>
                </a:moveTo>
                <a:lnTo>
                  <a:pt x="17716" y="45859"/>
                </a:lnTo>
                <a:lnTo>
                  <a:pt x="18757" y="48983"/>
                </a:lnTo>
                <a:lnTo>
                  <a:pt x="19799" y="48983"/>
                </a:lnTo>
                <a:lnTo>
                  <a:pt x="19799" y="45847"/>
                </a:lnTo>
                <a:lnTo>
                  <a:pt x="20358" y="45364"/>
                </a:lnTo>
                <a:lnTo>
                  <a:pt x="20840" y="44818"/>
                </a:lnTo>
                <a:lnTo>
                  <a:pt x="23964" y="44818"/>
                </a:lnTo>
                <a:lnTo>
                  <a:pt x="21399" y="44335"/>
                </a:lnTo>
                <a:lnTo>
                  <a:pt x="20840" y="44565"/>
                </a:lnTo>
                <a:lnTo>
                  <a:pt x="20223" y="44818"/>
                </a:lnTo>
                <a:lnTo>
                  <a:pt x="19925" y="44940"/>
                </a:lnTo>
                <a:lnTo>
                  <a:pt x="19799" y="45243"/>
                </a:lnTo>
                <a:lnTo>
                  <a:pt x="19548" y="45847"/>
                </a:lnTo>
                <a:lnTo>
                  <a:pt x="19316" y="46405"/>
                </a:lnTo>
                <a:lnTo>
                  <a:pt x="18757" y="45846"/>
                </a:lnTo>
                <a:lnTo>
                  <a:pt x="17733" y="45839"/>
                </a:lnTo>
                <a:lnTo>
                  <a:pt x="18757" y="44818"/>
                </a:lnTo>
                <a:lnTo>
                  <a:pt x="18757" y="36487"/>
                </a:lnTo>
                <a:lnTo>
                  <a:pt x="20840" y="35445"/>
                </a:lnTo>
                <a:lnTo>
                  <a:pt x="22402" y="41173"/>
                </a:lnTo>
                <a:lnTo>
                  <a:pt x="23964" y="42735"/>
                </a:lnTo>
                <a:lnTo>
                  <a:pt x="22923" y="41694"/>
                </a:lnTo>
                <a:lnTo>
                  <a:pt x="23964" y="39611"/>
                </a:lnTo>
                <a:lnTo>
                  <a:pt x="25006" y="39613"/>
                </a:lnTo>
                <a:lnTo>
                  <a:pt x="25440" y="40652"/>
                </a:lnTo>
                <a:lnTo>
                  <a:pt x="26047" y="40652"/>
                </a:lnTo>
                <a:lnTo>
                  <a:pt x="26047" y="41694"/>
                </a:lnTo>
                <a:lnTo>
                  <a:pt x="29184" y="41694"/>
                </a:lnTo>
                <a:lnTo>
                  <a:pt x="26123" y="40652"/>
                </a:lnTo>
                <a:lnTo>
                  <a:pt x="26047" y="40401"/>
                </a:lnTo>
                <a:lnTo>
                  <a:pt x="26606" y="40170"/>
                </a:lnTo>
                <a:lnTo>
                  <a:pt x="29184" y="40652"/>
                </a:lnTo>
                <a:lnTo>
                  <a:pt x="31267" y="40652"/>
                </a:lnTo>
                <a:lnTo>
                  <a:pt x="31267" y="38638"/>
                </a:lnTo>
                <a:lnTo>
                  <a:pt x="32385" y="38569"/>
                </a:lnTo>
                <a:lnTo>
                  <a:pt x="33426" y="37528"/>
                </a:lnTo>
                <a:lnTo>
                  <a:pt x="31701" y="37528"/>
                </a:lnTo>
                <a:lnTo>
                  <a:pt x="32867" y="37045"/>
                </a:lnTo>
                <a:lnTo>
                  <a:pt x="34950" y="36004"/>
                </a:lnTo>
                <a:lnTo>
                  <a:pt x="35433" y="36487"/>
                </a:lnTo>
                <a:lnTo>
                  <a:pt x="36474" y="36487"/>
                </a:lnTo>
                <a:lnTo>
                  <a:pt x="39116" y="34963"/>
                </a:lnTo>
                <a:lnTo>
                  <a:pt x="38557" y="36487"/>
                </a:lnTo>
                <a:lnTo>
                  <a:pt x="40055" y="36487"/>
                </a:lnTo>
                <a:lnTo>
                  <a:pt x="39598" y="26085"/>
                </a:lnTo>
                <a:lnTo>
                  <a:pt x="38696" y="26162"/>
                </a:lnTo>
                <a:lnTo>
                  <a:pt x="38557" y="26085"/>
                </a:lnTo>
                <a:lnTo>
                  <a:pt x="36474" y="26085"/>
                </a:lnTo>
                <a:lnTo>
                  <a:pt x="33350" y="27127"/>
                </a:lnTo>
                <a:lnTo>
                  <a:pt x="33274" y="26085"/>
                </a:lnTo>
                <a:lnTo>
                  <a:pt x="32308" y="27127"/>
                </a:lnTo>
                <a:lnTo>
                  <a:pt x="29108" y="27127"/>
                </a:lnTo>
                <a:lnTo>
                  <a:pt x="30226" y="28168"/>
                </a:lnTo>
                <a:lnTo>
                  <a:pt x="30708" y="28651"/>
                </a:lnTo>
                <a:lnTo>
                  <a:pt x="31267" y="34404"/>
                </a:lnTo>
                <a:lnTo>
                  <a:pt x="31267" y="38569"/>
                </a:lnTo>
                <a:lnTo>
                  <a:pt x="30289" y="39611"/>
                </a:lnTo>
                <a:lnTo>
                  <a:pt x="26047" y="39611"/>
                </a:lnTo>
                <a:lnTo>
                  <a:pt x="26047" y="38574"/>
                </a:lnTo>
                <a:lnTo>
                  <a:pt x="25006" y="38569"/>
                </a:lnTo>
                <a:lnTo>
                  <a:pt x="26047" y="37528"/>
                </a:lnTo>
                <a:lnTo>
                  <a:pt x="26047" y="30251"/>
                </a:lnTo>
                <a:lnTo>
                  <a:pt x="20840" y="34409"/>
                </a:lnTo>
                <a:lnTo>
                  <a:pt x="18757" y="35453"/>
                </a:lnTo>
                <a:lnTo>
                  <a:pt x="15633" y="38569"/>
                </a:lnTo>
                <a:lnTo>
                  <a:pt x="14592" y="36410"/>
                </a:lnTo>
                <a:lnTo>
                  <a:pt x="13550" y="34404"/>
                </a:lnTo>
                <a:lnTo>
                  <a:pt x="13550" y="37452"/>
                </a:lnTo>
                <a:lnTo>
                  <a:pt x="14592" y="38569"/>
                </a:lnTo>
                <a:lnTo>
                  <a:pt x="14592" y="39608"/>
                </a:lnTo>
                <a:lnTo>
                  <a:pt x="15633" y="38569"/>
                </a:lnTo>
                <a:lnTo>
                  <a:pt x="17716" y="45847"/>
                </a:lnTo>
                <a:lnTo>
                  <a:pt x="13550" y="50012"/>
                </a:lnTo>
                <a:lnTo>
                  <a:pt x="14592" y="48983"/>
                </a:lnTo>
                <a:close/>
              </a:path>
              <a:path w="442950" h="652487">
                <a:moveTo>
                  <a:pt x="34391" y="27127"/>
                </a:moveTo>
                <a:lnTo>
                  <a:pt x="32308" y="27127"/>
                </a:lnTo>
                <a:lnTo>
                  <a:pt x="33274" y="26085"/>
                </a:lnTo>
                <a:lnTo>
                  <a:pt x="32232" y="27127"/>
                </a:lnTo>
                <a:lnTo>
                  <a:pt x="34391" y="27127"/>
                </a:lnTo>
                <a:close/>
              </a:path>
              <a:path w="442950" h="652487">
                <a:moveTo>
                  <a:pt x="224345" y="5422"/>
                </a:moveTo>
                <a:lnTo>
                  <a:pt x="189068" y="73"/>
                </a:lnTo>
                <a:lnTo>
                  <a:pt x="188577" y="73"/>
                </a:lnTo>
                <a:lnTo>
                  <a:pt x="187858" y="10426"/>
                </a:lnTo>
                <a:lnTo>
                  <a:pt x="189547" y="10401"/>
                </a:lnTo>
                <a:lnTo>
                  <a:pt x="221221" y="15367"/>
                </a:lnTo>
                <a:lnTo>
                  <a:pt x="224345" y="5422"/>
                </a:lnTo>
                <a:close/>
              </a:path>
              <a:path w="442950" h="652487">
                <a:moveTo>
                  <a:pt x="407504" y="620191"/>
                </a:moveTo>
                <a:lnTo>
                  <a:pt x="407504" y="619155"/>
                </a:lnTo>
                <a:lnTo>
                  <a:pt x="407504" y="617080"/>
                </a:lnTo>
                <a:lnTo>
                  <a:pt x="399173" y="617080"/>
                </a:lnTo>
                <a:lnTo>
                  <a:pt x="399173" y="618939"/>
                </a:lnTo>
                <a:lnTo>
                  <a:pt x="402297" y="618404"/>
                </a:lnTo>
                <a:lnTo>
                  <a:pt x="403504" y="618197"/>
                </a:lnTo>
                <a:lnTo>
                  <a:pt x="405422" y="619157"/>
                </a:lnTo>
                <a:lnTo>
                  <a:pt x="405422" y="621233"/>
                </a:lnTo>
                <a:lnTo>
                  <a:pt x="407504" y="620191"/>
                </a:lnTo>
                <a:close/>
              </a:path>
              <a:path w="442950" h="652487">
                <a:moveTo>
                  <a:pt x="409587" y="627697"/>
                </a:moveTo>
                <a:lnTo>
                  <a:pt x="404380" y="627481"/>
                </a:lnTo>
                <a:lnTo>
                  <a:pt x="402297" y="622274"/>
                </a:lnTo>
                <a:lnTo>
                  <a:pt x="399173" y="623316"/>
                </a:lnTo>
                <a:lnTo>
                  <a:pt x="265087" y="642061"/>
                </a:lnTo>
                <a:lnTo>
                  <a:pt x="263855" y="642112"/>
                </a:lnTo>
                <a:lnTo>
                  <a:pt x="264985" y="652487"/>
                </a:lnTo>
                <a:lnTo>
                  <a:pt x="409587" y="627697"/>
                </a:lnTo>
                <a:close/>
              </a:path>
              <a:path w="442950" h="652487">
                <a:moveTo>
                  <a:pt x="412711" y="626440"/>
                </a:moveTo>
                <a:lnTo>
                  <a:pt x="409587" y="626440"/>
                </a:lnTo>
                <a:lnTo>
                  <a:pt x="408546" y="626440"/>
                </a:lnTo>
                <a:lnTo>
                  <a:pt x="409587" y="627481"/>
                </a:lnTo>
                <a:lnTo>
                  <a:pt x="412711" y="627481"/>
                </a:lnTo>
                <a:lnTo>
                  <a:pt x="412711" y="626440"/>
                </a:lnTo>
                <a:close/>
              </a:path>
              <a:path w="442950" h="652487">
                <a:moveTo>
                  <a:pt x="411607" y="614997"/>
                </a:moveTo>
                <a:lnTo>
                  <a:pt x="407504" y="613956"/>
                </a:lnTo>
                <a:lnTo>
                  <a:pt x="407504" y="614997"/>
                </a:lnTo>
                <a:lnTo>
                  <a:pt x="408546" y="616038"/>
                </a:lnTo>
                <a:lnTo>
                  <a:pt x="409587" y="616038"/>
                </a:lnTo>
                <a:lnTo>
                  <a:pt x="411607" y="614997"/>
                </a:lnTo>
                <a:close/>
              </a:path>
              <a:path w="442950" h="652487">
                <a:moveTo>
                  <a:pt x="420573" y="77558"/>
                </a:moveTo>
                <a:lnTo>
                  <a:pt x="420119" y="77107"/>
                </a:lnTo>
                <a:lnTo>
                  <a:pt x="421055" y="77063"/>
                </a:lnTo>
                <a:lnTo>
                  <a:pt x="422510" y="78104"/>
                </a:lnTo>
                <a:lnTo>
                  <a:pt x="423202" y="78104"/>
                </a:lnTo>
                <a:lnTo>
                  <a:pt x="427316" y="77063"/>
                </a:lnTo>
                <a:lnTo>
                  <a:pt x="422160" y="77063"/>
                </a:lnTo>
                <a:lnTo>
                  <a:pt x="421132" y="76034"/>
                </a:lnTo>
                <a:lnTo>
                  <a:pt x="420075" y="77063"/>
                </a:lnTo>
                <a:lnTo>
                  <a:pt x="417931" y="76034"/>
                </a:lnTo>
                <a:lnTo>
                  <a:pt x="417995" y="74993"/>
                </a:lnTo>
                <a:lnTo>
                  <a:pt x="412627" y="74993"/>
                </a:lnTo>
                <a:lnTo>
                  <a:pt x="224345" y="5422"/>
                </a:lnTo>
                <a:lnTo>
                  <a:pt x="411670" y="74993"/>
                </a:lnTo>
                <a:lnTo>
                  <a:pt x="413486" y="75311"/>
                </a:lnTo>
                <a:lnTo>
                  <a:pt x="416890" y="76034"/>
                </a:lnTo>
                <a:lnTo>
                  <a:pt x="420014" y="84353"/>
                </a:lnTo>
                <a:lnTo>
                  <a:pt x="420014" y="85394"/>
                </a:lnTo>
                <a:lnTo>
                  <a:pt x="420631" y="87477"/>
                </a:lnTo>
                <a:lnTo>
                  <a:pt x="423138" y="88506"/>
                </a:lnTo>
                <a:lnTo>
                  <a:pt x="425221" y="89560"/>
                </a:lnTo>
                <a:lnTo>
                  <a:pt x="420573" y="77558"/>
                </a:lnTo>
                <a:close/>
              </a:path>
              <a:path w="442950" h="652487">
                <a:moveTo>
                  <a:pt x="414807" y="613956"/>
                </a:moveTo>
                <a:lnTo>
                  <a:pt x="413766" y="613956"/>
                </a:lnTo>
                <a:lnTo>
                  <a:pt x="413765" y="614207"/>
                </a:lnTo>
                <a:lnTo>
                  <a:pt x="413766" y="614387"/>
                </a:lnTo>
                <a:lnTo>
                  <a:pt x="414807" y="613956"/>
                </a:lnTo>
                <a:close/>
              </a:path>
              <a:path w="442950" h="652487">
                <a:moveTo>
                  <a:pt x="412165" y="83870"/>
                </a:moveTo>
                <a:lnTo>
                  <a:pt x="413194" y="84899"/>
                </a:lnTo>
                <a:lnTo>
                  <a:pt x="413644" y="85350"/>
                </a:lnTo>
                <a:lnTo>
                  <a:pt x="416369" y="85350"/>
                </a:lnTo>
                <a:lnTo>
                  <a:pt x="415290" y="84899"/>
                </a:lnTo>
              </a:path>
              <a:path w="442950" h="652487">
                <a:moveTo>
                  <a:pt x="413644" y="85350"/>
                </a:moveTo>
                <a:lnTo>
                  <a:pt x="415785" y="85394"/>
                </a:lnTo>
                <a:lnTo>
                  <a:pt x="414432" y="85394"/>
                </a:lnTo>
                <a:lnTo>
                  <a:pt x="413766" y="85394"/>
                </a:lnTo>
                <a:lnTo>
                  <a:pt x="415740" y="85350"/>
                </a:lnTo>
              </a:path>
              <a:path w="442950" h="652487">
                <a:moveTo>
                  <a:pt x="415740" y="85350"/>
                </a:moveTo>
                <a:lnTo>
                  <a:pt x="416477" y="85394"/>
                </a:lnTo>
              </a:path>
              <a:path w="442950" h="652487">
                <a:moveTo>
                  <a:pt x="415785" y="85394"/>
                </a:moveTo>
              </a:path>
              <a:path w="442950" h="652487">
                <a:moveTo>
                  <a:pt x="415848" y="85394"/>
                </a:moveTo>
                <a:lnTo>
                  <a:pt x="416890" y="85567"/>
                </a:lnTo>
                <a:lnTo>
                  <a:pt x="416477" y="85394"/>
                </a:lnTo>
              </a:path>
              <a:path w="442950" h="652487">
                <a:moveTo>
                  <a:pt x="413689" y="85394"/>
                </a:moveTo>
                <a:lnTo>
                  <a:pt x="414731" y="86436"/>
                </a:lnTo>
                <a:lnTo>
                  <a:pt x="416826" y="86436"/>
                </a:lnTo>
                <a:lnTo>
                  <a:pt x="415848" y="85394"/>
                </a:lnTo>
              </a:path>
              <a:path w="442950" h="652487">
                <a:moveTo>
                  <a:pt x="417931" y="619150"/>
                </a:moveTo>
                <a:lnTo>
                  <a:pt x="416890" y="614997"/>
                </a:lnTo>
                <a:lnTo>
                  <a:pt x="422097" y="609790"/>
                </a:lnTo>
                <a:lnTo>
                  <a:pt x="420014" y="610831"/>
                </a:lnTo>
                <a:lnTo>
                  <a:pt x="419455" y="610273"/>
                </a:lnTo>
                <a:lnTo>
                  <a:pt x="420621" y="609790"/>
                </a:lnTo>
                <a:lnTo>
                  <a:pt x="420979" y="608749"/>
                </a:lnTo>
                <a:lnTo>
                  <a:pt x="416890" y="608749"/>
                </a:lnTo>
                <a:lnTo>
                  <a:pt x="418909" y="609790"/>
                </a:lnTo>
                <a:lnTo>
                  <a:pt x="417862" y="610831"/>
                </a:lnTo>
                <a:lnTo>
                  <a:pt x="416890" y="611799"/>
                </a:lnTo>
                <a:lnTo>
                  <a:pt x="416331" y="612355"/>
                </a:lnTo>
                <a:lnTo>
                  <a:pt x="415772" y="611873"/>
                </a:lnTo>
                <a:lnTo>
                  <a:pt x="416890" y="610831"/>
                </a:lnTo>
                <a:lnTo>
                  <a:pt x="413766" y="610831"/>
                </a:lnTo>
                <a:lnTo>
                  <a:pt x="413766" y="612914"/>
                </a:lnTo>
                <a:lnTo>
                  <a:pt x="416890" y="612914"/>
                </a:lnTo>
                <a:lnTo>
                  <a:pt x="416890" y="611873"/>
                </a:lnTo>
                <a:lnTo>
                  <a:pt x="418973" y="611873"/>
                </a:lnTo>
                <a:lnTo>
                  <a:pt x="416890" y="613956"/>
                </a:lnTo>
                <a:lnTo>
                  <a:pt x="413766" y="617080"/>
                </a:lnTo>
                <a:lnTo>
                  <a:pt x="412711" y="621233"/>
                </a:lnTo>
                <a:lnTo>
                  <a:pt x="410629" y="625398"/>
                </a:lnTo>
                <a:lnTo>
                  <a:pt x="411670" y="625398"/>
                </a:lnTo>
                <a:lnTo>
                  <a:pt x="412711" y="623321"/>
                </a:lnTo>
                <a:lnTo>
                  <a:pt x="415848" y="620191"/>
                </a:lnTo>
                <a:lnTo>
                  <a:pt x="415848" y="623316"/>
                </a:lnTo>
                <a:lnTo>
                  <a:pt x="416953" y="624357"/>
                </a:lnTo>
                <a:lnTo>
                  <a:pt x="417931" y="625398"/>
                </a:lnTo>
                <a:lnTo>
                  <a:pt x="417931" y="619150"/>
                </a:lnTo>
                <a:close/>
              </a:path>
              <a:path w="442950" h="652487">
                <a:moveTo>
                  <a:pt x="415848" y="626440"/>
                </a:moveTo>
                <a:lnTo>
                  <a:pt x="415848" y="625398"/>
                </a:lnTo>
                <a:lnTo>
                  <a:pt x="413766" y="624357"/>
                </a:lnTo>
                <a:lnTo>
                  <a:pt x="412711" y="624357"/>
                </a:lnTo>
                <a:lnTo>
                  <a:pt x="412711" y="626440"/>
                </a:lnTo>
                <a:lnTo>
                  <a:pt x="415848" y="626440"/>
                </a:lnTo>
                <a:close/>
              </a:path>
              <a:path w="442950" h="652487">
                <a:moveTo>
                  <a:pt x="416953" y="624357"/>
                </a:moveTo>
                <a:lnTo>
                  <a:pt x="415848" y="623316"/>
                </a:lnTo>
                <a:lnTo>
                  <a:pt x="415848" y="624357"/>
                </a:lnTo>
                <a:lnTo>
                  <a:pt x="417931" y="625398"/>
                </a:lnTo>
                <a:lnTo>
                  <a:pt x="416953" y="624357"/>
                </a:lnTo>
                <a:close/>
              </a:path>
              <a:path w="442950" h="652487">
                <a:moveTo>
                  <a:pt x="415848" y="621228"/>
                </a:moveTo>
                <a:lnTo>
                  <a:pt x="415848" y="623316"/>
                </a:lnTo>
                <a:lnTo>
                  <a:pt x="415848" y="621228"/>
                </a:lnTo>
                <a:close/>
              </a:path>
              <a:path w="442950" h="652487">
                <a:moveTo>
                  <a:pt x="416816" y="611873"/>
                </a:moveTo>
                <a:lnTo>
                  <a:pt x="417862" y="610831"/>
                </a:lnTo>
                <a:lnTo>
                  <a:pt x="418909" y="609790"/>
                </a:lnTo>
                <a:lnTo>
                  <a:pt x="416890" y="608749"/>
                </a:lnTo>
                <a:lnTo>
                  <a:pt x="416890" y="610831"/>
                </a:lnTo>
                <a:lnTo>
                  <a:pt x="415772" y="611873"/>
                </a:lnTo>
                <a:lnTo>
                  <a:pt x="416331" y="612355"/>
                </a:lnTo>
                <a:lnTo>
                  <a:pt x="416816" y="611873"/>
                </a:lnTo>
                <a:close/>
              </a:path>
              <a:path w="442950" h="652487">
                <a:moveTo>
                  <a:pt x="407504" y="626440"/>
                </a:moveTo>
                <a:lnTo>
                  <a:pt x="409587" y="624357"/>
                </a:lnTo>
                <a:lnTo>
                  <a:pt x="412711" y="621233"/>
                </a:lnTo>
                <a:lnTo>
                  <a:pt x="413766" y="617080"/>
                </a:lnTo>
                <a:lnTo>
                  <a:pt x="416890" y="613956"/>
                </a:lnTo>
                <a:lnTo>
                  <a:pt x="418973" y="611873"/>
                </a:lnTo>
                <a:lnTo>
                  <a:pt x="416890" y="611873"/>
                </a:lnTo>
                <a:lnTo>
                  <a:pt x="416890" y="612124"/>
                </a:lnTo>
                <a:lnTo>
                  <a:pt x="416890" y="612914"/>
                </a:lnTo>
                <a:lnTo>
                  <a:pt x="413689" y="612914"/>
                </a:lnTo>
                <a:lnTo>
                  <a:pt x="412648" y="613956"/>
                </a:lnTo>
                <a:lnTo>
                  <a:pt x="407504" y="613956"/>
                </a:lnTo>
                <a:lnTo>
                  <a:pt x="411607" y="614997"/>
                </a:lnTo>
                <a:lnTo>
                  <a:pt x="409587" y="616038"/>
                </a:lnTo>
                <a:lnTo>
                  <a:pt x="408546" y="616038"/>
                </a:lnTo>
                <a:lnTo>
                  <a:pt x="407504" y="614997"/>
                </a:lnTo>
                <a:lnTo>
                  <a:pt x="405422" y="614997"/>
                </a:lnTo>
                <a:lnTo>
                  <a:pt x="405422" y="616038"/>
                </a:lnTo>
                <a:lnTo>
                  <a:pt x="410629" y="616038"/>
                </a:lnTo>
                <a:lnTo>
                  <a:pt x="411124" y="615480"/>
                </a:lnTo>
                <a:lnTo>
                  <a:pt x="412290" y="614997"/>
                </a:lnTo>
                <a:lnTo>
                  <a:pt x="413207" y="614438"/>
                </a:lnTo>
                <a:lnTo>
                  <a:pt x="413689" y="613956"/>
                </a:lnTo>
                <a:lnTo>
                  <a:pt x="414373" y="613956"/>
                </a:lnTo>
                <a:lnTo>
                  <a:pt x="414807" y="613956"/>
                </a:lnTo>
                <a:lnTo>
                  <a:pt x="413766" y="614387"/>
                </a:lnTo>
                <a:lnTo>
                  <a:pt x="412711" y="614997"/>
                </a:lnTo>
                <a:lnTo>
                  <a:pt x="409587" y="622274"/>
                </a:lnTo>
                <a:lnTo>
                  <a:pt x="405422" y="627481"/>
                </a:lnTo>
                <a:lnTo>
                  <a:pt x="406463" y="627481"/>
                </a:lnTo>
                <a:lnTo>
                  <a:pt x="407504" y="626440"/>
                </a:lnTo>
                <a:close/>
              </a:path>
              <a:path w="442950" h="652487">
                <a:moveTo>
                  <a:pt x="188160" y="73"/>
                </a:moveTo>
                <a:lnTo>
                  <a:pt x="128846" y="10426"/>
                </a:lnTo>
                <a:lnTo>
                  <a:pt x="187858" y="10426"/>
                </a:lnTo>
                <a:lnTo>
                  <a:pt x="188577" y="73"/>
                </a:lnTo>
              </a:path>
              <a:path w="442950" h="652487">
                <a:moveTo>
                  <a:pt x="224345" y="5422"/>
                </a:moveTo>
                <a:lnTo>
                  <a:pt x="221221" y="15367"/>
                </a:lnTo>
                <a:lnTo>
                  <a:pt x="251120" y="15367"/>
                </a:lnTo>
              </a:path>
              <a:path w="442950" h="652487">
                <a:moveTo>
                  <a:pt x="189547" y="10401"/>
                </a:moveTo>
                <a:lnTo>
                  <a:pt x="187858" y="10426"/>
                </a:lnTo>
                <a:lnTo>
                  <a:pt x="189709" y="10426"/>
                </a:lnTo>
              </a:path>
              <a:path w="442950" h="652487">
                <a:moveTo>
                  <a:pt x="128846" y="10426"/>
                </a:moveTo>
                <a:lnTo>
                  <a:pt x="128130" y="10551"/>
                </a:lnTo>
                <a:lnTo>
                  <a:pt x="190506" y="10551"/>
                </a:lnTo>
                <a:lnTo>
                  <a:pt x="189709" y="10426"/>
                </a:lnTo>
              </a:path>
              <a:path w="442950" h="652487">
                <a:moveTo>
                  <a:pt x="128130" y="10551"/>
                </a:moveTo>
                <a:lnTo>
                  <a:pt x="39133" y="26085"/>
                </a:lnTo>
                <a:lnTo>
                  <a:pt x="99663" y="26085"/>
                </a:lnTo>
                <a:lnTo>
                  <a:pt x="188685" y="10551"/>
                </a:lnTo>
              </a:path>
              <a:path w="442950" h="652487">
                <a:moveTo>
                  <a:pt x="188685" y="10551"/>
                </a:moveTo>
                <a:lnTo>
                  <a:pt x="220580" y="15367"/>
                </a:lnTo>
                <a:lnTo>
                  <a:pt x="221221" y="15367"/>
                </a:lnTo>
                <a:lnTo>
                  <a:pt x="190506" y="10551"/>
                </a:lnTo>
              </a:path>
              <a:path w="442950" h="652487">
                <a:moveTo>
                  <a:pt x="220580" y="15367"/>
                </a:moveTo>
                <a:lnTo>
                  <a:pt x="221664" y="15530"/>
                </a:lnTo>
                <a:lnTo>
                  <a:pt x="222262" y="15621"/>
                </a:lnTo>
                <a:lnTo>
                  <a:pt x="382646" y="74993"/>
                </a:lnTo>
                <a:lnTo>
                  <a:pt x="383503" y="75311"/>
                </a:lnTo>
                <a:lnTo>
                  <a:pt x="385459" y="76034"/>
                </a:lnTo>
                <a:lnTo>
                  <a:pt x="402303" y="82270"/>
                </a:lnTo>
                <a:lnTo>
                  <a:pt x="406626" y="83870"/>
                </a:lnTo>
                <a:lnTo>
                  <a:pt x="418490" y="83870"/>
                </a:lnTo>
                <a:lnTo>
                  <a:pt x="416890" y="82270"/>
                </a:lnTo>
                <a:lnTo>
                  <a:pt x="416890" y="76034"/>
                </a:lnTo>
                <a:lnTo>
                  <a:pt x="413486" y="75311"/>
                </a:lnTo>
                <a:lnTo>
                  <a:pt x="411670" y="74993"/>
                </a:lnTo>
                <a:lnTo>
                  <a:pt x="251804" y="15621"/>
                </a:lnTo>
                <a:lnTo>
                  <a:pt x="251561" y="15530"/>
                </a:lnTo>
                <a:lnTo>
                  <a:pt x="251120" y="15367"/>
                </a:lnTo>
              </a:path>
              <a:path w="442950" h="652487">
                <a:moveTo>
                  <a:pt x="38557" y="26085"/>
                </a:moveTo>
                <a:lnTo>
                  <a:pt x="38557" y="26085"/>
                </a:lnTo>
                <a:lnTo>
                  <a:pt x="39133" y="26085"/>
                </a:lnTo>
              </a:path>
              <a:path w="442950" h="652487">
                <a:moveTo>
                  <a:pt x="39133" y="26085"/>
                </a:moveTo>
                <a:lnTo>
                  <a:pt x="39598" y="26085"/>
                </a:lnTo>
              </a:path>
              <a:path w="442950" h="652487">
                <a:moveTo>
                  <a:pt x="39598" y="26085"/>
                </a:moveTo>
                <a:lnTo>
                  <a:pt x="40055" y="36487"/>
                </a:lnTo>
                <a:lnTo>
                  <a:pt x="99663" y="26085"/>
                </a:lnTo>
              </a:path>
              <a:path w="442950" h="652487">
                <a:moveTo>
                  <a:pt x="38557" y="26085"/>
                </a:moveTo>
                <a:lnTo>
                  <a:pt x="38696" y="26162"/>
                </a:lnTo>
                <a:lnTo>
                  <a:pt x="39598" y="26085"/>
                </a:lnTo>
              </a:path>
              <a:path w="442950" h="652487">
                <a:moveTo>
                  <a:pt x="421055" y="77063"/>
                </a:moveTo>
                <a:lnTo>
                  <a:pt x="420119" y="77107"/>
                </a:lnTo>
                <a:lnTo>
                  <a:pt x="420573" y="77558"/>
                </a:lnTo>
                <a:lnTo>
                  <a:pt x="420784" y="78104"/>
                </a:lnTo>
                <a:lnTo>
                  <a:pt x="421994" y="81229"/>
                </a:lnTo>
                <a:lnTo>
                  <a:pt x="424011" y="86436"/>
                </a:lnTo>
                <a:lnTo>
                  <a:pt x="425221" y="89560"/>
                </a:lnTo>
                <a:lnTo>
                  <a:pt x="430753" y="89560"/>
                </a:lnTo>
                <a:lnTo>
                  <a:pt x="430441" y="86436"/>
                </a:lnTo>
                <a:lnTo>
                  <a:pt x="425221" y="81229"/>
                </a:lnTo>
                <a:lnTo>
                  <a:pt x="422097" y="78105"/>
                </a:lnTo>
                <a:lnTo>
                  <a:pt x="422510" y="78104"/>
                </a:lnTo>
                <a:lnTo>
                  <a:pt x="421747" y="77558"/>
                </a:lnTo>
                <a:lnTo>
                  <a:pt x="421117" y="77107"/>
                </a:lnTo>
              </a:path>
              <a:path w="442950" h="652487">
                <a:moveTo>
                  <a:pt x="406626" y="83870"/>
                </a:moveTo>
                <a:lnTo>
                  <a:pt x="410743" y="85394"/>
                </a:lnTo>
                <a:lnTo>
                  <a:pt x="413689" y="85394"/>
                </a:lnTo>
                <a:lnTo>
                  <a:pt x="412165" y="83870"/>
                </a:lnTo>
              </a:path>
              <a:path w="442950" h="652487">
                <a:moveTo>
                  <a:pt x="412165" y="83870"/>
                </a:moveTo>
                <a:lnTo>
                  <a:pt x="415290" y="84899"/>
                </a:lnTo>
                <a:lnTo>
                  <a:pt x="416477" y="85394"/>
                </a:lnTo>
                <a:lnTo>
                  <a:pt x="416890" y="85567"/>
                </a:lnTo>
                <a:lnTo>
                  <a:pt x="420014" y="85567"/>
                </a:lnTo>
                <a:lnTo>
                  <a:pt x="420014" y="85394"/>
                </a:lnTo>
                <a:lnTo>
                  <a:pt x="419519" y="84899"/>
                </a:lnTo>
                <a:lnTo>
                  <a:pt x="418490" y="83870"/>
                </a:lnTo>
              </a:path>
              <a:path w="442950" h="652487">
                <a:moveTo>
                  <a:pt x="415848" y="85394"/>
                </a:moveTo>
                <a:lnTo>
                  <a:pt x="416010" y="85567"/>
                </a:lnTo>
                <a:lnTo>
                  <a:pt x="416890" y="85567"/>
                </a:lnTo>
              </a:path>
              <a:path w="442950" h="652487">
                <a:moveTo>
                  <a:pt x="416010" y="85567"/>
                </a:moveTo>
                <a:lnTo>
                  <a:pt x="416826" y="86436"/>
                </a:lnTo>
                <a:lnTo>
                  <a:pt x="420014" y="86436"/>
                </a:lnTo>
                <a:lnTo>
                  <a:pt x="420014" y="85567"/>
                </a:lnTo>
              </a:path>
              <a:path w="442950" h="652487">
                <a:moveTo>
                  <a:pt x="416826" y="86436"/>
                </a:moveTo>
                <a:lnTo>
                  <a:pt x="416890" y="87477"/>
                </a:lnTo>
                <a:lnTo>
                  <a:pt x="416890" y="88506"/>
                </a:lnTo>
                <a:lnTo>
                  <a:pt x="417868" y="87477"/>
                </a:lnTo>
                <a:lnTo>
                  <a:pt x="417927" y="86499"/>
                </a:lnTo>
              </a:path>
              <a:path w="442950" h="652487">
                <a:moveTo>
                  <a:pt x="418973" y="86436"/>
                </a:moveTo>
                <a:lnTo>
                  <a:pt x="419455" y="86995"/>
                </a:lnTo>
                <a:lnTo>
                  <a:pt x="419940" y="87477"/>
                </a:lnTo>
                <a:lnTo>
                  <a:pt x="420014" y="88506"/>
                </a:lnTo>
                <a:lnTo>
                  <a:pt x="420014" y="90106"/>
                </a:lnTo>
                <a:lnTo>
                  <a:pt x="422579" y="90106"/>
                </a:lnTo>
                <a:lnTo>
                  <a:pt x="420974" y="88506"/>
                </a:lnTo>
                <a:lnTo>
                  <a:pt x="420082" y="87551"/>
                </a:lnTo>
                <a:lnTo>
                  <a:pt x="420014" y="86995"/>
                </a:lnTo>
                <a:lnTo>
                  <a:pt x="420014" y="86436"/>
                </a:lnTo>
              </a:path>
              <a:path w="442950" h="652487">
                <a:moveTo>
                  <a:pt x="423138" y="88506"/>
                </a:moveTo>
                <a:lnTo>
                  <a:pt x="422033" y="89560"/>
                </a:lnTo>
                <a:lnTo>
                  <a:pt x="425221" y="89560"/>
                </a:lnTo>
              </a:path>
              <a:path w="442950" h="652487">
                <a:moveTo>
                  <a:pt x="422033" y="89560"/>
                </a:moveTo>
                <a:lnTo>
                  <a:pt x="422579" y="90106"/>
                </a:lnTo>
                <a:lnTo>
                  <a:pt x="430808" y="90106"/>
                </a:lnTo>
                <a:lnTo>
                  <a:pt x="430753" y="89560"/>
                </a:lnTo>
              </a:path>
              <a:path w="442950" h="652487">
                <a:moveTo>
                  <a:pt x="432523" y="89560"/>
                </a:moveTo>
                <a:lnTo>
                  <a:pt x="432437" y="90163"/>
                </a:lnTo>
                <a:lnTo>
                  <a:pt x="438772" y="90163"/>
                </a:lnTo>
                <a:lnTo>
                  <a:pt x="438772" y="89560"/>
                </a:lnTo>
              </a:path>
              <a:path w="442950" h="652487">
                <a:moveTo>
                  <a:pt x="420014" y="90106"/>
                </a:moveTo>
                <a:lnTo>
                  <a:pt x="420014" y="90601"/>
                </a:lnTo>
                <a:lnTo>
                  <a:pt x="430858" y="90601"/>
                </a:lnTo>
                <a:lnTo>
                  <a:pt x="430808" y="90106"/>
                </a:lnTo>
              </a:path>
              <a:path w="442950" h="652487">
                <a:moveTo>
                  <a:pt x="432437" y="90163"/>
                </a:moveTo>
                <a:lnTo>
                  <a:pt x="432225" y="91643"/>
                </a:lnTo>
                <a:lnTo>
                  <a:pt x="431780" y="94754"/>
                </a:lnTo>
                <a:lnTo>
                  <a:pt x="431482" y="96837"/>
                </a:lnTo>
                <a:lnTo>
                  <a:pt x="437730" y="96837"/>
                </a:lnTo>
                <a:lnTo>
                  <a:pt x="437730" y="94754"/>
                </a:lnTo>
                <a:lnTo>
                  <a:pt x="435648" y="91643"/>
                </a:lnTo>
                <a:lnTo>
                  <a:pt x="435648" y="90163"/>
                </a:lnTo>
              </a:path>
              <a:path w="442950" h="652487">
                <a:moveTo>
                  <a:pt x="435648" y="90163"/>
                </a:moveTo>
                <a:lnTo>
                  <a:pt x="435798" y="90525"/>
                </a:lnTo>
                <a:lnTo>
                  <a:pt x="438772" y="90525"/>
                </a:lnTo>
                <a:lnTo>
                  <a:pt x="438772" y="90163"/>
                </a:lnTo>
              </a:path>
              <a:path w="442950" h="652487">
                <a:moveTo>
                  <a:pt x="435798" y="90525"/>
                </a:moveTo>
                <a:lnTo>
                  <a:pt x="436689" y="92671"/>
                </a:lnTo>
                <a:lnTo>
                  <a:pt x="436689" y="90525"/>
                </a:lnTo>
              </a:path>
              <a:path w="442950" h="652487">
                <a:moveTo>
                  <a:pt x="436689" y="90525"/>
                </a:moveTo>
                <a:lnTo>
                  <a:pt x="436910" y="91567"/>
                </a:lnTo>
                <a:lnTo>
                  <a:pt x="438772" y="91567"/>
                </a:lnTo>
                <a:lnTo>
                  <a:pt x="438772" y="90525"/>
                </a:lnTo>
              </a:path>
              <a:path w="442950" h="652487">
                <a:moveTo>
                  <a:pt x="420014" y="90601"/>
                </a:moveTo>
                <a:lnTo>
                  <a:pt x="420014" y="91643"/>
                </a:lnTo>
                <a:lnTo>
                  <a:pt x="424116" y="91643"/>
                </a:lnTo>
                <a:lnTo>
                  <a:pt x="424662" y="92189"/>
                </a:lnTo>
                <a:lnTo>
                  <a:pt x="425221" y="91643"/>
                </a:lnTo>
                <a:lnTo>
                  <a:pt x="425221" y="90601"/>
                </a:lnTo>
              </a:path>
              <a:path w="442950" h="652487">
                <a:moveTo>
                  <a:pt x="425221" y="90601"/>
                </a:moveTo>
                <a:lnTo>
                  <a:pt x="425527" y="91331"/>
                </a:lnTo>
                <a:lnTo>
                  <a:pt x="425657" y="91643"/>
                </a:lnTo>
                <a:lnTo>
                  <a:pt x="430962" y="91643"/>
                </a:lnTo>
                <a:lnTo>
                  <a:pt x="430931" y="91331"/>
                </a:lnTo>
                <a:lnTo>
                  <a:pt x="430858" y="90601"/>
                </a:lnTo>
              </a:path>
              <a:path w="442950" h="652487">
                <a:moveTo>
                  <a:pt x="436910" y="91567"/>
                </a:moveTo>
                <a:lnTo>
                  <a:pt x="437248" y="93154"/>
                </a:lnTo>
                <a:lnTo>
                  <a:pt x="437730" y="91567"/>
                </a:lnTo>
              </a:path>
              <a:path w="442950" h="652487">
                <a:moveTo>
                  <a:pt x="437730" y="91567"/>
                </a:moveTo>
                <a:lnTo>
                  <a:pt x="438772" y="94686"/>
                </a:lnTo>
                <a:lnTo>
                  <a:pt x="438772" y="91567"/>
                </a:lnTo>
              </a:path>
              <a:path w="442950" h="652487">
                <a:moveTo>
                  <a:pt x="425657" y="91643"/>
                </a:moveTo>
                <a:lnTo>
                  <a:pt x="425657" y="91643"/>
                </a:lnTo>
                <a:lnTo>
                  <a:pt x="426275" y="91643"/>
                </a:lnTo>
              </a:path>
              <a:path w="442950" h="652487">
                <a:moveTo>
                  <a:pt x="426275" y="91643"/>
                </a:moveTo>
                <a:lnTo>
                  <a:pt x="427316" y="93713"/>
                </a:lnTo>
                <a:lnTo>
                  <a:pt x="428358" y="96230"/>
                </a:lnTo>
                <a:lnTo>
                  <a:pt x="428609" y="96837"/>
                </a:lnTo>
                <a:lnTo>
                  <a:pt x="431482" y="96837"/>
                </a:lnTo>
                <a:lnTo>
                  <a:pt x="431421" y="96230"/>
                </a:lnTo>
                <a:lnTo>
                  <a:pt x="431169" y="93713"/>
                </a:lnTo>
                <a:lnTo>
                  <a:pt x="430962" y="91643"/>
                </a:lnTo>
              </a:path>
              <a:path w="442950" h="652487">
                <a:moveTo>
                  <a:pt x="428609" y="96837"/>
                </a:moveTo>
                <a:lnTo>
                  <a:pt x="428609" y="96837"/>
                </a:lnTo>
                <a:lnTo>
                  <a:pt x="430441" y="96837"/>
                </a:lnTo>
              </a:path>
              <a:path w="442950" h="652487">
                <a:moveTo>
                  <a:pt x="430441" y="96837"/>
                </a:moveTo>
                <a:lnTo>
                  <a:pt x="431482" y="96837"/>
                </a:lnTo>
              </a:path>
              <a:path w="442950" h="652487">
                <a:moveTo>
                  <a:pt x="430441" y="96837"/>
                </a:moveTo>
                <a:lnTo>
                  <a:pt x="430264" y="99961"/>
                </a:lnTo>
                <a:lnTo>
                  <a:pt x="429336" y="99961"/>
                </a:lnTo>
                <a:lnTo>
                  <a:pt x="437730" y="99961"/>
                </a:lnTo>
                <a:lnTo>
                  <a:pt x="437730" y="96837"/>
                </a:lnTo>
              </a:path>
              <a:path w="442950" h="652487">
                <a:moveTo>
                  <a:pt x="429336" y="99961"/>
                </a:moveTo>
                <a:lnTo>
                  <a:pt x="430377" y="101003"/>
                </a:lnTo>
                <a:lnTo>
                  <a:pt x="431832" y="101003"/>
                </a:lnTo>
                <a:lnTo>
                  <a:pt x="433459" y="100025"/>
                </a:lnTo>
              </a:path>
              <a:path w="442950" h="652487">
                <a:moveTo>
                  <a:pt x="433565" y="99961"/>
                </a:moveTo>
                <a:lnTo>
                  <a:pt x="435394" y="109804"/>
                </a:lnTo>
                <a:lnTo>
                  <a:pt x="437730" y="586892"/>
                </a:lnTo>
                <a:lnTo>
                  <a:pt x="437730" y="109804"/>
                </a:lnTo>
                <a:lnTo>
                  <a:pt x="437730" y="99961"/>
                </a:lnTo>
              </a:path>
              <a:path w="442950" h="652487">
                <a:moveTo>
                  <a:pt x="430377" y="101003"/>
                </a:moveTo>
              </a:path>
              <a:path w="442950" h="652487">
                <a:moveTo>
                  <a:pt x="430441" y="101003"/>
                </a:moveTo>
                <a:lnTo>
                  <a:pt x="431651" y="101111"/>
                </a:lnTo>
                <a:lnTo>
                  <a:pt x="431832" y="101003"/>
                </a:lnTo>
              </a:path>
              <a:path w="442950" h="652487">
                <a:moveTo>
                  <a:pt x="430441" y="101111"/>
                </a:moveTo>
                <a:lnTo>
                  <a:pt x="430441" y="101549"/>
                </a:lnTo>
                <a:lnTo>
                  <a:pt x="430441" y="104673"/>
                </a:lnTo>
                <a:lnTo>
                  <a:pt x="430441" y="105156"/>
                </a:lnTo>
                <a:lnTo>
                  <a:pt x="430441" y="107340"/>
                </a:lnTo>
                <a:lnTo>
                  <a:pt x="432523" y="108376"/>
                </a:lnTo>
                <a:lnTo>
                  <a:pt x="432523" y="107340"/>
                </a:lnTo>
                <a:lnTo>
                  <a:pt x="432523" y="105156"/>
                </a:lnTo>
                <a:lnTo>
                  <a:pt x="431965" y="104673"/>
                </a:lnTo>
                <a:lnTo>
                  <a:pt x="430923" y="101549"/>
                </a:lnTo>
                <a:lnTo>
                  <a:pt x="431651" y="101111"/>
                </a:lnTo>
              </a:path>
              <a:path w="442950" h="652487">
                <a:moveTo>
                  <a:pt x="421132" y="76034"/>
                </a:moveTo>
                <a:lnTo>
                  <a:pt x="419041" y="76034"/>
                </a:lnTo>
                <a:lnTo>
                  <a:pt x="417995" y="74993"/>
                </a:lnTo>
                <a:lnTo>
                  <a:pt x="417931" y="76034"/>
                </a:lnTo>
                <a:lnTo>
                  <a:pt x="420014" y="77063"/>
                </a:lnTo>
                <a:lnTo>
                  <a:pt x="421132" y="76034"/>
                </a:lnTo>
                <a:close/>
              </a:path>
              <a:path w="442950" h="652487">
                <a:moveTo>
                  <a:pt x="419036" y="623316"/>
                </a:moveTo>
                <a:lnTo>
                  <a:pt x="419046" y="622274"/>
                </a:lnTo>
                <a:lnTo>
                  <a:pt x="419531" y="621792"/>
                </a:lnTo>
                <a:lnTo>
                  <a:pt x="420083" y="622274"/>
                </a:lnTo>
                <a:lnTo>
                  <a:pt x="424180" y="622274"/>
                </a:lnTo>
                <a:lnTo>
                  <a:pt x="423214" y="620191"/>
                </a:lnTo>
                <a:lnTo>
                  <a:pt x="424179" y="619226"/>
                </a:lnTo>
                <a:lnTo>
                  <a:pt x="422097" y="619150"/>
                </a:lnTo>
                <a:lnTo>
                  <a:pt x="421055" y="620191"/>
                </a:lnTo>
                <a:lnTo>
                  <a:pt x="421614" y="620750"/>
                </a:lnTo>
                <a:lnTo>
                  <a:pt x="422173" y="621233"/>
                </a:lnTo>
                <a:lnTo>
                  <a:pt x="420448" y="621233"/>
                </a:lnTo>
                <a:lnTo>
                  <a:pt x="418365" y="622274"/>
                </a:lnTo>
                <a:lnTo>
                  <a:pt x="418000" y="623316"/>
                </a:lnTo>
                <a:lnTo>
                  <a:pt x="419036" y="623316"/>
                </a:lnTo>
                <a:close/>
              </a:path>
              <a:path w="442950" h="652487">
                <a:moveTo>
                  <a:pt x="420083" y="622274"/>
                </a:moveTo>
                <a:lnTo>
                  <a:pt x="419531" y="621792"/>
                </a:lnTo>
                <a:lnTo>
                  <a:pt x="419046" y="622274"/>
                </a:lnTo>
                <a:lnTo>
                  <a:pt x="419036" y="623316"/>
                </a:lnTo>
                <a:lnTo>
                  <a:pt x="420083" y="622274"/>
                </a:lnTo>
                <a:close/>
              </a:path>
              <a:path w="442950" h="652487">
                <a:moveTo>
                  <a:pt x="420014" y="88506"/>
                </a:moveTo>
                <a:lnTo>
                  <a:pt x="420014" y="87551"/>
                </a:lnTo>
                <a:lnTo>
                  <a:pt x="419455" y="86995"/>
                </a:lnTo>
                <a:lnTo>
                  <a:pt x="418973" y="86436"/>
                </a:lnTo>
                <a:lnTo>
                  <a:pt x="417931" y="86436"/>
                </a:lnTo>
                <a:lnTo>
                  <a:pt x="417868" y="87477"/>
                </a:lnTo>
                <a:lnTo>
                  <a:pt x="416890" y="88506"/>
                </a:lnTo>
                <a:lnTo>
                  <a:pt x="420014" y="88506"/>
                </a:lnTo>
                <a:close/>
              </a:path>
              <a:path w="442950" h="652487">
                <a:moveTo>
                  <a:pt x="426262" y="605629"/>
                </a:moveTo>
                <a:lnTo>
                  <a:pt x="429399" y="602500"/>
                </a:lnTo>
                <a:lnTo>
                  <a:pt x="426275" y="604583"/>
                </a:lnTo>
                <a:lnTo>
                  <a:pt x="426275" y="599389"/>
                </a:lnTo>
                <a:lnTo>
                  <a:pt x="425221" y="599389"/>
                </a:lnTo>
                <a:lnTo>
                  <a:pt x="425221" y="602500"/>
                </a:lnTo>
                <a:lnTo>
                  <a:pt x="425221" y="605624"/>
                </a:lnTo>
                <a:lnTo>
                  <a:pt x="425221" y="602500"/>
                </a:lnTo>
                <a:lnTo>
                  <a:pt x="424179" y="602500"/>
                </a:lnTo>
                <a:lnTo>
                  <a:pt x="423621" y="606107"/>
                </a:lnTo>
                <a:lnTo>
                  <a:pt x="424180" y="606232"/>
                </a:lnTo>
                <a:lnTo>
                  <a:pt x="424180" y="605548"/>
                </a:lnTo>
                <a:lnTo>
                  <a:pt x="424662" y="605066"/>
                </a:lnTo>
                <a:lnTo>
                  <a:pt x="425221" y="606666"/>
                </a:lnTo>
                <a:lnTo>
                  <a:pt x="424180" y="607707"/>
                </a:lnTo>
                <a:lnTo>
                  <a:pt x="426262" y="605629"/>
                </a:lnTo>
                <a:close/>
              </a:path>
              <a:path w="442950" h="652487">
                <a:moveTo>
                  <a:pt x="425221" y="602500"/>
                </a:moveTo>
                <a:lnTo>
                  <a:pt x="425221" y="601472"/>
                </a:lnTo>
                <a:lnTo>
                  <a:pt x="424180" y="601472"/>
                </a:lnTo>
                <a:lnTo>
                  <a:pt x="424179" y="602500"/>
                </a:lnTo>
                <a:lnTo>
                  <a:pt x="425221" y="602500"/>
                </a:lnTo>
                <a:close/>
              </a:path>
              <a:path w="442950" h="652487">
                <a:moveTo>
                  <a:pt x="429336" y="99961"/>
                </a:moveTo>
                <a:lnTo>
                  <a:pt x="428358" y="98983"/>
                </a:lnTo>
                <a:lnTo>
                  <a:pt x="428282" y="96837"/>
                </a:lnTo>
                <a:lnTo>
                  <a:pt x="427316" y="93713"/>
                </a:lnTo>
                <a:lnTo>
                  <a:pt x="426275" y="91643"/>
                </a:lnTo>
                <a:lnTo>
                  <a:pt x="425657" y="91643"/>
                </a:lnTo>
                <a:lnTo>
                  <a:pt x="425527" y="91331"/>
                </a:lnTo>
                <a:lnTo>
                  <a:pt x="425221" y="90601"/>
                </a:lnTo>
                <a:lnTo>
                  <a:pt x="425221" y="91643"/>
                </a:lnTo>
                <a:lnTo>
                  <a:pt x="424662" y="92189"/>
                </a:lnTo>
                <a:lnTo>
                  <a:pt x="425221" y="92748"/>
                </a:lnTo>
                <a:lnTo>
                  <a:pt x="425704" y="93230"/>
                </a:lnTo>
                <a:lnTo>
                  <a:pt x="426275" y="93119"/>
                </a:lnTo>
                <a:lnTo>
                  <a:pt x="426758" y="94272"/>
                </a:lnTo>
                <a:lnTo>
                  <a:pt x="427316" y="95872"/>
                </a:lnTo>
                <a:lnTo>
                  <a:pt x="427316" y="99961"/>
                </a:lnTo>
                <a:lnTo>
                  <a:pt x="429336" y="99961"/>
                </a:lnTo>
                <a:close/>
              </a:path>
              <a:path w="442950" h="652487">
                <a:moveTo>
                  <a:pt x="433565" y="99961"/>
                </a:moveTo>
                <a:lnTo>
                  <a:pt x="430923" y="101549"/>
                </a:lnTo>
                <a:lnTo>
                  <a:pt x="431965" y="104673"/>
                </a:lnTo>
                <a:lnTo>
                  <a:pt x="432523" y="105156"/>
                </a:lnTo>
                <a:lnTo>
                  <a:pt x="432523" y="109804"/>
                </a:lnTo>
                <a:lnTo>
                  <a:pt x="432523" y="586892"/>
                </a:lnTo>
                <a:lnTo>
                  <a:pt x="431965" y="591540"/>
                </a:lnTo>
                <a:lnTo>
                  <a:pt x="431406" y="592099"/>
                </a:lnTo>
                <a:lnTo>
                  <a:pt x="430441" y="593064"/>
                </a:lnTo>
                <a:lnTo>
                  <a:pt x="430441" y="594664"/>
                </a:lnTo>
                <a:lnTo>
                  <a:pt x="433165" y="594664"/>
                </a:lnTo>
                <a:lnTo>
                  <a:pt x="432765" y="593064"/>
                </a:lnTo>
                <a:lnTo>
                  <a:pt x="432523" y="592099"/>
                </a:lnTo>
                <a:lnTo>
                  <a:pt x="433082" y="591540"/>
                </a:lnTo>
                <a:lnTo>
                  <a:pt x="437730" y="586892"/>
                </a:lnTo>
                <a:lnTo>
                  <a:pt x="435394" y="109804"/>
                </a:lnTo>
                <a:lnTo>
                  <a:pt x="434530" y="105156"/>
                </a:lnTo>
                <a:lnTo>
                  <a:pt x="434440" y="104673"/>
                </a:lnTo>
                <a:lnTo>
                  <a:pt x="433860" y="101549"/>
                </a:lnTo>
              </a:path>
              <a:path w="442950" h="652487">
                <a:moveTo>
                  <a:pt x="429399" y="594106"/>
                </a:moveTo>
                <a:lnTo>
                  <a:pt x="429399" y="595147"/>
                </a:lnTo>
                <a:lnTo>
                  <a:pt x="430441" y="595147"/>
                </a:lnTo>
              </a:path>
              <a:path w="442950" h="652487">
                <a:moveTo>
                  <a:pt x="430441" y="594664"/>
                </a:moveTo>
                <a:lnTo>
                  <a:pt x="430441" y="595093"/>
                </a:lnTo>
                <a:lnTo>
                  <a:pt x="430923" y="594664"/>
                </a:lnTo>
              </a:path>
              <a:path w="442950" h="652487">
                <a:moveTo>
                  <a:pt x="430923" y="594664"/>
                </a:moveTo>
                <a:lnTo>
                  <a:pt x="430441" y="595223"/>
                </a:lnTo>
                <a:lnTo>
                  <a:pt x="433304" y="595223"/>
                </a:lnTo>
                <a:lnTo>
                  <a:pt x="433165" y="594664"/>
                </a:lnTo>
              </a:path>
              <a:path w="442950" h="652487">
                <a:moveTo>
                  <a:pt x="429399" y="595147"/>
                </a:moveTo>
                <a:lnTo>
                  <a:pt x="430441" y="595223"/>
                </a:lnTo>
              </a:path>
              <a:path w="442950" h="652487">
                <a:moveTo>
                  <a:pt x="429399" y="595223"/>
                </a:moveTo>
                <a:lnTo>
                  <a:pt x="429399" y="596188"/>
                </a:lnTo>
                <a:lnTo>
                  <a:pt x="433565" y="596264"/>
                </a:lnTo>
                <a:lnTo>
                  <a:pt x="433304" y="595223"/>
                </a:lnTo>
              </a:path>
              <a:path w="442950" h="652487">
                <a:moveTo>
                  <a:pt x="429323" y="596264"/>
                </a:moveTo>
                <a:lnTo>
                  <a:pt x="429323" y="596264"/>
                </a:lnTo>
                <a:lnTo>
                  <a:pt x="430261" y="596264"/>
                </a:lnTo>
              </a:path>
              <a:path w="442950" h="652487">
                <a:moveTo>
                  <a:pt x="430261" y="596264"/>
                </a:moveTo>
                <a:lnTo>
                  <a:pt x="429399" y="598347"/>
                </a:lnTo>
                <a:lnTo>
                  <a:pt x="431482" y="598347"/>
                </a:lnTo>
                <a:lnTo>
                  <a:pt x="433565" y="596265"/>
                </a:lnTo>
              </a:path>
              <a:path w="442950" h="652487">
                <a:moveTo>
                  <a:pt x="428358" y="597230"/>
                </a:moveTo>
                <a:lnTo>
                  <a:pt x="428358" y="598347"/>
                </a:lnTo>
                <a:lnTo>
                  <a:pt x="426275" y="598347"/>
                </a:lnTo>
                <a:lnTo>
                  <a:pt x="429399" y="598347"/>
                </a:lnTo>
              </a:path>
              <a:path w="442950" h="652487">
                <a:moveTo>
                  <a:pt x="426275" y="598347"/>
                </a:moveTo>
                <a:lnTo>
                  <a:pt x="426275" y="599389"/>
                </a:lnTo>
                <a:lnTo>
                  <a:pt x="427316" y="601472"/>
                </a:lnTo>
                <a:lnTo>
                  <a:pt x="428358" y="601472"/>
                </a:lnTo>
                <a:lnTo>
                  <a:pt x="427316" y="599389"/>
                </a:lnTo>
                <a:lnTo>
                  <a:pt x="430441" y="599389"/>
                </a:lnTo>
                <a:lnTo>
                  <a:pt x="431482" y="598347"/>
                </a:lnTo>
              </a:path>
              <a:path w="442950" h="652487">
                <a:moveTo>
                  <a:pt x="427316" y="601472"/>
                </a:moveTo>
                <a:lnTo>
                  <a:pt x="427316" y="602500"/>
                </a:lnTo>
                <a:lnTo>
                  <a:pt x="430338" y="602500"/>
                </a:lnTo>
                <a:lnTo>
                  <a:pt x="430441" y="601472"/>
                </a:lnTo>
              </a:path>
              <a:path w="442950" h="652487">
                <a:moveTo>
                  <a:pt x="427316" y="602500"/>
                </a:moveTo>
                <a:lnTo>
                  <a:pt x="427316" y="603542"/>
                </a:lnTo>
                <a:lnTo>
                  <a:pt x="428360" y="602500"/>
                </a:lnTo>
              </a:path>
              <a:path w="442950" h="652487">
                <a:moveTo>
                  <a:pt x="428360" y="602500"/>
                </a:moveTo>
                <a:lnTo>
                  <a:pt x="429399" y="602500"/>
                </a:lnTo>
                <a:lnTo>
                  <a:pt x="426262" y="605629"/>
                </a:lnTo>
                <a:lnTo>
                  <a:pt x="424180" y="607707"/>
                </a:lnTo>
                <a:lnTo>
                  <a:pt x="429816" y="607707"/>
                </a:lnTo>
                <a:lnTo>
                  <a:pt x="430024" y="605629"/>
                </a:lnTo>
                <a:lnTo>
                  <a:pt x="430338" y="602500"/>
                </a:lnTo>
              </a:path>
              <a:path w="442950" h="652487">
                <a:moveTo>
                  <a:pt x="423138" y="602500"/>
                </a:moveTo>
                <a:lnTo>
                  <a:pt x="423138" y="606107"/>
                </a:lnTo>
                <a:lnTo>
                  <a:pt x="424180" y="606232"/>
                </a:lnTo>
                <a:lnTo>
                  <a:pt x="423621" y="606107"/>
                </a:lnTo>
                <a:lnTo>
                  <a:pt x="424179" y="602500"/>
                </a:lnTo>
              </a:path>
              <a:path w="442950" h="652487">
                <a:moveTo>
                  <a:pt x="424662" y="605066"/>
                </a:moveTo>
                <a:lnTo>
                  <a:pt x="424180" y="605548"/>
                </a:lnTo>
                <a:lnTo>
                  <a:pt x="424180" y="606232"/>
                </a:lnTo>
                <a:lnTo>
                  <a:pt x="425069" y="606232"/>
                </a:lnTo>
                <a:lnTo>
                  <a:pt x="424831" y="605548"/>
                </a:lnTo>
              </a:path>
              <a:path w="442950" h="652487">
                <a:moveTo>
                  <a:pt x="423138" y="606232"/>
                </a:moveTo>
                <a:lnTo>
                  <a:pt x="423138" y="606666"/>
                </a:lnTo>
                <a:lnTo>
                  <a:pt x="423138" y="607707"/>
                </a:lnTo>
                <a:lnTo>
                  <a:pt x="424180" y="607707"/>
                </a:lnTo>
                <a:lnTo>
                  <a:pt x="425221" y="606666"/>
                </a:lnTo>
                <a:lnTo>
                  <a:pt x="425069" y="606232"/>
                </a:lnTo>
              </a:path>
              <a:path w="442950" h="652487">
                <a:moveTo>
                  <a:pt x="423138" y="607707"/>
                </a:moveTo>
                <a:lnTo>
                  <a:pt x="423138" y="608749"/>
                </a:lnTo>
                <a:lnTo>
                  <a:pt x="422097" y="609790"/>
                </a:lnTo>
                <a:lnTo>
                  <a:pt x="420014" y="611873"/>
                </a:lnTo>
                <a:lnTo>
                  <a:pt x="429399" y="611873"/>
                </a:lnTo>
                <a:lnTo>
                  <a:pt x="429608" y="609790"/>
                </a:lnTo>
                <a:lnTo>
                  <a:pt x="429712" y="608749"/>
                </a:lnTo>
                <a:lnTo>
                  <a:pt x="429816" y="607707"/>
                </a:lnTo>
              </a:path>
              <a:path w="442950" h="652487">
                <a:moveTo>
                  <a:pt x="429399" y="611873"/>
                </a:moveTo>
                <a:lnTo>
                  <a:pt x="429399" y="611873"/>
                </a:lnTo>
                <a:lnTo>
                  <a:pt x="429399" y="611873"/>
                </a:lnTo>
              </a:path>
              <a:path w="442950" h="652487">
                <a:moveTo>
                  <a:pt x="420014" y="611873"/>
                </a:moveTo>
                <a:lnTo>
                  <a:pt x="418973" y="612914"/>
                </a:lnTo>
                <a:lnTo>
                  <a:pt x="431548" y="612914"/>
                </a:lnTo>
                <a:lnTo>
                  <a:pt x="429399" y="611873"/>
                </a:lnTo>
              </a:path>
              <a:path w="442950" h="652487">
                <a:moveTo>
                  <a:pt x="418973" y="612914"/>
                </a:moveTo>
                <a:lnTo>
                  <a:pt x="417931" y="613956"/>
                </a:lnTo>
                <a:lnTo>
                  <a:pt x="416890" y="614997"/>
                </a:lnTo>
                <a:lnTo>
                  <a:pt x="417151" y="616038"/>
                </a:lnTo>
                <a:lnTo>
                  <a:pt x="426507" y="616038"/>
                </a:lnTo>
                <a:lnTo>
                  <a:pt x="426912" y="614997"/>
                </a:lnTo>
                <a:lnTo>
                  <a:pt x="427316" y="613956"/>
                </a:lnTo>
                <a:lnTo>
                  <a:pt x="428358" y="612914"/>
                </a:lnTo>
              </a:path>
              <a:path w="442950" h="652487">
                <a:moveTo>
                  <a:pt x="428358" y="612914"/>
                </a:moveTo>
                <a:lnTo>
                  <a:pt x="431548" y="612914"/>
                </a:lnTo>
                <a:lnTo>
                  <a:pt x="431548" y="612914"/>
                </a:lnTo>
              </a:path>
              <a:path w="442950" h="652487">
                <a:moveTo>
                  <a:pt x="417151" y="616038"/>
                </a:moveTo>
                <a:lnTo>
                  <a:pt x="417931" y="619150"/>
                </a:lnTo>
                <a:lnTo>
                  <a:pt x="417931" y="621233"/>
                </a:lnTo>
                <a:lnTo>
                  <a:pt x="417931" y="622274"/>
                </a:lnTo>
                <a:lnTo>
                  <a:pt x="418973" y="621233"/>
                </a:lnTo>
                <a:lnTo>
                  <a:pt x="421060" y="619150"/>
                </a:lnTo>
                <a:lnTo>
                  <a:pt x="424180" y="616038"/>
                </a:lnTo>
              </a:path>
              <a:path w="442950" h="652487">
                <a:moveTo>
                  <a:pt x="424180" y="616038"/>
                </a:moveTo>
                <a:lnTo>
                  <a:pt x="424180" y="618899"/>
                </a:lnTo>
                <a:lnTo>
                  <a:pt x="424256" y="619150"/>
                </a:lnTo>
                <a:lnTo>
                  <a:pt x="425297" y="619150"/>
                </a:lnTo>
                <a:lnTo>
                  <a:pt x="425395" y="618899"/>
                </a:lnTo>
                <a:lnTo>
                  <a:pt x="426507" y="616038"/>
                </a:lnTo>
              </a:path>
              <a:path w="442950" h="652487">
                <a:moveTo>
                  <a:pt x="417931" y="622274"/>
                </a:moveTo>
                <a:lnTo>
                  <a:pt x="417931" y="622454"/>
                </a:lnTo>
                <a:lnTo>
                  <a:pt x="417931" y="622274"/>
                </a:lnTo>
              </a:path>
              <a:path w="442950" h="652487">
                <a:moveTo>
                  <a:pt x="429399" y="602500"/>
                </a:moveTo>
                <a:lnTo>
                  <a:pt x="428363" y="602500"/>
                </a:lnTo>
                <a:lnTo>
                  <a:pt x="427316" y="603542"/>
                </a:lnTo>
                <a:lnTo>
                  <a:pt x="427316" y="601472"/>
                </a:lnTo>
                <a:lnTo>
                  <a:pt x="426275" y="599389"/>
                </a:lnTo>
                <a:lnTo>
                  <a:pt x="426275" y="604583"/>
                </a:lnTo>
                <a:lnTo>
                  <a:pt x="429399" y="602500"/>
                </a:lnTo>
                <a:close/>
              </a:path>
              <a:path w="442950" h="652487">
                <a:moveTo>
                  <a:pt x="428421" y="81229"/>
                </a:moveTo>
                <a:lnTo>
                  <a:pt x="427863" y="80670"/>
                </a:lnTo>
                <a:lnTo>
                  <a:pt x="427316" y="79146"/>
                </a:lnTo>
                <a:lnTo>
                  <a:pt x="427316" y="77063"/>
                </a:lnTo>
                <a:lnTo>
                  <a:pt x="423202" y="78104"/>
                </a:lnTo>
                <a:lnTo>
                  <a:pt x="422097" y="78105"/>
                </a:lnTo>
                <a:lnTo>
                  <a:pt x="425221" y="81229"/>
                </a:lnTo>
                <a:lnTo>
                  <a:pt x="423697" y="78600"/>
                </a:lnTo>
                <a:lnTo>
                  <a:pt x="425297" y="78105"/>
                </a:lnTo>
                <a:lnTo>
                  <a:pt x="426339" y="79146"/>
                </a:lnTo>
                <a:lnTo>
                  <a:pt x="427316" y="80124"/>
                </a:lnTo>
                <a:lnTo>
                  <a:pt x="427316" y="81229"/>
                </a:lnTo>
                <a:lnTo>
                  <a:pt x="427316" y="83312"/>
                </a:lnTo>
                <a:lnTo>
                  <a:pt x="427316" y="81229"/>
                </a:lnTo>
                <a:lnTo>
                  <a:pt x="425229" y="81229"/>
                </a:lnTo>
                <a:lnTo>
                  <a:pt x="430441" y="86436"/>
                </a:lnTo>
                <a:lnTo>
                  <a:pt x="428421" y="81229"/>
                </a:lnTo>
                <a:close/>
              </a:path>
              <a:path w="442950" h="652487">
                <a:moveTo>
                  <a:pt x="427316" y="81229"/>
                </a:moveTo>
                <a:lnTo>
                  <a:pt x="427316" y="80444"/>
                </a:lnTo>
                <a:lnTo>
                  <a:pt x="427316" y="80124"/>
                </a:lnTo>
                <a:lnTo>
                  <a:pt x="426339" y="79146"/>
                </a:lnTo>
                <a:lnTo>
                  <a:pt x="424180" y="79146"/>
                </a:lnTo>
                <a:lnTo>
                  <a:pt x="425229" y="81229"/>
                </a:lnTo>
                <a:lnTo>
                  <a:pt x="427316" y="81229"/>
                </a:lnTo>
                <a:close/>
              </a:path>
              <a:path w="442950" h="652487">
                <a:moveTo>
                  <a:pt x="424180" y="79146"/>
                </a:moveTo>
                <a:lnTo>
                  <a:pt x="426339" y="79146"/>
                </a:lnTo>
                <a:lnTo>
                  <a:pt x="425297" y="78105"/>
                </a:lnTo>
                <a:lnTo>
                  <a:pt x="423697" y="78600"/>
                </a:lnTo>
                <a:lnTo>
                  <a:pt x="425229" y="81229"/>
                </a:lnTo>
                <a:lnTo>
                  <a:pt x="424180" y="79146"/>
                </a:lnTo>
                <a:close/>
              </a:path>
              <a:path w="442950" h="652487">
                <a:moveTo>
                  <a:pt x="426758" y="94272"/>
                </a:moveTo>
                <a:lnTo>
                  <a:pt x="426275" y="93119"/>
                </a:lnTo>
                <a:lnTo>
                  <a:pt x="425704" y="93230"/>
                </a:lnTo>
                <a:lnTo>
                  <a:pt x="426275" y="94830"/>
                </a:lnTo>
                <a:lnTo>
                  <a:pt x="427316" y="95872"/>
                </a:lnTo>
                <a:lnTo>
                  <a:pt x="426758" y="94272"/>
                </a:lnTo>
                <a:close/>
              </a:path>
              <a:path w="442950" h="652487">
                <a:moveTo>
                  <a:pt x="422033" y="89560"/>
                </a:moveTo>
                <a:lnTo>
                  <a:pt x="423138" y="88506"/>
                </a:lnTo>
                <a:lnTo>
                  <a:pt x="420631" y="87477"/>
                </a:lnTo>
                <a:lnTo>
                  <a:pt x="420014" y="85394"/>
                </a:lnTo>
                <a:lnTo>
                  <a:pt x="420014" y="87477"/>
                </a:lnTo>
                <a:lnTo>
                  <a:pt x="420974" y="88506"/>
                </a:lnTo>
                <a:lnTo>
                  <a:pt x="422579" y="90106"/>
                </a:lnTo>
                <a:lnTo>
                  <a:pt x="422033" y="89560"/>
                </a:lnTo>
                <a:close/>
              </a:path>
              <a:path w="442950" h="652487">
                <a:moveTo>
                  <a:pt x="420014" y="84353"/>
                </a:moveTo>
                <a:lnTo>
                  <a:pt x="416890" y="76034"/>
                </a:lnTo>
                <a:lnTo>
                  <a:pt x="416890" y="82270"/>
                </a:lnTo>
                <a:lnTo>
                  <a:pt x="420014" y="85394"/>
                </a:lnTo>
                <a:lnTo>
                  <a:pt x="420014" y="84353"/>
                </a:lnTo>
                <a:close/>
              </a:path>
              <a:path w="442950" h="652487">
                <a:moveTo>
                  <a:pt x="427316" y="96837"/>
                </a:moveTo>
                <a:lnTo>
                  <a:pt x="427316" y="95872"/>
                </a:lnTo>
                <a:lnTo>
                  <a:pt x="426275" y="94830"/>
                </a:lnTo>
                <a:lnTo>
                  <a:pt x="425704" y="93230"/>
                </a:lnTo>
                <a:lnTo>
                  <a:pt x="425221" y="92748"/>
                </a:lnTo>
                <a:lnTo>
                  <a:pt x="425221" y="96837"/>
                </a:lnTo>
                <a:lnTo>
                  <a:pt x="427316" y="96837"/>
                </a:lnTo>
                <a:close/>
              </a:path>
              <a:path w="442950" h="652487">
                <a:moveTo>
                  <a:pt x="430264" y="99961"/>
                </a:moveTo>
                <a:lnTo>
                  <a:pt x="430441" y="96837"/>
                </a:lnTo>
                <a:lnTo>
                  <a:pt x="428609" y="96837"/>
                </a:lnTo>
                <a:lnTo>
                  <a:pt x="428358" y="96230"/>
                </a:lnTo>
                <a:lnTo>
                  <a:pt x="427316" y="93713"/>
                </a:lnTo>
                <a:lnTo>
                  <a:pt x="428282" y="96837"/>
                </a:lnTo>
                <a:lnTo>
                  <a:pt x="429336" y="99961"/>
                </a:lnTo>
                <a:lnTo>
                  <a:pt x="430264" y="99961"/>
                </a:lnTo>
                <a:close/>
              </a:path>
              <a:path w="442950" h="652487">
                <a:moveTo>
                  <a:pt x="430261" y="596264"/>
                </a:moveTo>
                <a:lnTo>
                  <a:pt x="427316" y="596265"/>
                </a:lnTo>
                <a:lnTo>
                  <a:pt x="427316" y="598347"/>
                </a:lnTo>
                <a:lnTo>
                  <a:pt x="428358" y="598347"/>
                </a:lnTo>
                <a:lnTo>
                  <a:pt x="428358" y="597230"/>
                </a:lnTo>
                <a:lnTo>
                  <a:pt x="429399" y="598347"/>
                </a:lnTo>
                <a:lnTo>
                  <a:pt x="430261" y="596264"/>
                </a:lnTo>
                <a:close/>
              </a:path>
              <a:path w="442950" h="652487">
                <a:moveTo>
                  <a:pt x="431482" y="608749"/>
                </a:moveTo>
                <a:lnTo>
                  <a:pt x="433138" y="607092"/>
                </a:lnTo>
                <a:lnTo>
                  <a:pt x="431482" y="608749"/>
                </a:lnTo>
                <a:lnTo>
                  <a:pt x="430441" y="609790"/>
                </a:lnTo>
                <a:lnTo>
                  <a:pt x="431482" y="608749"/>
                </a:lnTo>
                <a:close/>
              </a:path>
              <a:path w="442950" h="652487">
                <a:moveTo>
                  <a:pt x="435648" y="609790"/>
                </a:moveTo>
                <a:lnTo>
                  <a:pt x="434606" y="609790"/>
                </a:lnTo>
                <a:lnTo>
                  <a:pt x="433565" y="608749"/>
                </a:lnTo>
                <a:lnTo>
                  <a:pt x="433565" y="607707"/>
                </a:lnTo>
                <a:lnTo>
                  <a:pt x="434606" y="606666"/>
                </a:lnTo>
                <a:lnTo>
                  <a:pt x="437730" y="606666"/>
                </a:lnTo>
                <a:lnTo>
                  <a:pt x="436689" y="603542"/>
                </a:lnTo>
                <a:lnTo>
                  <a:pt x="433565" y="606666"/>
                </a:lnTo>
                <a:lnTo>
                  <a:pt x="433138" y="607092"/>
                </a:lnTo>
                <a:lnTo>
                  <a:pt x="433565" y="606666"/>
                </a:lnTo>
                <a:lnTo>
                  <a:pt x="432523" y="608749"/>
                </a:lnTo>
                <a:lnTo>
                  <a:pt x="433565" y="609790"/>
                </a:lnTo>
                <a:lnTo>
                  <a:pt x="434606" y="611873"/>
                </a:lnTo>
                <a:lnTo>
                  <a:pt x="435648" y="611873"/>
                </a:lnTo>
                <a:lnTo>
                  <a:pt x="435648" y="609790"/>
                </a:lnTo>
                <a:close/>
              </a:path>
              <a:path w="442950" h="652487">
                <a:moveTo>
                  <a:pt x="432523" y="598347"/>
                </a:moveTo>
                <a:lnTo>
                  <a:pt x="433565" y="596265"/>
                </a:lnTo>
                <a:lnTo>
                  <a:pt x="431482" y="598347"/>
                </a:lnTo>
                <a:lnTo>
                  <a:pt x="430441" y="599389"/>
                </a:lnTo>
                <a:lnTo>
                  <a:pt x="431479" y="599389"/>
                </a:lnTo>
                <a:lnTo>
                  <a:pt x="432523" y="598347"/>
                </a:lnTo>
                <a:close/>
              </a:path>
              <a:path w="442950" h="652487">
                <a:moveTo>
                  <a:pt x="431965" y="591540"/>
                </a:moveTo>
                <a:lnTo>
                  <a:pt x="432523" y="586892"/>
                </a:lnTo>
                <a:lnTo>
                  <a:pt x="430441" y="586892"/>
                </a:lnTo>
                <a:lnTo>
                  <a:pt x="430441" y="593064"/>
                </a:lnTo>
                <a:lnTo>
                  <a:pt x="431965" y="591540"/>
                </a:lnTo>
                <a:close/>
              </a:path>
              <a:path w="442950" h="652487">
                <a:moveTo>
                  <a:pt x="436689" y="608749"/>
                </a:moveTo>
                <a:lnTo>
                  <a:pt x="435648" y="608749"/>
                </a:lnTo>
                <a:lnTo>
                  <a:pt x="434606" y="606666"/>
                </a:lnTo>
                <a:lnTo>
                  <a:pt x="433565" y="607707"/>
                </a:lnTo>
                <a:lnTo>
                  <a:pt x="433565" y="608749"/>
                </a:lnTo>
                <a:lnTo>
                  <a:pt x="434606" y="609790"/>
                </a:lnTo>
                <a:lnTo>
                  <a:pt x="436689" y="609790"/>
                </a:lnTo>
                <a:lnTo>
                  <a:pt x="436689" y="608749"/>
                </a:lnTo>
                <a:close/>
              </a:path>
              <a:path w="442950" h="652487">
                <a:moveTo>
                  <a:pt x="437730" y="606666"/>
                </a:moveTo>
                <a:lnTo>
                  <a:pt x="434606" y="606666"/>
                </a:lnTo>
                <a:lnTo>
                  <a:pt x="435648" y="608749"/>
                </a:lnTo>
                <a:lnTo>
                  <a:pt x="437730" y="608749"/>
                </a:lnTo>
                <a:lnTo>
                  <a:pt x="437730" y="606666"/>
                </a:lnTo>
                <a:close/>
              </a:path>
              <a:path w="442950" h="652487">
                <a:moveTo>
                  <a:pt x="435648" y="89485"/>
                </a:moveTo>
                <a:lnTo>
                  <a:pt x="435397" y="89560"/>
                </a:lnTo>
                <a:lnTo>
                  <a:pt x="435724" y="89560"/>
                </a:lnTo>
                <a:close/>
              </a:path>
              <a:path w="442950" h="652487">
                <a:moveTo>
                  <a:pt x="435648" y="88442"/>
                </a:moveTo>
                <a:lnTo>
                  <a:pt x="436689" y="86436"/>
                </a:lnTo>
                <a:lnTo>
                  <a:pt x="433641" y="86436"/>
                </a:lnTo>
                <a:lnTo>
                  <a:pt x="435165" y="89001"/>
                </a:lnTo>
                <a:lnTo>
                  <a:pt x="435648" y="88442"/>
                </a:lnTo>
                <a:close/>
              </a:path>
              <a:path w="442950" h="652487">
                <a:moveTo>
                  <a:pt x="437730" y="602579"/>
                </a:moveTo>
                <a:lnTo>
                  <a:pt x="437730" y="601897"/>
                </a:lnTo>
                <a:lnTo>
                  <a:pt x="438725" y="599501"/>
                </a:lnTo>
                <a:lnTo>
                  <a:pt x="439381" y="597306"/>
                </a:lnTo>
                <a:lnTo>
                  <a:pt x="439813" y="596265"/>
                </a:lnTo>
                <a:lnTo>
                  <a:pt x="440855" y="592099"/>
                </a:lnTo>
                <a:lnTo>
                  <a:pt x="435648" y="597306"/>
                </a:lnTo>
                <a:lnTo>
                  <a:pt x="438289" y="599935"/>
                </a:lnTo>
                <a:lnTo>
                  <a:pt x="437730" y="601472"/>
                </a:lnTo>
                <a:lnTo>
                  <a:pt x="437248" y="603059"/>
                </a:lnTo>
                <a:lnTo>
                  <a:pt x="437730" y="602579"/>
                </a:lnTo>
                <a:close/>
              </a:path>
              <a:path w="442950" h="652487">
                <a:moveTo>
                  <a:pt x="438720" y="96711"/>
                </a:moveTo>
                <a:lnTo>
                  <a:pt x="438772" y="94686"/>
                </a:lnTo>
                <a:lnTo>
                  <a:pt x="437730" y="93639"/>
                </a:lnTo>
                <a:lnTo>
                  <a:pt x="437730" y="94320"/>
                </a:lnTo>
                <a:lnTo>
                  <a:pt x="438289" y="96278"/>
                </a:lnTo>
                <a:lnTo>
                  <a:pt x="439813" y="99961"/>
                </a:lnTo>
                <a:lnTo>
                  <a:pt x="438720" y="96711"/>
                </a:lnTo>
                <a:close/>
              </a:path>
              <a:path w="442950" h="652487">
                <a:moveTo>
                  <a:pt x="442950" y="101942"/>
                </a:moveTo>
                <a:lnTo>
                  <a:pt x="440855" y="100903"/>
                </a:lnTo>
                <a:lnTo>
                  <a:pt x="440855" y="103090"/>
                </a:lnTo>
                <a:lnTo>
                  <a:pt x="440855" y="104114"/>
                </a:lnTo>
                <a:lnTo>
                  <a:pt x="440855" y="103090"/>
                </a:lnTo>
                <a:lnTo>
                  <a:pt x="442950" y="597306"/>
                </a:lnTo>
                <a:lnTo>
                  <a:pt x="442950" y="101942"/>
                </a:lnTo>
                <a:close/>
              </a:path>
              <a:path w="442950" h="652487">
                <a:moveTo>
                  <a:pt x="440855" y="597382"/>
                </a:moveTo>
                <a:lnTo>
                  <a:pt x="439813" y="597306"/>
                </a:lnTo>
                <a:lnTo>
                  <a:pt x="439813" y="598418"/>
                </a:lnTo>
                <a:lnTo>
                  <a:pt x="440855" y="597382"/>
                </a:lnTo>
                <a:close/>
              </a:path>
              <a:path w="442950" h="652487">
                <a:moveTo>
                  <a:pt x="439813" y="600506"/>
                </a:moveTo>
                <a:lnTo>
                  <a:pt x="439813" y="598418"/>
                </a:lnTo>
                <a:lnTo>
                  <a:pt x="438772" y="599455"/>
                </a:lnTo>
                <a:lnTo>
                  <a:pt x="438772" y="601543"/>
                </a:lnTo>
                <a:lnTo>
                  <a:pt x="439813" y="600506"/>
                </a:lnTo>
                <a:close/>
              </a:path>
              <a:path w="442950" h="652487">
                <a:moveTo>
                  <a:pt x="430441" y="593064"/>
                </a:moveTo>
                <a:lnTo>
                  <a:pt x="429399" y="594106"/>
                </a:lnTo>
                <a:lnTo>
                  <a:pt x="430441" y="595147"/>
                </a:lnTo>
                <a:lnTo>
                  <a:pt x="430441" y="593064"/>
                </a:lnTo>
                <a:close/>
              </a:path>
              <a:path w="442950" h="652487">
                <a:moveTo>
                  <a:pt x="430441" y="101066"/>
                </a:moveTo>
                <a:lnTo>
                  <a:pt x="429399" y="100025"/>
                </a:lnTo>
                <a:lnTo>
                  <a:pt x="429399" y="102108"/>
                </a:lnTo>
                <a:lnTo>
                  <a:pt x="430441" y="103149"/>
                </a:lnTo>
                <a:lnTo>
                  <a:pt x="430441" y="101066"/>
                </a:lnTo>
                <a:close/>
              </a:path>
              <a:path w="442950" h="652487">
                <a:moveTo>
                  <a:pt x="432523" y="89560"/>
                </a:moveTo>
                <a:lnTo>
                  <a:pt x="435397" y="89560"/>
                </a:lnTo>
                <a:lnTo>
                  <a:pt x="435648" y="89484"/>
                </a:lnTo>
                <a:lnTo>
                  <a:pt x="436689" y="89560"/>
                </a:lnTo>
                <a:lnTo>
                  <a:pt x="436689" y="86436"/>
                </a:lnTo>
                <a:lnTo>
                  <a:pt x="435648" y="88442"/>
                </a:lnTo>
                <a:lnTo>
                  <a:pt x="435165" y="89001"/>
                </a:lnTo>
                <a:lnTo>
                  <a:pt x="433641" y="86436"/>
                </a:lnTo>
                <a:lnTo>
                  <a:pt x="433082" y="85877"/>
                </a:lnTo>
                <a:lnTo>
                  <a:pt x="432041" y="84836"/>
                </a:lnTo>
                <a:lnTo>
                  <a:pt x="430987" y="83794"/>
                </a:lnTo>
                <a:lnTo>
                  <a:pt x="430441" y="83248"/>
                </a:lnTo>
                <a:lnTo>
                  <a:pt x="430441" y="79146"/>
                </a:lnTo>
                <a:lnTo>
                  <a:pt x="427316" y="79146"/>
                </a:lnTo>
                <a:lnTo>
                  <a:pt x="427863" y="80670"/>
                </a:lnTo>
                <a:lnTo>
                  <a:pt x="428421" y="81229"/>
                </a:lnTo>
                <a:lnTo>
                  <a:pt x="430441" y="86436"/>
                </a:lnTo>
                <a:lnTo>
                  <a:pt x="431482" y="96837"/>
                </a:lnTo>
                <a:lnTo>
                  <a:pt x="432523" y="89560"/>
                </a:lnTo>
                <a:close/>
              </a:path>
              <a:path w="442950" h="652487">
                <a:moveTo>
                  <a:pt x="428358" y="96913"/>
                </a:moveTo>
                <a:lnTo>
                  <a:pt x="428358" y="98983"/>
                </a:lnTo>
                <a:lnTo>
                  <a:pt x="429336" y="99961"/>
                </a:lnTo>
                <a:lnTo>
                  <a:pt x="428358" y="96913"/>
                </a:lnTo>
                <a:close/>
              </a:path>
              <a:path w="442950" h="652487">
                <a:moveTo>
                  <a:pt x="422097" y="609790"/>
                </a:moveTo>
                <a:lnTo>
                  <a:pt x="423138" y="608749"/>
                </a:lnTo>
                <a:lnTo>
                  <a:pt x="423138" y="606590"/>
                </a:lnTo>
                <a:lnTo>
                  <a:pt x="422579" y="607148"/>
                </a:lnTo>
                <a:lnTo>
                  <a:pt x="421538" y="608190"/>
                </a:lnTo>
                <a:lnTo>
                  <a:pt x="420979" y="608749"/>
                </a:lnTo>
                <a:lnTo>
                  <a:pt x="420621" y="609790"/>
                </a:lnTo>
                <a:lnTo>
                  <a:pt x="419455" y="610273"/>
                </a:lnTo>
                <a:lnTo>
                  <a:pt x="420014" y="610831"/>
                </a:lnTo>
                <a:lnTo>
                  <a:pt x="422097" y="609790"/>
                </a:lnTo>
                <a:close/>
              </a:path>
              <a:path w="442950" h="652487">
                <a:moveTo>
                  <a:pt x="415740" y="85351"/>
                </a:moveTo>
                <a:lnTo>
                  <a:pt x="413766" y="85394"/>
                </a:lnTo>
                <a:lnTo>
                  <a:pt x="415785" y="85394"/>
                </a:lnTo>
                <a:close/>
              </a:path>
              <a:path w="442950" h="652487">
                <a:moveTo>
                  <a:pt x="405422" y="619157"/>
                </a:moveTo>
                <a:lnTo>
                  <a:pt x="403504" y="618197"/>
                </a:lnTo>
                <a:lnTo>
                  <a:pt x="402297" y="618404"/>
                </a:lnTo>
                <a:lnTo>
                  <a:pt x="399173" y="618939"/>
                </a:lnTo>
                <a:lnTo>
                  <a:pt x="402297" y="619623"/>
                </a:lnTo>
                <a:lnTo>
                  <a:pt x="405422" y="619157"/>
                </a:lnTo>
                <a:close/>
              </a:path>
              <a:path w="442950" h="652487">
                <a:moveTo>
                  <a:pt x="26047" y="40728"/>
                </a:moveTo>
                <a:lnTo>
                  <a:pt x="25440" y="40652"/>
                </a:lnTo>
                <a:lnTo>
                  <a:pt x="25082" y="41694"/>
                </a:lnTo>
                <a:lnTo>
                  <a:pt x="26047" y="40728"/>
                </a:lnTo>
                <a:close/>
              </a:path>
              <a:path w="442950" h="652487">
                <a:moveTo>
                  <a:pt x="16675" y="572338"/>
                </a:moveTo>
                <a:lnTo>
                  <a:pt x="17716" y="572338"/>
                </a:lnTo>
                <a:lnTo>
                  <a:pt x="16675" y="571907"/>
                </a:lnTo>
                <a:lnTo>
                  <a:pt x="14592" y="571045"/>
                </a:lnTo>
                <a:lnTo>
                  <a:pt x="14592" y="571373"/>
                </a:lnTo>
                <a:lnTo>
                  <a:pt x="15557" y="572338"/>
                </a:lnTo>
                <a:lnTo>
                  <a:pt x="16598" y="573379"/>
                </a:lnTo>
                <a:lnTo>
                  <a:pt x="16675" y="572338"/>
                </a:lnTo>
                <a:close/>
              </a:path>
              <a:path w="442950" h="652487">
                <a:moveTo>
                  <a:pt x="14592" y="555688"/>
                </a:moveTo>
                <a:lnTo>
                  <a:pt x="13730" y="555688"/>
                </a:lnTo>
                <a:lnTo>
                  <a:pt x="14592" y="557771"/>
                </a:lnTo>
                <a:lnTo>
                  <a:pt x="14600" y="558812"/>
                </a:lnTo>
                <a:lnTo>
                  <a:pt x="14592" y="555688"/>
                </a:lnTo>
                <a:close/>
              </a:path>
              <a:path w="442950" h="652487">
                <a:moveTo>
                  <a:pt x="11468" y="551522"/>
                </a:moveTo>
                <a:lnTo>
                  <a:pt x="11201" y="551522"/>
                </a:lnTo>
                <a:lnTo>
                  <a:pt x="11468" y="552564"/>
                </a:lnTo>
                <a:lnTo>
                  <a:pt x="12509" y="554647"/>
                </a:lnTo>
                <a:lnTo>
                  <a:pt x="11468" y="5515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743443" y="3306737"/>
            <a:ext cx="501599" cy="81546"/>
          </a:xfrm>
          <a:custGeom>
            <a:avLst/>
            <a:gdLst/>
            <a:ahLst/>
            <a:cxnLst/>
            <a:rect l="l" t="t" r="r" b="b"/>
            <a:pathLst>
              <a:path w="501599" h="81546">
                <a:moveTo>
                  <a:pt x="52832" y="45085"/>
                </a:moveTo>
                <a:lnTo>
                  <a:pt x="52832" y="40830"/>
                </a:lnTo>
                <a:lnTo>
                  <a:pt x="51701" y="37376"/>
                </a:lnTo>
                <a:lnTo>
                  <a:pt x="49453" y="34696"/>
                </a:lnTo>
                <a:lnTo>
                  <a:pt x="47193" y="32042"/>
                </a:lnTo>
                <a:lnTo>
                  <a:pt x="43700" y="29933"/>
                </a:lnTo>
                <a:lnTo>
                  <a:pt x="38976" y="28384"/>
                </a:lnTo>
                <a:lnTo>
                  <a:pt x="36563" y="27609"/>
                </a:lnTo>
                <a:lnTo>
                  <a:pt x="34315" y="27000"/>
                </a:lnTo>
                <a:lnTo>
                  <a:pt x="32219" y="26555"/>
                </a:lnTo>
                <a:lnTo>
                  <a:pt x="30137" y="26123"/>
                </a:lnTo>
                <a:lnTo>
                  <a:pt x="27952" y="25666"/>
                </a:lnTo>
                <a:lnTo>
                  <a:pt x="25692" y="25196"/>
                </a:lnTo>
                <a:lnTo>
                  <a:pt x="22237" y="24472"/>
                </a:lnTo>
                <a:lnTo>
                  <a:pt x="19888" y="23685"/>
                </a:lnTo>
                <a:lnTo>
                  <a:pt x="18630" y="22809"/>
                </a:lnTo>
                <a:lnTo>
                  <a:pt x="17386" y="21945"/>
                </a:lnTo>
                <a:lnTo>
                  <a:pt x="16764" y="20688"/>
                </a:lnTo>
                <a:lnTo>
                  <a:pt x="16764" y="17983"/>
                </a:lnTo>
                <a:lnTo>
                  <a:pt x="17157" y="17030"/>
                </a:lnTo>
                <a:lnTo>
                  <a:pt x="17932" y="16179"/>
                </a:lnTo>
                <a:lnTo>
                  <a:pt x="18707" y="15341"/>
                </a:lnTo>
                <a:lnTo>
                  <a:pt x="19634" y="14706"/>
                </a:lnTo>
                <a:lnTo>
                  <a:pt x="20713" y="14300"/>
                </a:lnTo>
                <a:lnTo>
                  <a:pt x="21920" y="13804"/>
                </a:lnTo>
                <a:lnTo>
                  <a:pt x="23190" y="13462"/>
                </a:lnTo>
                <a:lnTo>
                  <a:pt x="24511" y="13284"/>
                </a:lnTo>
                <a:lnTo>
                  <a:pt x="25819" y="13106"/>
                </a:lnTo>
                <a:lnTo>
                  <a:pt x="27139" y="13017"/>
                </a:lnTo>
                <a:lnTo>
                  <a:pt x="32232" y="13017"/>
                </a:lnTo>
                <a:lnTo>
                  <a:pt x="35915" y="13677"/>
                </a:lnTo>
                <a:lnTo>
                  <a:pt x="39535" y="15024"/>
                </a:lnTo>
                <a:lnTo>
                  <a:pt x="43141" y="16357"/>
                </a:lnTo>
                <a:lnTo>
                  <a:pt x="46189" y="18034"/>
                </a:lnTo>
                <a:lnTo>
                  <a:pt x="48691" y="20015"/>
                </a:lnTo>
                <a:lnTo>
                  <a:pt x="50380" y="20015"/>
                </a:lnTo>
                <a:lnTo>
                  <a:pt x="50380" y="5803"/>
                </a:lnTo>
                <a:lnTo>
                  <a:pt x="47485" y="4610"/>
                </a:lnTo>
                <a:lnTo>
                  <a:pt x="44043" y="3632"/>
                </a:lnTo>
                <a:lnTo>
                  <a:pt x="40068" y="2844"/>
                </a:lnTo>
                <a:lnTo>
                  <a:pt x="36093" y="2057"/>
                </a:lnTo>
                <a:lnTo>
                  <a:pt x="32080" y="1663"/>
                </a:lnTo>
                <a:lnTo>
                  <a:pt x="19900" y="1663"/>
                </a:lnTo>
                <a:lnTo>
                  <a:pt x="13271" y="3479"/>
                </a:lnTo>
                <a:lnTo>
                  <a:pt x="8115" y="7112"/>
                </a:lnTo>
                <a:lnTo>
                  <a:pt x="2959" y="10744"/>
                </a:lnTo>
                <a:lnTo>
                  <a:pt x="381" y="15430"/>
                </a:lnTo>
                <a:lnTo>
                  <a:pt x="381" y="25450"/>
                </a:lnTo>
                <a:lnTo>
                  <a:pt x="1511" y="29044"/>
                </a:lnTo>
                <a:lnTo>
                  <a:pt x="3797" y="31927"/>
                </a:lnTo>
                <a:lnTo>
                  <a:pt x="6083" y="34810"/>
                </a:lnTo>
                <a:lnTo>
                  <a:pt x="9817" y="37096"/>
                </a:lnTo>
                <a:lnTo>
                  <a:pt x="15024" y="38785"/>
                </a:lnTo>
                <a:lnTo>
                  <a:pt x="17297" y="39535"/>
                </a:lnTo>
                <a:lnTo>
                  <a:pt x="19723" y="40144"/>
                </a:lnTo>
                <a:lnTo>
                  <a:pt x="22313" y="40627"/>
                </a:lnTo>
                <a:lnTo>
                  <a:pt x="24892" y="41109"/>
                </a:lnTo>
                <a:lnTo>
                  <a:pt x="27355" y="41630"/>
                </a:lnTo>
                <a:lnTo>
                  <a:pt x="29679" y="42189"/>
                </a:lnTo>
                <a:lnTo>
                  <a:pt x="31889" y="42710"/>
                </a:lnTo>
                <a:lnTo>
                  <a:pt x="33566" y="43459"/>
                </a:lnTo>
                <a:lnTo>
                  <a:pt x="34721" y="44437"/>
                </a:lnTo>
                <a:lnTo>
                  <a:pt x="35864" y="45427"/>
                </a:lnTo>
                <a:lnTo>
                  <a:pt x="36436" y="46583"/>
                </a:lnTo>
                <a:lnTo>
                  <a:pt x="36436" y="49403"/>
                </a:lnTo>
                <a:lnTo>
                  <a:pt x="36042" y="50507"/>
                </a:lnTo>
                <a:lnTo>
                  <a:pt x="35255" y="51257"/>
                </a:lnTo>
                <a:lnTo>
                  <a:pt x="34467" y="52006"/>
                </a:lnTo>
                <a:lnTo>
                  <a:pt x="33464" y="52616"/>
                </a:lnTo>
                <a:lnTo>
                  <a:pt x="32245" y="53124"/>
                </a:lnTo>
                <a:lnTo>
                  <a:pt x="29959" y="53784"/>
                </a:lnTo>
                <a:lnTo>
                  <a:pt x="28384" y="53949"/>
                </a:lnTo>
                <a:lnTo>
                  <a:pt x="26809" y="54114"/>
                </a:lnTo>
                <a:lnTo>
                  <a:pt x="25539" y="54203"/>
                </a:lnTo>
                <a:lnTo>
                  <a:pt x="20802" y="54203"/>
                </a:lnTo>
                <a:lnTo>
                  <a:pt x="16891" y="53492"/>
                </a:lnTo>
                <a:lnTo>
                  <a:pt x="12801" y="52082"/>
                </a:lnTo>
                <a:lnTo>
                  <a:pt x="8724" y="50673"/>
                </a:lnTo>
                <a:lnTo>
                  <a:pt x="5029" y="48653"/>
                </a:lnTo>
                <a:lnTo>
                  <a:pt x="1739" y="46037"/>
                </a:lnTo>
                <a:lnTo>
                  <a:pt x="0" y="46037"/>
                </a:lnTo>
                <a:lnTo>
                  <a:pt x="0" y="60820"/>
                </a:lnTo>
                <a:lnTo>
                  <a:pt x="3327" y="62204"/>
                </a:lnTo>
                <a:lnTo>
                  <a:pt x="6883" y="63347"/>
                </a:lnTo>
                <a:lnTo>
                  <a:pt x="10693" y="64249"/>
                </a:lnTo>
                <a:lnTo>
                  <a:pt x="14490" y="65138"/>
                </a:lnTo>
                <a:lnTo>
                  <a:pt x="18948" y="65595"/>
                </a:lnTo>
                <a:lnTo>
                  <a:pt x="32918" y="65595"/>
                </a:lnTo>
                <a:lnTo>
                  <a:pt x="39928" y="63690"/>
                </a:lnTo>
                <a:lnTo>
                  <a:pt x="45097" y="59893"/>
                </a:lnTo>
                <a:lnTo>
                  <a:pt x="50253" y="56095"/>
                </a:lnTo>
                <a:lnTo>
                  <a:pt x="52832" y="51155"/>
                </a:lnTo>
                <a:lnTo>
                  <a:pt x="52832" y="45085"/>
                </a:lnTo>
                <a:close/>
              </a:path>
              <a:path w="501599" h="81546">
                <a:moveTo>
                  <a:pt x="77660" y="29540"/>
                </a:moveTo>
                <a:lnTo>
                  <a:pt x="79527" y="28054"/>
                </a:lnTo>
                <a:lnTo>
                  <a:pt x="81368" y="26555"/>
                </a:lnTo>
                <a:lnTo>
                  <a:pt x="83731" y="25819"/>
                </a:lnTo>
                <a:lnTo>
                  <a:pt x="87820" y="16497"/>
                </a:lnTo>
                <a:lnTo>
                  <a:pt x="79603" y="16497"/>
                </a:lnTo>
                <a:lnTo>
                  <a:pt x="77660" y="29540"/>
                </a:lnTo>
                <a:close/>
              </a:path>
              <a:path w="501599" h="81546">
                <a:moveTo>
                  <a:pt x="63830" y="55219"/>
                </a:moveTo>
                <a:lnTo>
                  <a:pt x="68808" y="59423"/>
                </a:lnTo>
                <a:lnTo>
                  <a:pt x="73799" y="63614"/>
                </a:lnTo>
                <a:lnTo>
                  <a:pt x="80949" y="65722"/>
                </a:lnTo>
                <a:lnTo>
                  <a:pt x="93929" y="65722"/>
                </a:lnTo>
                <a:lnTo>
                  <a:pt x="97243" y="65405"/>
                </a:lnTo>
                <a:lnTo>
                  <a:pt x="100228" y="64808"/>
                </a:lnTo>
                <a:lnTo>
                  <a:pt x="103212" y="64198"/>
                </a:lnTo>
                <a:lnTo>
                  <a:pt x="106400" y="63220"/>
                </a:lnTo>
                <a:lnTo>
                  <a:pt x="109778" y="61861"/>
                </a:lnTo>
                <a:lnTo>
                  <a:pt x="109778" y="49885"/>
                </a:lnTo>
                <a:lnTo>
                  <a:pt x="108127" y="49885"/>
                </a:lnTo>
                <a:lnTo>
                  <a:pt x="106400" y="51193"/>
                </a:lnTo>
                <a:lnTo>
                  <a:pt x="104063" y="52400"/>
                </a:lnTo>
                <a:lnTo>
                  <a:pt x="101104" y="53530"/>
                </a:lnTo>
                <a:lnTo>
                  <a:pt x="98145" y="54673"/>
                </a:lnTo>
                <a:lnTo>
                  <a:pt x="95084" y="55232"/>
                </a:lnTo>
                <a:lnTo>
                  <a:pt x="86944" y="55232"/>
                </a:lnTo>
                <a:lnTo>
                  <a:pt x="83185" y="54267"/>
                </a:lnTo>
                <a:lnTo>
                  <a:pt x="80619" y="52336"/>
                </a:lnTo>
                <a:lnTo>
                  <a:pt x="78066" y="50393"/>
                </a:lnTo>
                <a:lnTo>
                  <a:pt x="76669" y="47612"/>
                </a:lnTo>
                <a:lnTo>
                  <a:pt x="76454" y="43967"/>
                </a:lnTo>
                <a:lnTo>
                  <a:pt x="110655" y="43967"/>
                </a:lnTo>
                <a:lnTo>
                  <a:pt x="110655" y="31559"/>
                </a:lnTo>
                <a:lnTo>
                  <a:pt x="108737" y="26060"/>
                </a:lnTo>
                <a:lnTo>
                  <a:pt x="104927" y="22225"/>
                </a:lnTo>
                <a:lnTo>
                  <a:pt x="101104" y="18402"/>
                </a:lnTo>
                <a:lnTo>
                  <a:pt x="95402" y="16497"/>
                </a:lnTo>
                <a:lnTo>
                  <a:pt x="87820" y="16497"/>
                </a:lnTo>
                <a:lnTo>
                  <a:pt x="83731" y="25819"/>
                </a:lnTo>
                <a:lnTo>
                  <a:pt x="89725" y="25819"/>
                </a:lnTo>
                <a:lnTo>
                  <a:pt x="91998" y="26606"/>
                </a:lnTo>
                <a:lnTo>
                  <a:pt x="93459" y="28181"/>
                </a:lnTo>
                <a:lnTo>
                  <a:pt x="94932" y="29756"/>
                </a:lnTo>
                <a:lnTo>
                  <a:pt x="95707" y="32105"/>
                </a:lnTo>
                <a:lnTo>
                  <a:pt x="95796" y="35217"/>
                </a:lnTo>
                <a:lnTo>
                  <a:pt x="76403" y="35217"/>
                </a:lnTo>
                <a:lnTo>
                  <a:pt x="76631" y="31927"/>
                </a:lnTo>
                <a:lnTo>
                  <a:pt x="77660" y="29540"/>
                </a:lnTo>
                <a:lnTo>
                  <a:pt x="79603" y="16497"/>
                </a:lnTo>
                <a:lnTo>
                  <a:pt x="73126" y="18732"/>
                </a:lnTo>
                <a:lnTo>
                  <a:pt x="68414" y="23228"/>
                </a:lnTo>
                <a:lnTo>
                  <a:pt x="63703" y="27711"/>
                </a:lnTo>
                <a:lnTo>
                  <a:pt x="61341" y="33794"/>
                </a:lnTo>
                <a:lnTo>
                  <a:pt x="61341" y="49237"/>
                </a:lnTo>
                <a:lnTo>
                  <a:pt x="63830" y="55219"/>
                </a:lnTo>
                <a:close/>
              </a:path>
              <a:path w="501599" h="81546">
                <a:moveTo>
                  <a:pt x="148882" y="18237"/>
                </a:moveTo>
                <a:lnTo>
                  <a:pt x="146443" y="19164"/>
                </a:lnTo>
                <a:lnTo>
                  <a:pt x="144018" y="20091"/>
                </a:lnTo>
                <a:lnTo>
                  <a:pt x="141147" y="21958"/>
                </a:lnTo>
                <a:lnTo>
                  <a:pt x="137871" y="24777"/>
                </a:lnTo>
                <a:lnTo>
                  <a:pt x="137871" y="17945"/>
                </a:lnTo>
                <a:lnTo>
                  <a:pt x="122885" y="17945"/>
                </a:lnTo>
                <a:lnTo>
                  <a:pt x="122885" y="64477"/>
                </a:lnTo>
                <a:lnTo>
                  <a:pt x="137871" y="64477"/>
                </a:lnTo>
                <a:lnTo>
                  <a:pt x="137871" y="33312"/>
                </a:lnTo>
                <a:lnTo>
                  <a:pt x="139750" y="32651"/>
                </a:lnTo>
                <a:lnTo>
                  <a:pt x="141503" y="32181"/>
                </a:lnTo>
                <a:lnTo>
                  <a:pt x="143129" y="31915"/>
                </a:lnTo>
                <a:lnTo>
                  <a:pt x="144767" y="31635"/>
                </a:lnTo>
                <a:lnTo>
                  <a:pt x="146646" y="31495"/>
                </a:lnTo>
                <a:lnTo>
                  <a:pt x="149694" y="31495"/>
                </a:lnTo>
                <a:lnTo>
                  <a:pt x="150875" y="31546"/>
                </a:lnTo>
                <a:lnTo>
                  <a:pt x="152285" y="31661"/>
                </a:lnTo>
                <a:lnTo>
                  <a:pt x="153682" y="31775"/>
                </a:lnTo>
                <a:lnTo>
                  <a:pt x="154711" y="31927"/>
                </a:lnTo>
                <a:lnTo>
                  <a:pt x="155359" y="32156"/>
                </a:lnTo>
                <a:lnTo>
                  <a:pt x="156679" y="32156"/>
                </a:lnTo>
                <a:lnTo>
                  <a:pt x="156679" y="17945"/>
                </a:lnTo>
                <a:lnTo>
                  <a:pt x="156171" y="17894"/>
                </a:lnTo>
                <a:lnTo>
                  <a:pt x="155587" y="17843"/>
                </a:lnTo>
                <a:lnTo>
                  <a:pt x="154940" y="17818"/>
                </a:lnTo>
                <a:lnTo>
                  <a:pt x="154266" y="17792"/>
                </a:lnTo>
                <a:lnTo>
                  <a:pt x="151117" y="17780"/>
                </a:lnTo>
                <a:lnTo>
                  <a:pt x="148882" y="18237"/>
                </a:lnTo>
                <a:close/>
              </a:path>
              <a:path w="501599" h="81546">
                <a:moveTo>
                  <a:pt x="213372" y="17945"/>
                </a:moveTo>
                <a:lnTo>
                  <a:pt x="197891" y="17945"/>
                </a:lnTo>
                <a:lnTo>
                  <a:pt x="187210" y="49974"/>
                </a:lnTo>
                <a:lnTo>
                  <a:pt x="176390" y="17945"/>
                </a:lnTo>
                <a:lnTo>
                  <a:pt x="160629" y="17945"/>
                </a:lnTo>
                <a:lnTo>
                  <a:pt x="178460" y="64477"/>
                </a:lnTo>
                <a:lnTo>
                  <a:pt x="195389" y="64477"/>
                </a:lnTo>
                <a:lnTo>
                  <a:pt x="213372" y="17945"/>
                </a:lnTo>
                <a:close/>
              </a:path>
              <a:path w="501599" h="81546">
                <a:moveTo>
                  <a:pt x="236245" y="29540"/>
                </a:moveTo>
                <a:lnTo>
                  <a:pt x="238112" y="28054"/>
                </a:lnTo>
                <a:lnTo>
                  <a:pt x="239953" y="26555"/>
                </a:lnTo>
                <a:lnTo>
                  <a:pt x="242316" y="25819"/>
                </a:lnTo>
                <a:lnTo>
                  <a:pt x="246405" y="16497"/>
                </a:lnTo>
                <a:lnTo>
                  <a:pt x="238175" y="16497"/>
                </a:lnTo>
                <a:lnTo>
                  <a:pt x="236245" y="29540"/>
                </a:lnTo>
                <a:close/>
              </a:path>
              <a:path w="501599" h="81546">
                <a:moveTo>
                  <a:pt x="222415" y="55219"/>
                </a:moveTo>
                <a:lnTo>
                  <a:pt x="227393" y="59423"/>
                </a:lnTo>
                <a:lnTo>
                  <a:pt x="232371" y="63614"/>
                </a:lnTo>
                <a:lnTo>
                  <a:pt x="239534" y="65722"/>
                </a:lnTo>
                <a:lnTo>
                  <a:pt x="252526" y="65722"/>
                </a:lnTo>
                <a:lnTo>
                  <a:pt x="255828" y="65405"/>
                </a:lnTo>
                <a:lnTo>
                  <a:pt x="258813" y="64808"/>
                </a:lnTo>
                <a:lnTo>
                  <a:pt x="261797" y="64198"/>
                </a:lnTo>
                <a:lnTo>
                  <a:pt x="264985" y="63220"/>
                </a:lnTo>
                <a:lnTo>
                  <a:pt x="268363" y="61861"/>
                </a:lnTo>
                <a:lnTo>
                  <a:pt x="268363" y="49885"/>
                </a:lnTo>
                <a:lnTo>
                  <a:pt x="266700" y="49885"/>
                </a:lnTo>
                <a:lnTo>
                  <a:pt x="264985" y="51193"/>
                </a:lnTo>
                <a:lnTo>
                  <a:pt x="262648" y="52400"/>
                </a:lnTo>
                <a:lnTo>
                  <a:pt x="259689" y="53530"/>
                </a:lnTo>
                <a:lnTo>
                  <a:pt x="256717" y="54673"/>
                </a:lnTo>
                <a:lnTo>
                  <a:pt x="253657" y="55232"/>
                </a:lnTo>
                <a:lnTo>
                  <a:pt x="245529" y="55232"/>
                </a:lnTo>
                <a:lnTo>
                  <a:pt x="241769" y="54267"/>
                </a:lnTo>
                <a:lnTo>
                  <a:pt x="239204" y="52336"/>
                </a:lnTo>
                <a:lnTo>
                  <a:pt x="236639" y="50393"/>
                </a:lnTo>
                <a:lnTo>
                  <a:pt x="235242" y="47612"/>
                </a:lnTo>
                <a:lnTo>
                  <a:pt x="235038" y="43967"/>
                </a:lnTo>
                <a:lnTo>
                  <a:pt x="269227" y="43967"/>
                </a:lnTo>
                <a:lnTo>
                  <a:pt x="269227" y="31559"/>
                </a:lnTo>
                <a:lnTo>
                  <a:pt x="267322" y="26060"/>
                </a:lnTo>
                <a:lnTo>
                  <a:pt x="263499" y="22225"/>
                </a:lnTo>
                <a:lnTo>
                  <a:pt x="259689" y="18402"/>
                </a:lnTo>
                <a:lnTo>
                  <a:pt x="253974" y="16497"/>
                </a:lnTo>
                <a:lnTo>
                  <a:pt x="246405" y="16497"/>
                </a:lnTo>
                <a:lnTo>
                  <a:pt x="242316" y="25819"/>
                </a:lnTo>
                <a:lnTo>
                  <a:pt x="248297" y="25819"/>
                </a:lnTo>
                <a:lnTo>
                  <a:pt x="250571" y="26606"/>
                </a:lnTo>
                <a:lnTo>
                  <a:pt x="252044" y="28181"/>
                </a:lnTo>
                <a:lnTo>
                  <a:pt x="253517" y="29756"/>
                </a:lnTo>
                <a:lnTo>
                  <a:pt x="254279" y="32105"/>
                </a:lnTo>
                <a:lnTo>
                  <a:pt x="254368" y="35217"/>
                </a:lnTo>
                <a:lnTo>
                  <a:pt x="234988" y="35217"/>
                </a:lnTo>
                <a:lnTo>
                  <a:pt x="235204" y="31927"/>
                </a:lnTo>
                <a:lnTo>
                  <a:pt x="236245" y="29540"/>
                </a:lnTo>
                <a:lnTo>
                  <a:pt x="238175" y="16497"/>
                </a:lnTo>
                <a:lnTo>
                  <a:pt x="231711" y="18732"/>
                </a:lnTo>
                <a:lnTo>
                  <a:pt x="227012" y="23228"/>
                </a:lnTo>
                <a:lnTo>
                  <a:pt x="222275" y="27711"/>
                </a:lnTo>
                <a:lnTo>
                  <a:pt x="219913" y="33794"/>
                </a:lnTo>
                <a:lnTo>
                  <a:pt x="219913" y="49237"/>
                </a:lnTo>
                <a:lnTo>
                  <a:pt x="222415" y="55219"/>
                </a:lnTo>
                <a:close/>
              </a:path>
              <a:path w="501599" h="81546">
                <a:moveTo>
                  <a:pt x="307454" y="18237"/>
                </a:moveTo>
                <a:lnTo>
                  <a:pt x="305015" y="19164"/>
                </a:lnTo>
                <a:lnTo>
                  <a:pt x="302602" y="20091"/>
                </a:lnTo>
                <a:lnTo>
                  <a:pt x="299732" y="21958"/>
                </a:lnTo>
                <a:lnTo>
                  <a:pt x="296456" y="24777"/>
                </a:lnTo>
                <a:lnTo>
                  <a:pt x="296456" y="17945"/>
                </a:lnTo>
                <a:lnTo>
                  <a:pt x="281470" y="17945"/>
                </a:lnTo>
                <a:lnTo>
                  <a:pt x="281470" y="64477"/>
                </a:lnTo>
                <a:lnTo>
                  <a:pt x="296456" y="64477"/>
                </a:lnTo>
                <a:lnTo>
                  <a:pt x="296456" y="33312"/>
                </a:lnTo>
                <a:lnTo>
                  <a:pt x="298335" y="32651"/>
                </a:lnTo>
                <a:lnTo>
                  <a:pt x="300088" y="32181"/>
                </a:lnTo>
                <a:lnTo>
                  <a:pt x="301713" y="31915"/>
                </a:lnTo>
                <a:lnTo>
                  <a:pt x="303339" y="31635"/>
                </a:lnTo>
                <a:lnTo>
                  <a:pt x="305219" y="31495"/>
                </a:lnTo>
                <a:lnTo>
                  <a:pt x="308292" y="31495"/>
                </a:lnTo>
                <a:lnTo>
                  <a:pt x="309448" y="31546"/>
                </a:lnTo>
                <a:lnTo>
                  <a:pt x="310870" y="31661"/>
                </a:lnTo>
                <a:lnTo>
                  <a:pt x="312280" y="31775"/>
                </a:lnTo>
                <a:lnTo>
                  <a:pt x="313296" y="31927"/>
                </a:lnTo>
                <a:lnTo>
                  <a:pt x="313931" y="32156"/>
                </a:lnTo>
                <a:lnTo>
                  <a:pt x="315264" y="32156"/>
                </a:lnTo>
                <a:lnTo>
                  <a:pt x="315264" y="17945"/>
                </a:lnTo>
                <a:lnTo>
                  <a:pt x="314756" y="17894"/>
                </a:lnTo>
                <a:lnTo>
                  <a:pt x="314185" y="17843"/>
                </a:lnTo>
                <a:lnTo>
                  <a:pt x="313512" y="17818"/>
                </a:lnTo>
                <a:lnTo>
                  <a:pt x="312851" y="17792"/>
                </a:lnTo>
                <a:lnTo>
                  <a:pt x="309689" y="17780"/>
                </a:lnTo>
                <a:lnTo>
                  <a:pt x="307454" y="18237"/>
                </a:lnTo>
                <a:close/>
              </a:path>
              <a:path w="501599" h="81546">
                <a:moveTo>
                  <a:pt x="369493" y="36245"/>
                </a:moveTo>
                <a:lnTo>
                  <a:pt x="370014" y="31978"/>
                </a:lnTo>
                <a:lnTo>
                  <a:pt x="371055" y="27965"/>
                </a:lnTo>
                <a:lnTo>
                  <a:pt x="372097" y="23964"/>
                </a:lnTo>
                <a:lnTo>
                  <a:pt x="373443" y="20319"/>
                </a:lnTo>
                <a:lnTo>
                  <a:pt x="375094" y="17030"/>
                </a:lnTo>
                <a:lnTo>
                  <a:pt x="376847" y="13614"/>
                </a:lnTo>
                <a:lnTo>
                  <a:pt x="378739" y="10617"/>
                </a:lnTo>
                <a:lnTo>
                  <a:pt x="380771" y="8064"/>
                </a:lnTo>
                <a:lnTo>
                  <a:pt x="382803" y="5511"/>
                </a:lnTo>
                <a:lnTo>
                  <a:pt x="384937" y="3225"/>
                </a:lnTo>
                <a:lnTo>
                  <a:pt x="387172" y="1206"/>
                </a:lnTo>
                <a:lnTo>
                  <a:pt x="387172" y="0"/>
                </a:lnTo>
                <a:lnTo>
                  <a:pt x="371525" y="0"/>
                </a:lnTo>
                <a:lnTo>
                  <a:pt x="366217" y="6210"/>
                </a:lnTo>
                <a:lnTo>
                  <a:pt x="362280" y="12611"/>
                </a:lnTo>
                <a:lnTo>
                  <a:pt x="359727" y="19189"/>
                </a:lnTo>
                <a:lnTo>
                  <a:pt x="357174" y="25768"/>
                </a:lnTo>
                <a:lnTo>
                  <a:pt x="355879" y="32956"/>
                </a:lnTo>
                <a:lnTo>
                  <a:pt x="355879" y="48590"/>
                </a:lnTo>
                <a:lnTo>
                  <a:pt x="357174" y="55791"/>
                </a:lnTo>
                <a:lnTo>
                  <a:pt x="359727" y="62356"/>
                </a:lnTo>
                <a:lnTo>
                  <a:pt x="362280" y="68935"/>
                </a:lnTo>
                <a:lnTo>
                  <a:pt x="366217" y="75323"/>
                </a:lnTo>
                <a:lnTo>
                  <a:pt x="371525" y="81546"/>
                </a:lnTo>
                <a:lnTo>
                  <a:pt x="387172" y="81546"/>
                </a:lnTo>
                <a:lnTo>
                  <a:pt x="387172" y="80340"/>
                </a:lnTo>
                <a:lnTo>
                  <a:pt x="384962" y="78384"/>
                </a:lnTo>
                <a:lnTo>
                  <a:pt x="382816" y="76060"/>
                </a:lnTo>
                <a:lnTo>
                  <a:pt x="380720" y="73406"/>
                </a:lnTo>
                <a:lnTo>
                  <a:pt x="378637" y="70739"/>
                </a:lnTo>
                <a:lnTo>
                  <a:pt x="376770" y="67767"/>
                </a:lnTo>
                <a:lnTo>
                  <a:pt x="375094" y="64516"/>
                </a:lnTo>
                <a:lnTo>
                  <a:pt x="373392" y="61087"/>
                </a:lnTo>
                <a:lnTo>
                  <a:pt x="372033" y="57454"/>
                </a:lnTo>
                <a:lnTo>
                  <a:pt x="371017" y="53619"/>
                </a:lnTo>
                <a:lnTo>
                  <a:pt x="370001" y="49784"/>
                </a:lnTo>
                <a:lnTo>
                  <a:pt x="369493" y="45491"/>
                </a:lnTo>
                <a:lnTo>
                  <a:pt x="369493" y="36245"/>
                </a:lnTo>
                <a:close/>
              </a:path>
              <a:path w="501599" h="81546">
                <a:moveTo>
                  <a:pt x="420624" y="40690"/>
                </a:moveTo>
                <a:lnTo>
                  <a:pt x="439661" y="52006"/>
                </a:lnTo>
                <a:lnTo>
                  <a:pt x="443966" y="64477"/>
                </a:lnTo>
                <a:lnTo>
                  <a:pt x="460438" y="64477"/>
                </a:lnTo>
                <a:lnTo>
                  <a:pt x="437603" y="2781"/>
                </a:lnTo>
                <a:lnTo>
                  <a:pt x="419265" y="2781"/>
                </a:lnTo>
                <a:lnTo>
                  <a:pt x="396430" y="64477"/>
                </a:lnTo>
                <a:lnTo>
                  <a:pt x="412496" y="64477"/>
                </a:lnTo>
                <a:lnTo>
                  <a:pt x="416801" y="52006"/>
                </a:lnTo>
                <a:lnTo>
                  <a:pt x="439661" y="52006"/>
                </a:lnTo>
                <a:lnTo>
                  <a:pt x="420624" y="40690"/>
                </a:lnTo>
                <a:lnTo>
                  <a:pt x="428244" y="18592"/>
                </a:lnTo>
                <a:lnTo>
                  <a:pt x="435838" y="40690"/>
                </a:lnTo>
                <a:lnTo>
                  <a:pt x="420624" y="40690"/>
                </a:lnTo>
                <a:close/>
              </a:path>
              <a:path w="501599" h="81546">
                <a:moveTo>
                  <a:pt x="485952" y="81546"/>
                </a:moveTo>
                <a:lnTo>
                  <a:pt x="491274" y="75323"/>
                </a:lnTo>
                <a:lnTo>
                  <a:pt x="495198" y="68935"/>
                </a:lnTo>
                <a:lnTo>
                  <a:pt x="497763" y="62356"/>
                </a:lnTo>
                <a:lnTo>
                  <a:pt x="500316" y="55791"/>
                </a:lnTo>
                <a:lnTo>
                  <a:pt x="501599" y="48590"/>
                </a:lnTo>
                <a:lnTo>
                  <a:pt x="501599" y="32956"/>
                </a:lnTo>
                <a:lnTo>
                  <a:pt x="500316" y="25768"/>
                </a:lnTo>
                <a:lnTo>
                  <a:pt x="497763" y="19189"/>
                </a:lnTo>
                <a:lnTo>
                  <a:pt x="495198" y="12611"/>
                </a:lnTo>
                <a:lnTo>
                  <a:pt x="491274" y="6210"/>
                </a:lnTo>
                <a:lnTo>
                  <a:pt x="485952" y="0"/>
                </a:lnTo>
                <a:lnTo>
                  <a:pt x="470306" y="0"/>
                </a:lnTo>
                <a:lnTo>
                  <a:pt x="470306" y="1206"/>
                </a:lnTo>
                <a:lnTo>
                  <a:pt x="472554" y="3225"/>
                </a:lnTo>
                <a:lnTo>
                  <a:pt x="474675" y="5511"/>
                </a:lnTo>
                <a:lnTo>
                  <a:pt x="476719" y="8064"/>
                </a:lnTo>
                <a:lnTo>
                  <a:pt x="478751" y="10617"/>
                </a:lnTo>
                <a:lnTo>
                  <a:pt x="480644" y="13614"/>
                </a:lnTo>
                <a:lnTo>
                  <a:pt x="482384" y="17030"/>
                </a:lnTo>
                <a:lnTo>
                  <a:pt x="484047" y="20319"/>
                </a:lnTo>
                <a:lnTo>
                  <a:pt x="485394" y="23964"/>
                </a:lnTo>
                <a:lnTo>
                  <a:pt x="486435" y="27965"/>
                </a:lnTo>
                <a:lnTo>
                  <a:pt x="487464" y="31978"/>
                </a:lnTo>
                <a:lnTo>
                  <a:pt x="487997" y="36245"/>
                </a:lnTo>
                <a:lnTo>
                  <a:pt x="487997" y="45491"/>
                </a:lnTo>
                <a:lnTo>
                  <a:pt x="487476" y="49784"/>
                </a:lnTo>
                <a:lnTo>
                  <a:pt x="486473" y="53619"/>
                </a:lnTo>
                <a:lnTo>
                  <a:pt x="485470" y="57454"/>
                </a:lnTo>
                <a:lnTo>
                  <a:pt x="484098" y="61087"/>
                </a:lnTo>
                <a:lnTo>
                  <a:pt x="482384" y="64516"/>
                </a:lnTo>
                <a:lnTo>
                  <a:pt x="480758" y="67805"/>
                </a:lnTo>
                <a:lnTo>
                  <a:pt x="478891" y="70777"/>
                </a:lnTo>
                <a:lnTo>
                  <a:pt x="476783" y="73418"/>
                </a:lnTo>
                <a:lnTo>
                  <a:pt x="474675" y="76073"/>
                </a:lnTo>
                <a:lnTo>
                  <a:pt x="472528" y="78384"/>
                </a:lnTo>
                <a:lnTo>
                  <a:pt x="470306" y="80340"/>
                </a:lnTo>
                <a:lnTo>
                  <a:pt x="470306" y="81546"/>
                </a:lnTo>
                <a:lnTo>
                  <a:pt x="485952" y="815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5435951" y="2728138"/>
            <a:ext cx="154064" cy="54048"/>
          </a:xfrm>
          <a:custGeom>
            <a:avLst/>
            <a:gdLst/>
            <a:ahLst/>
            <a:cxnLst/>
            <a:rect l="l" t="t" r="r" b="b"/>
            <a:pathLst>
              <a:path w="154064" h="54048">
                <a:moveTo>
                  <a:pt x="0" y="54048"/>
                </a:moveTo>
                <a:lnTo>
                  <a:pt x="154064" y="26497"/>
                </a:lnTo>
                <a:lnTo>
                  <a:pt x="154064" y="0"/>
                </a:lnTo>
                <a:lnTo>
                  <a:pt x="0" y="27017"/>
                </a:lnTo>
                <a:lnTo>
                  <a:pt x="0" y="54048"/>
                </a:lnTo>
                <a:close/>
              </a:path>
            </a:pathLst>
          </a:custGeom>
          <a:ln w="519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5439079" y="2729179"/>
            <a:ext cx="147815" cy="40525"/>
          </a:xfrm>
          <a:custGeom>
            <a:avLst/>
            <a:gdLst/>
            <a:ahLst/>
            <a:cxnLst/>
            <a:rect l="l" t="t" r="r" b="b"/>
            <a:pathLst>
              <a:path w="147815" h="40525">
                <a:moveTo>
                  <a:pt x="0" y="40525"/>
                </a:moveTo>
                <a:lnTo>
                  <a:pt x="147815" y="13512"/>
                </a:lnTo>
                <a:lnTo>
                  <a:pt x="147815" y="0"/>
                </a:lnTo>
                <a:lnTo>
                  <a:pt x="0" y="25984"/>
                </a:lnTo>
                <a:lnTo>
                  <a:pt x="0" y="40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5435955" y="2752039"/>
            <a:ext cx="154063" cy="30149"/>
          </a:xfrm>
          <a:custGeom>
            <a:avLst/>
            <a:gdLst/>
            <a:ahLst/>
            <a:cxnLst/>
            <a:rect l="l" t="t" r="r" b="b"/>
            <a:pathLst>
              <a:path w="154063" h="30149">
                <a:moveTo>
                  <a:pt x="0" y="30149"/>
                </a:moveTo>
                <a:lnTo>
                  <a:pt x="154063" y="2082"/>
                </a:lnTo>
                <a:lnTo>
                  <a:pt x="150939" y="0"/>
                </a:lnTo>
                <a:lnTo>
                  <a:pt x="0" y="27025"/>
                </a:lnTo>
                <a:lnTo>
                  <a:pt x="0" y="30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5430753" y="2797770"/>
            <a:ext cx="165503" cy="29111"/>
          </a:xfrm>
          <a:custGeom>
            <a:avLst/>
            <a:gdLst/>
            <a:ahLst/>
            <a:cxnLst/>
            <a:rect l="l" t="t" r="r" b="b"/>
            <a:pathLst>
              <a:path w="165503" h="29111">
                <a:moveTo>
                  <a:pt x="0" y="29111"/>
                </a:moveTo>
                <a:lnTo>
                  <a:pt x="165503" y="0"/>
                </a:lnTo>
              </a:path>
            </a:pathLst>
          </a:custGeom>
          <a:ln w="5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5430753" y="2680320"/>
            <a:ext cx="165503" cy="29111"/>
          </a:xfrm>
          <a:custGeom>
            <a:avLst/>
            <a:gdLst/>
            <a:ahLst/>
            <a:cxnLst/>
            <a:rect l="l" t="t" r="r" b="b"/>
            <a:pathLst>
              <a:path w="165503" h="29111">
                <a:moveTo>
                  <a:pt x="0" y="29111"/>
                </a:moveTo>
                <a:lnTo>
                  <a:pt x="165503" y="0"/>
                </a:lnTo>
              </a:path>
            </a:pathLst>
          </a:custGeom>
          <a:ln w="5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433867" y="2708391"/>
            <a:ext cx="0" cy="118490"/>
          </a:xfrm>
          <a:custGeom>
            <a:avLst/>
            <a:gdLst/>
            <a:ahLst/>
            <a:cxnLst/>
            <a:rect l="l" t="t" r="r" b="b"/>
            <a:pathLst>
              <a:path h="118490">
                <a:moveTo>
                  <a:pt x="0" y="0"/>
                </a:moveTo>
                <a:lnTo>
                  <a:pt x="0" y="118490"/>
                </a:lnTo>
              </a:path>
            </a:pathLst>
          </a:custGeom>
          <a:ln w="5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196535" y="2510904"/>
            <a:ext cx="412216" cy="64027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195227" y="2509596"/>
            <a:ext cx="418020" cy="643445"/>
          </a:xfrm>
          <a:custGeom>
            <a:avLst/>
            <a:gdLst/>
            <a:ahLst/>
            <a:cxnLst/>
            <a:rect l="l" t="t" r="r" b="b"/>
            <a:pathLst>
              <a:path w="418020" h="643445">
                <a:moveTo>
                  <a:pt x="188772" y="2603"/>
                </a:moveTo>
                <a:lnTo>
                  <a:pt x="196126" y="3073"/>
                </a:lnTo>
                <a:lnTo>
                  <a:pt x="196710" y="533"/>
                </a:lnTo>
                <a:lnTo>
                  <a:pt x="188683" y="0"/>
                </a:lnTo>
                <a:lnTo>
                  <a:pt x="188594" y="2603"/>
                </a:lnTo>
                <a:lnTo>
                  <a:pt x="188772" y="2603"/>
                </a:lnTo>
                <a:close/>
              </a:path>
              <a:path w="418020" h="643445">
                <a:moveTo>
                  <a:pt x="5473" y="550367"/>
                </a:moveTo>
                <a:lnTo>
                  <a:pt x="5194" y="548881"/>
                </a:lnTo>
                <a:lnTo>
                  <a:pt x="3225" y="551713"/>
                </a:lnTo>
                <a:lnTo>
                  <a:pt x="6642" y="556259"/>
                </a:lnTo>
                <a:lnTo>
                  <a:pt x="5473" y="550367"/>
                </a:lnTo>
                <a:close/>
              </a:path>
              <a:path w="418020" h="643445">
                <a:moveTo>
                  <a:pt x="3124" y="540638"/>
                </a:moveTo>
                <a:lnTo>
                  <a:pt x="4660" y="545134"/>
                </a:lnTo>
                <a:lnTo>
                  <a:pt x="3111" y="540498"/>
                </a:lnTo>
                <a:lnTo>
                  <a:pt x="3124" y="540638"/>
                </a:lnTo>
                <a:close/>
              </a:path>
              <a:path w="418020" h="643445">
                <a:moveTo>
                  <a:pt x="33820" y="29082"/>
                </a:moveTo>
                <a:lnTo>
                  <a:pt x="25882" y="30518"/>
                </a:lnTo>
                <a:lnTo>
                  <a:pt x="25733" y="30599"/>
                </a:lnTo>
                <a:lnTo>
                  <a:pt x="33820" y="29082"/>
                </a:lnTo>
                <a:close/>
              </a:path>
              <a:path w="418020" h="643445">
                <a:moveTo>
                  <a:pt x="207060" y="6197"/>
                </a:moveTo>
                <a:lnTo>
                  <a:pt x="196405" y="3124"/>
                </a:lnTo>
                <a:lnTo>
                  <a:pt x="196272" y="3115"/>
                </a:lnTo>
                <a:lnTo>
                  <a:pt x="207060" y="6197"/>
                </a:lnTo>
                <a:close/>
              </a:path>
              <a:path w="418020" h="643445">
                <a:moveTo>
                  <a:pt x="50520" y="23418"/>
                </a:moveTo>
                <a:lnTo>
                  <a:pt x="33337" y="26543"/>
                </a:lnTo>
                <a:lnTo>
                  <a:pt x="25488" y="30645"/>
                </a:lnTo>
                <a:lnTo>
                  <a:pt x="20154" y="33629"/>
                </a:lnTo>
                <a:lnTo>
                  <a:pt x="25733" y="30599"/>
                </a:lnTo>
                <a:lnTo>
                  <a:pt x="25882" y="30518"/>
                </a:lnTo>
                <a:lnTo>
                  <a:pt x="33820" y="29082"/>
                </a:lnTo>
                <a:lnTo>
                  <a:pt x="50990" y="25971"/>
                </a:lnTo>
                <a:lnTo>
                  <a:pt x="96799" y="17132"/>
                </a:lnTo>
                <a:lnTo>
                  <a:pt x="181483" y="3124"/>
                </a:lnTo>
                <a:lnTo>
                  <a:pt x="188686" y="2609"/>
                </a:lnTo>
                <a:lnTo>
                  <a:pt x="196272" y="3115"/>
                </a:lnTo>
                <a:lnTo>
                  <a:pt x="196405" y="3124"/>
                </a:lnTo>
                <a:lnTo>
                  <a:pt x="207060" y="6197"/>
                </a:lnTo>
                <a:lnTo>
                  <a:pt x="220078" y="9829"/>
                </a:lnTo>
                <a:lnTo>
                  <a:pt x="409042" y="79511"/>
                </a:lnTo>
                <a:lnTo>
                  <a:pt x="413232" y="78524"/>
                </a:lnTo>
                <a:lnTo>
                  <a:pt x="413080" y="81000"/>
                </a:lnTo>
                <a:lnTo>
                  <a:pt x="409042" y="79511"/>
                </a:lnTo>
                <a:lnTo>
                  <a:pt x="227456" y="123939"/>
                </a:lnTo>
                <a:lnTo>
                  <a:pt x="227469" y="124982"/>
                </a:lnTo>
                <a:lnTo>
                  <a:pt x="418020" y="80060"/>
                </a:lnTo>
                <a:lnTo>
                  <a:pt x="220827" y="7340"/>
                </a:lnTo>
                <a:lnTo>
                  <a:pt x="207771" y="3682"/>
                </a:lnTo>
                <a:lnTo>
                  <a:pt x="196710" y="533"/>
                </a:lnTo>
                <a:lnTo>
                  <a:pt x="196126" y="3073"/>
                </a:lnTo>
                <a:lnTo>
                  <a:pt x="188772" y="2603"/>
                </a:lnTo>
                <a:lnTo>
                  <a:pt x="188594" y="2603"/>
                </a:lnTo>
                <a:lnTo>
                  <a:pt x="188683" y="0"/>
                </a:lnTo>
                <a:lnTo>
                  <a:pt x="181241" y="533"/>
                </a:lnTo>
                <a:lnTo>
                  <a:pt x="96329" y="14579"/>
                </a:lnTo>
                <a:lnTo>
                  <a:pt x="50507" y="23418"/>
                </a:lnTo>
                <a:close/>
              </a:path>
              <a:path w="418020" h="643445">
                <a:moveTo>
                  <a:pt x="126149" y="600862"/>
                </a:moveTo>
                <a:lnTo>
                  <a:pt x="231101" y="641591"/>
                </a:lnTo>
                <a:lnTo>
                  <a:pt x="231078" y="639702"/>
                </a:lnTo>
                <a:lnTo>
                  <a:pt x="126149" y="600862"/>
                </a:lnTo>
                <a:close/>
              </a:path>
              <a:path w="418020" h="643445">
                <a:moveTo>
                  <a:pt x="231078" y="639702"/>
                </a:moveTo>
                <a:lnTo>
                  <a:pt x="226453" y="125222"/>
                </a:lnTo>
                <a:lnTo>
                  <a:pt x="224840" y="122935"/>
                </a:lnTo>
                <a:lnTo>
                  <a:pt x="231078" y="639702"/>
                </a:lnTo>
                <a:close/>
              </a:path>
              <a:path w="418020" h="643445">
                <a:moveTo>
                  <a:pt x="227469" y="124982"/>
                </a:moveTo>
                <a:lnTo>
                  <a:pt x="232854" y="640359"/>
                </a:lnTo>
                <a:lnTo>
                  <a:pt x="233730" y="643445"/>
                </a:lnTo>
                <a:lnTo>
                  <a:pt x="227469" y="124982"/>
                </a:lnTo>
                <a:close/>
              </a:path>
              <a:path w="418020" h="643445">
                <a:moveTo>
                  <a:pt x="413232" y="78524"/>
                </a:moveTo>
                <a:lnTo>
                  <a:pt x="409042" y="79511"/>
                </a:lnTo>
                <a:lnTo>
                  <a:pt x="413080" y="81000"/>
                </a:lnTo>
                <a:lnTo>
                  <a:pt x="413232" y="78524"/>
                </a:lnTo>
                <a:close/>
              </a:path>
              <a:path w="418020" h="643445">
                <a:moveTo>
                  <a:pt x="2197" y="51714"/>
                </a:moveTo>
                <a:lnTo>
                  <a:pt x="546" y="56095"/>
                </a:lnTo>
                <a:lnTo>
                  <a:pt x="2095" y="545617"/>
                </a:lnTo>
                <a:lnTo>
                  <a:pt x="2158" y="545845"/>
                </a:lnTo>
                <a:lnTo>
                  <a:pt x="2603" y="535038"/>
                </a:lnTo>
                <a:lnTo>
                  <a:pt x="2603" y="61074"/>
                </a:lnTo>
                <a:lnTo>
                  <a:pt x="3048" y="56845"/>
                </a:lnTo>
                <a:lnTo>
                  <a:pt x="3124" y="56540"/>
                </a:lnTo>
                <a:lnTo>
                  <a:pt x="4559" y="52819"/>
                </a:lnTo>
                <a:lnTo>
                  <a:pt x="4838" y="46431"/>
                </a:lnTo>
                <a:lnTo>
                  <a:pt x="2197" y="51714"/>
                </a:lnTo>
                <a:close/>
              </a:path>
              <a:path w="418020" h="643445">
                <a:moveTo>
                  <a:pt x="10094" y="42254"/>
                </a:moveTo>
                <a:lnTo>
                  <a:pt x="12636" y="40728"/>
                </a:lnTo>
                <a:lnTo>
                  <a:pt x="11049" y="38646"/>
                </a:lnTo>
                <a:lnTo>
                  <a:pt x="10642" y="39039"/>
                </a:lnTo>
                <a:lnTo>
                  <a:pt x="8140" y="40385"/>
                </a:lnTo>
                <a:lnTo>
                  <a:pt x="4838" y="46431"/>
                </a:lnTo>
                <a:lnTo>
                  <a:pt x="4559" y="52819"/>
                </a:lnTo>
                <a:lnTo>
                  <a:pt x="3124" y="56540"/>
                </a:lnTo>
                <a:lnTo>
                  <a:pt x="3048" y="56845"/>
                </a:lnTo>
                <a:lnTo>
                  <a:pt x="2603" y="61074"/>
                </a:lnTo>
                <a:lnTo>
                  <a:pt x="2603" y="535038"/>
                </a:lnTo>
                <a:lnTo>
                  <a:pt x="2158" y="545845"/>
                </a:lnTo>
                <a:lnTo>
                  <a:pt x="2095" y="545617"/>
                </a:lnTo>
                <a:lnTo>
                  <a:pt x="546" y="56095"/>
                </a:lnTo>
                <a:lnTo>
                  <a:pt x="0" y="60998"/>
                </a:lnTo>
                <a:lnTo>
                  <a:pt x="0" y="535089"/>
                </a:lnTo>
                <a:lnTo>
                  <a:pt x="546" y="541019"/>
                </a:lnTo>
                <a:lnTo>
                  <a:pt x="2105" y="545685"/>
                </a:lnTo>
                <a:lnTo>
                  <a:pt x="2628" y="549313"/>
                </a:lnTo>
                <a:lnTo>
                  <a:pt x="3225" y="551713"/>
                </a:lnTo>
                <a:lnTo>
                  <a:pt x="3060" y="540346"/>
                </a:lnTo>
                <a:lnTo>
                  <a:pt x="2603" y="534924"/>
                </a:lnTo>
                <a:lnTo>
                  <a:pt x="2603" y="61213"/>
                </a:lnTo>
                <a:lnTo>
                  <a:pt x="3108" y="56685"/>
                </a:lnTo>
                <a:lnTo>
                  <a:pt x="4571" y="52795"/>
                </a:lnTo>
                <a:lnTo>
                  <a:pt x="7137" y="47663"/>
                </a:lnTo>
                <a:lnTo>
                  <a:pt x="9779" y="42443"/>
                </a:lnTo>
                <a:lnTo>
                  <a:pt x="10261" y="41948"/>
                </a:lnTo>
                <a:lnTo>
                  <a:pt x="10094" y="42254"/>
                </a:lnTo>
                <a:close/>
              </a:path>
              <a:path w="418020" h="643445">
                <a:moveTo>
                  <a:pt x="4610" y="52692"/>
                </a:moveTo>
                <a:lnTo>
                  <a:pt x="7162" y="47625"/>
                </a:lnTo>
                <a:lnTo>
                  <a:pt x="4610" y="52692"/>
                </a:lnTo>
                <a:close/>
              </a:path>
              <a:path w="418020" h="643445">
                <a:moveTo>
                  <a:pt x="8476" y="554358"/>
                </a:moveTo>
                <a:lnTo>
                  <a:pt x="5621" y="550563"/>
                </a:lnTo>
                <a:lnTo>
                  <a:pt x="5689" y="550837"/>
                </a:lnTo>
                <a:lnTo>
                  <a:pt x="8280" y="554227"/>
                </a:lnTo>
                <a:lnTo>
                  <a:pt x="8597" y="554520"/>
                </a:lnTo>
                <a:lnTo>
                  <a:pt x="11442" y="556336"/>
                </a:lnTo>
                <a:lnTo>
                  <a:pt x="8476" y="554358"/>
                </a:lnTo>
                <a:close/>
              </a:path>
              <a:path w="418020" h="643445">
                <a:moveTo>
                  <a:pt x="9779" y="42443"/>
                </a:moveTo>
                <a:lnTo>
                  <a:pt x="7137" y="47663"/>
                </a:lnTo>
                <a:lnTo>
                  <a:pt x="10094" y="42254"/>
                </a:lnTo>
                <a:lnTo>
                  <a:pt x="10261" y="41948"/>
                </a:lnTo>
                <a:lnTo>
                  <a:pt x="9779" y="42443"/>
                </a:lnTo>
                <a:close/>
              </a:path>
              <a:path w="418020" h="643445">
                <a:moveTo>
                  <a:pt x="24803" y="28130"/>
                </a:moveTo>
                <a:lnTo>
                  <a:pt x="18897" y="31356"/>
                </a:lnTo>
                <a:lnTo>
                  <a:pt x="15925" y="35801"/>
                </a:lnTo>
                <a:lnTo>
                  <a:pt x="15468" y="36220"/>
                </a:lnTo>
                <a:lnTo>
                  <a:pt x="13931" y="34099"/>
                </a:lnTo>
                <a:lnTo>
                  <a:pt x="10809" y="38789"/>
                </a:lnTo>
                <a:lnTo>
                  <a:pt x="8140" y="40385"/>
                </a:lnTo>
                <a:lnTo>
                  <a:pt x="10642" y="39039"/>
                </a:lnTo>
                <a:lnTo>
                  <a:pt x="11049" y="38646"/>
                </a:lnTo>
                <a:lnTo>
                  <a:pt x="12636" y="40728"/>
                </a:lnTo>
                <a:lnTo>
                  <a:pt x="15749" y="36064"/>
                </a:lnTo>
                <a:lnTo>
                  <a:pt x="20154" y="33629"/>
                </a:lnTo>
                <a:lnTo>
                  <a:pt x="25488" y="30645"/>
                </a:lnTo>
                <a:lnTo>
                  <a:pt x="33337" y="26543"/>
                </a:lnTo>
                <a:lnTo>
                  <a:pt x="24803" y="28130"/>
                </a:lnTo>
                <a:close/>
              </a:path>
              <a:path w="418020" h="643445">
                <a:moveTo>
                  <a:pt x="15998" y="559873"/>
                </a:moveTo>
                <a:lnTo>
                  <a:pt x="11442" y="556336"/>
                </a:lnTo>
                <a:lnTo>
                  <a:pt x="8597" y="554520"/>
                </a:lnTo>
                <a:lnTo>
                  <a:pt x="8280" y="554227"/>
                </a:lnTo>
                <a:lnTo>
                  <a:pt x="5689" y="550837"/>
                </a:lnTo>
                <a:lnTo>
                  <a:pt x="5621" y="550563"/>
                </a:lnTo>
                <a:lnTo>
                  <a:pt x="5185" y="548822"/>
                </a:lnTo>
                <a:lnTo>
                  <a:pt x="4660" y="545134"/>
                </a:lnTo>
                <a:lnTo>
                  <a:pt x="3124" y="540638"/>
                </a:lnTo>
                <a:lnTo>
                  <a:pt x="3111" y="540498"/>
                </a:lnTo>
                <a:lnTo>
                  <a:pt x="2603" y="534924"/>
                </a:lnTo>
                <a:lnTo>
                  <a:pt x="3060" y="540346"/>
                </a:lnTo>
                <a:lnTo>
                  <a:pt x="3225" y="551713"/>
                </a:lnTo>
                <a:lnTo>
                  <a:pt x="5168" y="548754"/>
                </a:lnTo>
                <a:lnTo>
                  <a:pt x="5473" y="550367"/>
                </a:lnTo>
                <a:lnTo>
                  <a:pt x="6642" y="556259"/>
                </a:lnTo>
                <a:lnTo>
                  <a:pt x="9956" y="558469"/>
                </a:lnTo>
                <a:lnTo>
                  <a:pt x="14719" y="562165"/>
                </a:lnTo>
                <a:lnTo>
                  <a:pt x="125247" y="603300"/>
                </a:lnTo>
                <a:lnTo>
                  <a:pt x="233730" y="643445"/>
                </a:lnTo>
                <a:lnTo>
                  <a:pt x="232854" y="640359"/>
                </a:lnTo>
                <a:lnTo>
                  <a:pt x="227469" y="124982"/>
                </a:lnTo>
                <a:lnTo>
                  <a:pt x="227456" y="123939"/>
                </a:lnTo>
                <a:lnTo>
                  <a:pt x="409042" y="79511"/>
                </a:lnTo>
                <a:lnTo>
                  <a:pt x="224840" y="122935"/>
                </a:lnTo>
                <a:lnTo>
                  <a:pt x="226453" y="125222"/>
                </a:lnTo>
                <a:lnTo>
                  <a:pt x="231078" y="639702"/>
                </a:lnTo>
                <a:lnTo>
                  <a:pt x="231101" y="641591"/>
                </a:lnTo>
                <a:lnTo>
                  <a:pt x="126149" y="600862"/>
                </a:lnTo>
                <a:lnTo>
                  <a:pt x="16154" y="559993"/>
                </a:lnTo>
                <a:lnTo>
                  <a:pt x="15811" y="559803"/>
                </a:lnTo>
                <a:lnTo>
                  <a:pt x="15998" y="559873"/>
                </a:lnTo>
                <a:close/>
              </a:path>
              <a:path w="418020" h="643445">
                <a:moveTo>
                  <a:pt x="16154" y="559993"/>
                </a:moveTo>
                <a:lnTo>
                  <a:pt x="126149" y="600862"/>
                </a:lnTo>
                <a:lnTo>
                  <a:pt x="15998" y="559873"/>
                </a:lnTo>
                <a:lnTo>
                  <a:pt x="15811" y="559803"/>
                </a:lnTo>
                <a:lnTo>
                  <a:pt x="16154" y="559993"/>
                </a:lnTo>
                <a:close/>
              </a:path>
              <a:path w="418020" h="643445">
                <a:moveTo>
                  <a:pt x="18897" y="31356"/>
                </a:moveTo>
                <a:lnTo>
                  <a:pt x="13931" y="34099"/>
                </a:lnTo>
                <a:lnTo>
                  <a:pt x="15468" y="36220"/>
                </a:lnTo>
                <a:lnTo>
                  <a:pt x="15925" y="35801"/>
                </a:lnTo>
                <a:lnTo>
                  <a:pt x="18897" y="31356"/>
                </a:lnTo>
                <a:close/>
              </a:path>
              <a:path w="418020" h="643445">
                <a:moveTo>
                  <a:pt x="181571" y="3117"/>
                </a:moveTo>
                <a:lnTo>
                  <a:pt x="188686" y="2609"/>
                </a:lnTo>
                <a:lnTo>
                  <a:pt x="181609" y="3111"/>
                </a:lnTo>
                <a:lnTo>
                  <a:pt x="96799" y="17132"/>
                </a:lnTo>
                <a:lnTo>
                  <a:pt x="181571" y="3117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409933" y="2588856"/>
            <a:ext cx="216522" cy="562317"/>
          </a:xfrm>
          <a:custGeom>
            <a:avLst/>
            <a:gdLst/>
            <a:ahLst/>
            <a:cxnLst/>
            <a:rect l="l" t="t" r="r" b="b"/>
            <a:pathLst>
              <a:path w="216522" h="562317">
                <a:moveTo>
                  <a:pt x="0" y="535813"/>
                </a:moveTo>
                <a:lnTo>
                  <a:pt x="1041" y="543610"/>
                </a:lnTo>
                <a:lnTo>
                  <a:pt x="4686" y="552957"/>
                </a:lnTo>
                <a:lnTo>
                  <a:pt x="13538" y="559714"/>
                </a:lnTo>
                <a:lnTo>
                  <a:pt x="18732" y="562317"/>
                </a:lnTo>
                <a:lnTo>
                  <a:pt x="30708" y="562317"/>
                </a:lnTo>
                <a:lnTo>
                  <a:pt x="186334" y="534250"/>
                </a:lnTo>
                <a:lnTo>
                  <a:pt x="193103" y="532168"/>
                </a:lnTo>
                <a:lnTo>
                  <a:pt x="204025" y="525411"/>
                </a:lnTo>
                <a:lnTo>
                  <a:pt x="211836" y="515023"/>
                </a:lnTo>
                <a:lnTo>
                  <a:pt x="214960" y="510870"/>
                </a:lnTo>
                <a:lnTo>
                  <a:pt x="216522" y="504634"/>
                </a:lnTo>
                <a:lnTo>
                  <a:pt x="216522" y="19227"/>
                </a:lnTo>
                <a:lnTo>
                  <a:pt x="204025" y="2082"/>
                </a:lnTo>
                <a:lnTo>
                  <a:pt x="198818" y="0"/>
                </a:lnTo>
                <a:lnTo>
                  <a:pt x="186334" y="0"/>
                </a:lnTo>
                <a:lnTo>
                  <a:pt x="30708" y="28067"/>
                </a:lnTo>
                <a:lnTo>
                  <a:pt x="24460" y="29629"/>
                </a:lnTo>
                <a:lnTo>
                  <a:pt x="18732" y="32219"/>
                </a:lnTo>
                <a:lnTo>
                  <a:pt x="13538" y="36893"/>
                </a:lnTo>
                <a:lnTo>
                  <a:pt x="8331" y="40538"/>
                </a:lnTo>
                <a:lnTo>
                  <a:pt x="4686" y="46774"/>
                </a:lnTo>
                <a:lnTo>
                  <a:pt x="2603" y="51968"/>
                </a:lnTo>
                <a:lnTo>
                  <a:pt x="1041" y="57683"/>
                </a:lnTo>
                <a:lnTo>
                  <a:pt x="0" y="64439"/>
                </a:lnTo>
                <a:lnTo>
                  <a:pt x="0" y="535813"/>
                </a:lnTo>
                <a:close/>
              </a:path>
            </a:pathLst>
          </a:custGeom>
          <a:solidFill>
            <a:srgbClr val="B2C0D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407063" y="2585999"/>
            <a:ext cx="222250" cy="568032"/>
          </a:xfrm>
          <a:custGeom>
            <a:avLst/>
            <a:gdLst/>
            <a:ahLst/>
            <a:cxnLst/>
            <a:rect l="l" t="t" r="r" b="b"/>
            <a:pathLst>
              <a:path w="222250" h="568032">
                <a:moveTo>
                  <a:pt x="188696" y="534301"/>
                </a:moveTo>
                <a:lnTo>
                  <a:pt x="194844" y="532393"/>
                </a:lnTo>
                <a:lnTo>
                  <a:pt x="188468" y="534342"/>
                </a:lnTo>
                <a:lnTo>
                  <a:pt x="188696" y="534301"/>
                </a:lnTo>
                <a:close/>
              </a:path>
              <a:path w="222250" h="568032">
                <a:moveTo>
                  <a:pt x="196989" y="537705"/>
                </a:moveTo>
                <a:lnTo>
                  <a:pt x="203200" y="534885"/>
                </a:lnTo>
                <a:lnTo>
                  <a:pt x="199898" y="530199"/>
                </a:lnTo>
                <a:lnTo>
                  <a:pt x="195122" y="532307"/>
                </a:lnTo>
                <a:lnTo>
                  <a:pt x="194779" y="532422"/>
                </a:lnTo>
                <a:lnTo>
                  <a:pt x="189877" y="539889"/>
                </a:lnTo>
                <a:lnTo>
                  <a:pt x="196989" y="537705"/>
                </a:lnTo>
                <a:close/>
              </a:path>
              <a:path w="222250" h="568032">
                <a:moveTo>
                  <a:pt x="202234" y="0"/>
                </a:moveTo>
                <a:lnTo>
                  <a:pt x="195973" y="0"/>
                </a:lnTo>
                <a:lnTo>
                  <a:pt x="200634" y="5511"/>
                </a:lnTo>
                <a:lnTo>
                  <a:pt x="201688" y="5715"/>
                </a:lnTo>
                <a:lnTo>
                  <a:pt x="205041" y="7112"/>
                </a:lnTo>
                <a:lnTo>
                  <a:pt x="208407" y="2463"/>
                </a:lnTo>
                <a:lnTo>
                  <a:pt x="202234" y="0"/>
                </a:lnTo>
                <a:close/>
              </a:path>
              <a:path w="222250" h="568032">
                <a:moveTo>
                  <a:pt x="204922" y="526191"/>
                </a:moveTo>
                <a:lnTo>
                  <a:pt x="200166" y="529985"/>
                </a:lnTo>
                <a:lnTo>
                  <a:pt x="200507" y="529831"/>
                </a:lnTo>
                <a:lnTo>
                  <a:pt x="204749" y="526389"/>
                </a:lnTo>
                <a:lnTo>
                  <a:pt x="205105" y="526046"/>
                </a:lnTo>
                <a:lnTo>
                  <a:pt x="208201" y="522456"/>
                </a:lnTo>
                <a:lnTo>
                  <a:pt x="204922" y="526191"/>
                </a:lnTo>
                <a:close/>
              </a:path>
              <a:path w="222250" h="568032">
                <a:moveTo>
                  <a:pt x="205841" y="7594"/>
                </a:moveTo>
                <a:lnTo>
                  <a:pt x="205397" y="7416"/>
                </a:lnTo>
                <a:lnTo>
                  <a:pt x="208673" y="10223"/>
                </a:lnTo>
                <a:lnTo>
                  <a:pt x="205841" y="7594"/>
                </a:lnTo>
                <a:close/>
              </a:path>
              <a:path w="222250" h="568032">
                <a:moveTo>
                  <a:pt x="215087" y="17716"/>
                </a:moveTo>
                <a:lnTo>
                  <a:pt x="215197" y="18082"/>
                </a:lnTo>
                <a:lnTo>
                  <a:pt x="215366" y="18364"/>
                </a:lnTo>
                <a:lnTo>
                  <a:pt x="216928" y="9829"/>
                </a:lnTo>
                <a:lnTo>
                  <a:pt x="212420" y="5892"/>
                </a:lnTo>
                <a:lnTo>
                  <a:pt x="212813" y="13843"/>
                </a:lnTo>
                <a:lnTo>
                  <a:pt x="215197" y="18082"/>
                </a:lnTo>
                <a:lnTo>
                  <a:pt x="215087" y="17716"/>
                </a:lnTo>
                <a:close/>
              </a:path>
              <a:path w="222250" h="568032">
                <a:moveTo>
                  <a:pt x="216611" y="506793"/>
                </a:moveTo>
                <a:lnTo>
                  <a:pt x="216649" y="22910"/>
                </a:lnTo>
                <a:lnTo>
                  <a:pt x="216522" y="22085"/>
                </a:lnTo>
                <a:lnTo>
                  <a:pt x="216522" y="507148"/>
                </a:lnTo>
                <a:lnTo>
                  <a:pt x="216611" y="506793"/>
                </a:lnTo>
                <a:close/>
              </a:path>
              <a:path w="222250" h="568032">
                <a:moveTo>
                  <a:pt x="216992" y="519595"/>
                </a:moveTo>
                <a:lnTo>
                  <a:pt x="216522" y="507492"/>
                </a:lnTo>
                <a:lnTo>
                  <a:pt x="215531" y="512000"/>
                </a:lnTo>
                <a:lnTo>
                  <a:pt x="215049" y="513029"/>
                </a:lnTo>
                <a:lnTo>
                  <a:pt x="212813" y="525856"/>
                </a:lnTo>
                <a:lnTo>
                  <a:pt x="217028" y="519547"/>
                </a:lnTo>
                <a:lnTo>
                  <a:pt x="220472" y="514972"/>
                </a:lnTo>
                <a:lnTo>
                  <a:pt x="217081" y="519468"/>
                </a:lnTo>
                <a:lnTo>
                  <a:pt x="220472" y="15722"/>
                </a:lnTo>
                <a:lnTo>
                  <a:pt x="216928" y="9829"/>
                </a:lnTo>
                <a:lnTo>
                  <a:pt x="216992" y="519595"/>
                </a:lnTo>
                <a:close/>
              </a:path>
              <a:path w="222250" h="568032">
                <a:moveTo>
                  <a:pt x="217081" y="519468"/>
                </a:moveTo>
                <a:lnTo>
                  <a:pt x="220472" y="514972"/>
                </a:lnTo>
                <a:lnTo>
                  <a:pt x="222250" y="507834"/>
                </a:lnTo>
                <a:lnTo>
                  <a:pt x="222250" y="21666"/>
                </a:lnTo>
                <a:lnTo>
                  <a:pt x="220472" y="15722"/>
                </a:lnTo>
                <a:lnTo>
                  <a:pt x="217081" y="519468"/>
                </a:lnTo>
                <a:close/>
              </a:path>
              <a:path w="222250" h="568032">
                <a:moveTo>
                  <a:pt x="21602" y="562317"/>
                </a:moveTo>
                <a:lnTo>
                  <a:pt x="20929" y="568032"/>
                </a:lnTo>
                <a:lnTo>
                  <a:pt x="27330" y="568032"/>
                </a:lnTo>
                <a:lnTo>
                  <a:pt x="22885" y="562610"/>
                </a:lnTo>
                <a:lnTo>
                  <a:pt x="21602" y="562317"/>
                </a:lnTo>
                <a:close/>
              </a:path>
              <a:path w="222250" h="568032">
                <a:moveTo>
                  <a:pt x="18186" y="41998"/>
                </a:moveTo>
                <a:lnTo>
                  <a:pt x="13665" y="44831"/>
                </a:lnTo>
                <a:lnTo>
                  <a:pt x="13344" y="45380"/>
                </a:lnTo>
                <a:lnTo>
                  <a:pt x="18186" y="41998"/>
                </a:lnTo>
                <a:close/>
              </a:path>
              <a:path w="222250" h="568032">
                <a:moveTo>
                  <a:pt x="208153" y="522528"/>
                </a:moveTo>
                <a:lnTo>
                  <a:pt x="208876" y="530351"/>
                </a:lnTo>
                <a:lnTo>
                  <a:pt x="208394" y="522236"/>
                </a:lnTo>
                <a:lnTo>
                  <a:pt x="208153" y="522528"/>
                </a:lnTo>
                <a:close/>
              </a:path>
              <a:path w="222250" h="568032">
                <a:moveTo>
                  <a:pt x="212462" y="13535"/>
                </a:moveTo>
                <a:lnTo>
                  <a:pt x="212242" y="13169"/>
                </a:lnTo>
                <a:lnTo>
                  <a:pt x="208648" y="10198"/>
                </a:lnTo>
                <a:lnTo>
                  <a:pt x="212462" y="13535"/>
                </a:lnTo>
                <a:close/>
              </a:path>
              <a:path w="222250" h="568032">
                <a:moveTo>
                  <a:pt x="34277" y="33693"/>
                </a:moveTo>
                <a:lnTo>
                  <a:pt x="28511" y="35090"/>
                </a:lnTo>
                <a:lnTo>
                  <a:pt x="28292" y="35189"/>
                </a:lnTo>
                <a:lnTo>
                  <a:pt x="34277" y="33693"/>
                </a:lnTo>
                <a:close/>
              </a:path>
              <a:path w="222250" h="568032">
                <a:moveTo>
                  <a:pt x="1117" y="547166"/>
                </a:moveTo>
                <a:lnTo>
                  <a:pt x="2793" y="551649"/>
                </a:lnTo>
                <a:lnTo>
                  <a:pt x="5105" y="557428"/>
                </a:lnTo>
                <a:lnTo>
                  <a:pt x="5702" y="538289"/>
                </a:lnTo>
                <a:lnTo>
                  <a:pt x="5702" y="67741"/>
                </a:lnTo>
                <a:lnTo>
                  <a:pt x="5727" y="67297"/>
                </a:lnTo>
                <a:lnTo>
                  <a:pt x="6667" y="61302"/>
                </a:lnTo>
                <a:lnTo>
                  <a:pt x="9042" y="41414"/>
                </a:lnTo>
                <a:lnTo>
                  <a:pt x="4978" y="48374"/>
                </a:lnTo>
                <a:lnTo>
                  <a:pt x="2755" y="53924"/>
                </a:lnTo>
                <a:lnTo>
                  <a:pt x="1104" y="59956"/>
                </a:lnTo>
                <a:lnTo>
                  <a:pt x="0" y="67081"/>
                </a:lnTo>
                <a:lnTo>
                  <a:pt x="0" y="538861"/>
                </a:lnTo>
                <a:lnTo>
                  <a:pt x="1117" y="547166"/>
                </a:lnTo>
                <a:close/>
              </a:path>
              <a:path w="222250" h="568032">
                <a:moveTo>
                  <a:pt x="8185" y="55749"/>
                </a:moveTo>
                <a:lnTo>
                  <a:pt x="8229" y="55587"/>
                </a:lnTo>
                <a:lnTo>
                  <a:pt x="9042" y="41414"/>
                </a:lnTo>
                <a:lnTo>
                  <a:pt x="6667" y="61302"/>
                </a:lnTo>
                <a:lnTo>
                  <a:pt x="5727" y="67297"/>
                </a:lnTo>
                <a:lnTo>
                  <a:pt x="5702" y="67741"/>
                </a:lnTo>
                <a:lnTo>
                  <a:pt x="5702" y="538289"/>
                </a:lnTo>
                <a:lnTo>
                  <a:pt x="5105" y="557428"/>
                </a:lnTo>
                <a:lnTo>
                  <a:pt x="9423" y="561720"/>
                </a:lnTo>
                <a:lnTo>
                  <a:pt x="15024" y="565073"/>
                </a:lnTo>
                <a:lnTo>
                  <a:pt x="12661" y="556996"/>
                </a:lnTo>
                <a:lnTo>
                  <a:pt x="10210" y="554761"/>
                </a:lnTo>
                <a:lnTo>
                  <a:pt x="9575" y="553796"/>
                </a:lnTo>
                <a:lnTo>
                  <a:pt x="8128" y="549567"/>
                </a:lnTo>
                <a:lnTo>
                  <a:pt x="6743" y="546087"/>
                </a:lnTo>
                <a:lnTo>
                  <a:pt x="6591" y="545452"/>
                </a:lnTo>
                <a:lnTo>
                  <a:pt x="5727" y="538670"/>
                </a:lnTo>
                <a:lnTo>
                  <a:pt x="5727" y="67577"/>
                </a:lnTo>
                <a:lnTo>
                  <a:pt x="6730" y="61074"/>
                </a:lnTo>
                <a:lnTo>
                  <a:pt x="8128" y="55892"/>
                </a:lnTo>
                <a:lnTo>
                  <a:pt x="8185" y="55749"/>
                </a:lnTo>
                <a:close/>
              </a:path>
              <a:path w="222250" h="568032">
                <a:moveTo>
                  <a:pt x="6696" y="545732"/>
                </a:moveTo>
                <a:lnTo>
                  <a:pt x="5727" y="538479"/>
                </a:lnTo>
                <a:lnTo>
                  <a:pt x="5727" y="538670"/>
                </a:lnTo>
                <a:lnTo>
                  <a:pt x="6591" y="545452"/>
                </a:lnTo>
                <a:lnTo>
                  <a:pt x="6743" y="546087"/>
                </a:lnTo>
                <a:lnTo>
                  <a:pt x="8153" y="549617"/>
                </a:lnTo>
                <a:lnTo>
                  <a:pt x="6696" y="545732"/>
                </a:lnTo>
                <a:close/>
              </a:path>
              <a:path w="222250" h="568032">
                <a:moveTo>
                  <a:pt x="6743" y="60985"/>
                </a:moveTo>
                <a:lnTo>
                  <a:pt x="8185" y="55749"/>
                </a:lnTo>
                <a:lnTo>
                  <a:pt x="8128" y="55892"/>
                </a:lnTo>
                <a:lnTo>
                  <a:pt x="6743" y="60985"/>
                </a:lnTo>
                <a:close/>
              </a:path>
              <a:path w="222250" h="568032">
                <a:moveTo>
                  <a:pt x="8128" y="549567"/>
                </a:moveTo>
                <a:lnTo>
                  <a:pt x="9575" y="553796"/>
                </a:lnTo>
                <a:lnTo>
                  <a:pt x="10210" y="554761"/>
                </a:lnTo>
                <a:lnTo>
                  <a:pt x="12661" y="556996"/>
                </a:lnTo>
                <a:lnTo>
                  <a:pt x="15024" y="565073"/>
                </a:lnTo>
                <a:lnTo>
                  <a:pt x="20929" y="568032"/>
                </a:lnTo>
                <a:lnTo>
                  <a:pt x="21602" y="562317"/>
                </a:lnTo>
                <a:lnTo>
                  <a:pt x="22885" y="562610"/>
                </a:lnTo>
                <a:lnTo>
                  <a:pt x="27330" y="568032"/>
                </a:lnTo>
                <a:lnTo>
                  <a:pt x="33832" y="568032"/>
                </a:lnTo>
                <a:lnTo>
                  <a:pt x="33578" y="562317"/>
                </a:lnTo>
                <a:lnTo>
                  <a:pt x="33070" y="562356"/>
                </a:lnTo>
                <a:lnTo>
                  <a:pt x="27330" y="562317"/>
                </a:lnTo>
                <a:lnTo>
                  <a:pt x="22298" y="562317"/>
                </a:lnTo>
                <a:lnTo>
                  <a:pt x="17868" y="560120"/>
                </a:lnTo>
                <a:lnTo>
                  <a:pt x="13220" y="557428"/>
                </a:lnTo>
                <a:lnTo>
                  <a:pt x="12977" y="557185"/>
                </a:lnTo>
                <a:lnTo>
                  <a:pt x="9988" y="554207"/>
                </a:lnTo>
                <a:lnTo>
                  <a:pt x="8128" y="549567"/>
                </a:lnTo>
                <a:close/>
              </a:path>
              <a:path w="222250" h="568032">
                <a:moveTo>
                  <a:pt x="189501" y="5715"/>
                </a:moveTo>
                <a:lnTo>
                  <a:pt x="201142" y="5715"/>
                </a:lnTo>
                <a:lnTo>
                  <a:pt x="205397" y="7416"/>
                </a:lnTo>
                <a:lnTo>
                  <a:pt x="205841" y="7594"/>
                </a:lnTo>
                <a:lnTo>
                  <a:pt x="208648" y="10198"/>
                </a:lnTo>
                <a:lnTo>
                  <a:pt x="212242" y="13169"/>
                </a:lnTo>
                <a:lnTo>
                  <a:pt x="212462" y="13535"/>
                </a:lnTo>
                <a:lnTo>
                  <a:pt x="215197" y="18082"/>
                </a:lnTo>
                <a:lnTo>
                  <a:pt x="212813" y="13843"/>
                </a:lnTo>
                <a:lnTo>
                  <a:pt x="212420" y="5892"/>
                </a:lnTo>
                <a:lnTo>
                  <a:pt x="208407" y="2463"/>
                </a:lnTo>
                <a:lnTo>
                  <a:pt x="205041" y="7112"/>
                </a:lnTo>
                <a:lnTo>
                  <a:pt x="201688" y="5715"/>
                </a:lnTo>
                <a:lnTo>
                  <a:pt x="200634" y="5511"/>
                </a:lnTo>
                <a:lnTo>
                  <a:pt x="195973" y="0"/>
                </a:lnTo>
                <a:lnTo>
                  <a:pt x="188937" y="0"/>
                </a:lnTo>
                <a:lnTo>
                  <a:pt x="32969" y="28117"/>
                </a:lnTo>
                <a:lnTo>
                  <a:pt x="28028" y="35255"/>
                </a:lnTo>
                <a:lnTo>
                  <a:pt x="23520" y="37211"/>
                </a:lnTo>
                <a:lnTo>
                  <a:pt x="22796" y="37680"/>
                </a:lnTo>
                <a:lnTo>
                  <a:pt x="20015" y="32664"/>
                </a:lnTo>
                <a:lnTo>
                  <a:pt x="14637" y="37498"/>
                </a:lnTo>
                <a:lnTo>
                  <a:pt x="9042" y="41414"/>
                </a:lnTo>
                <a:lnTo>
                  <a:pt x="8229" y="55587"/>
                </a:lnTo>
                <a:lnTo>
                  <a:pt x="8185" y="55749"/>
                </a:lnTo>
                <a:lnTo>
                  <a:pt x="10156" y="50833"/>
                </a:lnTo>
                <a:lnTo>
                  <a:pt x="10020" y="51066"/>
                </a:lnTo>
                <a:lnTo>
                  <a:pt x="10210" y="50698"/>
                </a:lnTo>
                <a:lnTo>
                  <a:pt x="12839" y="45732"/>
                </a:lnTo>
                <a:lnTo>
                  <a:pt x="14490" y="37630"/>
                </a:lnTo>
                <a:lnTo>
                  <a:pt x="14757" y="37414"/>
                </a:lnTo>
                <a:lnTo>
                  <a:pt x="18186" y="41998"/>
                </a:lnTo>
                <a:lnTo>
                  <a:pt x="23201" y="37497"/>
                </a:lnTo>
                <a:lnTo>
                  <a:pt x="28292" y="35189"/>
                </a:lnTo>
                <a:lnTo>
                  <a:pt x="28511" y="35090"/>
                </a:lnTo>
                <a:lnTo>
                  <a:pt x="34277" y="33693"/>
                </a:lnTo>
                <a:lnTo>
                  <a:pt x="189204" y="5715"/>
                </a:lnTo>
                <a:lnTo>
                  <a:pt x="189712" y="5676"/>
                </a:lnTo>
                <a:lnTo>
                  <a:pt x="189501" y="5715"/>
                </a:lnTo>
                <a:close/>
              </a:path>
              <a:path w="222250" h="568032">
                <a:moveTo>
                  <a:pt x="10020" y="51066"/>
                </a:moveTo>
                <a:lnTo>
                  <a:pt x="10156" y="50833"/>
                </a:lnTo>
                <a:lnTo>
                  <a:pt x="13344" y="45380"/>
                </a:lnTo>
                <a:lnTo>
                  <a:pt x="13665" y="44831"/>
                </a:lnTo>
                <a:lnTo>
                  <a:pt x="18186" y="41998"/>
                </a:lnTo>
                <a:lnTo>
                  <a:pt x="14757" y="37414"/>
                </a:lnTo>
                <a:lnTo>
                  <a:pt x="14490" y="37630"/>
                </a:lnTo>
                <a:lnTo>
                  <a:pt x="12839" y="45732"/>
                </a:lnTo>
                <a:lnTo>
                  <a:pt x="10210" y="50698"/>
                </a:lnTo>
                <a:lnTo>
                  <a:pt x="10020" y="51066"/>
                </a:lnTo>
                <a:close/>
              </a:path>
              <a:path w="222250" h="568032">
                <a:moveTo>
                  <a:pt x="17802" y="560080"/>
                </a:moveTo>
                <a:lnTo>
                  <a:pt x="12977" y="557185"/>
                </a:lnTo>
                <a:lnTo>
                  <a:pt x="13220" y="557428"/>
                </a:lnTo>
                <a:lnTo>
                  <a:pt x="17678" y="560019"/>
                </a:lnTo>
                <a:lnTo>
                  <a:pt x="17868" y="560120"/>
                </a:lnTo>
                <a:lnTo>
                  <a:pt x="22298" y="562317"/>
                </a:lnTo>
                <a:lnTo>
                  <a:pt x="17802" y="560080"/>
                </a:lnTo>
                <a:close/>
              </a:path>
              <a:path w="222250" h="568032">
                <a:moveTo>
                  <a:pt x="26377" y="29768"/>
                </a:moveTo>
                <a:lnTo>
                  <a:pt x="20015" y="32664"/>
                </a:lnTo>
                <a:lnTo>
                  <a:pt x="22796" y="37680"/>
                </a:lnTo>
                <a:lnTo>
                  <a:pt x="23520" y="37211"/>
                </a:lnTo>
                <a:lnTo>
                  <a:pt x="28028" y="35255"/>
                </a:lnTo>
                <a:lnTo>
                  <a:pt x="32969" y="28117"/>
                </a:lnTo>
                <a:lnTo>
                  <a:pt x="26377" y="29768"/>
                </a:lnTo>
                <a:close/>
              </a:path>
              <a:path w="222250" h="568032">
                <a:moveTo>
                  <a:pt x="27330" y="562317"/>
                </a:moveTo>
                <a:lnTo>
                  <a:pt x="33070" y="562356"/>
                </a:lnTo>
                <a:lnTo>
                  <a:pt x="33578" y="562317"/>
                </a:lnTo>
                <a:lnTo>
                  <a:pt x="33832" y="568032"/>
                </a:lnTo>
                <a:lnTo>
                  <a:pt x="189877" y="539889"/>
                </a:lnTo>
                <a:lnTo>
                  <a:pt x="194779" y="532422"/>
                </a:lnTo>
                <a:lnTo>
                  <a:pt x="195122" y="532307"/>
                </a:lnTo>
                <a:lnTo>
                  <a:pt x="199898" y="530199"/>
                </a:lnTo>
                <a:lnTo>
                  <a:pt x="203200" y="534885"/>
                </a:lnTo>
                <a:lnTo>
                  <a:pt x="208876" y="530351"/>
                </a:lnTo>
                <a:lnTo>
                  <a:pt x="208153" y="522528"/>
                </a:lnTo>
                <a:lnTo>
                  <a:pt x="208394" y="522236"/>
                </a:lnTo>
                <a:lnTo>
                  <a:pt x="208876" y="530351"/>
                </a:lnTo>
                <a:lnTo>
                  <a:pt x="212813" y="525856"/>
                </a:lnTo>
                <a:lnTo>
                  <a:pt x="215049" y="513029"/>
                </a:lnTo>
                <a:lnTo>
                  <a:pt x="215531" y="512000"/>
                </a:lnTo>
                <a:lnTo>
                  <a:pt x="216522" y="507492"/>
                </a:lnTo>
                <a:lnTo>
                  <a:pt x="216992" y="519595"/>
                </a:lnTo>
                <a:lnTo>
                  <a:pt x="216928" y="9829"/>
                </a:lnTo>
                <a:lnTo>
                  <a:pt x="215366" y="18364"/>
                </a:lnTo>
                <a:lnTo>
                  <a:pt x="215197" y="18082"/>
                </a:lnTo>
                <a:lnTo>
                  <a:pt x="216522" y="22488"/>
                </a:lnTo>
                <a:lnTo>
                  <a:pt x="216522" y="22085"/>
                </a:lnTo>
                <a:lnTo>
                  <a:pt x="216649" y="22910"/>
                </a:lnTo>
                <a:lnTo>
                  <a:pt x="216611" y="506793"/>
                </a:lnTo>
                <a:lnTo>
                  <a:pt x="216522" y="507148"/>
                </a:lnTo>
                <a:lnTo>
                  <a:pt x="215193" y="512452"/>
                </a:lnTo>
                <a:lnTo>
                  <a:pt x="212369" y="516229"/>
                </a:lnTo>
                <a:lnTo>
                  <a:pt x="208201" y="522456"/>
                </a:lnTo>
                <a:lnTo>
                  <a:pt x="205105" y="526046"/>
                </a:lnTo>
                <a:lnTo>
                  <a:pt x="200507" y="529831"/>
                </a:lnTo>
                <a:lnTo>
                  <a:pt x="194844" y="532393"/>
                </a:lnTo>
                <a:lnTo>
                  <a:pt x="188696" y="534301"/>
                </a:lnTo>
                <a:lnTo>
                  <a:pt x="188353" y="534377"/>
                </a:lnTo>
                <a:lnTo>
                  <a:pt x="33282" y="562317"/>
                </a:lnTo>
                <a:lnTo>
                  <a:pt x="27330" y="562317"/>
                </a:lnTo>
                <a:close/>
              </a:path>
              <a:path w="222250" h="568032">
                <a:moveTo>
                  <a:pt x="189501" y="5715"/>
                </a:moveTo>
                <a:lnTo>
                  <a:pt x="189712" y="5676"/>
                </a:lnTo>
                <a:lnTo>
                  <a:pt x="189204" y="5715"/>
                </a:lnTo>
                <a:lnTo>
                  <a:pt x="34277" y="33693"/>
                </a:lnTo>
                <a:lnTo>
                  <a:pt x="34086" y="33743"/>
                </a:lnTo>
                <a:lnTo>
                  <a:pt x="189501" y="5715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427624" y="2663698"/>
            <a:ext cx="187375" cy="483311"/>
          </a:xfrm>
          <a:custGeom>
            <a:avLst/>
            <a:gdLst/>
            <a:ahLst/>
            <a:cxnLst/>
            <a:rect l="l" t="t" r="r" b="b"/>
            <a:pathLst>
              <a:path w="187375" h="483311">
                <a:moveTo>
                  <a:pt x="0" y="460971"/>
                </a:moveTo>
                <a:lnTo>
                  <a:pt x="1041" y="466166"/>
                </a:lnTo>
                <a:lnTo>
                  <a:pt x="2082" y="471360"/>
                </a:lnTo>
                <a:lnTo>
                  <a:pt x="5206" y="475005"/>
                </a:lnTo>
                <a:lnTo>
                  <a:pt x="7810" y="478116"/>
                </a:lnTo>
                <a:lnTo>
                  <a:pt x="11455" y="480720"/>
                </a:lnTo>
                <a:lnTo>
                  <a:pt x="16662" y="483311"/>
                </a:lnTo>
                <a:lnTo>
                  <a:pt x="26022" y="483311"/>
                </a:lnTo>
                <a:lnTo>
                  <a:pt x="160832" y="459409"/>
                </a:lnTo>
                <a:lnTo>
                  <a:pt x="170713" y="454736"/>
                </a:lnTo>
                <a:lnTo>
                  <a:pt x="175412" y="451091"/>
                </a:lnTo>
                <a:lnTo>
                  <a:pt x="182689" y="443293"/>
                </a:lnTo>
                <a:lnTo>
                  <a:pt x="184251" y="438619"/>
                </a:lnTo>
                <a:lnTo>
                  <a:pt x="186334" y="433425"/>
                </a:lnTo>
                <a:lnTo>
                  <a:pt x="187375" y="427189"/>
                </a:lnTo>
                <a:lnTo>
                  <a:pt x="187375" y="21831"/>
                </a:lnTo>
                <a:lnTo>
                  <a:pt x="186334" y="16624"/>
                </a:lnTo>
                <a:lnTo>
                  <a:pt x="184251" y="11950"/>
                </a:lnTo>
                <a:lnTo>
                  <a:pt x="182689" y="7797"/>
                </a:lnTo>
                <a:lnTo>
                  <a:pt x="179565" y="4152"/>
                </a:lnTo>
                <a:lnTo>
                  <a:pt x="175412" y="2082"/>
                </a:lnTo>
                <a:lnTo>
                  <a:pt x="170713" y="0"/>
                </a:lnTo>
                <a:lnTo>
                  <a:pt x="160832" y="0"/>
                </a:lnTo>
                <a:lnTo>
                  <a:pt x="26022" y="23380"/>
                </a:lnTo>
                <a:lnTo>
                  <a:pt x="21856" y="25984"/>
                </a:lnTo>
                <a:lnTo>
                  <a:pt x="16662" y="28066"/>
                </a:lnTo>
                <a:lnTo>
                  <a:pt x="11455" y="31699"/>
                </a:lnTo>
                <a:lnTo>
                  <a:pt x="7810" y="34823"/>
                </a:lnTo>
                <a:lnTo>
                  <a:pt x="5206" y="40017"/>
                </a:lnTo>
                <a:lnTo>
                  <a:pt x="2082" y="44170"/>
                </a:lnTo>
                <a:lnTo>
                  <a:pt x="1041" y="49364"/>
                </a:lnTo>
                <a:lnTo>
                  <a:pt x="0" y="55600"/>
                </a:lnTo>
                <a:lnTo>
                  <a:pt x="0" y="460971"/>
                </a:lnTo>
                <a:close/>
              </a:path>
            </a:pathLst>
          </a:custGeom>
          <a:solidFill>
            <a:srgbClr val="D2DAE3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444286" y="2685529"/>
            <a:ext cx="155092" cy="55079"/>
          </a:xfrm>
          <a:custGeom>
            <a:avLst/>
            <a:gdLst/>
            <a:ahLst/>
            <a:cxnLst/>
            <a:rect l="l" t="t" r="r" b="b"/>
            <a:pathLst>
              <a:path w="155092" h="55079">
                <a:moveTo>
                  <a:pt x="0" y="55079"/>
                </a:moveTo>
                <a:lnTo>
                  <a:pt x="155092" y="27012"/>
                </a:lnTo>
                <a:lnTo>
                  <a:pt x="155092" y="0"/>
                </a:lnTo>
                <a:lnTo>
                  <a:pt x="0" y="27533"/>
                </a:lnTo>
                <a:lnTo>
                  <a:pt x="0" y="55079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448452" y="2687599"/>
            <a:ext cx="146773" cy="44691"/>
          </a:xfrm>
          <a:custGeom>
            <a:avLst/>
            <a:gdLst/>
            <a:ahLst/>
            <a:cxnLst/>
            <a:rect l="l" t="t" r="r" b="b"/>
            <a:pathLst>
              <a:path w="146773" h="44691">
                <a:moveTo>
                  <a:pt x="0" y="44691"/>
                </a:moveTo>
                <a:lnTo>
                  <a:pt x="146773" y="19227"/>
                </a:lnTo>
                <a:lnTo>
                  <a:pt x="146773" y="0"/>
                </a:lnTo>
                <a:lnTo>
                  <a:pt x="0" y="26504"/>
                </a:lnTo>
                <a:lnTo>
                  <a:pt x="0" y="446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445328" y="2710472"/>
            <a:ext cx="154050" cy="29095"/>
          </a:xfrm>
          <a:custGeom>
            <a:avLst/>
            <a:gdLst/>
            <a:ahLst/>
            <a:cxnLst/>
            <a:rect l="l" t="t" r="r" b="b"/>
            <a:pathLst>
              <a:path w="154050" h="29095">
                <a:moveTo>
                  <a:pt x="0" y="29095"/>
                </a:moveTo>
                <a:lnTo>
                  <a:pt x="154050" y="2070"/>
                </a:lnTo>
                <a:lnTo>
                  <a:pt x="150939" y="0"/>
                </a:lnTo>
                <a:lnTo>
                  <a:pt x="0" y="26504"/>
                </a:lnTo>
                <a:lnTo>
                  <a:pt x="0" y="29095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444286" y="2757233"/>
            <a:ext cx="155092" cy="55092"/>
          </a:xfrm>
          <a:custGeom>
            <a:avLst/>
            <a:gdLst/>
            <a:ahLst/>
            <a:cxnLst/>
            <a:rect l="l" t="t" r="r" b="b"/>
            <a:pathLst>
              <a:path w="155092" h="55092">
                <a:moveTo>
                  <a:pt x="0" y="55092"/>
                </a:moveTo>
                <a:lnTo>
                  <a:pt x="155092" y="27038"/>
                </a:lnTo>
                <a:lnTo>
                  <a:pt x="155092" y="0"/>
                </a:lnTo>
                <a:lnTo>
                  <a:pt x="0" y="28067"/>
                </a:lnTo>
                <a:lnTo>
                  <a:pt x="0" y="55092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448452" y="2759316"/>
            <a:ext cx="146773" cy="45732"/>
          </a:xfrm>
          <a:custGeom>
            <a:avLst/>
            <a:gdLst/>
            <a:ahLst/>
            <a:cxnLst/>
            <a:rect l="l" t="t" r="r" b="b"/>
            <a:pathLst>
              <a:path w="146773" h="45732">
                <a:moveTo>
                  <a:pt x="0" y="45732"/>
                </a:moveTo>
                <a:lnTo>
                  <a:pt x="146773" y="18719"/>
                </a:lnTo>
                <a:lnTo>
                  <a:pt x="146773" y="0"/>
                </a:lnTo>
                <a:lnTo>
                  <a:pt x="0" y="26504"/>
                </a:lnTo>
                <a:lnTo>
                  <a:pt x="0" y="45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445328" y="2782189"/>
            <a:ext cx="154050" cy="30137"/>
          </a:xfrm>
          <a:custGeom>
            <a:avLst/>
            <a:gdLst/>
            <a:ahLst/>
            <a:cxnLst/>
            <a:rect l="l" t="t" r="r" b="b"/>
            <a:pathLst>
              <a:path w="154050" h="30137">
                <a:moveTo>
                  <a:pt x="0" y="30137"/>
                </a:moveTo>
                <a:lnTo>
                  <a:pt x="154050" y="2082"/>
                </a:lnTo>
                <a:lnTo>
                  <a:pt x="150939" y="0"/>
                </a:lnTo>
                <a:lnTo>
                  <a:pt x="0" y="26504"/>
                </a:lnTo>
                <a:lnTo>
                  <a:pt x="0" y="30137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429199" y="2727401"/>
            <a:ext cx="185267" cy="38887"/>
          </a:xfrm>
          <a:custGeom>
            <a:avLst/>
            <a:gdLst/>
            <a:ahLst/>
            <a:cxnLst/>
            <a:rect l="l" t="t" r="r" b="b"/>
            <a:pathLst>
              <a:path w="185267" h="38887">
                <a:moveTo>
                  <a:pt x="0" y="33261"/>
                </a:moveTo>
                <a:lnTo>
                  <a:pt x="1015" y="38887"/>
                </a:lnTo>
                <a:lnTo>
                  <a:pt x="185267" y="5626"/>
                </a:lnTo>
                <a:lnTo>
                  <a:pt x="184251" y="0"/>
                </a:lnTo>
                <a:lnTo>
                  <a:pt x="0" y="33261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429199" y="2797035"/>
            <a:ext cx="185267" cy="38900"/>
          </a:xfrm>
          <a:custGeom>
            <a:avLst/>
            <a:gdLst/>
            <a:ahLst/>
            <a:cxnLst/>
            <a:rect l="l" t="t" r="r" b="b"/>
            <a:pathLst>
              <a:path w="185267" h="38900">
                <a:moveTo>
                  <a:pt x="0" y="33273"/>
                </a:moveTo>
                <a:lnTo>
                  <a:pt x="1015" y="38900"/>
                </a:lnTo>
                <a:lnTo>
                  <a:pt x="185267" y="5638"/>
                </a:lnTo>
                <a:lnTo>
                  <a:pt x="184251" y="0"/>
                </a:lnTo>
                <a:lnTo>
                  <a:pt x="0" y="33273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429186" y="3050654"/>
            <a:ext cx="185305" cy="39916"/>
          </a:xfrm>
          <a:custGeom>
            <a:avLst/>
            <a:gdLst/>
            <a:ahLst/>
            <a:cxnLst/>
            <a:rect l="l" t="t" r="r" b="b"/>
            <a:pathLst>
              <a:path w="185305" h="39916">
                <a:moveTo>
                  <a:pt x="0" y="34302"/>
                </a:moveTo>
                <a:lnTo>
                  <a:pt x="1054" y="39916"/>
                </a:lnTo>
                <a:lnTo>
                  <a:pt x="185305" y="5626"/>
                </a:lnTo>
                <a:lnTo>
                  <a:pt x="184238" y="0"/>
                </a:lnTo>
                <a:lnTo>
                  <a:pt x="0" y="34302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468226" y="2823756"/>
            <a:ext cx="113461" cy="32219"/>
          </a:xfrm>
          <a:custGeom>
            <a:avLst/>
            <a:gdLst/>
            <a:ahLst/>
            <a:cxnLst/>
            <a:rect l="l" t="t" r="r" b="b"/>
            <a:pathLst>
              <a:path w="113461" h="32219">
                <a:moveTo>
                  <a:pt x="0" y="26504"/>
                </a:moveTo>
                <a:lnTo>
                  <a:pt x="1041" y="29108"/>
                </a:lnTo>
                <a:lnTo>
                  <a:pt x="2082" y="30670"/>
                </a:lnTo>
                <a:lnTo>
                  <a:pt x="4165" y="32219"/>
                </a:lnTo>
                <a:lnTo>
                  <a:pt x="7289" y="32219"/>
                </a:lnTo>
                <a:lnTo>
                  <a:pt x="105651" y="13512"/>
                </a:lnTo>
                <a:lnTo>
                  <a:pt x="108775" y="13512"/>
                </a:lnTo>
                <a:lnTo>
                  <a:pt x="110858" y="11442"/>
                </a:lnTo>
                <a:lnTo>
                  <a:pt x="111899" y="7797"/>
                </a:lnTo>
                <a:lnTo>
                  <a:pt x="113461" y="5727"/>
                </a:lnTo>
                <a:lnTo>
                  <a:pt x="111899" y="2603"/>
                </a:lnTo>
                <a:lnTo>
                  <a:pt x="110858" y="1041"/>
                </a:lnTo>
                <a:lnTo>
                  <a:pt x="108775" y="0"/>
                </a:lnTo>
                <a:lnTo>
                  <a:pt x="105651" y="0"/>
                </a:lnTo>
                <a:lnTo>
                  <a:pt x="7289" y="18199"/>
                </a:lnTo>
                <a:lnTo>
                  <a:pt x="4165" y="19748"/>
                </a:lnTo>
                <a:lnTo>
                  <a:pt x="2082" y="21310"/>
                </a:lnTo>
                <a:lnTo>
                  <a:pt x="1041" y="23393"/>
                </a:lnTo>
                <a:lnTo>
                  <a:pt x="0" y="26504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473192" y="2833916"/>
            <a:ext cx="102488" cy="21259"/>
          </a:xfrm>
          <a:custGeom>
            <a:avLst/>
            <a:gdLst/>
            <a:ahLst/>
            <a:cxnLst/>
            <a:rect l="l" t="t" r="r" b="b"/>
            <a:pathLst>
              <a:path w="102488" h="21259">
                <a:moveTo>
                  <a:pt x="0" y="18707"/>
                </a:moveTo>
                <a:lnTo>
                  <a:pt x="469" y="21259"/>
                </a:lnTo>
                <a:lnTo>
                  <a:pt x="102488" y="2552"/>
                </a:lnTo>
                <a:lnTo>
                  <a:pt x="102019" y="0"/>
                </a:lnTo>
                <a:lnTo>
                  <a:pt x="0" y="18707"/>
                </a:lnTo>
                <a:close/>
              </a:path>
            </a:pathLst>
          </a:custGeom>
          <a:solidFill>
            <a:srgbClr val="96AAB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5435955" y="3090887"/>
            <a:ext cx="171754" cy="47815"/>
          </a:xfrm>
          <a:custGeom>
            <a:avLst/>
            <a:gdLst/>
            <a:ahLst/>
            <a:cxnLst/>
            <a:rect l="l" t="t" r="r" b="b"/>
            <a:pathLst>
              <a:path w="171754" h="47815">
                <a:moveTo>
                  <a:pt x="0" y="32740"/>
                </a:moveTo>
                <a:lnTo>
                  <a:pt x="1041" y="36372"/>
                </a:lnTo>
                <a:lnTo>
                  <a:pt x="2603" y="41579"/>
                </a:lnTo>
                <a:lnTo>
                  <a:pt x="4686" y="44170"/>
                </a:lnTo>
                <a:lnTo>
                  <a:pt x="9893" y="46774"/>
                </a:lnTo>
                <a:lnTo>
                  <a:pt x="13525" y="47815"/>
                </a:lnTo>
                <a:lnTo>
                  <a:pt x="18745" y="47815"/>
                </a:lnTo>
                <a:lnTo>
                  <a:pt x="84315" y="35344"/>
                </a:lnTo>
                <a:lnTo>
                  <a:pt x="130124" y="27546"/>
                </a:lnTo>
                <a:lnTo>
                  <a:pt x="154584" y="22860"/>
                </a:lnTo>
                <a:lnTo>
                  <a:pt x="160312" y="19748"/>
                </a:lnTo>
                <a:lnTo>
                  <a:pt x="166039" y="14033"/>
                </a:lnTo>
                <a:lnTo>
                  <a:pt x="170192" y="7797"/>
                </a:lnTo>
                <a:lnTo>
                  <a:pt x="171754" y="2603"/>
                </a:lnTo>
                <a:lnTo>
                  <a:pt x="171754" y="0"/>
                </a:lnTo>
                <a:lnTo>
                  <a:pt x="0" y="29616"/>
                </a:lnTo>
                <a:lnTo>
                  <a:pt x="0" y="32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188470" y="2502763"/>
            <a:ext cx="444995" cy="656463"/>
          </a:xfrm>
          <a:custGeom>
            <a:avLst/>
            <a:gdLst/>
            <a:ahLst/>
            <a:cxnLst/>
            <a:rect l="l" t="t" r="r" b="b"/>
            <a:pathLst>
              <a:path w="444995" h="656463">
                <a:moveTo>
                  <a:pt x="428866" y="82210"/>
                </a:moveTo>
                <a:lnTo>
                  <a:pt x="430083" y="82715"/>
                </a:lnTo>
                <a:lnTo>
                  <a:pt x="430949" y="82575"/>
                </a:lnTo>
                <a:lnTo>
                  <a:pt x="430949" y="82054"/>
                </a:lnTo>
                <a:lnTo>
                  <a:pt x="430568" y="81673"/>
                </a:lnTo>
                <a:lnTo>
                  <a:pt x="427570" y="81673"/>
                </a:lnTo>
                <a:lnTo>
                  <a:pt x="426008" y="80632"/>
                </a:lnTo>
                <a:lnTo>
                  <a:pt x="425488" y="80111"/>
                </a:lnTo>
                <a:lnTo>
                  <a:pt x="425620" y="80111"/>
                </a:lnTo>
                <a:lnTo>
                  <a:pt x="424522" y="79794"/>
                </a:lnTo>
                <a:lnTo>
                  <a:pt x="424967" y="80111"/>
                </a:lnTo>
                <a:lnTo>
                  <a:pt x="428866" y="84010"/>
                </a:lnTo>
                <a:lnTo>
                  <a:pt x="428866" y="82210"/>
                </a:lnTo>
                <a:close/>
              </a:path>
              <a:path w="444995" h="656463">
                <a:moveTo>
                  <a:pt x="428866" y="80111"/>
                </a:moveTo>
                <a:lnTo>
                  <a:pt x="427437" y="80111"/>
                </a:lnTo>
                <a:lnTo>
                  <a:pt x="426029" y="80246"/>
                </a:lnTo>
                <a:lnTo>
                  <a:pt x="425703" y="80111"/>
                </a:lnTo>
                <a:lnTo>
                  <a:pt x="426085" y="80302"/>
                </a:lnTo>
                <a:lnTo>
                  <a:pt x="426959" y="80632"/>
                </a:lnTo>
                <a:lnTo>
                  <a:pt x="429006" y="80632"/>
                </a:lnTo>
                <a:lnTo>
                  <a:pt x="428866" y="80111"/>
                </a:lnTo>
                <a:close/>
              </a:path>
              <a:path w="444995" h="656463">
                <a:moveTo>
                  <a:pt x="428866" y="80632"/>
                </a:moveTo>
                <a:lnTo>
                  <a:pt x="426959" y="80632"/>
                </a:lnTo>
                <a:lnTo>
                  <a:pt x="428675" y="81343"/>
                </a:lnTo>
                <a:lnTo>
                  <a:pt x="428866" y="80632"/>
                </a:lnTo>
                <a:close/>
              </a:path>
              <a:path w="444995" h="656463">
                <a:moveTo>
                  <a:pt x="429124" y="94665"/>
                </a:moveTo>
                <a:lnTo>
                  <a:pt x="428345" y="93888"/>
                </a:lnTo>
                <a:lnTo>
                  <a:pt x="428080" y="93624"/>
                </a:lnTo>
                <a:lnTo>
                  <a:pt x="427824" y="93514"/>
                </a:lnTo>
                <a:lnTo>
                  <a:pt x="428345" y="94665"/>
                </a:lnTo>
                <a:lnTo>
                  <a:pt x="428345" y="94411"/>
                </a:lnTo>
                <a:lnTo>
                  <a:pt x="428600" y="94665"/>
                </a:lnTo>
                <a:lnTo>
                  <a:pt x="428345" y="94665"/>
                </a:lnTo>
                <a:lnTo>
                  <a:pt x="429123" y="95186"/>
                </a:lnTo>
                <a:lnTo>
                  <a:pt x="429124" y="94665"/>
                </a:lnTo>
                <a:close/>
              </a:path>
              <a:path w="444995" h="656463">
                <a:moveTo>
                  <a:pt x="429385" y="614632"/>
                </a:moveTo>
                <a:lnTo>
                  <a:pt x="430428" y="615403"/>
                </a:lnTo>
                <a:lnTo>
                  <a:pt x="435114" y="615403"/>
                </a:lnTo>
                <a:lnTo>
                  <a:pt x="432661" y="614362"/>
                </a:lnTo>
                <a:lnTo>
                  <a:pt x="430428" y="614362"/>
                </a:lnTo>
                <a:lnTo>
                  <a:pt x="429655" y="614362"/>
                </a:lnTo>
                <a:lnTo>
                  <a:pt x="429387" y="614629"/>
                </a:lnTo>
                <a:lnTo>
                  <a:pt x="428612" y="615403"/>
                </a:lnTo>
                <a:lnTo>
                  <a:pt x="429065" y="615403"/>
                </a:lnTo>
                <a:lnTo>
                  <a:pt x="429385" y="614632"/>
                </a:lnTo>
                <a:close/>
              </a:path>
              <a:path w="444995" h="656463">
                <a:moveTo>
                  <a:pt x="430428" y="100003"/>
                </a:moveTo>
                <a:lnTo>
                  <a:pt x="430288" y="99339"/>
                </a:lnTo>
                <a:lnTo>
                  <a:pt x="429907" y="98831"/>
                </a:lnTo>
                <a:lnTo>
                  <a:pt x="429907" y="97958"/>
                </a:lnTo>
                <a:lnTo>
                  <a:pt x="429387" y="96494"/>
                </a:lnTo>
                <a:lnTo>
                  <a:pt x="429646" y="95707"/>
                </a:lnTo>
                <a:lnTo>
                  <a:pt x="429645" y="95186"/>
                </a:lnTo>
                <a:lnTo>
                  <a:pt x="429125" y="94665"/>
                </a:lnTo>
                <a:lnTo>
                  <a:pt x="428345" y="93888"/>
                </a:lnTo>
                <a:lnTo>
                  <a:pt x="429124" y="94665"/>
                </a:lnTo>
                <a:lnTo>
                  <a:pt x="429123" y="95186"/>
                </a:lnTo>
                <a:lnTo>
                  <a:pt x="428971" y="95707"/>
                </a:lnTo>
                <a:lnTo>
                  <a:pt x="429386" y="96705"/>
                </a:lnTo>
                <a:lnTo>
                  <a:pt x="429780" y="98831"/>
                </a:lnTo>
                <a:lnTo>
                  <a:pt x="429907" y="98958"/>
                </a:lnTo>
                <a:lnTo>
                  <a:pt x="429907" y="99999"/>
                </a:lnTo>
                <a:lnTo>
                  <a:pt x="430288" y="100380"/>
                </a:lnTo>
                <a:lnTo>
                  <a:pt x="430428" y="100003"/>
                </a:lnTo>
                <a:close/>
              </a:path>
              <a:path w="444995" h="656463">
                <a:moveTo>
                  <a:pt x="430428" y="616585"/>
                </a:moveTo>
                <a:lnTo>
                  <a:pt x="430758" y="616254"/>
                </a:lnTo>
                <a:lnTo>
                  <a:pt x="431279" y="615734"/>
                </a:lnTo>
                <a:lnTo>
                  <a:pt x="430428" y="615403"/>
                </a:lnTo>
                <a:lnTo>
                  <a:pt x="430237" y="616775"/>
                </a:lnTo>
                <a:lnTo>
                  <a:pt x="429717" y="617296"/>
                </a:lnTo>
                <a:lnTo>
                  <a:pt x="429387" y="615403"/>
                </a:lnTo>
                <a:lnTo>
                  <a:pt x="429385" y="614632"/>
                </a:lnTo>
                <a:lnTo>
                  <a:pt x="429065" y="615403"/>
                </a:lnTo>
                <a:lnTo>
                  <a:pt x="429387" y="617624"/>
                </a:lnTo>
                <a:lnTo>
                  <a:pt x="430428" y="620077"/>
                </a:lnTo>
                <a:lnTo>
                  <a:pt x="430428" y="616585"/>
                </a:lnTo>
                <a:close/>
              </a:path>
              <a:path w="444995" h="656463">
                <a:moveTo>
                  <a:pt x="429387" y="617624"/>
                </a:moveTo>
                <a:lnTo>
                  <a:pt x="429065" y="615403"/>
                </a:lnTo>
                <a:lnTo>
                  <a:pt x="428155" y="618337"/>
                </a:lnTo>
                <a:lnTo>
                  <a:pt x="427824" y="618667"/>
                </a:lnTo>
                <a:lnTo>
                  <a:pt x="427824" y="619177"/>
                </a:lnTo>
                <a:lnTo>
                  <a:pt x="429387" y="620077"/>
                </a:lnTo>
                <a:lnTo>
                  <a:pt x="430428" y="620077"/>
                </a:lnTo>
                <a:lnTo>
                  <a:pt x="429387" y="617624"/>
                </a:lnTo>
                <a:close/>
              </a:path>
              <a:path w="444995" h="656463">
                <a:moveTo>
                  <a:pt x="430428" y="615403"/>
                </a:moveTo>
                <a:lnTo>
                  <a:pt x="429387" y="614630"/>
                </a:lnTo>
                <a:lnTo>
                  <a:pt x="429387" y="615403"/>
                </a:lnTo>
                <a:lnTo>
                  <a:pt x="429717" y="617296"/>
                </a:lnTo>
                <a:lnTo>
                  <a:pt x="430428" y="615403"/>
                </a:lnTo>
                <a:close/>
              </a:path>
              <a:path w="444995" h="656463">
                <a:moveTo>
                  <a:pt x="429133" y="82715"/>
                </a:moveTo>
                <a:lnTo>
                  <a:pt x="430389" y="83235"/>
                </a:lnTo>
                <a:lnTo>
                  <a:pt x="430083" y="82715"/>
                </a:lnTo>
                <a:lnTo>
                  <a:pt x="428866" y="82210"/>
                </a:lnTo>
                <a:lnTo>
                  <a:pt x="428866" y="83489"/>
                </a:lnTo>
                <a:lnTo>
                  <a:pt x="429133" y="82715"/>
                </a:lnTo>
                <a:close/>
              </a:path>
              <a:path w="444995" h="656463">
                <a:moveTo>
                  <a:pt x="432650" y="83756"/>
                </a:moveTo>
                <a:lnTo>
                  <a:pt x="435635" y="83235"/>
                </a:lnTo>
                <a:lnTo>
                  <a:pt x="435635" y="82715"/>
                </a:lnTo>
                <a:lnTo>
                  <a:pt x="432130" y="83235"/>
                </a:lnTo>
                <a:lnTo>
                  <a:pt x="431990" y="83235"/>
                </a:lnTo>
                <a:lnTo>
                  <a:pt x="431800" y="83426"/>
                </a:lnTo>
                <a:lnTo>
                  <a:pt x="431340" y="83235"/>
                </a:lnTo>
                <a:lnTo>
                  <a:pt x="430949" y="83073"/>
                </a:lnTo>
                <a:lnTo>
                  <a:pt x="430949" y="83235"/>
                </a:lnTo>
                <a:lnTo>
                  <a:pt x="431645" y="83756"/>
                </a:lnTo>
                <a:lnTo>
                  <a:pt x="432650" y="83756"/>
                </a:lnTo>
                <a:close/>
              </a:path>
              <a:path w="444995" h="656463">
                <a:moveTo>
                  <a:pt x="430949" y="84531"/>
                </a:moveTo>
                <a:lnTo>
                  <a:pt x="430174" y="83756"/>
                </a:lnTo>
                <a:lnTo>
                  <a:pt x="429653" y="83235"/>
                </a:lnTo>
                <a:lnTo>
                  <a:pt x="430949" y="85572"/>
                </a:lnTo>
                <a:lnTo>
                  <a:pt x="430949" y="84531"/>
                </a:lnTo>
                <a:close/>
              </a:path>
              <a:path w="444995" h="656463">
                <a:moveTo>
                  <a:pt x="433031" y="108178"/>
                </a:moveTo>
                <a:lnTo>
                  <a:pt x="433031" y="585787"/>
                </a:lnTo>
                <a:lnTo>
                  <a:pt x="433743" y="588568"/>
                </a:lnTo>
                <a:lnTo>
                  <a:pt x="433095" y="590130"/>
                </a:lnTo>
                <a:lnTo>
                  <a:pt x="433031" y="590284"/>
                </a:lnTo>
                <a:lnTo>
                  <a:pt x="432894" y="590617"/>
                </a:lnTo>
                <a:lnTo>
                  <a:pt x="433031" y="590617"/>
                </a:lnTo>
                <a:lnTo>
                  <a:pt x="433031" y="590366"/>
                </a:lnTo>
                <a:lnTo>
                  <a:pt x="433235" y="590130"/>
                </a:lnTo>
                <a:lnTo>
                  <a:pt x="435317" y="588568"/>
                </a:lnTo>
                <a:lnTo>
                  <a:pt x="439026" y="585787"/>
                </a:lnTo>
              </a:path>
              <a:path w="444995" h="656463">
                <a:moveTo>
                  <a:pt x="439026" y="585787"/>
                </a:moveTo>
                <a:lnTo>
                  <a:pt x="433031" y="590617"/>
                </a:lnTo>
                <a:lnTo>
                  <a:pt x="438209" y="590617"/>
                </a:lnTo>
              </a:path>
              <a:path w="444995" h="656463">
                <a:moveTo>
                  <a:pt x="432894" y="590617"/>
                </a:moveTo>
                <a:lnTo>
                  <a:pt x="432422" y="591756"/>
                </a:lnTo>
                <a:lnTo>
                  <a:pt x="438016" y="591756"/>
                </a:lnTo>
                <a:lnTo>
                  <a:pt x="438209" y="590617"/>
                </a:lnTo>
              </a:path>
              <a:path w="444995" h="656463">
                <a:moveTo>
                  <a:pt x="431990" y="591368"/>
                </a:moveTo>
                <a:lnTo>
                  <a:pt x="431469" y="591886"/>
                </a:lnTo>
                <a:lnTo>
                  <a:pt x="431292" y="592797"/>
                </a:lnTo>
                <a:lnTo>
                  <a:pt x="431990" y="592797"/>
                </a:lnTo>
                <a:lnTo>
                  <a:pt x="431990" y="591886"/>
                </a:lnTo>
              </a:path>
              <a:path w="444995" h="656463">
                <a:moveTo>
                  <a:pt x="432422" y="591756"/>
                </a:moveTo>
                <a:lnTo>
                  <a:pt x="431990" y="592797"/>
                </a:lnTo>
                <a:lnTo>
                  <a:pt x="432440" y="592797"/>
                </a:lnTo>
                <a:lnTo>
                  <a:pt x="433031" y="591756"/>
                </a:lnTo>
              </a:path>
              <a:path w="444995" h="656463">
                <a:moveTo>
                  <a:pt x="433031" y="591756"/>
                </a:moveTo>
                <a:lnTo>
                  <a:pt x="434547" y="608914"/>
                </a:lnTo>
                <a:lnTo>
                  <a:pt x="434593" y="609434"/>
                </a:lnTo>
                <a:lnTo>
                  <a:pt x="434594" y="610385"/>
                </a:lnTo>
                <a:lnTo>
                  <a:pt x="434594" y="611642"/>
                </a:lnTo>
                <a:lnTo>
                  <a:pt x="435114" y="610385"/>
                </a:lnTo>
                <a:lnTo>
                  <a:pt x="435114" y="609434"/>
                </a:lnTo>
                <a:lnTo>
                  <a:pt x="435114" y="608914"/>
                </a:lnTo>
                <a:lnTo>
                  <a:pt x="438016" y="591756"/>
                </a:lnTo>
              </a:path>
              <a:path w="444995" h="656463">
                <a:moveTo>
                  <a:pt x="431292" y="592797"/>
                </a:moveTo>
                <a:lnTo>
                  <a:pt x="431206" y="593242"/>
                </a:lnTo>
                <a:lnTo>
                  <a:pt x="432188" y="593242"/>
                </a:lnTo>
                <a:lnTo>
                  <a:pt x="432440" y="592797"/>
                </a:lnTo>
              </a:path>
              <a:path w="444995" h="656463">
                <a:moveTo>
                  <a:pt x="431206" y="593242"/>
                </a:moveTo>
                <a:lnTo>
                  <a:pt x="431161" y="593469"/>
                </a:lnTo>
                <a:lnTo>
                  <a:pt x="431050" y="594041"/>
                </a:lnTo>
                <a:lnTo>
                  <a:pt x="430988" y="594360"/>
                </a:lnTo>
                <a:lnTo>
                  <a:pt x="431469" y="594360"/>
                </a:lnTo>
                <a:lnTo>
                  <a:pt x="431394" y="594041"/>
                </a:lnTo>
                <a:lnTo>
                  <a:pt x="431469" y="593469"/>
                </a:lnTo>
                <a:lnTo>
                  <a:pt x="431584" y="593242"/>
                </a:lnTo>
              </a:path>
              <a:path w="444995" h="656463">
                <a:moveTo>
                  <a:pt x="431584" y="593242"/>
                </a:moveTo>
                <a:lnTo>
                  <a:pt x="431751" y="593684"/>
                </a:lnTo>
                <a:lnTo>
                  <a:pt x="431501" y="594283"/>
                </a:lnTo>
                <a:lnTo>
                  <a:pt x="431660" y="594283"/>
                </a:lnTo>
                <a:lnTo>
                  <a:pt x="431963" y="593684"/>
                </a:lnTo>
                <a:lnTo>
                  <a:pt x="432181" y="593255"/>
                </a:lnTo>
              </a:path>
              <a:path w="444995" h="656463">
                <a:moveTo>
                  <a:pt x="430988" y="594360"/>
                </a:moveTo>
                <a:lnTo>
                  <a:pt x="431236" y="594707"/>
                </a:lnTo>
                <a:lnTo>
                  <a:pt x="431475" y="594468"/>
                </a:lnTo>
              </a:path>
              <a:path w="444995" h="656463">
                <a:moveTo>
                  <a:pt x="430428" y="596557"/>
                </a:moveTo>
                <a:lnTo>
                  <a:pt x="430618" y="596366"/>
                </a:lnTo>
                <a:lnTo>
                  <a:pt x="430948" y="594995"/>
                </a:lnTo>
                <a:lnTo>
                  <a:pt x="431236" y="594707"/>
                </a:lnTo>
                <a:lnTo>
                  <a:pt x="430967" y="594468"/>
                </a:lnTo>
                <a:lnTo>
                  <a:pt x="430454" y="595490"/>
                </a:lnTo>
                <a:lnTo>
                  <a:pt x="429907" y="596036"/>
                </a:lnTo>
                <a:lnTo>
                  <a:pt x="429387" y="596557"/>
                </a:lnTo>
                <a:lnTo>
                  <a:pt x="429907" y="597077"/>
                </a:lnTo>
                <a:lnTo>
                  <a:pt x="430428" y="596557"/>
                </a:lnTo>
                <a:close/>
              </a:path>
              <a:path w="444995" h="656463">
                <a:moveTo>
                  <a:pt x="431469" y="593966"/>
                </a:moveTo>
                <a:lnTo>
                  <a:pt x="431751" y="593684"/>
                </a:lnTo>
                <a:lnTo>
                  <a:pt x="431584" y="593242"/>
                </a:lnTo>
                <a:lnTo>
                  <a:pt x="431469" y="593469"/>
                </a:lnTo>
                <a:lnTo>
                  <a:pt x="431394" y="594041"/>
                </a:lnTo>
                <a:close/>
              </a:path>
              <a:path w="444995" h="656463">
                <a:moveTo>
                  <a:pt x="430949" y="594505"/>
                </a:moveTo>
                <a:lnTo>
                  <a:pt x="431469" y="591886"/>
                </a:lnTo>
                <a:lnTo>
                  <a:pt x="430949" y="592404"/>
                </a:lnTo>
                <a:lnTo>
                  <a:pt x="430949" y="594486"/>
                </a:lnTo>
                <a:lnTo>
                  <a:pt x="430454" y="595490"/>
                </a:lnTo>
                <a:lnTo>
                  <a:pt x="430949" y="594505"/>
                </a:lnTo>
                <a:close/>
              </a:path>
              <a:path w="444995" h="656463">
                <a:moveTo>
                  <a:pt x="431469" y="102597"/>
                </a:moveTo>
                <a:lnTo>
                  <a:pt x="430949" y="101561"/>
                </a:lnTo>
                <a:lnTo>
                  <a:pt x="430428" y="101041"/>
                </a:lnTo>
                <a:lnTo>
                  <a:pt x="430428" y="101561"/>
                </a:lnTo>
                <a:lnTo>
                  <a:pt x="430949" y="102079"/>
                </a:lnTo>
                <a:lnTo>
                  <a:pt x="430949" y="103124"/>
                </a:lnTo>
                <a:lnTo>
                  <a:pt x="431469" y="103641"/>
                </a:lnTo>
                <a:lnTo>
                  <a:pt x="431469" y="102597"/>
                </a:lnTo>
                <a:close/>
              </a:path>
              <a:path w="444995" h="656463">
                <a:moveTo>
                  <a:pt x="431751" y="593684"/>
                </a:moveTo>
                <a:lnTo>
                  <a:pt x="431469" y="593966"/>
                </a:lnTo>
                <a:lnTo>
                  <a:pt x="431469" y="594360"/>
                </a:lnTo>
                <a:lnTo>
                  <a:pt x="431751" y="593684"/>
                </a:lnTo>
                <a:close/>
              </a:path>
              <a:path w="444995" h="656463">
                <a:moveTo>
                  <a:pt x="431139" y="595845"/>
                </a:moveTo>
                <a:lnTo>
                  <a:pt x="430923" y="596062"/>
                </a:lnTo>
                <a:lnTo>
                  <a:pt x="430618" y="596366"/>
                </a:lnTo>
                <a:lnTo>
                  <a:pt x="430428" y="596557"/>
                </a:lnTo>
                <a:lnTo>
                  <a:pt x="430428" y="597484"/>
                </a:lnTo>
                <a:lnTo>
                  <a:pt x="431139" y="595845"/>
                </a:lnTo>
                <a:close/>
              </a:path>
              <a:path w="444995" h="656463">
                <a:moveTo>
                  <a:pt x="431990" y="82715"/>
                </a:moveTo>
                <a:lnTo>
                  <a:pt x="431609" y="82715"/>
                </a:lnTo>
                <a:lnTo>
                  <a:pt x="431279" y="82905"/>
                </a:lnTo>
                <a:lnTo>
                  <a:pt x="431088" y="82715"/>
                </a:lnTo>
                <a:lnTo>
                  <a:pt x="430949" y="82715"/>
                </a:lnTo>
                <a:lnTo>
                  <a:pt x="431340" y="83235"/>
                </a:lnTo>
                <a:lnTo>
                  <a:pt x="431609" y="83235"/>
                </a:lnTo>
                <a:lnTo>
                  <a:pt x="431990" y="83096"/>
                </a:lnTo>
                <a:lnTo>
                  <a:pt x="432130" y="83235"/>
                </a:lnTo>
                <a:lnTo>
                  <a:pt x="431990" y="82715"/>
                </a:lnTo>
                <a:close/>
              </a:path>
              <a:path w="444995" h="656463">
                <a:moveTo>
                  <a:pt x="431990" y="83235"/>
                </a:moveTo>
                <a:lnTo>
                  <a:pt x="432130" y="83235"/>
                </a:lnTo>
                <a:lnTo>
                  <a:pt x="431990" y="83096"/>
                </a:lnTo>
                <a:lnTo>
                  <a:pt x="431609" y="83235"/>
                </a:lnTo>
                <a:lnTo>
                  <a:pt x="431340" y="83235"/>
                </a:lnTo>
                <a:lnTo>
                  <a:pt x="431800" y="83426"/>
                </a:lnTo>
                <a:lnTo>
                  <a:pt x="431990" y="83235"/>
                </a:lnTo>
                <a:close/>
              </a:path>
              <a:path w="444995" h="656463">
                <a:moveTo>
                  <a:pt x="440321" y="94502"/>
                </a:moveTo>
                <a:lnTo>
                  <a:pt x="439801" y="92976"/>
                </a:lnTo>
                <a:lnTo>
                  <a:pt x="439801" y="92455"/>
                </a:lnTo>
                <a:lnTo>
                  <a:pt x="439280" y="91414"/>
                </a:lnTo>
                <a:lnTo>
                  <a:pt x="438759" y="90893"/>
                </a:lnTo>
                <a:lnTo>
                  <a:pt x="438759" y="92849"/>
                </a:lnTo>
                <a:lnTo>
                  <a:pt x="434847" y="88430"/>
                </a:lnTo>
                <a:lnTo>
                  <a:pt x="435918" y="88430"/>
                </a:lnTo>
                <a:lnTo>
                  <a:pt x="436156" y="87388"/>
                </a:lnTo>
                <a:lnTo>
                  <a:pt x="435775" y="86867"/>
                </a:lnTo>
                <a:lnTo>
                  <a:pt x="435635" y="83756"/>
                </a:lnTo>
                <a:lnTo>
                  <a:pt x="434924" y="86029"/>
                </a:lnTo>
                <a:lnTo>
                  <a:pt x="433362" y="84467"/>
                </a:lnTo>
                <a:lnTo>
                  <a:pt x="431990" y="83899"/>
                </a:lnTo>
                <a:lnTo>
                  <a:pt x="431645" y="83756"/>
                </a:lnTo>
                <a:lnTo>
                  <a:pt x="431990" y="85572"/>
                </a:lnTo>
                <a:lnTo>
                  <a:pt x="433285" y="86867"/>
                </a:lnTo>
                <a:lnTo>
                  <a:pt x="435271" y="86867"/>
                </a:lnTo>
                <a:lnTo>
                  <a:pt x="435444" y="86537"/>
                </a:lnTo>
                <a:lnTo>
                  <a:pt x="435635" y="86728"/>
                </a:lnTo>
                <a:lnTo>
                  <a:pt x="435635" y="87745"/>
                </a:lnTo>
                <a:lnTo>
                  <a:pt x="435487" y="87388"/>
                </a:lnTo>
                <a:lnTo>
                  <a:pt x="433806" y="87388"/>
                </a:lnTo>
                <a:lnTo>
                  <a:pt x="434339" y="88430"/>
                </a:lnTo>
                <a:lnTo>
                  <a:pt x="439280" y="93370"/>
                </a:lnTo>
                <a:lnTo>
                  <a:pt x="439280" y="92419"/>
                </a:lnTo>
                <a:lnTo>
                  <a:pt x="439089" y="91744"/>
                </a:lnTo>
                <a:lnTo>
                  <a:pt x="439280" y="91935"/>
                </a:lnTo>
                <a:lnTo>
                  <a:pt x="439610" y="92786"/>
                </a:lnTo>
                <a:lnTo>
                  <a:pt x="439801" y="93245"/>
                </a:lnTo>
                <a:lnTo>
                  <a:pt x="439801" y="94411"/>
                </a:lnTo>
                <a:lnTo>
                  <a:pt x="440842" y="95973"/>
                </a:lnTo>
                <a:lnTo>
                  <a:pt x="440321" y="94502"/>
                </a:lnTo>
                <a:close/>
              </a:path>
              <a:path w="444995" h="656463">
                <a:moveTo>
                  <a:pt x="432998" y="590366"/>
                </a:moveTo>
                <a:lnTo>
                  <a:pt x="433031" y="589280"/>
                </a:lnTo>
                <a:lnTo>
                  <a:pt x="433031" y="585787"/>
                </a:lnTo>
                <a:lnTo>
                  <a:pt x="431990" y="585787"/>
                </a:lnTo>
                <a:lnTo>
                  <a:pt x="431990" y="592797"/>
                </a:lnTo>
                <a:lnTo>
                  <a:pt x="432998" y="590366"/>
                </a:lnTo>
                <a:close/>
              </a:path>
              <a:path w="444995" h="656463">
                <a:moveTo>
                  <a:pt x="433031" y="590284"/>
                </a:moveTo>
                <a:lnTo>
                  <a:pt x="433743" y="588568"/>
                </a:lnTo>
                <a:lnTo>
                  <a:pt x="433031" y="585787"/>
                </a:lnTo>
                <a:lnTo>
                  <a:pt x="433031" y="589280"/>
                </a:lnTo>
                <a:lnTo>
                  <a:pt x="432998" y="590366"/>
                </a:lnTo>
                <a:close/>
              </a:path>
              <a:path w="444995" h="656463">
                <a:moveTo>
                  <a:pt x="439026" y="585787"/>
                </a:moveTo>
                <a:lnTo>
                  <a:pt x="433235" y="590130"/>
                </a:lnTo>
                <a:lnTo>
                  <a:pt x="433031" y="590332"/>
                </a:lnTo>
                <a:lnTo>
                  <a:pt x="433031" y="590617"/>
                </a:lnTo>
                <a:lnTo>
                  <a:pt x="439026" y="585787"/>
                </a:lnTo>
                <a:close/>
              </a:path>
              <a:path w="444995" h="656463">
                <a:moveTo>
                  <a:pt x="442295" y="101058"/>
                </a:moveTo>
                <a:lnTo>
                  <a:pt x="440664" y="98425"/>
                </a:lnTo>
                <a:lnTo>
                  <a:pt x="441363" y="97015"/>
                </a:lnTo>
                <a:lnTo>
                  <a:pt x="441363" y="96787"/>
                </a:lnTo>
                <a:lnTo>
                  <a:pt x="441883" y="98044"/>
                </a:lnTo>
                <a:lnTo>
                  <a:pt x="441883" y="97828"/>
                </a:lnTo>
                <a:lnTo>
                  <a:pt x="442404" y="99085"/>
                </a:lnTo>
                <a:lnTo>
                  <a:pt x="442925" y="99558"/>
                </a:lnTo>
                <a:lnTo>
                  <a:pt x="443445" y="99819"/>
                </a:lnTo>
                <a:lnTo>
                  <a:pt x="443966" y="100080"/>
                </a:lnTo>
                <a:lnTo>
                  <a:pt x="443966" y="96227"/>
                </a:lnTo>
                <a:lnTo>
                  <a:pt x="443445" y="98691"/>
                </a:lnTo>
                <a:lnTo>
                  <a:pt x="442925" y="98171"/>
                </a:lnTo>
                <a:lnTo>
                  <a:pt x="442404" y="97650"/>
                </a:lnTo>
                <a:lnTo>
                  <a:pt x="441883" y="97129"/>
                </a:lnTo>
                <a:lnTo>
                  <a:pt x="441388" y="96634"/>
                </a:lnTo>
                <a:lnTo>
                  <a:pt x="441236" y="96482"/>
                </a:lnTo>
                <a:lnTo>
                  <a:pt x="441036" y="96227"/>
                </a:lnTo>
                <a:lnTo>
                  <a:pt x="437464" y="96227"/>
                </a:lnTo>
                <a:lnTo>
                  <a:pt x="437984" y="108178"/>
                </a:lnTo>
                <a:lnTo>
                  <a:pt x="436346" y="109626"/>
                </a:lnTo>
                <a:lnTo>
                  <a:pt x="435449" y="108178"/>
                </a:lnTo>
                <a:lnTo>
                  <a:pt x="433031" y="104279"/>
                </a:lnTo>
                <a:lnTo>
                  <a:pt x="432714" y="103835"/>
                </a:lnTo>
                <a:lnTo>
                  <a:pt x="432181" y="102793"/>
                </a:lnTo>
                <a:lnTo>
                  <a:pt x="431990" y="102334"/>
                </a:lnTo>
                <a:lnTo>
                  <a:pt x="431469" y="101168"/>
                </a:lnTo>
                <a:lnTo>
                  <a:pt x="431139" y="100711"/>
                </a:lnTo>
                <a:lnTo>
                  <a:pt x="430949" y="100380"/>
                </a:lnTo>
                <a:lnTo>
                  <a:pt x="430949" y="100252"/>
                </a:lnTo>
                <a:lnTo>
                  <a:pt x="430569" y="99339"/>
                </a:lnTo>
                <a:lnTo>
                  <a:pt x="430618" y="99669"/>
                </a:lnTo>
                <a:lnTo>
                  <a:pt x="430807" y="100380"/>
                </a:lnTo>
                <a:lnTo>
                  <a:pt x="430949" y="100521"/>
                </a:lnTo>
                <a:lnTo>
                  <a:pt x="431469" y="101561"/>
                </a:lnTo>
                <a:lnTo>
                  <a:pt x="431660" y="101752"/>
                </a:lnTo>
                <a:lnTo>
                  <a:pt x="431990" y="102415"/>
                </a:lnTo>
                <a:lnTo>
                  <a:pt x="432124" y="102737"/>
                </a:lnTo>
                <a:lnTo>
                  <a:pt x="432489" y="103611"/>
                </a:lnTo>
                <a:lnTo>
                  <a:pt x="433031" y="104910"/>
                </a:lnTo>
                <a:lnTo>
                  <a:pt x="433235" y="105397"/>
                </a:lnTo>
                <a:lnTo>
                  <a:pt x="433442" y="108178"/>
                </a:lnTo>
                <a:lnTo>
                  <a:pt x="439026" y="585787"/>
                </a:lnTo>
                <a:lnTo>
                  <a:pt x="442295" y="101058"/>
                </a:lnTo>
                <a:close/>
              </a:path>
              <a:path w="444995" h="656463">
                <a:moveTo>
                  <a:pt x="437984" y="108178"/>
                </a:moveTo>
                <a:lnTo>
                  <a:pt x="432068" y="102286"/>
                </a:lnTo>
                <a:lnTo>
                  <a:pt x="431272" y="100380"/>
                </a:lnTo>
                <a:lnTo>
                  <a:pt x="430949" y="99606"/>
                </a:lnTo>
                <a:lnTo>
                  <a:pt x="430749" y="99339"/>
                </a:lnTo>
                <a:lnTo>
                  <a:pt x="430569" y="99339"/>
                </a:lnTo>
                <a:lnTo>
                  <a:pt x="430949" y="100252"/>
                </a:lnTo>
                <a:lnTo>
                  <a:pt x="430949" y="99821"/>
                </a:lnTo>
                <a:lnTo>
                  <a:pt x="431181" y="100380"/>
                </a:lnTo>
                <a:lnTo>
                  <a:pt x="431990" y="102334"/>
                </a:lnTo>
                <a:lnTo>
                  <a:pt x="432181" y="102793"/>
                </a:lnTo>
                <a:lnTo>
                  <a:pt x="432714" y="103835"/>
                </a:lnTo>
                <a:lnTo>
                  <a:pt x="433031" y="104279"/>
                </a:lnTo>
                <a:lnTo>
                  <a:pt x="435449" y="108178"/>
                </a:lnTo>
                <a:lnTo>
                  <a:pt x="437984" y="108178"/>
                </a:lnTo>
                <a:close/>
              </a:path>
              <a:path w="444995" h="656463">
                <a:moveTo>
                  <a:pt x="433819" y="88430"/>
                </a:moveTo>
                <a:lnTo>
                  <a:pt x="439801" y="94411"/>
                </a:lnTo>
                <a:lnTo>
                  <a:pt x="439280" y="92419"/>
                </a:lnTo>
                <a:lnTo>
                  <a:pt x="439280" y="93370"/>
                </a:lnTo>
                <a:lnTo>
                  <a:pt x="434339" y="88430"/>
                </a:lnTo>
                <a:lnTo>
                  <a:pt x="433298" y="87388"/>
                </a:lnTo>
                <a:lnTo>
                  <a:pt x="432777" y="86868"/>
                </a:lnTo>
                <a:lnTo>
                  <a:pt x="433285" y="86867"/>
                </a:lnTo>
                <a:lnTo>
                  <a:pt x="431990" y="85572"/>
                </a:lnTo>
                <a:lnTo>
                  <a:pt x="433819" y="99339"/>
                </a:lnTo>
                <a:lnTo>
                  <a:pt x="433819" y="88430"/>
                </a:lnTo>
                <a:close/>
              </a:path>
              <a:path w="444995" h="656463">
                <a:moveTo>
                  <a:pt x="432841" y="83947"/>
                </a:moveTo>
                <a:lnTo>
                  <a:pt x="435635" y="83756"/>
                </a:lnTo>
                <a:lnTo>
                  <a:pt x="436156" y="83756"/>
                </a:lnTo>
                <a:lnTo>
                  <a:pt x="436156" y="83235"/>
                </a:lnTo>
                <a:lnTo>
                  <a:pt x="435635" y="83235"/>
                </a:lnTo>
                <a:lnTo>
                  <a:pt x="432650" y="83756"/>
                </a:lnTo>
                <a:lnTo>
                  <a:pt x="431990" y="83756"/>
                </a:lnTo>
                <a:lnTo>
                  <a:pt x="431990" y="83899"/>
                </a:lnTo>
                <a:lnTo>
                  <a:pt x="433362" y="84467"/>
                </a:lnTo>
                <a:lnTo>
                  <a:pt x="432841" y="83947"/>
                </a:lnTo>
                <a:close/>
              </a:path>
              <a:path w="444995" h="656463">
                <a:moveTo>
                  <a:pt x="430695" y="95707"/>
                </a:moveTo>
                <a:lnTo>
                  <a:pt x="430171" y="95707"/>
                </a:lnTo>
                <a:lnTo>
                  <a:pt x="433298" y="98831"/>
                </a:lnTo>
                <a:lnTo>
                  <a:pt x="430449" y="98831"/>
                </a:lnTo>
                <a:lnTo>
                  <a:pt x="430569" y="99339"/>
                </a:lnTo>
                <a:lnTo>
                  <a:pt x="433819" y="99339"/>
                </a:lnTo>
                <a:lnTo>
                  <a:pt x="430695" y="95707"/>
                </a:lnTo>
                <a:close/>
              </a:path>
              <a:path w="444995" h="656463">
                <a:moveTo>
                  <a:pt x="433806" y="87388"/>
                </a:moveTo>
                <a:lnTo>
                  <a:pt x="435487" y="87388"/>
                </a:lnTo>
                <a:lnTo>
                  <a:pt x="435271" y="86867"/>
                </a:lnTo>
                <a:lnTo>
                  <a:pt x="433285" y="86867"/>
                </a:lnTo>
                <a:lnTo>
                  <a:pt x="433298" y="87388"/>
                </a:lnTo>
                <a:lnTo>
                  <a:pt x="434339" y="88430"/>
                </a:lnTo>
                <a:lnTo>
                  <a:pt x="433806" y="87388"/>
                </a:lnTo>
                <a:close/>
              </a:path>
              <a:path w="444995" h="656463">
                <a:moveTo>
                  <a:pt x="433882" y="612622"/>
                </a:moveTo>
                <a:lnTo>
                  <a:pt x="434403" y="612101"/>
                </a:lnTo>
                <a:lnTo>
                  <a:pt x="434594" y="611642"/>
                </a:lnTo>
                <a:lnTo>
                  <a:pt x="434594" y="610166"/>
                </a:lnTo>
                <a:lnTo>
                  <a:pt x="434593" y="609434"/>
                </a:lnTo>
                <a:lnTo>
                  <a:pt x="433509" y="612776"/>
                </a:lnTo>
                <a:lnTo>
                  <a:pt x="433882" y="612622"/>
                </a:lnTo>
                <a:close/>
              </a:path>
              <a:path w="444995" h="656463">
                <a:moveTo>
                  <a:pt x="430428" y="614043"/>
                </a:moveTo>
                <a:lnTo>
                  <a:pt x="433509" y="612776"/>
                </a:lnTo>
                <a:lnTo>
                  <a:pt x="434593" y="609434"/>
                </a:lnTo>
                <a:lnTo>
                  <a:pt x="430428" y="613591"/>
                </a:lnTo>
                <a:lnTo>
                  <a:pt x="429657" y="614360"/>
                </a:lnTo>
                <a:lnTo>
                  <a:pt x="430428" y="614043"/>
                </a:lnTo>
                <a:close/>
              </a:path>
              <a:path w="444995" h="656463">
                <a:moveTo>
                  <a:pt x="435114" y="614362"/>
                </a:moveTo>
                <a:lnTo>
                  <a:pt x="436156" y="614362"/>
                </a:lnTo>
                <a:lnTo>
                  <a:pt x="435114" y="611390"/>
                </a:lnTo>
                <a:lnTo>
                  <a:pt x="434924" y="611581"/>
                </a:lnTo>
                <a:lnTo>
                  <a:pt x="434594" y="611911"/>
                </a:lnTo>
                <a:lnTo>
                  <a:pt x="434593" y="612419"/>
                </a:lnTo>
                <a:lnTo>
                  <a:pt x="432661" y="614362"/>
                </a:lnTo>
                <a:lnTo>
                  <a:pt x="435114" y="615403"/>
                </a:lnTo>
                <a:lnTo>
                  <a:pt x="435114" y="614362"/>
                </a:lnTo>
                <a:close/>
              </a:path>
              <a:path w="444995" h="656463">
                <a:moveTo>
                  <a:pt x="433235" y="105397"/>
                </a:moveTo>
                <a:lnTo>
                  <a:pt x="433031" y="104910"/>
                </a:lnTo>
                <a:lnTo>
                  <a:pt x="433032" y="105195"/>
                </a:lnTo>
                <a:lnTo>
                  <a:pt x="433442" y="108178"/>
                </a:lnTo>
                <a:lnTo>
                  <a:pt x="433235" y="105397"/>
                </a:lnTo>
                <a:close/>
              </a:path>
              <a:path w="444995" h="656463">
                <a:moveTo>
                  <a:pt x="432124" y="102737"/>
                </a:moveTo>
                <a:lnTo>
                  <a:pt x="431990" y="102415"/>
                </a:lnTo>
                <a:lnTo>
                  <a:pt x="431660" y="101752"/>
                </a:lnTo>
                <a:lnTo>
                  <a:pt x="431469" y="101561"/>
                </a:lnTo>
                <a:lnTo>
                  <a:pt x="431990" y="102603"/>
                </a:lnTo>
                <a:lnTo>
                  <a:pt x="431990" y="103115"/>
                </a:lnTo>
                <a:lnTo>
                  <a:pt x="431990" y="102730"/>
                </a:lnTo>
                <a:lnTo>
                  <a:pt x="432489" y="103611"/>
                </a:lnTo>
                <a:lnTo>
                  <a:pt x="432124" y="102737"/>
                </a:lnTo>
                <a:close/>
              </a:path>
              <a:path w="444995" h="656463">
                <a:moveTo>
                  <a:pt x="431990" y="591368"/>
                </a:moveTo>
                <a:lnTo>
                  <a:pt x="431990" y="590321"/>
                </a:lnTo>
                <a:lnTo>
                  <a:pt x="431469" y="590842"/>
                </a:lnTo>
                <a:lnTo>
                  <a:pt x="431469" y="591886"/>
                </a:lnTo>
                <a:lnTo>
                  <a:pt x="431990" y="591368"/>
                </a:lnTo>
                <a:close/>
              </a:path>
              <a:path w="444995" h="656463">
                <a:moveTo>
                  <a:pt x="433031" y="107973"/>
                </a:moveTo>
                <a:lnTo>
                  <a:pt x="431990" y="104159"/>
                </a:lnTo>
                <a:lnTo>
                  <a:pt x="431990" y="107454"/>
                </a:lnTo>
                <a:lnTo>
                  <a:pt x="431469" y="108178"/>
                </a:lnTo>
                <a:lnTo>
                  <a:pt x="433031" y="108178"/>
                </a:lnTo>
                <a:lnTo>
                  <a:pt x="433031" y="107973"/>
                </a:lnTo>
                <a:close/>
              </a:path>
              <a:path w="444995" h="656463">
                <a:moveTo>
                  <a:pt x="431181" y="100380"/>
                </a:moveTo>
                <a:lnTo>
                  <a:pt x="431002" y="100380"/>
                </a:lnTo>
                <a:lnTo>
                  <a:pt x="430949" y="100252"/>
                </a:lnTo>
                <a:lnTo>
                  <a:pt x="430949" y="100380"/>
                </a:lnTo>
                <a:lnTo>
                  <a:pt x="431139" y="100711"/>
                </a:lnTo>
                <a:lnTo>
                  <a:pt x="431469" y="101292"/>
                </a:lnTo>
                <a:lnTo>
                  <a:pt x="431990" y="102334"/>
                </a:lnTo>
                <a:lnTo>
                  <a:pt x="431181" y="100380"/>
                </a:lnTo>
                <a:close/>
              </a:path>
              <a:path w="444995" h="656463">
                <a:moveTo>
                  <a:pt x="429387" y="600075"/>
                </a:moveTo>
                <a:lnTo>
                  <a:pt x="429386" y="598909"/>
                </a:lnTo>
                <a:lnTo>
                  <a:pt x="428345" y="601422"/>
                </a:lnTo>
                <a:lnTo>
                  <a:pt x="428345" y="601637"/>
                </a:lnTo>
                <a:lnTo>
                  <a:pt x="430174" y="602411"/>
                </a:lnTo>
                <a:lnTo>
                  <a:pt x="429387" y="600075"/>
                </a:lnTo>
                <a:close/>
              </a:path>
              <a:path w="444995" h="656463">
                <a:moveTo>
                  <a:pt x="430428" y="597484"/>
                </a:moveTo>
                <a:lnTo>
                  <a:pt x="430428" y="597256"/>
                </a:lnTo>
                <a:lnTo>
                  <a:pt x="430098" y="597407"/>
                </a:lnTo>
                <a:lnTo>
                  <a:pt x="429907" y="597077"/>
                </a:lnTo>
                <a:lnTo>
                  <a:pt x="429387" y="596557"/>
                </a:lnTo>
                <a:lnTo>
                  <a:pt x="429387" y="597598"/>
                </a:lnTo>
                <a:lnTo>
                  <a:pt x="429907" y="597598"/>
                </a:lnTo>
                <a:lnTo>
                  <a:pt x="429907" y="598512"/>
                </a:lnTo>
                <a:lnTo>
                  <a:pt x="430428" y="597484"/>
                </a:lnTo>
                <a:close/>
              </a:path>
              <a:path w="444995" h="656463">
                <a:moveTo>
                  <a:pt x="428345" y="599681"/>
                </a:moveTo>
                <a:lnTo>
                  <a:pt x="429386" y="598639"/>
                </a:lnTo>
                <a:lnTo>
                  <a:pt x="428345" y="599160"/>
                </a:lnTo>
                <a:lnTo>
                  <a:pt x="427824" y="599681"/>
                </a:lnTo>
                <a:lnTo>
                  <a:pt x="427824" y="600201"/>
                </a:lnTo>
                <a:lnTo>
                  <a:pt x="428345" y="599681"/>
                </a:lnTo>
                <a:close/>
              </a:path>
              <a:path w="444995" h="656463">
                <a:moveTo>
                  <a:pt x="428866" y="95707"/>
                </a:moveTo>
                <a:lnTo>
                  <a:pt x="428345" y="95186"/>
                </a:lnTo>
                <a:lnTo>
                  <a:pt x="427967" y="95186"/>
                </a:lnTo>
                <a:lnTo>
                  <a:pt x="428183" y="95707"/>
                </a:lnTo>
                <a:lnTo>
                  <a:pt x="428345" y="95707"/>
                </a:lnTo>
                <a:lnTo>
                  <a:pt x="428536" y="96558"/>
                </a:lnTo>
                <a:lnTo>
                  <a:pt x="428345" y="96367"/>
                </a:lnTo>
                <a:lnTo>
                  <a:pt x="428015" y="96037"/>
                </a:lnTo>
                <a:lnTo>
                  <a:pt x="428345" y="97396"/>
                </a:lnTo>
                <a:lnTo>
                  <a:pt x="428866" y="97916"/>
                </a:lnTo>
                <a:lnTo>
                  <a:pt x="428866" y="95707"/>
                </a:lnTo>
                <a:close/>
              </a:path>
              <a:path w="444995" h="656463">
                <a:moveTo>
                  <a:pt x="428345" y="95707"/>
                </a:moveTo>
                <a:lnTo>
                  <a:pt x="428183" y="95707"/>
                </a:lnTo>
                <a:lnTo>
                  <a:pt x="428345" y="96367"/>
                </a:lnTo>
                <a:lnTo>
                  <a:pt x="428536" y="96558"/>
                </a:lnTo>
                <a:lnTo>
                  <a:pt x="428345" y="95707"/>
                </a:lnTo>
                <a:close/>
              </a:path>
              <a:path w="444995" h="656463">
                <a:moveTo>
                  <a:pt x="427824" y="93624"/>
                </a:moveTo>
                <a:lnTo>
                  <a:pt x="427824" y="94665"/>
                </a:lnTo>
                <a:lnTo>
                  <a:pt x="428345" y="94665"/>
                </a:lnTo>
                <a:lnTo>
                  <a:pt x="427824" y="93624"/>
                </a:lnTo>
                <a:close/>
              </a:path>
              <a:path w="444995" h="656463">
                <a:moveTo>
                  <a:pt x="429387" y="621118"/>
                </a:moveTo>
                <a:lnTo>
                  <a:pt x="429387" y="620077"/>
                </a:lnTo>
                <a:lnTo>
                  <a:pt x="427824" y="619177"/>
                </a:lnTo>
                <a:lnTo>
                  <a:pt x="427443" y="619556"/>
                </a:lnTo>
                <a:lnTo>
                  <a:pt x="427824" y="620077"/>
                </a:lnTo>
                <a:lnTo>
                  <a:pt x="427824" y="621118"/>
                </a:lnTo>
                <a:lnTo>
                  <a:pt x="429387" y="621118"/>
                </a:lnTo>
                <a:close/>
              </a:path>
              <a:path w="444995" h="656463">
                <a:moveTo>
                  <a:pt x="429387" y="99479"/>
                </a:moveTo>
                <a:lnTo>
                  <a:pt x="427824" y="99339"/>
                </a:lnTo>
                <a:lnTo>
                  <a:pt x="427824" y="100380"/>
                </a:lnTo>
                <a:lnTo>
                  <a:pt x="429907" y="100380"/>
                </a:lnTo>
                <a:lnTo>
                  <a:pt x="429387" y="99479"/>
                </a:lnTo>
                <a:close/>
              </a:path>
              <a:path w="444995" h="656463">
                <a:moveTo>
                  <a:pt x="429907" y="99339"/>
                </a:moveTo>
                <a:lnTo>
                  <a:pt x="429780" y="98831"/>
                </a:lnTo>
                <a:lnTo>
                  <a:pt x="429386" y="98831"/>
                </a:lnTo>
                <a:lnTo>
                  <a:pt x="429386" y="98968"/>
                </a:lnTo>
                <a:lnTo>
                  <a:pt x="429760" y="99339"/>
                </a:lnTo>
                <a:lnTo>
                  <a:pt x="429907" y="99999"/>
                </a:lnTo>
                <a:lnTo>
                  <a:pt x="429907" y="99339"/>
                </a:lnTo>
                <a:close/>
              </a:path>
              <a:path w="444995" h="656463">
                <a:moveTo>
                  <a:pt x="433298" y="98831"/>
                </a:moveTo>
                <a:lnTo>
                  <a:pt x="430171" y="95707"/>
                </a:lnTo>
                <a:lnTo>
                  <a:pt x="430172" y="95186"/>
                </a:lnTo>
                <a:lnTo>
                  <a:pt x="429649" y="94665"/>
                </a:lnTo>
                <a:lnTo>
                  <a:pt x="429648" y="95186"/>
                </a:lnTo>
                <a:lnTo>
                  <a:pt x="430167" y="95707"/>
                </a:lnTo>
                <a:lnTo>
                  <a:pt x="432783" y="98831"/>
                </a:lnTo>
                <a:lnTo>
                  <a:pt x="433298" y="98831"/>
                </a:lnTo>
                <a:close/>
              </a:path>
              <a:path w="444995" h="656463">
                <a:moveTo>
                  <a:pt x="423659" y="88696"/>
                </a:moveTo>
                <a:lnTo>
                  <a:pt x="424179" y="90250"/>
                </a:lnTo>
                <a:lnTo>
                  <a:pt x="424700" y="90769"/>
                </a:lnTo>
                <a:lnTo>
                  <a:pt x="424700" y="89738"/>
                </a:lnTo>
                <a:lnTo>
                  <a:pt x="429651" y="94665"/>
                </a:lnTo>
                <a:lnTo>
                  <a:pt x="423659" y="88696"/>
                </a:lnTo>
                <a:close/>
              </a:path>
              <a:path w="444995" h="656463">
                <a:moveTo>
                  <a:pt x="430949" y="86093"/>
                </a:moveTo>
                <a:lnTo>
                  <a:pt x="429653" y="94665"/>
                </a:lnTo>
                <a:lnTo>
                  <a:pt x="430174" y="95186"/>
                </a:lnTo>
                <a:lnTo>
                  <a:pt x="430949" y="86093"/>
                </a:lnTo>
                <a:close/>
              </a:path>
              <a:path w="444995" h="656463">
                <a:moveTo>
                  <a:pt x="429386" y="598119"/>
                </a:moveTo>
                <a:lnTo>
                  <a:pt x="429577" y="598449"/>
                </a:lnTo>
                <a:lnTo>
                  <a:pt x="429907" y="597598"/>
                </a:lnTo>
                <a:lnTo>
                  <a:pt x="429387" y="597598"/>
                </a:lnTo>
                <a:lnTo>
                  <a:pt x="428345" y="598639"/>
                </a:lnTo>
                <a:lnTo>
                  <a:pt x="429386" y="598119"/>
                </a:lnTo>
                <a:close/>
              </a:path>
              <a:path w="444995" h="656463">
                <a:moveTo>
                  <a:pt x="426783" y="92329"/>
                </a:moveTo>
                <a:lnTo>
                  <a:pt x="427304" y="92849"/>
                </a:lnTo>
                <a:lnTo>
                  <a:pt x="428091" y="93624"/>
                </a:lnTo>
                <a:lnTo>
                  <a:pt x="429649" y="94665"/>
                </a:lnTo>
                <a:lnTo>
                  <a:pt x="426783" y="92329"/>
                </a:lnTo>
                <a:close/>
              </a:path>
              <a:path w="444995" h="656463">
                <a:moveTo>
                  <a:pt x="430428" y="99211"/>
                </a:moveTo>
                <a:lnTo>
                  <a:pt x="430358" y="98831"/>
                </a:lnTo>
                <a:lnTo>
                  <a:pt x="429907" y="97747"/>
                </a:lnTo>
                <a:lnTo>
                  <a:pt x="429907" y="97958"/>
                </a:lnTo>
                <a:lnTo>
                  <a:pt x="429907" y="98831"/>
                </a:lnTo>
                <a:lnTo>
                  <a:pt x="430288" y="99339"/>
                </a:lnTo>
                <a:lnTo>
                  <a:pt x="430428" y="99211"/>
                </a:lnTo>
                <a:close/>
              </a:path>
              <a:path w="444995" h="656463">
                <a:moveTo>
                  <a:pt x="430428" y="98779"/>
                </a:moveTo>
                <a:lnTo>
                  <a:pt x="429907" y="97523"/>
                </a:lnTo>
                <a:lnTo>
                  <a:pt x="430358" y="98831"/>
                </a:lnTo>
                <a:lnTo>
                  <a:pt x="430428" y="99211"/>
                </a:lnTo>
                <a:lnTo>
                  <a:pt x="430428" y="98779"/>
                </a:lnTo>
                <a:close/>
              </a:path>
              <a:path w="444995" h="656463">
                <a:moveTo>
                  <a:pt x="432783" y="98831"/>
                </a:moveTo>
                <a:lnTo>
                  <a:pt x="430428" y="98564"/>
                </a:lnTo>
                <a:lnTo>
                  <a:pt x="430449" y="98831"/>
                </a:lnTo>
                <a:lnTo>
                  <a:pt x="432783" y="98831"/>
                </a:lnTo>
                <a:close/>
              </a:path>
              <a:path w="444995" h="656463">
                <a:moveTo>
                  <a:pt x="430949" y="99821"/>
                </a:moveTo>
                <a:lnTo>
                  <a:pt x="430949" y="100126"/>
                </a:lnTo>
                <a:lnTo>
                  <a:pt x="431002" y="100380"/>
                </a:lnTo>
                <a:lnTo>
                  <a:pt x="431181" y="100380"/>
                </a:lnTo>
                <a:lnTo>
                  <a:pt x="430949" y="99821"/>
                </a:lnTo>
                <a:close/>
              </a:path>
              <a:path w="444995" h="656463">
                <a:moveTo>
                  <a:pt x="430618" y="99669"/>
                </a:moveTo>
                <a:lnTo>
                  <a:pt x="430569" y="99339"/>
                </a:lnTo>
                <a:lnTo>
                  <a:pt x="430428" y="99339"/>
                </a:lnTo>
                <a:lnTo>
                  <a:pt x="430428" y="99479"/>
                </a:lnTo>
                <a:lnTo>
                  <a:pt x="430807" y="100380"/>
                </a:lnTo>
                <a:lnTo>
                  <a:pt x="430618" y="99669"/>
                </a:lnTo>
                <a:close/>
              </a:path>
              <a:path w="444995" h="656463">
                <a:moveTo>
                  <a:pt x="428866" y="84010"/>
                </a:moveTo>
                <a:lnTo>
                  <a:pt x="424967" y="80111"/>
                </a:lnTo>
                <a:lnTo>
                  <a:pt x="424522" y="79794"/>
                </a:lnTo>
                <a:lnTo>
                  <a:pt x="422935" y="79133"/>
                </a:lnTo>
                <a:lnTo>
                  <a:pt x="422960" y="79273"/>
                </a:lnTo>
                <a:lnTo>
                  <a:pt x="428866" y="85051"/>
                </a:lnTo>
                <a:lnTo>
                  <a:pt x="428866" y="84010"/>
                </a:lnTo>
                <a:close/>
              </a:path>
              <a:path w="444995" h="656463">
                <a:moveTo>
                  <a:pt x="435635" y="87388"/>
                </a:moveTo>
                <a:lnTo>
                  <a:pt x="435635" y="86868"/>
                </a:lnTo>
                <a:lnTo>
                  <a:pt x="435635" y="86728"/>
                </a:lnTo>
                <a:lnTo>
                  <a:pt x="435444" y="86537"/>
                </a:lnTo>
                <a:lnTo>
                  <a:pt x="435271" y="86867"/>
                </a:lnTo>
                <a:lnTo>
                  <a:pt x="435487" y="87388"/>
                </a:lnTo>
                <a:lnTo>
                  <a:pt x="435635" y="87388"/>
                </a:lnTo>
                <a:close/>
              </a:path>
              <a:path w="444995" h="656463">
                <a:moveTo>
                  <a:pt x="435635" y="83756"/>
                </a:moveTo>
                <a:lnTo>
                  <a:pt x="432841" y="83947"/>
                </a:lnTo>
                <a:lnTo>
                  <a:pt x="433362" y="84467"/>
                </a:lnTo>
                <a:lnTo>
                  <a:pt x="434924" y="86029"/>
                </a:lnTo>
                <a:lnTo>
                  <a:pt x="435635" y="83756"/>
                </a:lnTo>
                <a:close/>
              </a:path>
              <a:path w="444995" h="656463">
                <a:moveTo>
                  <a:pt x="438569" y="90703"/>
                </a:moveTo>
                <a:lnTo>
                  <a:pt x="438759" y="90893"/>
                </a:lnTo>
                <a:lnTo>
                  <a:pt x="439280" y="91414"/>
                </a:lnTo>
                <a:lnTo>
                  <a:pt x="438759" y="89852"/>
                </a:lnTo>
                <a:lnTo>
                  <a:pt x="437337" y="88430"/>
                </a:lnTo>
                <a:lnTo>
                  <a:pt x="434847" y="88430"/>
                </a:lnTo>
                <a:lnTo>
                  <a:pt x="435635" y="89217"/>
                </a:lnTo>
                <a:lnTo>
                  <a:pt x="436156" y="89738"/>
                </a:lnTo>
                <a:lnTo>
                  <a:pt x="436156" y="89002"/>
                </a:lnTo>
                <a:lnTo>
                  <a:pt x="436676" y="90258"/>
                </a:lnTo>
                <a:lnTo>
                  <a:pt x="438759" y="92849"/>
                </a:lnTo>
                <a:lnTo>
                  <a:pt x="438569" y="90703"/>
                </a:lnTo>
                <a:close/>
              </a:path>
              <a:path w="444995" h="656463">
                <a:moveTo>
                  <a:pt x="435965" y="610019"/>
                </a:moveTo>
                <a:lnTo>
                  <a:pt x="436156" y="608823"/>
                </a:lnTo>
                <a:lnTo>
                  <a:pt x="437197" y="606310"/>
                </a:lnTo>
                <a:lnTo>
                  <a:pt x="437984" y="597738"/>
                </a:lnTo>
                <a:lnTo>
                  <a:pt x="441693" y="597547"/>
                </a:lnTo>
                <a:lnTo>
                  <a:pt x="441909" y="597331"/>
                </a:lnTo>
                <a:lnTo>
                  <a:pt x="442925" y="596315"/>
                </a:lnTo>
                <a:lnTo>
                  <a:pt x="443445" y="595795"/>
                </a:lnTo>
                <a:lnTo>
                  <a:pt x="443445" y="593318"/>
                </a:lnTo>
                <a:lnTo>
                  <a:pt x="443966" y="591756"/>
                </a:lnTo>
                <a:lnTo>
                  <a:pt x="439026" y="585787"/>
                </a:lnTo>
                <a:lnTo>
                  <a:pt x="436156" y="607872"/>
                </a:lnTo>
                <a:lnTo>
                  <a:pt x="435444" y="610539"/>
                </a:lnTo>
                <a:lnTo>
                  <a:pt x="435965" y="610019"/>
                </a:lnTo>
                <a:close/>
              </a:path>
              <a:path w="444995" h="656463">
                <a:moveTo>
                  <a:pt x="436156" y="87388"/>
                </a:moveTo>
                <a:lnTo>
                  <a:pt x="436112" y="87579"/>
                </a:lnTo>
                <a:lnTo>
                  <a:pt x="436797" y="87579"/>
                </a:lnTo>
                <a:lnTo>
                  <a:pt x="436676" y="87388"/>
                </a:lnTo>
              </a:path>
              <a:path w="444995" h="656463">
                <a:moveTo>
                  <a:pt x="436112" y="87579"/>
                </a:moveTo>
                <a:lnTo>
                  <a:pt x="435918" y="88430"/>
                </a:lnTo>
                <a:lnTo>
                  <a:pt x="436676" y="88430"/>
                </a:lnTo>
                <a:lnTo>
                  <a:pt x="436486" y="87579"/>
                </a:lnTo>
              </a:path>
              <a:path w="444995" h="656463">
                <a:moveTo>
                  <a:pt x="436486" y="87579"/>
                </a:moveTo>
                <a:lnTo>
                  <a:pt x="436676" y="87769"/>
                </a:lnTo>
                <a:lnTo>
                  <a:pt x="436676" y="88430"/>
                </a:lnTo>
                <a:lnTo>
                  <a:pt x="437337" y="88430"/>
                </a:lnTo>
                <a:lnTo>
                  <a:pt x="436918" y="87769"/>
                </a:lnTo>
                <a:lnTo>
                  <a:pt x="436797" y="87579"/>
                </a:lnTo>
              </a:path>
              <a:path w="444995" h="656463">
                <a:moveTo>
                  <a:pt x="436676" y="88430"/>
                </a:moveTo>
                <a:lnTo>
                  <a:pt x="437337" y="88430"/>
                </a:lnTo>
                <a:lnTo>
                  <a:pt x="437337" y="88430"/>
                </a:lnTo>
              </a:path>
              <a:path w="444995" h="656463">
                <a:moveTo>
                  <a:pt x="436156" y="83756"/>
                </a:moveTo>
                <a:lnTo>
                  <a:pt x="435775" y="86867"/>
                </a:lnTo>
                <a:lnTo>
                  <a:pt x="436676" y="86867"/>
                </a:lnTo>
                <a:lnTo>
                  <a:pt x="436676" y="83756"/>
                </a:lnTo>
              </a:path>
              <a:path w="444995" h="656463">
                <a:moveTo>
                  <a:pt x="435775" y="86867"/>
                </a:moveTo>
                <a:lnTo>
                  <a:pt x="435914" y="87058"/>
                </a:lnTo>
                <a:lnTo>
                  <a:pt x="436054" y="87248"/>
                </a:lnTo>
                <a:lnTo>
                  <a:pt x="435965" y="87058"/>
                </a:lnTo>
                <a:lnTo>
                  <a:pt x="436156" y="86867"/>
                </a:lnTo>
              </a:path>
              <a:path w="444995" h="656463">
                <a:moveTo>
                  <a:pt x="436156" y="86867"/>
                </a:moveTo>
                <a:lnTo>
                  <a:pt x="436156" y="87248"/>
                </a:lnTo>
                <a:lnTo>
                  <a:pt x="436398" y="87248"/>
                </a:lnTo>
                <a:lnTo>
                  <a:pt x="436676" y="86867"/>
                </a:lnTo>
              </a:path>
              <a:path w="444995" h="656463">
                <a:moveTo>
                  <a:pt x="436054" y="87248"/>
                </a:moveTo>
                <a:lnTo>
                  <a:pt x="436156" y="87388"/>
                </a:lnTo>
                <a:lnTo>
                  <a:pt x="436295" y="87388"/>
                </a:lnTo>
                <a:lnTo>
                  <a:pt x="436398" y="87248"/>
                </a:lnTo>
              </a:path>
              <a:path w="444995" h="656463">
                <a:moveTo>
                  <a:pt x="437197" y="609307"/>
                </a:moveTo>
                <a:lnTo>
                  <a:pt x="437197" y="608787"/>
                </a:lnTo>
                <a:lnTo>
                  <a:pt x="437007" y="608469"/>
                </a:lnTo>
                <a:lnTo>
                  <a:pt x="437197" y="608278"/>
                </a:lnTo>
                <a:lnTo>
                  <a:pt x="438238" y="607230"/>
                </a:lnTo>
                <a:lnTo>
                  <a:pt x="439280" y="606183"/>
                </a:lnTo>
                <a:lnTo>
                  <a:pt x="439280" y="605672"/>
                </a:lnTo>
                <a:lnTo>
                  <a:pt x="438238" y="606708"/>
                </a:lnTo>
                <a:lnTo>
                  <a:pt x="437527" y="607415"/>
                </a:lnTo>
                <a:lnTo>
                  <a:pt x="437197" y="607261"/>
                </a:lnTo>
                <a:lnTo>
                  <a:pt x="436486" y="608977"/>
                </a:lnTo>
                <a:lnTo>
                  <a:pt x="436156" y="609828"/>
                </a:lnTo>
                <a:lnTo>
                  <a:pt x="436156" y="610349"/>
                </a:lnTo>
                <a:lnTo>
                  <a:pt x="437197" y="609307"/>
                </a:lnTo>
                <a:close/>
              </a:path>
              <a:path w="444995" h="656463">
                <a:moveTo>
                  <a:pt x="439280" y="88430"/>
                </a:moveTo>
                <a:lnTo>
                  <a:pt x="439280" y="87388"/>
                </a:lnTo>
                <a:lnTo>
                  <a:pt x="436676" y="86867"/>
                </a:lnTo>
                <a:lnTo>
                  <a:pt x="436295" y="87388"/>
                </a:lnTo>
                <a:lnTo>
                  <a:pt x="436676" y="87388"/>
                </a:lnTo>
                <a:lnTo>
                  <a:pt x="437337" y="88430"/>
                </a:lnTo>
                <a:lnTo>
                  <a:pt x="438759" y="89852"/>
                </a:lnTo>
                <a:lnTo>
                  <a:pt x="439280" y="88430"/>
                </a:lnTo>
                <a:close/>
              </a:path>
              <a:path w="444995" h="656463">
                <a:moveTo>
                  <a:pt x="438238" y="607745"/>
                </a:moveTo>
                <a:lnTo>
                  <a:pt x="438238" y="607230"/>
                </a:lnTo>
                <a:lnTo>
                  <a:pt x="437197" y="608278"/>
                </a:lnTo>
                <a:lnTo>
                  <a:pt x="437007" y="608469"/>
                </a:lnTo>
                <a:lnTo>
                  <a:pt x="437197" y="608787"/>
                </a:lnTo>
                <a:lnTo>
                  <a:pt x="438238" y="607745"/>
                </a:lnTo>
                <a:close/>
              </a:path>
              <a:path w="444995" h="656463">
                <a:moveTo>
                  <a:pt x="438238" y="606708"/>
                </a:moveTo>
                <a:lnTo>
                  <a:pt x="439280" y="605672"/>
                </a:lnTo>
                <a:lnTo>
                  <a:pt x="438238" y="606184"/>
                </a:lnTo>
                <a:lnTo>
                  <a:pt x="438048" y="606374"/>
                </a:lnTo>
                <a:lnTo>
                  <a:pt x="437527" y="607415"/>
                </a:lnTo>
                <a:lnTo>
                  <a:pt x="438238" y="606708"/>
                </a:lnTo>
                <a:close/>
              </a:path>
              <a:path w="444995" h="656463">
                <a:moveTo>
                  <a:pt x="439280" y="605149"/>
                </a:moveTo>
                <a:lnTo>
                  <a:pt x="439800" y="604631"/>
                </a:lnTo>
                <a:lnTo>
                  <a:pt x="440321" y="604113"/>
                </a:lnTo>
                <a:lnTo>
                  <a:pt x="440321" y="603592"/>
                </a:lnTo>
                <a:lnTo>
                  <a:pt x="439800" y="604113"/>
                </a:lnTo>
                <a:lnTo>
                  <a:pt x="439280" y="604634"/>
                </a:lnTo>
                <a:lnTo>
                  <a:pt x="439089" y="604824"/>
                </a:lnTo>
                <a:lnTo>
                  <a:pt x="439280" y="603629"/>
                </a:lnTo>
                <a:lnTo>
                  <a:pt x="439801" y="602372"/>
                </a:lnTo>
                <a:lnTo>
                  <a:pt x="440321" y="601116"/>
                </a:lnTo>
                <a:lnTo>
                  <a:pt x="441172" y="599109"/>
                </a:lnTo>
                <a:lnTo>
                  <a:pt x="441363" y="599033"/>
                </a:lnTo>
                <a:lnTo>
                  <a:pt x="440321" y="601546"/>
                </a:lnTo>
                <a:lnTo>
                  <a:pt x="440131" y="602221"/>
                </a:lnTo>
                <a:lnTo>
                  <a:pt x="440321" y="602551"/>
                </a:lnTo>
                <a:lnTo>
                  <a:pt x="441363" y="602551"/>
                </a:lnTo>
                <a:lnTo>
                  <a:pt x="441363" y="601510"/>
                </a:lnTo>
                <a:lnTo>
                  <a:pt x="440321" y="602030"/>
                </a:lnTo>
                <a:lnTo>
                  <a:pt x="440321" y="601761"/>
                </a:lnTo>
                <a:lnTo>
                  <a:pt x="441363" y="599248"/>
                </a:lnTo>
                <a:lnTo>
                  <a:pt x="441596" y="598686"/>
                </a:lnTo>
                <a:lnTo>
                  <a:pt x="441741" y="597738"/>
                </a:lnTo>
                <a:lnTo>
                  <a:pt x="439801" y="602157"/>
                </a:lnTo>
                <a:lnTo>
                  <a:pt x="439280" y="603410"/>
                </a:lnTo>
                <a:lnTo>
                  <a:pt x="438569" y="605345"/>
                </a:lnTo>
                <a:lnTo>
                  <a:pt x="439280" y="605149"/>
                </a:lnTo>
                <a:close/>
              </a:path>
              <a:path w="444995" h="656463">
                <a:moveTo>
                  <a:pt x="439280" y="605149"/>
                </a:moveTo>
                <a:lnTo>
                  <a:pt x="438569" y="605345"/>
                </a:lnTo>
                <a:lnTo>
                  <a:pt x="439280" y="603410"/>
                </a:lnTo>
                <a:lnTo>
                  <a:pt x="439280" y="603199"/>
                </a:lnTo>
                <a:lnTo>
                  <a:pt x="441741" y="597738"/>
                </a:lnTo>
                <a:lnTo>
                  <a:pt x="441693" y="597547"/>
                </a:lnTo>
                <a:lnTo>
                  <a:pt x="437984" y="597738"/>
                </a:lnTo>
                <a:lnTo>
                  <a:pt x="438238" y="604748"/>
                </a:lnTo>
                <a:lnTo>
                  <a:pt x="438238" y="605915"/>
                </a:lnTo>
                <a:lnTo>
                  <a:pt x="439280" y="605149"/>
                </a:lnTo>
                <a:close/>
              </a:path>
              <a:path w="444995" h="656463">
                <a:moveTo>
                  <a:pt x="439801" y="93460"/>
                </a:moveTo>
                <a:lnTo>
                  <a:pt x="439610" y="92786"/>
                </a:lnTo>
                <a:lnTo>
                  <a:pt x="439280" y="91935"/>
                </a:lnTo>
                <a:lnTo>
                  <a:pt x="439280" y="92419"/>
                </a:lnTo>
                <a:lnTo>
                  <a:pt x="439801" y="94411"/>
                </a:lnTo>
                <a:lnTo>
                  <a:pt x="439801" y="93460"/>
                </a:lnTo>
                <a:close/>
              </a:path>
              <a:path w="444995" h="656463">
                <a:moveTo>
                  <a:pt x="439801" y="602157"/>
                </a:moveTo>
                <a:lnTo>
                  <a:pt x="441741" y="597738"/>
                </a:lnTo>
                <a:lnTo>
                  <a:pt x="439280" y="603199"/>
                </a:lnTo>
                <a:lnTo>
                  <a:pt x="439280" y="603410"/>
                </a:lnTo>
                <a:lnTo>
                  <a:pt x="439801" y="602157"/>
                </a:lnTo>
                <a:close/>
              </a:path>
              <a:path w="444995" h="656463">
                <a:moveTo>
                  <a:pt x="438759" y="90893"/>
                </a:moveTo>
                <a:lnTo>
                  <a:pt x="438569" y="90703"/>
                </a:lnTo>
                <a:lnTo>
                  <a:pt x="438759" y="92849"/>
                </a:lnTo>
                <a:lnTo>
                  <a:pt x="438759" y="90893"/>
                </a:lnTo>
                <a:close/>
              </a:path>
              <a:path w="444995" h="656463">
                <a:moveTo>
                  <a:pt x="436676" y="90258"/>
                </a:moveTo>
                <a:lnTo>
                  <a:pt x="436156" y="89002"/>
                </a:lnTo>
                <a:lnTo>
                  <a:pt x="436156" y="89738"/>
                </a:lnTo>
                <a:lnTo>
                  <a:pt x="435635" y="89217"/>
                </a:lnTo>
                <a:lnTo>
                  <a:pt x="434847" y="88430"/>
                </a:lnTo>
                <a:lnTo>
                  <a:pt x="438759" y="92849"/>
                </a:lnTo>
                <a:lnTo>
                  <a:pt x="436676" y="90258"/>
                </a:lnTo>
                <a:close/>
              </a:path>
              <a:path w="444995" h="656463">
                <a:moveTo>
                  <a:pt x="442925" y="97129"/>
                </a:moveTo>
                <a:lnTo>
                  <a:pt x="442404" y="96608"/>
                </a:lnTo>
                <a:lnTo>
                  <a:pt x="442023" y="96227"/>
                </a:lnTo>
                <a:lnTo>
                  <a:pt x="441884" y="96088"/>
                </a:lnTo>
                <a:lnTo>
                  <a:pt x="441363" y="95046"/>
                </a:lnTo>
                <a:lnTo>
                  <a:pt x="440842" y="94018"/>
                </a:lnTo>
                <a:lnTo>
                  <a:pt x="440321" y="92976"/>
                </a:lnTo>
                <a:lnTo>
                  <a:pt x="439801" y="91935"/>
                </a:lnTo>
                <a:lnTo>
                  <a:pt x="439280" y="88430"/>
                </a:lnTo>
                <a:lnTo>
                  <a:pt x="438759" y="89852"/>
                </a:lnTo>
                <a:lnTo>
                  <a:pt x="439280" y="91414"/>
                </a:lnTo>
                <a:lnTo>
                  <a:pt x="439801" y="92455"/>
                </a:lnTo>
                <a:lnTo>
                  <a:pt x="440321" y="93497"/>
                </a:lnTo>
                <a:lnTo>
                  <a:pt x="440842" y="94526"/>
                </a:lnTo>
                <a:lnTo>
                  <a:pt x="441363" y="95567"/>
                </a:lnTo>
                <a:lnTo>
                  <a:pt x="441883" y="96227"/>
                </a:lnTo>
                <a:lnTo>
                  <a:pt x="442404" y="97650"/>
                </a:lnTo>
                <a:lnTo>
                  <a:pt x="442925" y="98171"/>
                </a:lnTo>
                <a:lnTo>
                  <a:pt x="443445" y="98691"/>
                </a:lnTo>
                <a:lnTo>
                  <a:pt x="442925" y="97129"/>
                </a:lnTo>
                <a:close/>
              </a:path>
              <a:path w="444995" h="656463">
                <a:moveTo>
                  <a:pt x="441883" y="95567"/>
                </a:moveTo>
                <a:lnTo>
                  <a:pt x="441363" y="94538"/>
                </a:lnTo>
                <a:lnTo>
                  <a:pt x="440842" y="93497"/>
                </a:lnTo>
                <a:lnTo>
                  <a:pt x="440321" y="92455"/>
                </a:lnTo>
                <a:lnTo>
                  <a:pt x="439801" y="88430"/>
                </a:lnTo>
                <a:lnTo>
                  <a:pt x="439280" y="87388"/>
                </a:lnTo>
                <a:lnTo>
                  <a:pt x="439280" y="88430"/>
                </a:lnTo>
                <a:lnTo>
                  <a:pt x="439801" y="91935"/>
                </a:lnTo>
                <a:lnTo>
                  <a:pt x="440321" y="92976"/>
                </a:lnTo>
                <a:lnTo>
                  <a:pt x="440842" y="94018"/>
                </a:lnTo>
                <a:lnTo>
                  <a:pt x="441363" y="95046"/>
                </a:lnTo>
                <a:lnTo>
                  <a:pt x="441884" y="96088"/>
                </a:lnTo>
                <a:lnTo>
                  <a:pt x="442023" y="96227"/>
                </a:lnTo>
                <a:lnTo>
                  <a:pt x="441883" y="95567"/>
                </a:lnTo>
                <a:close/>
              </a:path>
              <a:path w="444995" h="656463">
                <a:moveTo>
                  <a:pt x="437464" y="96227"/>
                </a:moveTo>
                <a:lnTo>
                  <a:pt x="433819" y="88430"/>
                </a:lnTo>
                <a:lnTo>
                  <a:pt x="433819" y="99339"/>
                </a:lnTo>
                <a:lnTo>
                  <a:pt x="433294" y="99339"/>
                </a:lnTo>
                <a:lnTo>
                  <a:pt x="431272" y="100380"/>
                </a:lnTo>
                <a:lnTo>
                  <a:pt x="432068" y="102286"/>
                </a:lnTo>
                <a:lnTo>
                  <a:pt x="437984" y="108178"/>
                </a:lnTo>
                <a:lnTo>
                  <a:pt x="437464" y="96227"/>
                </a:lnTo>
                <a:close/>
              </a:path>
              <a:path w="444995" h="656463">
                <a:moveTo>
                  <a:pt x="439280" y="91935"/>
                </a:moveTo>
                <a:lnTo>
                  <a:pt x="439089" y="91744"/>
                </a:lnTo>
                <a:lnTo>
                  <a:pt x="439280" y="92419"/>
                </a:lnTo>
                <a:lnTo>
                  <a:pt x="439280" y="91935"/>
                </a:lnTo>
                <a:close/>
              </a:path>
              <a:path w="444995" h="656463">
                <a:moveTo>
                  <a:pt x="439280" y="604634"/>
                </a:moveTo>
                <a:lnTo>
                  <a:pt x="439800" y="604113"/>
                </a:lnTo>
                <a:lnTo>
                  <a:pt x="439800" y="603072"/>
                </a:lnTo>
                <a:lnTo>
                  <a:pt x="440321" y="602551"/>
                </a:lnTo>
                <a:lnTo>
                  <a:pt x="440131" y="602221"/>
                </a:lnTo>
                <a:lnTo>
                  <a:pt x="439801" y="602802"/>
                </a:lnTo>
                <a:lnTo>
                  <a:pt x="439610" y="603262"/>
                </a:lnTo>
                <a:lnTo>
                  <a:pt x="439280" y="603629"/>
                </a:lnTo>
                <a:lnTo>
                  <a:pt x="439089" y="604824"/>
                </a:lnTo>
                <a:lnTo>
                  <a:pt x="439280" y="604634"/>
                </a:lnTo>
                <a:close/>
              </a:path>
              <a:path w="444995" h="656463">
                <a:moveTo>
                  <a:pt x="439801" y="602802"/>
                </a:moveTo>
                <a:lnTo>
                  <a:pt x="440321" y="601546"/>
                </a:lnTo>
                <a:lnTo>
                  <a:pt x="441363" y="599033"/>
                </a:lnTo>
                <a:lnTo>
                  <a:pt x="441172" y="599109"/>
                </a:lnTo>
                <a:lnTo>
                  <a:pt x="440321" y="601116"/>
                </a:lnTo>
                <a:lnTo>
                  <a:pt x="439801" y="602372"/>
                </a:lnTo>
                <a:lnTo>
                  <a:pt x="439610" y="603262"/>
                </a:lnTo>
                <a:lnTo>
                  <a:pt x="439801" y="602802"/>
                </a:lnTo>
                <a:close/>
              </a:path>
              <a:path w="444995" h="656463">
                <a:moveTo>
                  <a:pt x="441363" y="96227"/>
                </a:moveTo>
                <a:lnTo>
                  <a:pt x="441363" y="95567"/>
                </a:lnTo>
                <a:lnTo>
                  <a:pt x="440842" y="94526"/>
                </a:lnTo>
                <a:lnTo>
                  <a:pt x="440321" y="94005"/>
                </a:lnTo>
                <a:lnTo>
                  <a:pt x="440321" y="94502"/>
                </a:lnTo>
                <a:lnTo>
                  <a:pt x="440842" y="95973"/>
                </a:lnTo>
                <a:lnTo>
                  <a:pt x="440842" y="95530"/>
                </a:lnTo>
                <a:lnTo>
                  <a:pt x="440651" y="94856"/>
                </a:lnTo>
                <a:lnTo>
                  <a:pt x="440842" y="95046"/>
                </a:lnTo>
                <a:lnTo>
                  <a:pt x="441220" y="96227"/>
                </a:lnTo>
                <a:lnTo>
                  <a:pt x="441363" y="96572"/>
                </a:lnTo>
                <a:lnTo>
                  <a:pt x="441363" y="96227"/>
                </a:lnTo>
                <a:close/>
              </a:path>
              <a:path w="444995" h="656463">
                <a:moveTo>
                  <a:pt x="440321" y="603592"/>
                </a:moveTo>
                <a:lnTo>
                  <a:pt x="441363" y="602551"/>
                </a:lnTo>
                <a:lnTo>
                  <a:pt x="440321" y="602551"/>
                </a:lnTo>
                <a:lnTo>
                  <a:pt x="439800" y="603072"/>
                </a:lnTo>
                <a:lnTo>
                  <a:pt x="439800" y="604113"/>
                </a:lnTo>
                <a:lnTo>
                  <a:pt x="440321" y="603592"/>
                </a:lnTo>
                <a:close/>
              </a:path>
              <a:path w="444995" h="656463">
                <a:moveTo>
                  <a:pt x="440321" y="93497"/>
                </a:moveTo>
                <a:lnTo>
                  <a:pt x="439801" y="92976"/>
                </a:lnTo>
                <a:lnTo>
                  <a:pt x="440321" y="94502"/>
                </a:lnTo>
                <a:lnTo>
                  <a:pt x="440321" y="93497"/>
                </a:lnTo>
                <a:close/>
              </a:path>
              <a:path w="444995" h="656463">
                <a:moveTo>
                  <a:pt x="441131" y="96227"/>
                </a:moveTo>
                <a:lnTo>
                  <a:pt x="440842" y="95530"/>
                </a:lnTo>
                <a:lnTo>
                  <a:pt x="440842" y="95973"/>
                </a:lnTo>
                <a:lnTo>
                  <a:pt x="437464" y="96227"/>
                </a:lnTo>
                <a:lnTo>
                  <a:pt x="441036" y="96227"/>
                </a:lnTo>
                <a:lnTo>
                  <a:pt x="441172" y="96418"/>
                </a:lnTo>
                <a:lnTo>
                  <a:pt x="441131" y="96227"/>
                </a:lnTo>
                <a:close/>
              </a:path>
              <a:path w="444995" h="656463">
                <a:moveTo>
                  <a:pt x="440842" y="95973"/>
                </a:moveTo>
                <a:lnTo>
                  <a:pt x="439801" y="94411"/>
                </a:lnTo>
                <a:lnTo>
                  <a:pt x="433819" y="88430"/>
                </a:lnTo>
                <a:lnTo>
                  <a:pt x="437464" y="96227"/>
                </a:lnTo>
                <a:lnTo>
                  <a:pt x="440842" y="95973"/>
                </a:lnTo>
                <a:close/>
              </a:path>
              <a:path w="444995" h="656463">
                <a:moveTo>
                  <a:pt x="441220" y="96227"/>
                </a:moveTo>
                <a:lnTo>
                  <a:pt x="440842" y="95046"/>
                </a:lnTo>
                <a:lnTo>
                  <a:pt x="440651" y="94856"/>
                </a:lnTo>
                <a:lnTo>
                  <a:pt x="440842" y="95315"/>
                </a:lnTo>
                <a:lnTo>
                  <a:pt x="441131" y="96227"/>
                </a:lnTo>
                <a:lnTo>
                  <a:pt x="441172" y="96418"/>
                </a:lnTo>
                <a:lnTo>
                  <a:pt x="441220" y="96227"/>
                </a:lnTo>
                <a:close/>
              </a:path>
              <a:path w="444995" h="656463">
                <a:moveTo>
                  <a:pt x="441883" y="96227"/>
                </a:moveTo>
                <a:lnTo>
                  <a:pt x="441363" y="95567"/>
                </a:lnTo>
                <a:lnTo>
                  <a:pt x="441363" y="96227"/>
                </a:lnTo>
                <a:lnTo>
                  <a:pt x="441388" y="96634"/>
                </a:lnTo>
                <a:lnTo>
                  <a:pt x="441883" y="97129"/>
                </a:lnTo>
                <a:lnTo>
                  <a:pt x="442404" y="97650"/>
                </a:lnTo>
                <a:lnTo>
                  <a:pt x="441883" y="96227"/>
                </a:lnTo>
                <a:close/>
              </a:path>
              <a:path w="444995" h="656463">
                <a:moveTo>
                  <a:pt x="441363" y="96573"/>
                </a:moveTo>
                <a:lnTo>
                  <a:pt x="441220" y="96227"/>
                </a:lnTo>
                <a:lnTo>
                  <a:pt x="441236" y="96482"/>
                </a:lnTo>
                <a:close/>
              </a:path>
              <a:path w="444995" h="656463">
                <a:moveTo>
                  <a:pt x="441363" y="601510"/>
                </a:moveTo>
                <a:lnTo>
                  <a:pt x="441883" y="600989"/>
                </a:lnTo>
                <a:lnTo>
                  <a:pt x="441883" y="600468"/>
                </a:lnTo>
                <a:lnTo>
                  <a:pt x="441363" y="599554"/>
                </a:lnTo>
                <a:lnTo>
                  <a:pt x="441363" y="599248"/>
                </a:lnTo>
                <a:lnTo>
                  <a:pt x="440321" y="601761"/>
                </a:lnTo>
                <a:lnTo>
                  <a:pt x="440321" y="602030"/>
                </a:lnTo>
                <a:lnTo>
                  <a:pt x="441363" y="601510"/>
                </a:lnTo>
                <a:close/>
              </a:path>
              <a:path w="444995" h="656463">
                <a:moveTo>
                  <a:pt x="442925" y="100647"/>
                </a:moveTo>
                <a:lnTo>
                  <a:pt x="442925" y="99558"/>
                </a:lnTo>
                <a:lnTo>
                  <a:pt x="442404" y="99085"/>
                </a:lnTo>
                <a:lnTo>
                  <a:pt x="441883" y="97828"/>
                </a:lnTo>
                <a:lnTo>
                  <a:pt x="441883" y="98044"/>
                </a:lnTo>
                <a:lnTo>
                  <a:pt x="441363" y="96787"/>
                </a:lnTo>
                <a:lnTo>
                  <a:pt x="441363" y="97015"/>
                </a:lnTo>
                <a:lnTo>
                  <a:pt x="440664" y="98425"/>
                </a:lnTo>
                <a:lnTo>
                  <a:pt x="442295" y="101058"/>
                </a:lnTo>
                <a:lnTo>
                  <a:pt x="443445" y="102209"/>
                </a:lnTo>
                <a:lnTo>
                  <a:pt x="442925" y="100647"/>
                </a:lnTo>
                <a:close/>
              </a:path>
              <a:path w="444995" h="656463">
                <a:moveTo>
                  <a:pt x="441883" y="599150"/>
                </a:moveTo>
                <a:lnTo>
                  <a:pt x="442118" y="598163"/>
                </a:lnTo>
                <a:lnTo>
                  <a:pt x="442220" y="597738"/>
                </a:lnTo>
                <a:lnTo>
                  <a:pt x="441909" y="597331"/>
                </a:lnTo>
                <a:lnTo>
                  <a:pt x="441693" y="597547"/>
                </a:lnTo>
                <a:lnTo>
                  <a:pt x="441741" y="597738"/>
                </a:lnTo>
                <a:lnTo>
                  <a:pt x="441883" y="597992"/>
                </a:lnTo>
                <a:lnTo>
                  <a:pt x="441883" y="598398"/>
                </a:lnTo>
                <a:lnTo>
                  <a:pt x="441769" y="599630"/>
                </a:lnTo>
                <a:lnTo>
                  <a:pt x="441883" y="600468"/>
                </a:lnTo>
                <a:lnTo>
                  <a:pt x="441883" y="599150"/>
                </a:lnTo>
                <a:close/>
              </a:path>
              <a:path w="444995" h="656463">
                <a:moveTo>
                  <a:pt x="441769" y="599630"/>
                </a:moveTo>
                <a:lnTo>
                  <a:pt x="441883" y="598398"/>
                </a:lnTo>
                <a:lnTo>
                  <a:pt x="441883" y="597992"/>
                </a:lnTo>
                <a:lnTo>
                  <a:pt x="441741" y="597738"/>
                </a:lnTo>
                <a:lnTo>
                  <a:pt x="441596" y="598686"/>
                </a:lnTo>
                <a:lnTo>
                  <a:pt x="441363" y="599248"/>
                </a:lnTo>
                <a:lnTo>
                  <a:pt x="441883" y="600468"/>
                </a:lnTo>
                <a:lnTo>
                  <a:pt x="441769" y="599630"/>
                </a:lnTo>
                <a:close/>
              </a:path>
              <a:path w="444995" h="656463">
                <a:moveTo>
                  <a:pt x="442404" y="598367"/>
                </a:moveTo>
                <a:lnTo>
                  <a:pt x="442404" y="597738"/>
                </a:lnTo>
                <a:lnTo>
                  <a:pt x="442544" y="597738"/>
                </a:lnTo>
                <a:lnTo>
                  <a:pt x="442899" y="597382"/>
                </a:lnTo>
                <a:lnTo>
                  <a:pt x="443445" y="596836"/>
                </a:lnTo>
                <a:lnTo>
                  <a:pt x="443445" y="595795"/>
                </a:lnTo>
                <a:lnTo>
                  <a:pt x="442925" y="596315"/>
                </a:lnTo>
                <a:lnTo>
                  <a:pt x="442404" y="596963"/>
                </a:lnTo>
                <a:lnTo>
                  <a:pt x="442220" y="597738"/>
                </a:lnTo>
                <a:lnTo>
                  <a:pt x="442118" y="598163"/>
                </a:lnTo>
                <a:lnTo>
                  <a:pt x="441883" y="599150"/>
                </a:lnTo>
                <a:lnTo>
                  <a:pt x="441883" y="599403"/>
                </a:lnTo>
                <a:lnTo>
                  <a:pt x="442404" y="598367"/>
                </a:lnTo>
                <a:close/>
              </a:path>
              <a:path w="444995" h="656463">
                <a:moveTo>
                  <a:pt x="442720" y="597738"/>
                </a:moveTo>
                <a:lnTo>
                  <a:pt x="444995" y="597738"/>
                </a:lnTo>
                <a:lnTo>
                  <a:pt x="443445" y="595795"/>
                </a:lnTo>
                <a:lnTo>
                  <a:pt x="443445" y="596836"/>
                </a:lnTo>
                <a:lnTo>
                  <a:pt x="442899" y="597382"/>
                </a:lnTo>
                <a:lnTo>
                  <a:pt x="442544" y="597738"/>
                </a:lnTo>
                <a:lnTo>
                  <a:pt x="442404" y="597738"/>
                </a:lnTo>
                <a:lnTo>
                  <a:pt x="442404" y="597877"/>
                </a:lnTo>
                <a:lnTo>
                  <a:pt x="442720" y="597738"/>
                </a:lnTo>
                <a:close/>
              </a:path>
              <a:path w="444995" h="656463">
                <a:moveTo>
                  <a:pt x="442404" y="599948"/>
                </a:moveTo>
                <a:lnTo>
                  <a:pt x="442404" y="598367"/>
                </a:lnTo>
                <a:lnTo>
                  <a:pt x="441883" y="599403"/>
                </a:lnTo>
                <a:lnTo>
                  <a:pt x="441883" y="600468"/>
                </a:lnTo>
                <a:lnTo>
                  <a:pt x="442404" y="599948"/>
                </a:lnTo>
                <a:close/>
              </a:path>
              <a:path w="444995" h="656463">
                <a:moveTo>
                  <a:pt x="443966" y="96227"/>
                </a:moveTo>
                <a:lnTo>
                  <a:pt x="442404" y="96227"/>
                </a:lnTo>
                <a:lnTo>
                  <a:pt x="442404" y="96088"/>
                </a:lnTo>
                <a:lnTo>
                  <a:pt x="442023" y="96227"/>
                </a:lnTo>
                <a:lnTo>
                  <a:pt x="442404" y="96608"/>
                </a:lnTo>
                <a:lnTo>
                  <a:pt x="442925" y="97129"/>
                </a:lnTo>
                <a:lnTo>
                  <a:pt x="443966" y="96227"/>
                </a:lnTo>
                <a:close/>
              </a:path>
              <a:path w="444995" h="656463">
                <a:moveTo>
                  <a:pt x="442404" y="596963"/>
                </a:moveTo>
                <a:lnTo>
                  <a:pt x="442925" y="596315"/>
                </a:lnTo>
                <a:lnTo>
                  <a:pt x="441909" y="597331"/>
                </a:lnTo>
                <a:lnTo>
                  <a:pt x="442220" y="597738"/>
                </a:lnTo>
                <a:lnTo>
                  <a:pt x="442404" y="596963"/>
                </a:lnTo>
                <a:close/>
              </a:path>
              <a:path w="444995" h="656463">
                <a:moveTo>
                  <a:pt x="443966" y="591756"/>
                </a:moveTo>
                <a:lnTo>
                  <a:pt x="443445" y="593318"/>
                </a:lnTo>
                <a:lnTo>
                  <a:pt x="443445" y="595795"/>
                </a:lnTo>
                <a:lnTo>
                  <a:pt x="444995" y="597738"/>
                </a:lnTo>
                <a:lnTo>
                  <a:pt x="443966" y="591756"/>
                </a:lnTo>
                <a:close/>
              </a:path>
              <a:path w="444995" h="656463">
                <a:moveTo>
                  <a:pt x="444995" y="100596"/>
                </a:moveTo>
                <a:lnTo>
                  <a:pt x="443966" y="100080"/>
                </a:lnTo>
                <a:lnTo>
                  <a:pt x="443445" y="99819"/>
                </a:lnTo>
                <a:lnTo>
                  <a:pt x="443445" y="102209"/>
                </a:lnTo>
                <a:lnTo>
                  <a:pt x="442295" y="101058"/>
                </a:lnTo>
                <a:lnTo>
                  <a:pt x="439026" y="585787"/>
                </a:lnTo>
                <a:lnTo>
                  <a:pt x="443966" y="591756"/>
                </a:lnTo>
                <a:lnTo>
                  <a:pt x="443966" y="103759"/>
                </a:lnTo>
                <a:lnTo>
                  <a:pt x="443966" y="103250"/>
                </a:lnTo>
                <a:lnTo>
                  <a:pt x="444995" y="597738"/>
                </a:lnTo>
                <a:lnTo>
                  <a:pt x="444995" y="100596"/>
                </a:lnTo>
                <a:close/>
              </a:path>
              <a:path w="444995" h="656463">
                <a:moveTo>
                  <a:pt x="443445" y="99819"/>
                </a:moveTo>
                <a:lnTo>
                  <a:pt x="442925" y="99558"/>
                </a:lnTo>
                <a:lnTo>
                  <a:pt x="442925" y="100647"/>
                </a:lnTo>
                <a:lnTo>
                  <a:pt x="443445" y="102209"/>
                </a:lnTo>
                <a:lnTo>
                  <a:pt x="443445" y="99819"/>
                </a:lnTo>
                <a:close/>
              </a:path>
              <a:path w="444995" h="656463">
                <a:moveTo>
                  <a:pt x="443966" y="103250"/>
                </a:moveTo>
                <a:lnTo>
                  <a:pt x="443966" y="103759"/>
                </a:lnTo>
                <a:lnTo>
                  <a:pt x="443966" y="591756"/>
                </a:lnTo>
                <a:lnTo>
                  <a:pt x="444995" y="597738"/>
                </a:lnTo>
                <a:lnTo>
                  <a:pt x="443966" y="103250"/>
                </a:lnTo>
                <a:close/>
              </a:path>
              <a:path w="444995" h="656463">
                <a:moveTo>
                  <a:pt x="440842" y="95315"/>
                </a:moveTo>
                <a:lnTo>
                  <a:pt x="440651" y="94856"/>
                </a:lnTo>
                <a:lnTo>
                  <a:pt x="440842" y="95530"/>
                </a:lnTo>
                <a:lnTo>
                  <a:pt x="441131" y="96227"/>
                </a:lnTo>
                <a:lnTo>
                  <a:pt x="440842" y="95315"/>
                </a:lnTo>
                <a:close/>
              </a:path>
              <a:path w="444995" h="656463">
                <a:moveTo>
                  <a:pt x="433294" y="99339"/>
                </a:moveTo>
                <a:lnTo>
                  <a:pt x="430749" y="99339"/>
                </a:lnTo>
                <a:lnTo>
                  <a:pt x="430949" y="99606"/>
                </a:lnTo>
                <a:lnTo>
                  <a:pt x="431272" y="100380"/>
                </a:lnTo>
                <a:lnTo>
                  <a:pt x="433294" y="99339"/>
                </a:lnTo>
                <a:close/>
              </a:path>
              <a:path w="444995" h="656463">
                <a:moveTo>
                  <a:pt x="430428" y="597256"/>
                </a:moveTo>
                <a:lnTo>
                  <a:pt x="430428" y="596557"/>
                </a:lnTo>
                <a:lnTo>
                  <a:pt x="429907" y="597077"/>
                </a:lnTo>
                <a:lnTo>
                  <a:pt x="430098" y="597407"/>
                </a:lnTo>
                <a:lnTo>
                  <a:pt x="430428" y="597256"/>
                </a:lnTo>
                <a:close/>
              </a:path>
              <a:path w="444995" h="656463">
                <a:moveTo>
                  <a:pt x="430428" y="595541"/>
                </a:moveTo>
                <a:lnTo>
                  <a:pt x="430949" y="594486"/>
                </a:lnTo>
                <a:lnTo>
                  <a:pt x="429907" y="595528"/>
                </a:lnTo>
                <a:lnTo>
                  <a:pt x="429907" y="596036"/>
                </a:lnTo>
                <a:lnTo>
                  <a:pt x="430428" y="595541"/>
                </a:lnTo>
                <a:close/>
              </a:path>
              <a:path w="444995" h="656463">
                <a:moveTo>
                  <a:pt x="427824" y="619177"/>
                </a:moveTo>
                <a:lnTo>
                  <a:pt x="427824" y="618667"/>
                </a:lnTo>
                <a:lnTo>
                  <a:pt x="427634" y="618858"/>
                </a:lnTo>
                <a:lnTo>
                  <a:pt x="427443" y="619556"/>
                </a:lnTo>
                <a:lnTo>
                  <a:pt x="427824" y="619177"/>
                </a:lnTo>
                <a:close/>
              </a:path>
              <a:path w="444995" h="656463">
                <a:moveTo>
                  <a:pt x="426262" y="603323"/>
                </a:moveTo>
                <a:lnTo>
                  <a:pt x="426262" y="602798"/>
                </a:lnTo>
                <a:lnTo>
                  <a:pt x="425604" y="603453"/>
                </a:lnTo>
                <a:lnTo>
                  <a:pt x="426132" y="603453"/>
                </a:lnTo>
                <a:lnTo>
                  <a:pt x="426262" y="603323"/>
                </a:lnTo>
                <a:close/>
              </a:path>
              <a:path w="444995" h="656463">
                <a:moveTo>
                  <a:pt x="424337" y="621639"/>
                </a:moveTo>
                <a:lnTo>
                  <a:pt x="424002" y="621449"/>
                </a:lnTo>
                <a:lnTo>
                  <a:pt x="423540" y="621639"/>
                </a:lnTo>
                <a:lnTo>
                  <a:pt x="423481" y="621969"/>
                </a:lnTo>
                <a:lnTo>
                  <a:pt x="423810" y="622160"/>
                </a:lnTo>
                <a:lnTo>
                  <a:pt x="424337" y="621639"/>
                </a:lnTo>
                <a:close/>
              </a:path>
              <a:path w="444995" h="656463">
                <a:moveTo>
                  <a:pt x="425364" y="621118"/>
                </a:moveTo>
                <a:lnTo>
                  <a:pt x="426411" y="620077"/>
                </a:lnTo>
                <a:lnTo>
                  <a:pt x="426665" y="619556"/>
                </a:lnTo>
                <a:lnTo>
                  <a:pt x="427787" y="618488"/>
                </a:lnTo>
                <a:lnTo>
                  <a:pt x="425191" y="619556"/>
                </a:lnTo>
                <a:lnTo>
                  <a:pt x="425404" y="620077"/>
                </a:lnTo>
                <a:lnTo>
                  <a:pt x="423926" y="620077"/>
                </a:lnTo>
                <a:lnTo>
                  <a:pt x="422884" y="621118"/>
                </a:lnTo>
                <a:lnTo>
                  <a:pt x="425364" y="621118"/>
                </a:lnTo>
                <a:close/>
              </a:path>
              <a:path w="444995" h="656463">
                <a:moveTo>
                  <a:pt x="428866" y="78562"/>
                </a:moveTo>
                <a:lnTo>
                  <a:pt x="426402" y="79082"/>
                </a:lnTo>
                <a:lnTo>
                  <a:pt x="424858" y="79082"/>
                </a:lnTo>
                <a:lnTo>
                  <a:pt x="424297" y="79569"/>
                </a:lnTo>
                <a:lnTo>
                  <a:pt x="424446" y="79590"/>
                </a:lnTo>
                <a:lnTo>
                  <a:pt x="428866" y="79590"/>
                </a:lnTo>
                <a:lnTo>
                  <a:pt x="428866" y="78562"/>
                </a:lnTo>
                <a:close/>
              </a:path>
              <a:path w="444995" h="656463">
                <a:moveTo>
                  <a:pt x="426934" y="619556"/>
                </a:moveTo>
                <a:lnTo>
                  <a:pt x="427126" y="619366"/>
                </a:lnTo>
                <a:lnTo>
                  <a:pt x="427787" y="618488"/>
                </a:lnTo>
                <a:lnTo>
                  <a:pt x="426665" y="619556"/>
                </a:lnTo>
                <a:lnTo>
                  <a:pt x="426411" y="620077"/>
                </a:lnTo>
                <a:lnTo>
                  <a:pt x="426934" y="619556"/>
                </a:lnTo>
                <a:close/>
              </a:path>
              <a:path w="444995" h="656463">
                <a:moveTo>
                  <a:pt x="427437" y="80111"/>
                </a:moveTo>
                <a:lnTo>
                  <a:pt x="425703" y="80111"/>
                </a:lnTo>
                <a:lnTo>
                  <a:pt x="426029" y="80246"/>
                </a:lnTo>
                <a:lnTo>
                  <a:pt x="427437" y="80111"/>
                </a:lnTo>
                <a:close/>
              </a:path>
              <a:path w="444995" h="656463">
                <a:moveTo>
                  <a:pt x="421843" y="621639"/>
                </a:moveTo>
                <a:lnTo>
                  <a:pt x="427824" y="615670"/>
                </a:lnTo>
                <a:lnTo>
                  <a:pt x="422617" y="609955"/>
                </a:lnTo>
                <a:lnTo>
                  <a:pt x="421322" y="622160"/>
                </a:lnTo>
                <a:lnTo>
                  <a:pt x="421843" y="621639"/>
                </a:lnTo>
                <a:close/>
              </a:path>
              <a:path w="444995" h="656463">
                <a:moveTo>
                  <a:pt x="422528" y="78843"/>
                </a:moveTo>
                <a:lnTo>
                  <a:pt x="422363" y="78562"/>
                </a:lnTo>
                <a:lnTo>
                  <a:pt x="421843" y="78562"/>
                </a:lnTo>
                <a:lnTo>
                  <a:pt x="422737" y="79050"/>
                </a:lnTo>
                <a:lnTo>
                  <a:pt x="422528" y="78843"/>
                </a:lnTo>
                <a:close/>
              </a:path>
              <a:path w="444995" h="656463">
                <a:moveTo>
                  <a:pt x="422236" y="77508"/>
                </a:moveTo>
                <a:lnTo>
                  <a:pt x="421185" y="77508"/>
                </a:lnTo>
                <a:lnTo>
                  <a:pt x="420281" y="78028"/>
                </a:lnTo>
                <a:lnTo>
                  <a:pt x="422757" y="78028"/>
                </a:lnTo>
                <a:lnTo>
                  <a:pt x="422236" y="77508"/>
                </a:lnTo>
                <a:close/>
              </a:path>
              <a:path w="444995" h="656463">
                <a:moveTo>
                  <a:pt x="422363" y="609688"/>
                </a:moveTo>
                <a:lnTo>
                  <a:pt x="422617" y="609168"/>
                </a:lnTo>
                <a:lnTo>
                  <a:pt x="421198" y="609168"/>
                </a:lnTo>
                <a:lnTo>
                  <a:pt x="420738" y="609358"/>
                </a:lnTo>
                <a:lnTo>
                  <a:pt x="419887" y="609688"/>
                </a:lnTo>
                <a:lnTo>
                  <a:pt x="421107" y="610209"/>
                </a:lnTo>
                <a:lnTo>
                  <a:pt x="422363" y="609688"/>
                </a:lnTo>
                <a:close/>
              </a:path>
              <a:path w="444995" h="656463">
                <a:moveTo>
                  <a:pt x="415238" y="625792"/>
                </a:moveTo>
                <a:lnTo>
                  <a:pt x="415671" y="625614"/>
                </a:lnTo>
                <a:lnTo>
                  <a:pt x="416343" y="625271"/>
                </a:lnTo>
                <a:lnTo>
                  <a:pt x="416666" y="625139"/>
                </a:lnTo>
                <a:lnTo>
                  <a:pt x="416280" y="625271"/>
                </a:lnTo>
                <a:lnTo>
                  <a:pt x="415074" y="625792"/>
                </a:lnTo>
                <a:lnTo>
                  <a:pt x="415238" y="625792"/>
                </a:lnTo>
                <a:close/>
              </a:path>
              <a:path w="444995" h="656463">
                <a:moveTo>
                  <a:pt x="414045" y="626313"/>
                </a:moveTo>
                <a:lnTo>
                  <a:pt x="415238" y="625792"/>
                </a:lnTo>
                <a:lnTo>
                  <a:pt x="415074" y="625792"/>
                </a:lnTo>
                <a:lnTo>
                  <a:pt x="414057" y="626186"/>
                </a:lnTo>
                <a:lnTo>
                  <a:pt x="413973" y="626313"/>
                </a:lnTo>
                <a:close/>
              </a:path>
              <a:path w="444995" h="656463">
                <a:moveTo>
                  <a:pt x="414922" y="88151"/>
                </a:moveTo>
                <a:lnTo>
                  <a:pt x="413524" y="88430"/>
                </a:lnTo>
                <a:lnTo>
                  <a:pt x="414566" y="88430"/>
                </a:lnTo>
                <a:lnTo>
                  <a:pt x="414922" y="88151"/>
                </a:lnTo>
                <a:close/>
              </a:path>
              <a:path w="444995" h="656463">
                <a:moveTo>
                  <a:pt x="414338" y="614362"/>
                </a:moveTo>
                <a:lnTo>
                  <a:pt x="413003" y="614883"/>
                </a:lnTo>
                <a:lnTo>
                  <a:pt x="412407" y="615073"/>
                </a:lnTo>
                <a:lnTo>
                  <a:pt x="412076" y="614883"/>
                </a:lnTo>
                <a:lnTo>
                  <a:pt x="411743" y="615403"/>
                </a:lnTo>
                <a:lnTo>
                  <a:pt x="411962" y="615403"/>
                </a:lnTo>
                <a:lnTo>
                  <a:pt x="414338" y="614362"/>
                </a:lnTo>
                <a:close/>
              </a:path>
              <a:path w="444995" h="656463">
                <a:moveTo>
                  <a:pt x="412866" y="614883"/>
                </a:moveTo>
                <a:lnTo>
                  <a:pt x="414123" y="614362"/>
                </a:lnTo>
                <a:lnTo>
                  <a:pt x="412927" y="614565"/>
                </a:lnTo>
                <a:lnTo>
                  <a:pt x="412602" y="614883"/>
                </a:lnTo>
                <a:lnTo>
                  <a:pt x="412866" y="614883"/>
                </a:lnTo>
                <a:close/>
              </a:path>
              <a:path w="444995" h="656463">
                <a:moveTo>
                  <a:pt x="411556" y="615403"/>
                </a:moveTo>
                <a:lnTo>
                  <a:pt x="411556" y="614883"/>
                </a:lnTo>
                <a:lnTo>
                  <a:pt x="411035" y="615403"/>
                </a:lnTo>
                <a:lnTo>
                  <a:pt x="411424" y="615535"/>
                </a:lnTo>
                <a:lnTo>
                  <a:pt x="411556" y="615403"/>
                </a:lnTo>
                <a:close/>
              </a:path>
              <a:path w="444995" h="656463">
                <a:moveTo>
                  <a:pt x="258940" y="654900"/>
                </a:moveTo>
                <a:lnTo>
                  <a:pt x="258419" y="654900"/>
                </a:lnTo>
                <a:lnTo>
                  <a:pt x="257962" y="653669"/>
                </a:lnTo>
                <a:lnTo>
                  <a:pt x="256336" y="655421"/>
                </a:lnTo>
                <a:lnTo>
                  <a:pt x="260375" y="655421"/>
                </a:lnTo>
                <a:lnTo>
                  <a:pt x="258940" y="654900"/>
                </a:lnTo>
                <a:close/>
              </a:path>
              <a:path w="444995" h="656463">
                <a:moveTo>
                  <a:pt x="238112" y="655421"/>
                </a:moveTo>
                <a:lnTo>
                  <a:pt x="237540" y="655421"/>
                </a:lnTo>
                <a:lnTo>
                  <a:pt x="238061" y="656463"/>
                </a:lnTo>
                <a:lnTo>
                  <a:pt x="242277" y="656463"/>
                </a:lnTo>
                <a:lnTo>
                  <a:pt x="238112" y="655421"/>
                </a:lnTo>
                <a:close/>
              </a:path>
              <a:path w="444995" h="656463">
                <a:moveTo>
                  <a:pt x="235521" y="642950"/>
                </a:moveTo>
                <a:lnTo>
                  <a:pt x="235000" y="642950"/>
                </a:lnTo>
                <a:lnTo>
                  <a:pt x="236041" y="643597"/>
                </a:lnTo>
                <a:lnTo>
                  <a:pt x="235521" y="642950"/>
                </a:lnTo>
                <a:close/>
              </a:path>
              <a:path w="444995" h="656463">
                <a:moveTo>
                  <a:pt x="228485" y="645287"/>
                </a:moveTo>
                <a:lnTo>
                  <a:pt x="225171" y="640549"/>
                </a:lnTo>
                <a:lnTo>
                  <a:pt x="222729" y="639530"/>
                </a:lnTo>
                <a:lnTo>
                  <a:pt x="224894" y="651576"/>
                </a:lnTo>
                <a:lnTo>
                  <a:pt x="225552" y="651598"/>
                </a:lnTo>
                <a:lnTo>
                  <a:pt x="227634" y="652119"/>
                </a:lnTo>
                <a:lnTo>
                  <a:pt x="228485" y="645287"/>
                </a:lnTo>
                <a:close/>
              </a:path>
              <a:path w="444995" h="656463">
                <a:moveTo>
                  <a:pt x="222729" y="639530"/>
                </a:moveTo>
                <a:lnTo>
                  <a:pt x="220941" y="638784"/>
                </a:lnTo>
                <a:lnTo>
                  <a:pt x="219900" y="638263"/>
                </a:lnTo>
                <a:lnTo>
                  <a:pt x="224894" y="651576"/>
                </a:lnTo>
                <a:lnTo>
                  <a:pt x="222729" y="639530"/>
                </a:lnTo>
                <a:close/>
              </a:path>
              <a:path w="444995" h="656463">
                <a:moveTo>
                  <a:pt x="224721" y="640097"/>
                </a:moveTo>
                <a:lnTo>
                  <a:pt x="224066" y="639826"/>
                </a:lnTo>
                <a:lnTo>
                  <a:pt x="223024" y="639305"/>
                </a:lnTo>
                <a:lnTo>
                  <a:pt x="222729" y="639530"/>
                </a:lnTo>
                <a:lnTo>
                  <a:pt x="225171" y="640549"/>
                </a:lnTo>
                <a:lnTo>
                  <a:pt x="224721" y="640097"/>
                </a:lnTo>
                <a:close/>
              </a:path>
              <a:path w="444995" h="656463">
                <a:moveTo>
                  <a:pt x="32003" y="39573"/>
                </a:moveTo>
                <a:lnTo>
                  <a:pt x="32038" y="39437"/>
                </a:lnTo>
                <a:lnTo>
                  <a:pt x="31377" y="40093"/>
                </a:lnTo>
                <a:lnTo>
                  <a:pt x="31889" y="40093"/>
                </a:lnTo>
                <a:lnTo>
                  <a:pt x="32003" y="39573"/>
                </a:lnTo>
                <a:close/>
              </a:path>
              <a:path w="444995" h="656463">
                <a:moveTo>
                  <a:pt x="28049" y="41330"/>
                </a:moveTo>
                <a:lnTo>
                  <a:pt x="28249" y="41655"/>
                </a:lnTo>
                <a:lnTo>
                  <a:pt x="28523" y="41135"/>
                </a:lnTo>
                <a:lnTo>
                  <a:pt x="28206" y="41173"/>
                </a:lnTo>
                <a:lnTo>
                  <a:pt x="27258" y="41655"/>
                </a:lnTo>
                <a:lnTo>
                  <a:pt x="27453" y="41655"/>
                </a:lnTo>
                <a:lnTo>
                  <a:pt x="28049" y="41330"/>
                </a:lnTo>
                <a:close/>
              </a:path>
              <a:path w="444995" h="656463">
                <a:moveTo>
                  <a:pt x="27711" y="42697"/>
                </a:moveTo>
                <a:lnTo>
                  <a:pt x="28237" y="42176"/>
                </a:lnTo>
                <a:lnTo>
                  <a:pt x="28764" y="41656"/>
                </a:lnTo>
                <a:lnTo>
                  <a:pt x="28776" y="41135"/>
                </a:lnTo>
                <a:lnTo>
                  <a:pt x="28249" y="41655"/>
                </a:lnTo>
                <a:lnTo>
                  <a:pt x="27722" y="42176"/>
                </a:lnTo>
                <a:lnTo>
                  <a:pt x="27196" y="42697"/>
                </a:lnTo>
                <a:lnTo>
                  <a:pt x="27711" y="42697"/>
                </a:lnTo>
                <a:close/>
              </a:path>
              <a:path w="444995" h="656463">
                <a:moveTo>
                  <a:pt x="28207" y="41173"/>
                </a:moveTo>
                <a:lnTo>
                  <a:pt x="28206" y="41173"/>
                </a:lnTo>
                <a:lnTo>
                  <a:pt x="28206" y="41174"/>
                </a:lnTo>
                <a:close/>
              </a:path>
              <a:path w="444995" h="656463">
                <a:moveTo>
                  <a:pt x="28523" y="41135"/>
                </a:moveTo>
                <a:lnTo>
                  <a:pt x="28244" y="41135"/>
                </a:lnTo>
                <a:lnTo>
                  <a:pt x="28523" y="41135"/>
                </a:lnTo>
                <a:close/>
              </a:path>
              <a:path w="444995" h="656463">
                <a:moveTo>
                  <a:pt x="24855" y="577468"/>
                </a:moveTo>
                <a:lnTo>
                  <a:pt x="23833" y="576948"/>
                </a:lnTo>
                <a:lnTo>
                  <a:pt x="22758" y="576948"/>
                </a:lnTo>
                <a:lnTo>
                  <a:pt x="23279" y="577469"/>
                </a:lnTo>
                <a:lnTo>
                  <a:pt x="24855" y="577468"/>
                </a:lnTo>
                <a:close/>
              </a:path>
              <a:path w="444995" h="656463">
                <a:moveTo>
                  <a:pt x="19615" y="33858"/>
                </a:moveTo>
                <a:lnTo>
                  <a:pt x="19413" y="33337"/>
                </a:lnTo>
                <a:lnTo>
                  <a:pt x="18923" y="33540"/>
                </a:lnTo>
                <a:lnTo>
                  <a:pt x="18072" y="33858"/>
                </a:lnTo>
                <a:lnTo>
                  <a:pt x="19615" y="33858"/>
                </a:lnTo>
                <a:close/>
              </a:path>
              <a:path w="444995" h="656463">
                <a:moveTo>
                  <a:pt x="20104" y="48221"/>
                </a:moveTo>
                <a:lnTo>
                  <a:pt x="20367" y="46850"/>
                </a:lnTo>
                <a:lnTo>
                  <a:pt x="20648" y="46171"/>
                </a:lnTo>
                <a:lnTo>
                  <a:pt x="19773" y="46596"/>
                </a:lnTo>
                <a:lnTo>
                  <a:pt x="19774" y="48282"/>
                </a:lnTo>
                <a:lnTo>
                  <a:pt x="20104" y="48221"/>
                </a:lnTo>
                <a:close/>
              </a:path>
              <a:path w="444995" h="656463">
                <a:moveTo>
                  <a:pt x="19773" y="48552"/>
                </a:moveTo>
                <a:lnTo>
                  <a:pt x="19773" y="48358"/>
                </a:lnTo>
                <a:lnTo>
                  <a:pt x="19583" y="48742"/>
                </a:lnTo>
                <a:lnTo>
                  <a:pt x="19773" y="48552"/>
                </a:lnTo>
                <a:close/>
              </a:path>
              <a:path w="444995" h="656463">
                <a:moveTo>
                  <a:pt x="18211" y="560668"/>
                </a:moveTo>
                <a:lnTo>
                  <a:pt x="18211" y="560159"/>
                </a:lnTo>
                <a:lnTo>
                  <a:pt x="17956" y="560052"/>
                </a:lnTo>
                <a:lnTo>
                  <a:pt x="18063" y="560311"/>
                </a:lnTo>
                <a:lnTo>
                  <a:pt x="17691" y="560311"/>
                </a:lnTo>
                <a:lnTo>
                  <a:pt x="18172" y="560832"/>
                </a:lnTo>
                <a:lnTo>
                  <a:pt x="18211" y="560668"/>
                </a:lnTo>
                <a:close/>
              </a:path>
              <a:path w="444995" h="656463">
                <a:moveTo>
                  <a:pt x="18210" y="34522"/>
                </a:moveTo>
                <a:lnTo>
                  <a:pt x="18402" y="34061"/>
                </a:lnTo>
                <a:lnTo>
                  <a:pt x="17881" y="34582"/>
                </a:lnTo>
                <a:lnTo>
                  <a:pt x="18210" y="34522"/>
                </a:lnTo>
                <a:close/>
              </a:path>
              <a:path w="444995" h="656463">
                <a:moveTo>
                  <a:pt x="16649" y="55829"/>
                </a:moveTo>
                <a:lnTo>
                  <a:pt x="16649" y="55689"/>
                </a:lnTo>
                <a:lnTo>
                  <a:pt x="16129" y="55689"/>
                </a:lnTo>
                <a:lnTo>
                  <a:pt x="16128" y="56349"/>
                </a:lnTo>
                <a:lnTo>
                  <a:pt x="16649" y="55829"/>
                </a:lnTo>
                <a:close/>
              </a:path>
              <a:path w="444995" h="656463">
                <a:moveTo>
                  <a:pt x="10980" y="41135"/>
                </a:moveTo>
                <a:lnTo>
                  <a:pt x="10787" y="41135"/>
                </a:lnTo>
                <a:lnTo>
                  <a:pt x="10401" y="41135"/>
                </a:lnTo>
                <a:lnTo>
                  <a:pt x="10401" y="41516"/>
                </a:lnTo>
                <a:lnTo>
                  <a:pt x="10980" y="41135"/>
                </a:lnTo>
                <a:close/>
              </a:path>
              <a:path w="444995" h="656463">
                <a:moveTo>
                  <a:pt x="7277" y="565124"/>
                </a:moveTo>
                <a:lnTo>
                  <a:pt x="7150" y="564997"/>
                </a:lnTo>
                <a:lnTo>
                  <a:pt x="7277" y="565645"/>
                </a:lnTo>
                <a:lnTo>
                  <a:pt x="8318" y="566683"/>
                </a:lnTo>
                <a:lnTo>
                  <a:pt x="7277" y="565124"/>
                </a:lnTo>
                <a:close/>
              </a:path>
              <a:path w="444995" h="656463">
                <a:moveTo>
                  <a:pt x="8318" y="564239"/>
                </a:moveTo>
                <a:lnTo>
                  <a:pt x="7277" y="562660"/>
                </a:lnTo>
                <a:lnTo>
                  <a:pt x="7277" y="563808"/>
                </a:lnTo>
                <a:lnTo>
                  <a:pt x="7342" y="564997"/>
                </a:lnTo>
                <a:lnTo>
                  <a:pt x="9619" y="564997"/>
                </a:lnTo>
                <a:lnTo>
                  <a:pt x="8318" y="564239"/>
                </a:lnTo>
                <a:close/>
              </a:path>
              <a:path w="444995" h="656463">
                <a:moveTo>
                  <a:pt x="4673" y="559536"/>
                </a:moveTo>
                <a:lnTo>
                  <a:pt x="4876" y="53809"/>
                </a:lnTo>
                <a:lnTo>
                  <a:pt x="3632" y="55956"/>
                </a:lnTo>
                <a:lnTo>
                  <a:pt x="3389" y="57361"/>
                </a:lnTo>
                <a:lnTo>
                  <a:pt x="4356" y="56400"/>
                </a:lnTo>
                <a:lnTo>
                  <a:pt x="4673" y="560474"/>
                </a:lnTo>
                <a:lnTo>
                  <a:pt x="5397" y="562203"/>
                </a:lnTo>
                <a:lnTo>
                  <a:pt x="4673" y="559536"/>
                </a:lnTo>
                <a:close/>
              </a:path>
              <a:path w="444995" h="656463">
                <a:moveTo>
                  <a:pt x="5714" y="564997"/>
                </a:moveTo>
                <a:lnTo>
                  <a:pt x="4673" y="562533"/>
                </a:lnTo>
                <a:lnTo>
                  <a:pt x="3632" y="560445"/>
                </a:lnTo>
                <a:lnTo>
                  <a:pt x="3632" y="564997"/>
                </a:lnTo>
                <a:lnTo>
                  <a:pt x="5714" y="564997"/>
                </a:lnTo>
                <a:close/>
              </a:path>
              <a:path w="444995" h="656463">
                <a:moveTo>
                  <a:pt x="3632" y="558919"/>
                </a:moveTo>
                <a:lnTo>
                  <a:pt x="3236" y="557972"/>
                </a:lnTo>
                <a:lnTo>
                  <a:pt x="3632" y="559126"/>
                </a:lnTo>
                <a:lnTo>
                  <a:pt x="3835" y="559612"/>
                </a:lnTo>
                <a:lnTo>
                  <a:pt x="3632" y="558919"/>
                </a:lnTo>
                <a:close/>
              </a:path>
              <a:path w="444995" h="656463">
                <a:moveTo>
                  <a:pt x="11963" y="547712"/>
                </a:moveTo>
                <a:lnTo>
                  <a:pt x="11963" y="537590"/>
                </a:lnTo>
                <a:lnTo>
                  <a:pt x="10210" y="539343"/>
                </a:lnTo>
                <a:lnTo>
                  <a:pt x="10210" y="545960"/>
                </a:lnTo>
                <a:lnTo>
                  <a:pt x="10731" y="548043"/>
                </a:lnTo>
                <a:lnTo>
                  <a:pt x="11316" y="548627"/>
                </a:lnTo>
                <a:lnTo>
                  <a:pt x="11963" y="547712"/>
                </a:lnTo>
                <a:close/>
              </a:path>
              <a:path w="444995" h="656463">
                <a:moveTo>
                  <a:pt x="11963" y="547712"/>
                </a:moveTo>
                <a:lnTo>
                  <a:pt x="11316" y="548627"/>
                </a:lnTo>
                <a:lnTo>
                  <a:pt x="11963" y="549274"/>
                </a:lnTo>
                <a:lnTo>
                  <a:pt x="11963" y="547712"/>
                </a:lnTo>
                <a:close/>
              </a:path>
              <a:path w="444995" h="656463">
                <a:moveTo>
                  <a:pt x="11963" y="537592"/>
                </a:moveTo>
                <a:lnTo>
                  <a:pt x="11963" y="547712"/>
                </a:lnTo>
                <a:lnTo>
                  <a:pt x="11963" y="537592"/>
                </a:lnTo>
                <a:close/>
              </a:path>
              <a:path w="444995" h="656463">
                <a:moveTo>
                  <a:pt x="11442" y="569290"/>
                </a:moveTo>
                <a:lnTo>
                  <a:pt x="11112" y="568960"/>
                </a:lnTo>
                <a:lnTo>
                  <a:pt x="11315" y="569671"/>
                </a:lnTo>
                <a:lnTo>
                  <a:pt x="11823" y="569671"/>
                </a:lnTo>
                <a:lnTo>
                  <a:pt x="11442" y="569290"/>
                </a:lnTo>
                <a:close/>
              </a:path>
              <a:path w="444995" h="656463">
                <a:moveTo>
                  <a:pt x="1041" y="530047"/>
                </a:moveTo>
                <a:lnTo>
                  <a:pt x="520" y="530567"/>
                </a:lnTo>
                <a:lnTo>
                  <a:pt x="1041" y="531596"/>
                </a:lnTo>
                <a:lnTo>
                  <a:pt x="1041" y="530047"/>
                </a:lnTo>
                <a:close/>
              </a:path>
              <a:path w="444995" h="656463">
                <a:moveTo>
                  <a:pt x="3835" y="58483"/>
                </a:moveTo>
                <a:lnTo>
                  <a:pt x="2070" y="61671"/>
                </a:lnTo>
                <a:lnTo>
                  <a:pt x="2070" y="62191"/>
                </a:lnTo>
                <a:lnTo>
                  <a:pt x="3835" y="58483"/>
                </a:lnTo>
                <a:close/>
              </a:path>
              <a:path w="444995" h="656463">
                <a:moveTo>
                  <a:pt x="2590" y="558898"/>
                </a:moveTo>
                <a:lnTo>
                  <a:pt x="2590" y="559409"/>
                </a:lnTo>
                <a:lnTo>
                  <a:pt x="3632" y="560445"/>
                </a:lnTo>
                <a:lnTo>
                  <a:pt x="2590" y="558898"/>
                </a:lnTo>
                <a:close/>
              </a:path>
              <a:path w="444995" h="656463">
                <a:moveTo>
                  <a:pt x="5714" y="50651"/>
                </a:moveTo>
                <a:lnTo>
                  <a:pt x="5194" y="51790"/>
                </a:lnTo>
                <a:lnTo>
                  <a:pt x="5172" y="51950"/>
                </a:lnTo>
                <a:lnTo>
                  <a:pt x="5714" y="50651"/>
                </a:lnTo>
                <a:close/>
              </a:path>
              <a:path w="444995" h="656463">
                <a:moveTo>
                  <a:pt x="4876" y="561682"/>
                </a:moveTo>
                <a:lnTo>
                  <a:pt x="4673" y="561480"/>
                </a:lnTo>
                <a:lnTo>
                  <a:pt x="5714" y="563569"/>
                </a:lnTo>
                <a:lnTo>
                  <a:pt x="4876" y="561682"/>
                </a:lnTo>
                <a:close/>
              </a:path>
              <a:path w="444995" h="656463">
                <a:moveTo>
                  <a:pt x="5194" y="50361"/>
                </a:moveTo>
                <a:lnTo>
                  <a:pt x="4673" y="49847"/>
                </a:lnTo>
                <a:lnTo>
                  <a:pt x="4673" y="50879"/>
                </a:lnTo>
                <a:lnTo>
                  <a:pt x="5194" y="50361"/>
                </a:lnTo>
                <a:close/>
              </a:path>
              <a:path w="444995" h="656463">
                <a:moveTo>
                  <a:pt x="9223" y="567588"/>
                </a:moveTo>
                <a:lnTo>
                  <a:pt x="5714" y="564997"/>
                </a:lnTo>
                <a:lnTo>
                  <a:pt x="5714" y="567588"/>
                </a:lnTo>
                <a:lnTo>
                  <a:pt x="9223" y="567588"/>
                </a:lnTo>
                <a:close/>
              </a:path>
              <a:path w="444995" h="656463">
                <a:moveTo>
                  <a:pt x="8318" y="564997"/>
                </a:moveTo>
                <a:lnTo>
                  <a:pt x="7342" y="564997"/>
                </a:lnTo>
                <a:lnTo>
                  <a:pt x="7480" y="565327"/>
                </a:lnTo>
                <a:lnTo>
                  <a:pt x="8318" y="564997"/>
                </a:lnTo>
                <a:close/>
              </a:path>
              <a:path w="444995" h="656463">
                <a:moveTo>
                  <a:pt x="9258" y="564629"/>
                </a:moveTo>
                <a:lnTo>
                  <a:pt x="7277" y="562660"/>
                </a:lnTo>
                <a:lnTo>
                  <a:pt x="9258" y="564630"/>
                </a:lnTo>
                <a:close/>
              </a:path>
              <a:path w="444995" h="656463">
                <a:moveTo>
                  <a:pt x="6235" y="49610"/>
                </a:moveTo>
                <a:lnTo>
                  <a:pt x="5714" y="50749"/>
                </a:lnTo>
                <a:lnTo>
                  <a:pt x="5319" y="51804"/>
                </a:lnTo>
                <a:lnTo>
                  <a:pt x="6235" y="49610"/>
                </a:lnTo>
                <a:close/>
              </a:path>
              <a:path w="444995" h="656463">
                <a:moveTo>
                  <a:pt x="10980" y="41135"/>
                </a:moveTo>
                <a:lnTo>
                  <a:pt x="10401" y="41516"/>
                </a:lnTo>
                <a:lnTo>
                  <a:pt x="10401" y="42528"/>
                </a:lnTo>
                <a:lnTo>
                  <a:pt x="10980" y="41135"/>
                </a:lnTo>
                <a:close/>
              </a:path>
              <a:path w="444995" h="656463">
                <a:moveTo>
                  <a:pt x="10980" y="41135"/>
                </a:moveTo>
                <a:lnTo>
                  <a:pt x="11112" y="40817"/>
                </a:lnTo>
                <a:lnTo>
                  <a:pt x="10787" y="41135"/>
                </a:lnTo>
                <a:lnTo>
                  <a:pt x="10980" y="41135"/>
                </a:lnTo>
                <a:close/>
              </a:path>
              <a:path w="444995" h="656463">
                <a:moveTo>
                  <a:pt x="14566" y="63106"/>
                </a:moveTo>
                <a:lnTo>
                  <a:pt x="14046" y="62191"/>
                </a:lnTo>
                <a:lnTo>
                  <a:pt x="14046" y="63626"/>
                </a:lnTo>
                <a:lnTo>
                  <a:pt x="14566" y="63106"/>
                </a:lnTo>
                <a:close/>
              </a:path>
              <a:path w="444995" h="656463">
                <a:moveTo>
                  <a:pt x="14567" y="556679"/>
                </a:moveTo>
                <a:lnTo>
                  <a:pt x="14566" y="556933"/>
                </a:lnTo>
                <a:lnTo>
                  <a:pt x="15263" y="557720"/>
                </a:lnTo>
                <a:lnTo>
                  <a:pt x="14567" y="556679"/>
                </a:lnTo>
                <a:close/>
              </a:path>
              <a:path w="444995" h="656463">
                <a:moveTo>
                  <a:pt x="20954" y="561352"/>
                </a:moveTo>
                <a:lnTo>
                  <a:pt x="20434" y="560832"/>
                </a:lnTo>
                <a:lnTo>
                  <a:pt x="20429" y="561352"/>
                </a:lnTo>
                <a:lnTo>
                  <a:pt x="20954" y="561352"/>
                </a:lnTo>
                <a:close/>
              </a:path>
              <a:path w="444995" h="656463">
                <a:moveTo>
                  <a:pt x="20294" y="560832"/>
                </a:moveTo>
                <a:lnTo>
                  <a:pt x="20104" y="561035"/>
                </a:lnTo>
                <a:lnTo>
                  <a:pt x="20294" y="561221"/>
                </a:lnTo>
                <a:lnTo>
                  <a:pt x="20294" y="560832"/>
                </a:lnTo>
                <a:close/>
              </a:path>
              <a:path w="444995" h="656463">
                <a:moveTo>
                  <a:pt x="24069" y="44780"/>
                </a:moveTo>
                <a:lnTo>
                  <a:pt x="23228" y="45110"/>
                </a:lnTo>
                <a:lnTo>
                  <a:pt x="23558" y="45288"/>
                </a:lnTo>
                <a:lnTo>
                  <a:pt x="24069" y="44780"/>
                </a:lnTo>
                <a:close/>
              </a:path>
              <a:path w="444995" h="656463">
                <a:moveTo>
                  <a:pt x="23749" y="44589"/>
                </a:moveTo>
                <a:lnTo>
                  <a:pt x="23902" y="44220"/>
                </a:lnTo>
                <a:lnTo>
                  <a:pt x="22540" y="44780"/>
                </a:lnTo>
                <a:lnTo>
                  <a:pt x="23749" y="44589"/>
                </a:lnTo>
                <a:close/>
              </a:path>
              <a:path w="444995" h="656463">
                <a:moveTo>
                  <a:pt x="23987" y="31267"/>
                </a:moveTo>
                <a:lnTo>
                  <a:pt x="22727" y="31788"/>
                </a:lnTo>
                <a:lnTo>
                  <a:pt x="22936" y="31788"/>
                </a:lnTo>
                <a:lnTo>
                  <a:pt x="23987" y="31267"/>
                </a:lnTo>
                <a:close/>
              </a:path>
              <a:path w="444995" h="656463">
                <a:moveTo>
                  <a:pt x="27914" y="41466"/>
                </a:moveTo>
                <a:lnTo>
                  <a:pt x="27724" y="41655"/>
                </a:lnTo>
                <a:lnTo>
                  <a:pt x="27914" y="41466"/>
                </a:lnTo>
                <a:close/>
              </a:path>
              <a:path w="444995" h="656463">
                <a:moveTo>
                  <a:pt x="27914" y="41465"/>
                </a:moveTo>
                <a:lnTo>
                  <a:pt x="27914" y="41465"/>
                </a:lnTo>
                <a:lnTo>
                  <a:pt x="27914" y="41465"/>
                </a:lnTo>
                <a:close/>
              </a:path>
              <a:path w="444995" h="656463">
                <a:moveTo>
                  <a:pt x="38252" y="26581"/>
                </a:moveTo>
                <a:lnTo>
                  <a:pt x="36169" y="26581"/>
                </a:lnTo>
                <a:lnTo>
                  <a:pt x="38252" y="26581"/>
                </a:lnTo>
                <a:close/>
              </a:path>
              <a:path w="444995" h="656463">
                <a:moveTo>
                  <a:pt x="228485" y="641389"/>
                </a:moveTo>
                <a:lnTo>
                  <a:pt x="228447" y="641389"/>
                </a:lnTo>
                <a:lnTo>
                  <a:pt x="228485" y="641493"/>
                </a:lnTo>
                <a:close/>
              </a:path>
              <a:path w="444995" h="656463">
                <a:moveTo>
                  <a:pt x="228446" y="641388"/>
                </a:moveTo>
                <a:lnTo>
                  <a:pt x="228231" y="641388"/>
                </a:lnTo>
                <a:lnTo>
                  <a:pt x="228447" y="641389"/>
                </a:lnTo>
                <a:close/>
              </a:path>
              <a:path w="444995" h="656463">
                <a:moveTo>
                  <a:pt x="238633" y="643470"/>
                </a:moveTo>
                <a:lnTo>
                  <a:pt x="238112" y="643470"/>
                </a:lnTo>
                <a:lnTo>
                  <a:pt x="241833" y="645223"/>
                </a:lnTo>
                <a:lnTo>
                  <a:pt x="238633" y="643470"/>
                </a:lnTo>
                <a:close/>
              </a:path>
              <a:path w="444995" h="656463">
                <a:moveTo>
                  <a:pt x="240195" y="655421"/>
                </a:moveTo>
                <a:lnTo>
                  <a:pt x="239674" y="655421"/>
                </a:lnTo>
                <a:lnTo>
                  <a:pt x="242277" y="656463"/>
                </a:lnTo>
                <a:lnTo>
                  <a:pt x="240195" y="655421"/>
                </a:lnTo>
                <a:close/>
              </a:path>
              <a:path w="444995" h="656463">
                <a:moveTo>
                  <a:pt x="243319" y="644512"/>
                </a:moveTo>
                <a:lnTo>
                  <a:pt x="242798" y="644512"/>
                </a:lnTo>
                <a:lnTo>
                  <a:pt x="247103" y="647814"/>
                </a:lnTo>
                <a:lnTo>
                  <a:pt x="243319" y="644512"/>
                </a:lnTo>
                <a:close/>
              </a:path>
              <a:path w="444995" h="656463">
                <a:moveTo>
                  <a:pt x="245402" y="644512"/>
                </a:moveTo>
                <a:lnTo>
                  <a:pt x="244881" y="644512"/>
                </a:lnTo>
                <a:lnTo>
                  <a:pt x="247103" y="647814"/>
                </a:lnTo>
                <a:lnTo>
                  <a:pt x="245402" y="644512"/>
                </a:lnTo>
                <a:close/>
              </a:path>
              <a:path w="444995" h="656463">
                <a:moveTo>
                  <a:pt x="261010" y="642950"/>
                </a:moveTo>
                <a:lnTo>
                  <a:pt x="260623" y="642950"/>
                </a:lnTo>
                <a:lnTo>
                  <a:pt x="260347" y="643225"/>
                </a:lnTo>
                <a:lnTo>
                  <a:pt x="261010" y="642950"/>
                </a:lnTo>
                <a:close/>
              </a:path>
              <a:path w="444995" h="656463">
                <a:moveTo>
                  <a:pt x="256336" y="655421"/>
                </a:moveTo>
                <a:lnTo>
                  <a:pt x="257962" y="653669"/>
                </a:lnTo>
                <a:lnTo>
                  <a:pt x="256209" y="655421"/>
                </a:lnTo>
                <a:close/>
              </a:path>
              <a:path w="444995" h="656463">
                <a:moveTo>
                  <a:pt x="260896" y="654900"/>
                </a:moveTo>
                <a:lnTo>
                  <a:pt x="260502" y="654900"/>
                </a:lnTo>
                <a:lnTo>
                  <a:pt x="260375" y="655421"/>
                </a:lnTo>
                <a:lnTo>
                  <a:pt x="260896" y="654900"/>
                </a:lnTo>
                <a:close/>
              </a:path>
              <a:path w="444995" h="656463">
                <a:moveTo>
                  <a:pt x="410908" y="615924"/>
                </a:moveTo>
                <a:lnTo>
                  <a:pt x="410324" y="616115"/>
                </a:lnTo>
                <a:lnTo>
                  <a:pt x="410908" y="615924"/>
                </a:lnTo>
                <a:close/>
              </a:path>
              <a:path w="444995" h="656463">
                <a:moveTo>
                  <a:pt x="416763" y="612292"/>
                </a:moveTo>
                <a:lnTo>
                  <a:pt x="416242" y="612292"/>
                </a:lnTo>
                <a:lnTo>
                  <a:pt x="416572" y="612482"/>
                </a:lnTo>
                <a:lnTo>
                  <a:pt x="416763" y="612292"/>
                </a:lnTo>
                <a:close/>
              </a:path>
              <a:path w="444995" h="656463">
                <a:moveTo>
                  <a:pt x="413973" y="626313"/>
                </a:moveTo>
                <a:lnTo>
                  <a:pt x="414057" y="626186"/>
                </a:lnTo>
                <a:lnTo>
                  <a:pt x="413929" y="626313"/>
                </a:lnTo>
                <a:close/>
              </a:path>
              <a:path w="444995" h="656463">
                <a:moveTo>
                  <a:pt x="418464" y="612292"/>
                </a:moveTo>
                <a:lnTo>
                  <a:pt x="418198" y="612292"/>
                </a:lnTo>
                <a:lnTo>
                  <a:pt x="418465" y="612397"/>
                </a:lnTo>
                <a:close/>
              </a:path>
              <a:path w="444995" h="656463">
                <a:moveTo>
                  <a:pt x="422490" y="91033"/>
                </a:moveTo>
                <a:lnTo>
                  <a:pt x="422300" y="90843"/>
                </a:lnTo>
                <a:lnTo>
                  <a:pt x="421449" y="91033"/>
                </a:lnTo>
                <a:lnTo>
                  <a:pt x="422490" y="91033"/>
                </a:lnTo>
                <a:close/>
              </a:path>
              <a:path w="444995" h="656463">
                <a:moveTo>
                  <a:pt x="425364" y="621118"/>
                </a:moveTo>
                <a:lnTo>
                  <a:pt x="424863" y="621118"/>
                </a:lnTo>
                <a:lnTo>
                  <a:pt x="424840" y="621639"/>
                </a:lnTo>
                <a:lnTo>
                  <a:pt x="425364" y="621118"/>
                </a:lnTo>
                <a:close/>
              </a:path>
              <a:path w="444995" h="656463">
                <a:moveTo>
                  <a:pt x="427824" y="622160"/>
                </a:moveTo>
                <a:lnTo>
                  <a:pt x="424337" y="621639"/>
                </a:lnTo>
                <a:lnTo>
                  <a:pt x="423810" y="622160"/>
                </a:lnTo>
                <a:lnTo>
                  <a:pt x="427824" y="622160"/>
                </a:lnTo>
                <a:close/>
              </a:path>
              <a:path w="444995" h="656463">
                <a:moveTo>
                  <a:pt x="429056" y="599490"/>
                </a:moveTo>
                <a:lnTo>
                  <a:pt x="428536" y="599998"/>
                </a:lnTo>
                <a:lnTo>
                  <a:pt x="428345" y="600190"/>
                </a:lnTo>
                <a:lnTo>
                  <a:pt x="429056" y="599490"/>
                </a:lnTo>
                <a:close/>
              </a:path>
              <a:path w="444995" h="656463">
                <a:moveTo>
                  <a:pt x="426631" y="603453"/>
                </a:moveTo>
                <a:lnTo>
                  <a:pt x="426262" y="603453"/>
                </a:lnTo>
                <a:lnTo>
                  <a:pt x="426262" y="604336"/>
                </a:lnTo>
                <a:lnTo>
                  <a:pt x="426631" y="603453"/>
                </a:lnTo>
                <a:close/>
              </a:path>
              <a:path w="444995" h="656463">
                <a:moveTo>
                  <a:pt x="427825" y="601511"/>
                </a:moveTo>
                <a:lnTo>
                  <a:pt x="427450" y="602411"/>
                </a:lnTo>
                <a:lnTo>
                  <a:pt x="427824" y="602411"/>
                </a:lnTo>
                <a:lnTo>
                  <a:pt x="427825" y="601511"/>
                </a:lnTo>
                <a:close/>
              </a:path>
              <a:path w="444995" h="656463">
                <a:moveTo>
                  <a:pt x="428183" y="95707"/>
                </a:moveTo>
                <a:lnTo>
                  <a:pt x="428015" y="96037"/>
                </a:lnTo>
                <a:lnTo>
                  <a:pt x="428345" y="96367"/>
                </a:lnTo>
                <a:lnTo>
                  <a:pt x="428183" y="95707"/>
                </a:lnTo>
                <a:close/>
              </a:path>
              <a:path w="444995" h="656463">
                <a:moveTo>
                  <a:pt x="429907" y="597867"/>
                </a:moveTo>
                <a:lnTo>
                  <a:pt x="429907" y="597598"/>
                </a:lnTo>
                <a:lnTo>
                  <a:pt x="429577" y="598449"/>
                </a:lnTo>
                <a:lnTo>
                  <a:pt x="429907" y="597867"/>
                </a:lnTo>
                <a:close/>
              </a:path>
              <a:path w="444995" h="656463">
                <a:moveTo>
                  <a:pt x="430172" y="95186"/>
                </a:moveTo>
                <a:lnTo>
                  <a:pt x="430171" y="95707"/>
                </a:lnTo>
                <a:lnTo>
                  <a:pt x="430695" y="95707"/>
                </a:lnTo>
                <a:lnTo>
                  <a:pt x="430172" y="95186"/>
                </a:lnTo>
                <a:close/>
              </a:path>
              <a:path w="444995" h="656463">
                <a:moveTo>
                  <a:pt x="431990" y="102730"/>
                </a:moveTo>
                <a:lnTo>
                  <a:pt x="431990" y="103115"/>
                </a:lnTo>
                <a:lnTo>
                  <a:pt x="432489" y="103611"/>
                </a:lnTo>
                <a:lnTo>
                  <a:pt x="431990" y="102730"/>
                </a:lnTo>
                <a:close/>
              </a:path>
              <a:path w="444995" h="656463">
                <a:moveTo>
                  <a:pt x="431272" y="100380"/>
                </a:moveTo>
                <a:lnTo>
                  <a:pt x="431990" y="102209"/>
                </a:lnTo>
                <a:lnTo>
                  <a:pt x="431272" y="100380"/>
                </a:lnTo>
                <a:close/>
              </a:path>
              <a:path w="444995" h="656463">
                <a:moveTo>
                  <a:pt x="431469" y="102082"/>
                </a:moveTo>
                <a:lnTo>
                  <a:pt x="430949" y="101561"/>
                </a:lnTo>
                <a:lnTo>
                  <a:pt x="431469" y="102597"/>
                </a:lnTo>
                <a:lnTo>
                  <a:pt x="431469" y="102082"/>
                </a:lnTo>
                <a:close/>
              </a:path>
              <a:path w="444995" h="656463">
                <a:moveTo>
                  <a:pt x="430923" y="596062"/>
                </a:moveTo>
                <a:lnTo>
                  <a:pt x="430948" y="594995"/>
                </a:lnTo>
                <a:lnTo>
                  <a:pt x="430618" y="596366"/>
                </a:lnTo>
                <a:lnTo>
                  <a:pt x="430923" y="596062"/>
                </a:lnTo>
                <a:close/>
              </a:path>
              <a:path w="444995" h="656463">
                <a:moveTo>
                  <a:pt x="434847" y="88430"/>
                </a:moveTo>
                <a:lnTo>
                  <a:pt x="435635" y="89217"/>
                </a:lnTo>
                <a:lnTo>
                  <a:pt x="434847" y="88430"/>
                </a:lnTo>
                <a:close/>
              </a:path>
              <a:path w="444995" h="656463">
                <a:moveTo>
                  <a:pt x="440321" y="93497"/>
                </a:moveTo>
                <a:lnTo>
                  <a:pt x="440321" y="94005"/>
                </a:lnTo>
                <a:lnTo>
                  <a:pt x="440842" y="94526"/>
                </a:lnTo>
                <a:lnTo>
                  <a:pt x="440321" y="93497"/>
                </a:lnTo>
                <a:close/>
              </a:path>
              <a:path w="444995" h="656463">
                <a:moveTo>
                  <a:pt x="442720" y="597738"/>
                </a:moveTo>
                <a:lnTo>
                  <a:pt x="442404" y="597877"/>
                </a:lnTo>
                <a:lnTo>
                  <a:pt x="442404" y="598367"/>
                </a:lnTo>
                <a:lnTo>
                  <a:pt x="442720" y="597738"/>
                </a:lnTo>
                <a:close/>
              </a:path>
              <a:path w="444995" h="656463">
                <a:moveTo>
                  <a:pt x="433031" y="591756"/>
                </a:moveTo>
                <a:lnTo>
                  <a:pt x="432181" y="593255"/>
                </a:lnTo>
                <a:lnTo>
                  <a:pt x="434593" y="609434"/>
                </a:lnTo>
                <a:lnTo>
                  <a:pt x="433031" y="591756"/>
                </a:lnTo>
                <a:close/>
              </a:path>
              <a:path w="444995" h="656463">
                <a:moveTo>
                  <a:pt x="443966" y="96227"/>
                </a:moveTo>
                <a:lnTo>
                  <a:pt x="442925" y="97129"/>
                </a:lnTo>
                <a:lnTo>
                  <a:pt x="443445" y="98691"/>
                </a:lnTo>
                <a:lnTo>
                  <a:pt x="443966" y="96227"/>
                </a:lnTo>
                <a:close/>
              </a:path>
              <a:path w="444995" h="656463">
                <a:moveTo>
                  <a:pt x="442404" y="96088"/>
                </a:moveTo>
                <a:lnTo>
                  <a:pt x="441883" y="95567"/>
                </a:lnTo>
                <a:lnTo>
                  <a:pt x="442023" y="96227"/>
                </a:lnTo>
                <a:lnTo>
                  <a:pt x="442404" y="96088"/>
                </a:lnTo>
                <a:close/>
              </a:path>
              <a:path w="444995" h="656463">
                <a:moveTo>
                  <a:pt x="441363" y="599248"/>
                </a:moveTo>
                <a:lnTo>
                  <a:pt x="441363" y="599554"/>
                </a:lnTo>
                <a:lnTo>
                  <a:pt x="441883" y="600468"/>
                </a:lnTo>
                <a:lnTo>
                  <a:pt x="441363" y="599248"/>
                </a:lnTo>
                <a:close/>
              </a:path>
              <a:path w="444995" h="656463">
                <a:moveTo>
                  <a:pt x="441363" y="94018"/>
                </a:moveTo>
                <a:lnTo>
                  <a:pt x="440842" y="93497"/>
                </a:lnTo>
                <a:lnTo>
                  <a:pt x="441363" y="94538"/>
                </a:lnTo>
                <a:lnTo>
                  <a:pt x="441363" y="94018"/>
                </a:lnTo>
                <a:close/>
              </a:path>
              <a:path w="444995" h="656463">
                <a:moveTo>
                  <a:pt x="441883" y="95059"/>
                </a:moveTo>
                <a:lnTo>
                  <a:pt x="441363" y="94538"/>
                </a:lnTo>
                <a:lnTo>
                  <a:pt x="441883" y="95567"/>
                </a:lnTo>
                <a:lnTo>
                  <a:pt x="441883" y="95059"/>
                </a:lnTo>
                <a:close/>
              </a:path>
              <a:path w="444995" h="656463">
                <a:moveTo>
                  <a:pt x="440842" y="92976"/>
                </a:moveTo>
                <a:lnTo>
                  <a:pt x="440321" y="92455"/>
                </a:lnTo>
                <a:lnTo>
                  <a:pt x="440842" y="93497"/>
                </a:lnTo>
                <a:lnTo>
                  <a:pt x="440842" y="92976"/>
                </a:lnTo>
                <a:close/>
              </a:path>
              <a:path w="444995" h="656463">
                <a:moveTo>
                  <a:pt x="439801" y="92455"/>
                </a:moveTo>
                <a:lnTo>
                  <a:pt x="439801" y="92976"/>
                </a:lnTo>
                <a:lnTo>
                  <a:pt x="440321" y="93497"/>
                </a:lnTo>
                <a:lnTo>
                  <a:pt x="439801" y="92455"/>
                </a:lnTo>
                <a:close/>
              </a:path>
              <a:path w="444995" h="656463">
                <a:moveTo>
                  <a:pt x="440131" y="602221"/>
                </a:moveTo>
                <a:lnTo>
                  <a:pt x="440321" y="601546"/>
                </a:lnTo>
                <a:lnTo>
                  <a:pt x="439801" y="602802"/>
                </a:lnTo>
                <a:lnTo>
                  <a:pt x="440131" y="602221"/>
                </a:lnTo>
                <a:close/>
              </a:path>
              <a:path w="444995" h="656463">
                <a:moveTo>
                  <a:pt x="440321" y="88430"/>
                </a:moveTo>
                <a:lnTo>
                  <a:pt x="439801" y="88430"/>
                </a:lnTo>
                <a:lnTo>
                  <a:pt x="440321" y="92455"/>
                </a:lnTo>
                <a:lnTo>
                  <a:pt x="440321" y="88430"/>
                </a:lnTo>
                <a:close/>
              </a:path>
              <a:path w="444995" h="656463">
                <a:moveTo>
                  <a:pt x="439801" y="93245"/>
                </a:moveTo>
                <a:lnTo>
                  <a:pt x="439610" y="92786"/>
                </a:lnTo>
                <a:lnTo>
                  <a:pt x="439801" y="93460"/>
                </a:lnTo>
                <a:lnTo>
                  <a:pt x="439801" y="93245"/>
                </a:lnTo>
                <a:close/>
              </a:path>
              <a:path w="444995" h="656463">
                <a:moveTo>
                  <a:pt x="439610" y="603262"/>
                </a:moveTo>
                <a:lnTo>
                  <a:pt x="439801" y="602372"/>
                </a:lnTo>
                <a:lnTo>
                  <a:pt x="439280" y="603629"/>
                </a:lnTo>
                <a:lnTo>
                  <a:pt x="439610" y="603262"/>
                </a:lnTo>
                <a:close/>
              </a:path>
              <a:path w="444995" h="656463">
                <a:moveTo>
                  <a:pt x="439801" y="87388"/>
                </a:moveTo>
                <a:lnTo>
                  <a:pt x="439280" y="87388"/>
                </a:lnTo>
                <a:lnTo>
                  <a:pt x="439801" y="88430"/>
                </a:lnTo>
                <a:lnTo>
                  <a:pt x="439801" y="87388"/>
                </a:lnTo>
                <a:close/>
              </a:path>
              <a:path w="444995" h="656463">
                <a:moveTo>
                  <a:pt x="439280" y="86868"/>
                </a:moveTo>
                <a:lnTo>
                  <a:pt x="436676" y="86867"/>
                </a:lnTo>
                <a:lnTo>
                  <a:pt x="439280" y="87388"/>
                </a:lnTo>
                <a:lnTo>
                  <a:pt x="439280" y="86868"/>
                </a:lnTo>
                <a:close/>
              </a:path>
              <a:path w="444995" h="656463">
                <a:moveTo>
                  <a:pt x="436676" y="87769"/>
                </a:moveTo>
                <a:lnTo>
                  <a:pt x="436486" y="87579"/>
                </a:lnTo>
                <a:lnTo>
                  <a:pt x="436676" y="88430"/>
                </a:lnTo>
                <a:lnTo>
                  <a:pt x="436676" y="87769"/>
                </a:lnTo>
                <a:close/>
              </a:path>
              <a:path w="444995" h="656463">
                <a:moveTo>
                  <a:pt x="437984" y="108178"/>
                </a:moveTo>
                <a:lnTo>
                  <a:pt x="435449" y="108178"/>
                </a:lnTo>
                <a:lnTo>
                  <a:pt x="436346" y="109626"/>
                </a:lnTo>
                <a:lnTo>
                  <a:pt x="437984" y="108178"/>
                </a:lnTo>
                <a:close/>
              </a:path>
              <a:path w="444995" h="656463">
                <a:moveTo>
                  <a:pt x="436156" y="86867"/>
                </a:moveTo>
                <a:lnTo>
                  <a:pt x="435965" y="87058"/>
                </a:lnTo>
                <a:lnTo>
                  <a:pt x="436156" y="87248"/>
                </a:lnTo>
                <a:lnTo>
                  <a:pt x="436156" y="86867"/>
                </a:lnTo>
                <a:close/>
              </a:path>
              <a:path w="444995" h="656463">
                <a:moveTo>
                  <a:pt x="436156" y="83756"/>
                </a:moveTo>
                <a:lnTo>
                  <a:pt x="435635" y="83756"/>
                </a:lnTo>
                <a:lnTo>
                  <a:pt x="435775" y="86867"/>
                </a:lnTo>
                <a:lnTo>
                  <a:pt x="436156" y="83756"/>
                </a:lnTo>
                <a:close/>
              </a:path>
              <a:path w="444995" h="656463">
                <a:moveTo>
                  <a:pt x="435635" y="82715"/>
                </a:moveTo>
                <a:lnTo>
                  <a:pt x="431990" y="82715"/>
                </a:lnTo>
                <a:lnTo>
                  <a:pt x="432130" y="83235"/>
                </a:lnTo>
                <a:lnTo>
                  <a:pt x="435635" y="82715"/>
                </a:lnTo>
                <a:close/>
              </a:path>
              <a:path w="444995" h="656463">
                <a:moveTo>
                  <a:pt x="435635" y="87388"/>
                </a:moveTo>
                <a:lnTo>
                  <a:pt x="435487" y="87388"/>
                </a:lnTo>
                <a:lnTo>
                  <a:pt x="435635" y="87745"/>
                </a:lnTo>
                <a:lnTo>
                  <a:pt x="435635" y="87388"/>
                </a:lnTo>
                <a:close/>
              </a:path>
              <a:path w="444995" h="656463">
                <a:moveTo>
                  <a:pt x="433285" y="86867"/>
                </a:moveTo>
                <a:lnTo>
                  <a:pt x="432777" y="86868"/>
                </a:lnTo>
                <a:lnTo>
                  <a:pt x="433298" y="87388"/>
                </a:lnTo>
                <a:lnTo>
                  <a:pt x="433285" y="86867"/>
                </a:lnTo>
                <a:close/>
              </a:path>
              <a:path w="444995" h="656463">
                <a:moveTo>
                  <a:pt x="422935" y="79133"/>
                </a:moveTo>
                <a:lnTo>
                  <a:pt x="422737" y="79050"/>
                </a:lnTo>
                <a:lnTo>
                  <a:pt x="422960" y="79273"/>
                </a:lnTo>
                <a:lnTo>
                  <a:pt x="422935" y="79133"/>
                </a:lnTo>
                <a:close/>
              </a:path>
              <a:path w="444995" h="656463">
                <a:moveTo>
                  <a:pt x="429907" y="98958"/>
                </a:moveTo>
                <a:lnTo>
                  <a:pt x="429780" y="98831"/>
                </a:lnTo>
                <a:lnTo>
                  <a:pt x="429907" y="99339"/>
                </a:lnTo>
                <a:lnTo>
                  <a:pt x="429907" y="98958"/>
                </a:lnTo>
                <a:close/>
              </a:path>
              <a:path w="444995" h="656463">
                <a:moveTo>
                  <a:pt x="429386" y="96705"/>
                </a:moveTo>
                <a:lnTo>
                  <a:pt x="428971" y="95707"/>
                </a:lnTo>
                <a:lnTo>
                  <a:pt x="429386" y="98437"/>
                </a:lnTo>
                <a:lnTo>
                  <a:pt x="429386" y="96705"/>
                </a:lnTo>
                <a:close/>
              </a:path>
              <a:path w="444995" h="656463">
                <a:moveTo>
                  <a:pt x="424700" y="89738"/>
                </a:moveTo>
                <a:lnTo>
                  <a:pt x="424700" y="90769"/>
                </a:lnTo>
                <a:lnTo>
                  <a:pt x="426008" y="92075"/>
                </a:lnTo>
                <a:lnTo>
                  <a:pt x="424700" y="89738"/>
                </a:lnTo>
                <a:close/>
              </a:path>
              <a:path w="444995" h="656463">
                <a:moveTo>
                  <a:pt x="428866" y="95453"/>
                </a:moveTo>
                <a:lnTo>
                  <a:pt x="428345" y="95186"/>
                </a:lnTo>
                <a:lnTo>
                  <a:pt x="428866" y="95707"/>
                </a:lnTo>
                <a:lnTo>
                  <a:pt x="428866" y="95453"/>
                </a:lnTo>
                <a:close/>
              </a:path>
              <a:path w="444995" h="656463">
                <a:moveTo>
                  <a:pt x="428866" y="97916"/>
                </a:moveTo>
                <a:lnTo>
                  <a:pt x="428345" y="97396"/>
                </a:lnTo>
                <a:lnTo>
                  <a:pt x="428866" y="98450"/>
                </a:lnTo>
                <a:lnTo>
                  <a:pt x="428866" y="97916"/>
                </a:lnTo>
                <a:close/>
              </a:path>
              <a:path w="444995" h="656463">
                <a:moveTo>
                  <a:pt x="429386" y="599124"/>
                </a:moveTo>
                <a:lnTo>
                  <a:pt x="429387" y="600075"/>
                </a:lnTo>
                <a:lnTo>
                  <a:pt x="429386" y="599124"/>
                </a:lnTo>
                <a:close/>
              </a:path>
              <a:path w="444995" h="656463">
                <a:moveTo>
                  <a:pt x="423659" y="88696"/>
                </a:moveTo>
                <a:lnTo>
                  <a:pt x="423659" y="89730"/>
                </a:lnTo>
                <a:lnTo>
                  <a:pt x="424179" y="90250"/>
                </a:lnTo>
                <a:lnTo>
                  <a:pt x="423659" y="88696"/>
                </a:lnTo>
                <a:close/>
              </a:path>
              <a:path w="444995" h="656463">
                <a:moveTo>
                  <a:pt x="428600" y="94665"/>
                </a:moveTo>
                <a:lnTo>
                  <a:pt x="428345" y="94411"/>
                </a:lnTo>
                <a:lnTo>
                  <a:pt x="428345" y="94665"/>
                </a:lnTo>
                <a:lnTo>
                  <a:pt x="428600" y="94665"/>
                </a:lnTo>
                <a:close/>
              </a:path>
              <a:path w="444995" h="656463">
                <a:moveTo>
                  <a:pt x="431609" y="615403"/>
                </a:moveTo>
                <a:lnTo>
                  <a:pt x="430428" y="615403"/>
                </a:lnTo>
                <a:lnTo>
                  <a:pt x="431279" y="615734"/>
                </a:lnTo>
                <a:lnTo>
                  <a:pt x="431609" y="615403"/>
                </a:lnTo>
                <a:close/>
              </a:path>
              <a:path w="444995" h="656463">
                <a:moveTo>
                  <a:pt x="429657" y="614360"/>
                </a:moveTo>
                <a:lnTo>
                  <a:pt x="430428" y="613587"/>
                </a:lnTo>
                <a:lnTo>
                  <a:pt x="429653" y="614362"/>
                </a:lnTo>
                <a:close/>
              </a:path>
              <a:path w="444995" h="656463">
                <a:moveTo>
                  <a:pt x="430237" y="616775"/>
                </a:moveTo>
                <a:lnTo>
                  <a:pt x="430428" y="615403"/>
                </a:lnTo>
                <a:lnTo>
                  <a:pt x="429717" y="617296"/>
                </a:lnTo>
                <a:lnTo>
                  <a:pt x="430237" y="616775"/>
                </a:lnTo>
                <a:close/>
              </a:path>
              <a:path w="444995" h="656463">
                <a:moveTo>
                  <a:pt x="431990" y="83756"/>
                </a:moveTo>
                <a:lnTo>
                  <a:pt x="431645" y="83756"/>
                </a:lnTo>
                <a:lnTo>
                  <a:pt x="431990" y="83899"/>
                </a:lnTo>
                <a:lnTo>
                  <a:pt x="431990" y="83756"/>
                </a:lnTo>
                <a:close/>
              </a:path>
              <a:path w="444995" h="656463">
                <a:moveTo>
                  <a:pt x="431609" y="82715"/>
                </a:moveTo>
                <a:lnTo>
                  <a:pt x="431088" y="82715"/>
                </a:lnTo>
                <a:lnTo>
                  <a:pt x="431279" y="82905"/>
                </a:lnTo>
                <a:lnTo>
                  <a:pt x="431609" y="82715"/>
                </a:lnTo>
                <a:close/>
              </a:path>
              <a:path w="444995" h="656463">
                <a:moveTo>
                  <a:pt x="434593" y="612419"/>
                </a:moveTo>
                <a:lnTo>
                  <a:pt x="433362" y="613130"/>
                </a:lnTo>
                <a:lnTo>
                  <a:pt x="432661" y="614362"/>
                </a:lnTo>
                <a:lnTo>
                  <a:pt x="434593" y="612419"/>
                </a:lnTo>
                <a:close/>
              </a:path>
              <a:path w="444995" h="656463">
                <a:moveTo>
                  <a:pt x="431990" y="85572"/>
                </a:moveTo>
                <a:lnTo>
                  <a:pt x="431990" y="86614"/>
                </a:lnTo>
                <a:lnTo>
                  <a:pt x="433819" y="99339"/>
                </a:lnTo>
                <a:lnTo>
                  <a:pt x="431990" y="85572"/>
                </a:lnTo>
                <a:close/>
              </a:path>
              <a:path w="444995" h="656463">
                <a:moveTo>
                  <a:pt x="431990" y="82715"/>
                </a:moveTo>
                <a:lnTo>
                  <a:pt x="431990" y="80111"/>
                </a:lnTo>
                <a:lnTo>
                  <a:pt x="431609" y="82715"/>
                </a:lnTo>
                <a:lnTo>
                  <a:pt x="431990" y="82715"/>
                </a:lnTo>
                <a:close/>
              </a:path>
              <a:path w="444995" h="656463">
                <a:moveTo>
                  <a:pt x="430949" y="82715"/>
                </a:moveTo>
                <a:lnTo>
                  <a:pt x="430949" y="83073"/>
                </a:lnTo>
                <a:lnTo>
                  <a:pt x="431340" y="83235"/>
                </a:lnTo>
                <a:lnTo>
                  <a:pt x="430949" y="82715"/>
                </a:lnTo>
                <a:close/>
              </a:path>
              <a:path w="444995" h="656463">
                <a:moveTo>
                  <a:pt x="430949" y="83467"/>
                </a:moveTo>
                <a:lnTo>
                  <a:pt x="430389" y="83235"/>
                </a:lnTo>
                <a:lnTo>
                  <a:pt x="430949" y="83756"/>
                </a:lnTo>
                <a:lnTo>
                  <a:pt x="430949" y="83467"/>
                </a:lnTo>
                <a:close/>
              </a:path>
              <a:path w="444995" h="656463">
                <a:moveTo>
                  <a:pt x="429249" y="98831"/>
                </a:moveTo>
                <a:lnTo>
                  <a:pt x="427824" y="98831"/>
                </a:lnTo>
                <a:lnTo>
                  <a:pt x="429386" y="99339"/>
                </a:lnTo>
                <a:lnTo>
                  <a:pt x="429249" y="98831"/>
                </a:lnTo>
                <a:close/>
              </a:path>
              <a:path w="444995" h="656463">
                <a:moveTo>
                  <a:pt x="421386" y="623011"/>
                </a:moveTo>
                <a:lnTo>
                  <a:pt x="421919" y="622490"/>
                </a:lnTo>
                <a:lnTo>
                  <a:pt x="420197" y="623201"/>
                </a:lnTo>
                <a:lnTo>
                  <a:pt x="421386" y="623011"/>
                </a:lnTo>
                <a:close/>
              </a:path>
              <a:path w="444995" h="656463">
                <a:moveTo>
                  <a:pt x="419760" y="89471"/>
                </a:moveTo>
                <a:lnTo>
                  <a:pt x="419239" y="89471"/>
                </a:lnTo>
                <a:lnTo>
                  <a:pt x="420014" y="89992"/>
                </a:lnTo>
                <a:lnTo>
                  <a:pt x="419760" y="89471"/>
                </a:lnTo>
                <a:close/>
              </a:path>
              <a:path w="444995" h="656463">
                <a:moveTo>
                  <a:pt x="418198" y="88950"/>
                </a:moveTo>
                <a:lnTo>
                  <a:pt x="417804" y="88950"/>
                </a:lnTo>
                <a:lnTo>
                  <a:pt x="418325" y="89471"/>
                </a:lnTo>
                <a:lnTo>
                  <a:pt x="418198" y="88950"/>
                </a:lnTo>
                <a:close/>
              </a:path>
              <a:path w="444995" h="656463">
                <a:moveTo>
                  <a:pt x="418084" y="76479"/>
                </a:moveTo>
                <a:lnTo>
                  <a:pt x="416636" y="77000"/>
                </a:lnTo>
                <a:lnTo>
                  <a:pt x="417156" y="77000"/>
                </a:lnTo>
                <a:lnTo>
                  <a:pt x="418084" y="76479"/>
                </a:lnTo>
                <a:close/>
              </a:path>
              <a:path w="444995" h="656463">
                <a:moveTo>
                  <a:pt x="415201" y="88430"/>
                </a:moveTo>
                <a:lnTo>
                  <a:pt x="415074" y="88430"/>
                </a:lnTo>
                <a:lnTo>
                  <a:pt x="415721" y="88950"/>
                </a:lnTo>
                <a:lnTo>
                  <a:pt x="415201" y="88430"/>
                </a:lnTo>
                <a:close/>
              </a:path>
              <a:path w="444995" h="656463">
                <a:moveTo>
                  <a:pt x="411035" y="615403"/>
                </a:moveTo>
                <a:lnTo>
                  <a:pt x="409994" y="615403"/>
                </a:lnTo>
                <a:lnTo>
                  <a:pt x="410387" y="615924"/>
                </a:lnTo>
                <a:lnTo>
                  <a:pt x="411035" y="615403"/>
                </a:lnTo>
                <a:close/>
              </a:path>
              <a:path w="444995" h="656463">
                <a:moveTo>
                  <a:pt x="406755" y="616966"/>
                </a:moveTo>
                <a:lnTo>
                  <a:pt x="406356" y="616965"/>
                </a:lnTo>
                <a:lnTo>
                  <a:pt x="406070" y="617249"/>
                </a:lnTo>
                <a:lnTo>
                  <a:pt x="406755" y="616966"/>
                </a:lnTo>
                <a:close/>
              </a:path>
              <a:path w="444995" h="656463">
                <a:moveTo>
                  <a:pt x="404345" y="617964"/>
                </a:moveTo>
                <a:lnTo>
                  <a:pt x="402526" y="618718"/>
                </a:lnTo>
                <a:lnTo>
                  <a:pt x="399719" y="623468"/>
                </a:lnTo>
                <a:lnTo>
                  <a:pt x="404345" y="617964"/>
                </a:lnTo>
                <a:close/>
              </a:path>
              <a:path w="444995" h="656463">
                <a:moveTo>
                  <a:pt x="262648" y="653148"/>
                </a:moveTo>
                <a:lnTo>
                  <a:pt x="259461" y="654900"/>
                </a:lnTo>
                <a:lnTo>
                  <a:pt x="259981" y="654900"/>
                </a:lnTo>
                <a:lnTo>
                  <a:pt x="262648" y="653148"/>
                </a:lnTo>
                <a:close/>
              </a:path>
              <a:path w="444995" h="656463">
                <a:moveTo>
                  <a:pt x="261147" y="642429"/>
                </a:moveTo>
                <a:lnTo>
                  <a:pt x="259981" y="642950"/>
                </a:lnTo>
                <a:lnTo>
                  <a:pt x="260502" y="642950"/>
                </a:lnTo>
                <a:lnTo>
                  <a:pt x="261147" y="642429"/>
                </a:lnTo>
                <a:close/>
              </a:path>
              <a:path w="444995" h="656463">
                <a:moveTo>
                  <a:pt x="257962" y="653669"/>
                </a:moveTo>
                <a:lnTo>
                  <a:pt x="254253" y="655421"/>
                </a:lnTo>
                <a:lnTo>
                  <a:pt x="254774" y="655421"/>
                </a:lnTo>
                <a:lnTo>
                  <a:pt x="257962" y="653669"/>
                </a:lnTo>
                <a:close/>
              </a:path>
              <a:path w="444995" h="656463">
                <a:moveTo>
                  <a:pt x="256209" y="655421"/>
                </a:moveTo>
                <a:lnTo>
                  <a:pt x="255295" y="655421"/>
                </a:lnTo>
                <a:lnTo>
                  <a:pt x="255168" y="656463"/>
                </a:lnTo>
                <a:lnTo>
                  <a:pt x="256209" y="655421"/>
                </a:lnTo>
                <a:close/>
              </a:path>
              <a:path w="444995" h="656463">
                <a:moveTo>
                  <a:pt x="244932" y="643470"/>
                </a:moveTo>
                <a:lnTo>
                  <a:pt x="243839" y="644512"/>
                </a:lnTo>
                <a:lnTo>
                  <a:pt x="244360" y="644512"/>
                </a:lnTo>
                <a:lnTo>
                  <a:pt x="244932" y="643470"/>
                </a:lnTo>
                <a:close/>
              </a:path>
              <a:path w="444995" h="656463">
                <a:moveTo>
                  <a:pt x="239560" y="642950"/>
                </a:moveTo>
                <a:lnTo>
                  <a:pt x="239153" y="643470"/>
                </a:lnTo>
                <a:lnTo>
                  <a:pt x="239674" y="643470"/>
                </a:lnTo>
                <a:lnTo>
                  <a:pt x="239560" y="642950"/>
                </a:lnTo>
                <a:close/>
              </a:path>
              <a:path w="444995" h="656463">
                <a:moveTo>
                  <a:pt x="241236" y="655421"/>
                </a:moveTo>
                <a:lnTo>
                  <a:pt x="238633" y="655421"/>
                </a:lnTo>
                <a:lnTo>
                  <a:pt x="241236" y="655422"/>
                </a:lnTo>
                <a:close/>
              </a:path>
              <a:path w="444995" h="656463">
                <a:moveTo>
                  <a:pt x="235000" y="654900"/>
                </a:moveTo>
                <a:lnTo>
                  <a:pt x="234594" y="654900"/>
                </a:lnTo>
                <a:lnTo>
                  <a:pt x="235115" y="655421"/>
                </a:lnTo>
                <a:lnTo>
                  <a:pt x="235000" y="654900"/>
                </a:lnTo>
                <a:close/>
              </a:path>
              <a:path w="444995" h="656463">
                <a:moveTo>
                  <a:pt x="187184" y="342"/>
                </a:moveTo>
                <a:lnTo>
                  <a:pt x="40913" y="26060"/>
                </a:lnTo>
                <a:lnTo>
                  <a:pt x="41376" y="26060"/>
                </a:lnTo>
                <a:lnTo>
                  <a:pt x="187184" y="342"/>
                </a:lnTo>
                <a:close/>
              </a:path>
              <a:path w="444995" h="656463">
                <a:moveTo>
                  <a:pt x="224548" y="5448"/>
                </a:moveTo>
                <a:lnTo>
                  <a:pt x="220916" y="16852"/>
                </a:lnTo>
                <a:lnTo>
                  <a:pt x="222110" y="17170"/>
                </a:lnTo>
                <a:lnTo>
                  <a:pt x="224548" y="5448"/>
                </a:lnTo>
                <a:close/>
              </a:path>
              <a:path w="444995" h="656463">
                <a:moveTo>
                  <a:pt x="43002" y="36271"/>
                </a:moveTo>
                <a:lnTo>
                  <a:pt x="39814" y="38023"/>
                </a:lnTo>
                <a:lnTo>
                  <a:pt x="40335" y="38023"/>
                </a:lnTo>
                <a:lnTo>
                  <a:pt x="43002" y="36271"/>
                </a:lnTo>
                <a:close/>
              </a:path>
              <a:path w="444995" h="656463">
                <a:moveTo>
                  <a:pt x="41249" y="38023"/>
                </a:moveTo>
                <a:lnTo>
                  <a:pt x="40855" y="38023"/>
                </a:lnTo>
                <a:lnTo>
                  <a:pt x="40728" y="38544"/>
                </a:lnTo>
                <a:lnTo>
                  <a:pt x="41249" y="38023"/>
                </a:lnTo>
                <a:close/>
              </a:path>
              <a:path w="444995" h="656463">
                <a:moveTo>
                  <a:pt x="32651" y="27101"/>
                </a:moveTo>
                <a:lnTo>
                  <a:pt x="32524" y="27622"/>
                </a:lnTo>
                <a:lnTo>
                  <a:pt x="33045" y="27622"/>
                </a:lnTo>
                <a:lnTo>
                  <a:pt x="32651" y="27101"/>
                </a:lnTo>
                <a:close/>
              </a:path>
              <a:path w="444995" h="656463">
                <a:moveTo>
                  <a:pt x="29921" y="28663"/>
                </a:moveTo>
                <a:lnTo>
                  <a:pt x="29527" y="28663"/>
                </a:lnTo>
                <a:lnTo>
                  <a:pt x="29248" y="28942"/>
                </a:lnTo>
                <a:lnTo>
                  <a:pt x="29921" y="28663"/>
                </a:lnTo>
                <a:close/>
              </a:path>
              <a:path w="444995" h="656463">
                <a:moveTo>
                  <a:pt x="29997" y="566674"/>
                </a:moveTo>
                <a:lnTo>
                  <a:pt x="29425" y="566420"/>
                </a:lnTo>
                <a:lnTo>
                  <a:pt x="29997" y="567270"/>
                </a:lnTo>
                <a:lnTo>
                  <a:pt x="29997" y="566674"/>
                </a:lnTo>
                <a:close/>
              </a:path>
              <a:path w="444995" h="656463">
                <a:moveTo>
                  <a:pt x="29565" y="40614"/>
                </a:moveTo>
                <a:lnTo>
                  <a:pt x="28956" y="40957"/>
                </a:lnTo>
                <a:lnTo>
                  <a:pt x="29291" y="41135"/>
                </a:lnTo>
                <a:lnTo>
                  <a:pt x="29565" y="40614"/>
                </a:lnTo>
                <a:close/>
              </a:path>
              <a:path w="444995" h="656463">
                <a:moveTo>
                  <a:pt x="22377" y="43472"/>
                </a:moveTo>
                <a:lnTo>
                  <a:pt x="26530" y="39319"/>
                </a:lnTo>
                <a:lnTo>
                  <a:pt x="22377" y="43472"/>
                </a:lnTo>
                <a:close/>
              </a:path>
              <a:path w="444995" h="656463">
                <a:moveTo>
                  <a:pt x="23418" y="560311"/>
                </a:moveTo>
                <a:lnTo>
                  <a:pt x="23037" y="562394"/>
                </a:lnTo>
                <a:lnTo>
                  <a:pt x="23418" y="562775"/>
                </a:lnTo>
                <a:lnTo>
                  <a:pt x="23418" y="560311"/>
                </a:lnTo>
                <a:close/>
              </a:path>
              <a:path w="444995" h="656463">
                <a:moveTo>
                  <a:pt x="22110" y="32816"/>
                </a:moveTo>
                <a:lnTo>
                  <a:pt x="21069" y="33337"/>
                </a:lnTo>
                <a:lnTo>
                  <a:pt x="21336" y="44513"/>
                </a:lnTo>
                <a:lnTo>
                  <a:pt x="22110" y="32816"/>
                </a:lnTo>
                <a:close/>
              </a:path>
              <a:path w="444995" h="656463">
                <a:moveTo>
                  <a:pt x="16649" y="38277"/>
                </a:moveTo>
                <a:lnTo>
                  <a:pt x="16395" y="38023"/>
                </a:lnTo>
                <a:lnTo>
                  <a:pt x="16755" y="49609"/>
                </a:lnTo>
                <a:lnTo>
                  <a:pt x="16649" y="38277"/>
                </a:lnTo>
                <a:close/>
              </a:path>
              <a:path w="444995" h="656463">
                <a:moveTo>
                  <a:pt x="19105" y="561352"/>
                </a:moveTo>
                <a:lnTo>
                  <a:pt x="19037" y="561190"/>
                </a:lnTo>
                <a:lnTo>
                  <a:pt x="18495" y="561352"/>
                </a:lnTo>
                <a:lnTo>
                  <a:pt x="19105" y="561352"/>
                </a:lnTo>
                <a:close/>
              </a:path>
              <a:path w="444995" h="656463">
                <a:moveTo>
                  <a:pt x="18211" y="561606"/>
                </a:moveTo>
                <a:lnTo>
                  <a:pt x="18211" y="562140"/>
                </a:lnTo>
                <a:lnTo>
                  <a:pt x="18999" y="573316"/>
                </a:lnTo>
                <a:lnTo>
                  <a:pt x="18211" y="561606"/>
                </a:lnTo>
                <a:close/>
              </a:path>
              <a:path w="444995" h="656463">
                <a:moveTo>
                  <a:pt x="18478" y="561352"/>
                </a:moveTo>
                <a:lnTo>
                  <a:pt x="18211" y="560848"/>
                </a:lnTo>
                <a:lnTo>
                  <a:pt x="18875" y="562270"/>
                </a:lnTo>
                <a:lnTo>
                  <a:pt x="18478" y="561352"/>
                </a:lnTo>
                <a:close/>
              </a:path>
              <a:path w="444995" h="656463">
                <a:moveTo>
                  <a:pt x="17834" y="561229"/>
                </a:moveTo>
                <a:lnTo>
                  <a:pt x="17691" y="561085"/>
                </a:lnTo>
                <a:lnTo>
                  <a:pt x="17957" y="572795"/>
                </a:lnTo>
                <a:lnTo>
                  <a:pt x="17834" y="561229"/>
                </a:lnTo>
                <a:close/>
              </a:path>
              <a:path w="444995" h="656463">
                <a:moveTo>
                  <a:pt x="15219" y="555637"/>
                </a:moveTo>
                <a:lnTo>
                  <a:pt x="14897" y="555828"/>
                </a:lnTo>
                <a:lnTo>
                  <a:pt x="15417" y="556348"/>
                </a:lnTo>
                <a:lnTo>
                  <a:pt x="15219" y="555637"/>
                </a:lnTo>
                <a:close/>
              </a:path>
              <a:path w="444995" h="656463">
                <a:moveTo>
                  <a:pt x="13525" y="64148"/>
                </a:moveTo>
                <a:lnTo>
                  <a:pt x="13525" y="65303"/>
                </a:lnTo>
                <a:lnTo>
                  <a:pt x="13525" y="64148"/>
                </a:lnTo>
                <a:close/>
              </a:path>
              <a:path w="444995" h="656463">
                <a:moveTo>
                  <a:pt x="11468" y="535482"/>
                </a:moveTo>
                <a:lnTo>
                  <a:pt x="13004" y="531469"/>
                </a:lnTo>
                <a:lnTo>
                  <a:pt x="11252" y="535698"/>
                </a:lnTo>
                <a:lnTo>
                  <a:pt x="11468" y="535482"/>
                </a:lnTo>
                <a:close/>
              </a:path>
              <a:path w="444995" h="656463">
                <a:moveTo>
                  <a:pt x="12484" y="537070"/>
                </a:moveTo>
                <a:lnTo>
                  <a:pt x="11963" y="536676"/>
                </a:lnTo>
                <a:lnTo>
                  <a:pt x="11963" y="537590"/>
                </a:lnTo>
                <a:lnTo>
                  <a:pt x="12484" y="537070"/>
                </a:lnTo>
                <a:close/>
              </a:path>
              <a:path w="444995" h="656463">
                <a:moveTo>
                  <a:pt x="12484" y="551345"/>
                </a:moveTo>
                <a:lnTo>
                  <a:pt x="12484" y="551865"/>
                </a:lnTo>
                <a:lnTo>
                  <a:pt x="12484" y="551345"/>
                </a:lnTo>
                <a:close/>
              </a:path>
              <a:path w="444995" h="656463">
                <a:moveTo>
                  <a:pt x="2590" y="58156"/>
                </a:moveTo>
                <a:lnTo>
                  <a:pt x="2070" y="58674"/>
                </a:lnTo>
                <a:lnTo>
                  <a:pt x="2590" y="59721"/>
                </a:lnTo>
                <a:lnTo>
                  <a:pt x="2590" y="58156"/>
                </a:lnTo>
                <a:close/>
              </a:path>
              <a:path w="444995" h="656463">
                <a:moveTo>
                  <a:pt x="1549" y="556285"/>
                </a:moveTo>
                <a:lnTo>
                  <a:pt x="1549" y="557339"/>
                </a:lnTo>
                <a:lnTo>
                  <a:pt x="2070" y="557857"/>
                </a:lnTo>
                <a:lnTo>
                  <a:pt x="1549" y="556285"/>
                </a:lnTo>
                <a:close/>
              </a:path>
              <a:path w="444995" h="656463">
                <a:moveTo>
                  <a:pt x="520" y="551218"/>
                </a:moveTo>
                <a:lnTo>
                  <a:pt x="520" y="551738"/>
                </a:lnTo>
                <a:lnTo>
                  <a:pt x="1041" y="553694"/>
                </a:lnTo>
                <a:lnTo>
                  <a:pt x="520" y="551218"/>
                </a:lnTo>
                <a:close/>
              </a:path>
              <a:path w="444995" h="656463">
                <a:moveTo>
                  <a:pt x="2273" y="530364"/>
                </a:moveTo>
                <a:lnTo>
                  <a:pt x="520" y="533552"/>
                </a:lnTo>
                <a:lnTo>
                  <a:pt x="520" y="534073"/>
                </a:lnTo>
                <a:lnTo>
                  <a:pt x="2273" y="530364"/>
                </a:lnTo>
                <a:close/>
              </a:path>
              <a:path w="444995" h="656463">
                <a:moveTo>
                  <a:pt x="2070" y="557857"/>
                </a:moveTo>
                <a:lnTo>
                  <a:pt x="2070" y="558380"/>
                </a:lnTo>
                <a:lnTo>
                  <a:pt x="2590" y="558898"/>
                </a:lnTo>
                <a:lnTo>
                  <a:pt x="2070" y="557857"/>
                </a:lnTo>
                <a:close/>
              </a:path>
              <a:path w="444995" h="656463">
                <a:moveTo>
                  <a:pt x="1549" y="554005"/>
                </a:moveTo>
                <a:lnTo>
                  <a:pt x="1041" y="552780"/>
                </a:lnTo>
                <a:lnTo>
                  <a:pt x="1549" y="554202"/>
                </a:lnTo>
                <a:lnTo>
                  <a:pt x="1549" y="554005"/>
                </a:lnTo>
                <a:close/>
              </a:path>
              <a:path w="444995" h="656463">
                <a:moveTo>
                  <a:pt x="520" y="532117"/>
                </a:moveTo>
                <a:lnTo>
                  <a:pt x="520" y="534593"/>
                </a:lnTo>
                <a:lnTo>
                  <a:pt x="520" y="550697"/>
                </a:lnTo>
                <a:lnTo>
                  <a:pt x="1041" y="552780"/>
                </a:lnTo>
                <a:lnTo>
                  <a:pt x="1473" y="553821"/>
                </a:lnTo>
                <a:lnTo>
                  <a:pt x="2178" y="553821"/>
                </a:lnTo>
                <a:lnTo>
                  <a:pt x="2088" y="552780"/>
                </a:lnTo>
                <a:lnTo>
                  <a:pt x="1908" y="550697"/>
                </a:lnTo>
                <a:lnTo>
                  <a:pt x="520" y="534593"/>
                </a:lnTo>
              </a:path>
              <a:path w="444995" h="656463">
                <a:moveTo>
                  <a:pt x="1041" y="552780"/>
                </a:moveTo>
                <a:lnTo>
                  <a:pt x="1041" y="553694"/>
                </a:lnTo>
                <a:lnTo>
                  <a:pt x="1165" y="554202"/>
                </a:lnTo>
                <a:lnTo>
                  <a:pt x="1549" y="554202"/>
                </a:lnTo>
                <a:lnTo>
                  <a:pt x="1368" y="553694"/>
                </a:lnTo>
              </a:path>
              <a:path w="444995" h="656463">
                <a:moveTo>
                  <a:pt x="1473" y="553821"/>
                </a:moveTo>
                <a:lnTo>
                  <a:pt x="1549" y="554005"/>
                </a:lnTo>
                <a:lnTo>
                  <a:pt x="1549" y="554202"/>
                </a:lnTo>
                <a:lnTo>
                  <a:pt x="1598" y="554005"/>
                </a:lnTo>
                <a:lnTo>
                  <a:pt x="1549" y="553821"/>
                </a:lnTo>
              </a:path>
              <a:path w="444995" h="656463">
                <a:moveTo>
                  <a:pt x="1549" y="553821"/>
                </a:moveTo>
                <a:lnTo>
                  <a:pt x="2273" y="554926"/>
                </a:lnTo>
                <a:lnTo>
                  <a:pt x="2178" y="553821"/>
                </a:lnTo>
              </a:path>
              <a:path w="444995" h="656463">
                <a:moveTo>
                  <a:pt x="1165" y="554202"/>
                </a:moveTo>
                <a:lnTo>
                  <a:pt x="1200" y="554342"/>
                </a:lnTo>
                <a:lnTo>
                  <a:pt x="1549" y="554342"/>
                </a:lnTo>
                <a:lnTo>
                  <a:pt x="1549" y="554202"/>
                </a:lnTo>
              </a:path>
              <a:path w="444995" h="656463">
                <a:moveTo>
                  <a:pt x="1549" y="554202"/>
                </a:moveTo>
                <a:lnTo>
                  <a:pt x="1549" y="554341"/>
                </a:lnTo>
                <a:lnTo>
                  <a:pt x="1688" y="554342"/>
                </a:lnTo>
                <a:lnTo>
                  <a:pt x="1651" y="554202"/>
                </a:lnTo>
              </a:path>
              <a:path w="444995" h="656463">
                <a:moveTo>
                  <a:pt x="1200" y="554342"/>
                </a:moveTo>
                <a:lnTo>
                  <a:pt x="1549" y="555764"/>
                </a:lnTo>
                <a:lnTo>
                  <a:pt x="2070" y="556285"/>
                </a:lnTo>
                <a:lnTo>
                  <a:pt x="1968" y="555764"/>
                </a:lnTo>
                <a:lnTo>
                  <a:pt x="1688" y="554342"/>
                </a:lnTo>
              </a:path>
              <a:path w="444995" h="656463">
                <a:moveTo>
                  <a:pt x="1041" y="553694"/>
                </a:moveTo>
                <a:lnTo>
                  <a:pt x="520" y="551738"/>
                </a:lnTo>
                <a:lnTo>
                  <a:pt x="520" y="551218"/>
                </a:lnTo>
                <a:lnTo>
                  <a:pt x="1041" y="553694"/>
                </a:lnTo>
                <a:lnTo>
                  <a:pt x="1041" y="552780"/>
                </a:lnTo>
                <a:lnTo>
                  <a:pt x="520" y="550697"/>
                </a:lnTo>
                <a:lnTo>
                  <a:pt x="520" y="532117"/>
                </a:lnTo>
                <a:lnTo>
                  <a:pt x="0" y="532638"/>
                </a:lnTo>
                <a:lnTo>
                  <a:pt x="0" y="552653"/>
                </a:lnTo>
                <a:lnTo>
                  <a:pt x="520" y="553173"/>
                </a:lnTo>
                <a:lnTo>
                  <a:pt x="520" y="554736"/>
                </a:lnTo>
                <a:lnTo>
                  <a:pt x="1041" y="555256"/>
                </a:lnTo>
                <a:lnTo>
                  <a:pt x="1041" y="553694"/>
                </a:lnTo>
                <a:close/>
              </a:path>
              <a:path w="444995" h="656463">
                <a:moveTo>
                  <a:pt x="1691" y="530946"/>
                </a:moveTo>
                <a:lnTo>
                  <a:pt x="1549" y="530961"/>
                </a:lnTo>
                <a:lnTo>
                  <a:pt x="1549" y="528497"/>
                </a:lnTo>
                <a:lnTo>
                  <a:pt x="1041" y="529005"/>
                </a:lnTo>
                <a:lnTo>
                  <a:pt x="1041" y="531990"/>
                </a:lnTo>
                <a:lnTo>
                  <a:pt x="1041" y="531596"/>
                </a:lnTo>
                <a:lnTo>
                  <a:pt x="520" y="530567"/>
                </a:lnTo>
                <a:lnTo>
                  <a:pt x="520" y="532117"/>
                </a:lnTo>
                <a:lnTo>
                  <a:pt x="1041" y="532511"/>
                </a:lnTo>
                <a:lnTo>
                  <a:pt x="1691" y="530946"/>
                </a:lnTo>
                <a:close/>
              </a:path>
              <a:path w="444995" h="656463">
                <a:moveTo>
                  <a:pt x="1691" y="530946"/>
                </a:moveTo>
                <a:lnTo>
                  <a:pt x="2568" y="528520"/>
                </a:lnTo>
                <a:lnTo>
                  <a:pt x="1549" y="528497"/>
                </a:lnTo>
                <a:lnTo>
                  <a:pt x="1549" y="530961"/>
                </a:lnTo>
                <a:lnTo>
                  <a:pt x="1691" y="530946"/>
                </a:lnTo>
                <a:close/>
              </a:path>
              <a:path w="444995" h="656463">
                <a:moveTo>
                  <a:pt x="2590" y="556631"/>
                </a:moveTo>
                <a:lnTo>
                  <a:pt x="1822" y="554475"/>
                </a:lnTo>
                <a:lnTo>
                  <a:pt x="2273" y="554926"/>
                </a:lnTo>
                <a:lnTo>
                  <a:pt x="1549" y="553821"/>
                </a:lnTo>
                <a:lnTo>
                  <a:pt x="1688" y="554341"/>
                </a:lnTo>
                <a:lnTo>
                  <a:pt x="2070" y="555383"/>
                </a:lnTo>
                <a:lnTo>
                  <a:pt x="2590" y="556806"/>
                </a:lnTo>
                <a:lnTo>
                  <a:pt x="2590" y="556631"/>
                </a:lnTo>
                <a:close/>
              </a:path>
              <a:path w="444995" h="656463">
                <a:moveTo>
                  <a:pt x="6959" y="564807"/>
                </a:moveTo>
                <a:lnTo>
                  <a:pt x="6438" y="563765"/>
                </a:lnTo>
                <a:lnTo>
                  <a:pt x="6284" y="563397"/>
                </a:lnTo>
                <a:lnTo>
                  <a:pt x="6235" y="562346"/>
                </a:lnTo>
                <a:lnTo>
                  <a:pt x="6235" y="49610"/>
                </a:lnTo>
                <a:lnTo>
                  <a:pt x="5319" y="51804"/>
                </a:lnTo>
                <a:lnTo>
                  <a:pt x="4673" y="53146"/>
                </a:lnTo>
                <a:lnTo>
                  <a:pt x="4152" y="54394"/>
                </a:lnTo>
                <a:lnTo>
                  <a:pt x="3632" y="53482"/>
                </a:lnTo>
                <a:lnTo>
                  <a:pt x="3632" y="55047"/>
                </a:lnTo>
                <a:lnTo>
                  <a:pt x="4280" y="54402"/>
                </a:lnTo>
                <a:lnTo>
                  <a:pt x="4673" y="53352"/>
                </a:lnTo>
                <a:lnTo>
                  <a:pt x="5397" y="51727"/>
                </a:lnTo>
                <a:lnTo>
                  <a:pt x="5714" y="561098"/>
                </a:lnTo>
                <a:lnTo>
                  <a:pt x="6235" y="563278"/>
                </a:lnTo>
                <a:lnTo>
                  <a:pt x="6235" y="564616"/>
                </a:lnTo>
                <a:lnTo>
                  <a:pt x="5714" y="563569"/>
                </a:lnTo>
                <a:lnTo>
                  <a:pt x="4673" y="561480"/>
                </a:lnTo>
                <a:lnTo>
                  <a:pt x="3632" y="559934"/>
                </a:lnTo>
                <a:lnTo>
                  <a:pt x="2590" y="558375"/>
                </a:lnTo>
                <a:lnTo>
                  <a:pt x="2070" y="556806"/>
                </a:lnTo>
                <a:lnTo>
                  <a:pt x="2590" y="557326"/>
                </a:lnTo>
                <a:lnTo>
                  <a:pt x="3632" y="559410"/>
                </a:lnTo>
                <a:lnTo>
                  <a:pt x="3089" y="557825"/>
                </a:lnTo>
                <a:lnTo>
                  <a:pt x="2794" y="557009"/>
                </a:lnTo>
                <a:lnTo>
                  <a:pt x="2590" y="556425"/>
                </a:lnTo>
                <a:lnTo>
                  <a:pt x="3314" y="558050"/>
                </a:lnTo>
                <a:lnTo>
                  <a:pt x="2273" y="530364"/>
                </a:lnTo>
                <a:lnTo>
                  <a:pt x="520" y="534073"/>
                </a:lnTo>
                <a:lnTo>
                  <a:pt x="520" y="533552"/>
                </a:lnTo>
                <a:lnTo>
                  <a:pt x="2273" y="530364"/>
                </a:lnTo>
                <a:lnTo>
                  <a:pt x="2794" y="528294"/>
                </a:lnTo>
                <a:lnTo>
                  <a:pt x="3314" y="526732"/>
                </a:lnTo>
                <a:lnTo>
                  <a:pt x="2070" y="62712"/>
                </a:lnTo>
                <a:lnTo>
                  <a:pt x="2070" y="60238"/>
                </a:lnTo>
                <a:lnTo>
                  <a:pt x="1549" y="60756"/>
                </a:lnTo>
                <a:lnTo>
                  <a:pt x="1549" y="528497"/>
                </a:lnTo>
                <a:lnTo>
                  <a:pt x="2568" y="528520"/>
                </a:lnTo>
                <a:lnTo>
                  <a:pt x="1691" y="530946"/>
                </a:lnTo>
                <a:lnTo>
                  <a:pt x="1041" y="532511"/>
                </a:lnTo>
                <a:lnTo>
                  <a:pt x="520" y="532117"/>
                </a:lnTo>
                <a:lnTo>
                  <a:pt x="520" y="534593"/>
                </a:lnTo>
                <a:lnTo>
                  <a:pt x="2273" y="554926"/>
                </a:lnTo>
                <a:lnTo>
                  <a:pt x="1822" y="554475"/>
                </a:lnTo>
                <a:lnTo>
                  <a:pt x="2590" y="556519"/>
                </a:lnTo>
                <a:lnTo>
                  <a:pt x="2716" y="556931"/>
                </a:lnTo>
                <a:lnTo>
                  <a:pt x="2070" y="555383"/>
                </a:lnTo>
                <a:lnTo>
                  <a:pt x="1688" y="554341"/>
                </a:lnTo>
                <a:lnTo>
                  <a:pt x="2070" y="556285"/>
                </a:lnTo>
                <a:lnTo>
                  <a:pt x="1549" y="555764"/>
                </a:lnTo>
                <a:lnTo>
                  <a:pt x="1041" y="553694"/>
                </a:lnTo>
                <a:lnTo>
                  <a:pt x="1041" y="555777"/>
                </a:lnTo>
                <a:lnTo>
                  <a:pt x="1549" y="556285"/>
                </a:lnTo>
                <a:lnTo>
                  <a:pt x="2070" y="557857"/>
                </a:lnTo>
                <a:lnTo>
                  <a:pt x="2590" y="558898"/>
                </a:lnTo>
                <a:lnTo>
                  <a:pt x="3632" y="560445"/>
                </a:lnTo>
                <a:lnTo>
                  <a:pt x="4673" y="562533"/>
                </a:lnTo>
                <a:lnTo>
                  <a:pt x="5714" y="564997"/>
                </a:lnTo>
                <a:lnTo>
                  <a:pt x="6618" y="564997"/>
                </a:lnTo>
                <a:lnTo>
                  <a:pt x="6959" y="564807"/>
                </a:lnTo>
                <a:close/>
              </a:path>
              <a:path w="444995" h="656463">
                <a:moveTo>
                  <a:pt x="3111" y="58026"/>
                </a:moveTo>
                <a:lnTo>
                  <a:pt x="2590" y="58156"/>
                </a:lnTo>
                <a:lnTo>
                  <a:pt x="2590" y="59076"/>
                </a:lnTo>
                <a:lnTo>
                  <a:pt x="2590" y="59720"/>
                </a:lnTo>
                <a:lnTo>
                  <a:pt x="2970" y="59720"/>
                </a:lnTo>
                <a:lnTo>
                  <a:pt x="3239" y="59076"/>
                </a:lnTo>
                <a:lnTo>
                  <a:pt x="3127" y="58156"/>
                </a:lnTo>
              </a:path>
              <a:path w="444995" h="656463">
                <a:moveTo>
                  <a:pt x="2070" y="58674"/>
                </a:moveTo>
                <a:lnTo>
                  <a:pt x="2070" y="59720"/>
                </a:lnTo>
                <a:lnTo>
                  <a:pt x="2590" y="59720"/>
                </a:lnTo>
              </a:path>
              <a:path w="444995" h="656463">
                <a:moveTo>
                  <a:pt x="2070" y="59720"/>
                </a:moveTo>
                <a:lnTo>
                  <a:pt x="2070" y="60109"/>
                </a:lnTo>
                <a:lnTo>
                  <a:pt x="2590" y="60109"/>
                </a:lnTo>
                <a:lnTo>
                  <a:pt x="2590" y="59720"/>
                </a:lnTo>
              </a:path>
              <a:path w="444995" h="656463">
                <a:moveTo>
                  <a:pt x="2590" y="59720"/>
                </a:moveTo>
                <a:lnTo>
                  <a:pt x="2590" y="60109"/>
                </a:lnTo>
                <a:lnTo>
                  <a:pt x="2808" y="60109"/>
                </a:lnTo>
                <a:lnTo>
                  <a:pt x="2970" y="59721"/>
                </a:lnTo>
              </a:path>
              <a:path w="444995" h="656463">
                <a:moveTo>
                  <a:pt x="2070" y="60109"/>
                </a:moveTo>
                <a:lnTo>
                  <a:pt x="2070" y="60238"/>
                </a:lnTo>
                <a:lnTo>
                  <a:pt x="2590" y="60629"/>
                </a:lnTo>
                <a:lnTo>
                  <a:pt x="2753" y="60238"/>
                </a:lnTo>
                <a:lnTo>
                  <a:pt x="2808" y="60109"/>
                </a:lnTo>
              </a:path>
              <a:path w="444995" h="656463">
                <a:moveTo>
                  <a:pt x="3632" y="558919"/>
                </a:moveTo>
                <a:lnTo>
                  <a:pt x="3835" y="559612"/>
                </a:lnTo>
                <a:lnTo>
                  <a:pt x="3632" y="559126"/>
                </a:lnTo>
                <a:lnTo>
                  <a:pt x="3236" y="557972"/>
                </a:lnTo>
                <a:lnTo>
                  <a:pt x="2590" y="556425"/>
                </a:lnTo>
                <a:lnTo>
                  <a:pt x="2794" y="557009"/>
                </a:lnTo>
                <a:lnTo>
                  <a:pt x="3089" y="557825"/>
                </a:lnTo>
                <a:lnTo>
                  <a:pt x="3632" y="559410"/>
                </a:lnTo>
                <a:lnTo>
                  <a:pt x="4356" y="560654"/>
                </a:lnTo>
                <a:lnTo>
                  <a:pt x="3632" y="558919"/>
                </a:lnTo>
                <a:close/>
              </a:path>
              <a:path w="444995" h="656463">
                <a:moveTo>
                  <a:pt x="3111" y="55565"/>
                </a:moveTo>
                <a:lnTo>
                  <a:pt x="2590" y="56083"/>
                </a:lnTo>
                <a:lnTo>
                  <a:pt x="3111" y="57638"/>
                </a:lnTo>
                <a:lnTo>
                  <a:pt x="3111" y="55565"/>
                </a:lnTo>
                <a:close/>
              </a:path>
              <a:path w="444995" h="656463">
                <a:moveTo>
                  <a:pt x="5918" y="563245"/>
                </a:moveTo>
                <a:lnTo>
                  <a:pt x="6235" y="563376"/>
                </a:lnTo>
                <a:lnTo>
                  <a:pt x="5714" y="562031"/>
                </a:lnTo>
                <a:lnTo>
                  <a:pt x="5397" y="562203"/>
                </a:lnTo>
                <a:lnTo>
                  <a:pt x="4673" y="560474"/>
                </a:lnTo>
                <a:lnTo>
                  <a:pt x="4356" y="56400"/>
                </a:lnTo>
                <a:lnTo>
                  <a:pt x="3389" y="57361"/>
                </a:lnTo>
                <a:lnTo>
                  <a:pt x="3632" y="55956"/>
                </a:lnTo>
                <a:lnTo>
                  <a:pt x="4280" y="54402"/>
                </a:lnTo>
                <a:lnTo>
                  <a:pt x="3632" y="55047"/>
                </a:lnTo>
                <a:lnTo>
                  <a:pt x="3632" y="55435"/>
                </a:lnTo>
                <a:lnTo>
                  <a:pt x="3632" y="53482"/>
                </a:lnTo>
                <a:lnTo>
                  <a:pt x="3111" y="54000"/>
                </a:lnTo>
                <a:lnTo>
                  <a:pt x="3111" y="57638"/>
                </a:lnTo>
                <a:lnTo>
                  <a:pt x="2590" y="56083"/>
                </a:lnTo>
                <a:lnTo>
                  <a:pt x="2590" y="58156"/>
                </a:lnTo>
                <a:lnTo>
                  <a:pt x="3111" y="58026"/>
                </a:lnTo>
                <a:lnTo>
                  <a:pt x="3239" y="59076"/>
                </a:lnTo>
                <a:lnTo>
                  <a:pt x="2590" y="60629"/>
                </a:lnTo>
                <a:lnTo>
                  <a:pt x="2070" y="60238"/>
                </a:lnTo>
                <a:lnTo>
                  <a:pt x="2070" y="61671"/>
                </a:lnTo>
                <a:lnTo>
                  <a:pt x="3835" y="58483"/>
                </a:lnTo>
                <a:lnTo>
                  <a:pt x="2070" y="62191"/>
                </a:lnTo>
                <a:lnTo>
                  <a:pt x="2070" y="61671"/>
                </a:lnTo>
                <a:lnTo>
                  <a:pt x="2070" y="62191"/>
                </a:lnTo>
                <a:lnTo>
                  <a:pt x="2070" y="62712"/>
                </a:lnTo>
                <a:lnTo>
                  <a:pt x="3314" y="526732"/>
                </a:lnTo>
                <a:lnTo>
                  <a:pt x="2794" y="528294"/>
                </a:lnTo>
                <a:lnTo>
                  <a:pt x="2273" y="530364"/>
                </a:lnTo>
                <a:lnTo>
                  <a:pt x="3314" y="558050"/>
                </a:lnTo>
                <a:lnTo>
                  <a:pt x="2590" y="556425"/>
                </a:lnTo>
                <a:lnTo>
                  <a:pt x="3236" y="557972"/>
                </a:lnTo>
                <a:lnTo>
                  <a:pt x="3632" y="558919"/>
                </a:lnTo>
                <a:lnTo>
                  <a:pt x="4356" y="560654"/>
                </a:lnTo>
                <a:lnTo>
                  <a:pt x="3632" y="559410"/>
                </a:lnTo>
                <a:lnTo>
                  <a:pt x="2590" y="557326"/>
                </a:lnTo>
                <a:lnTo>
                  <a:pt x="2070" y="556806"/>
                </a:lnTo>
                <a:lnTo>
                  <a:pt x="2590" y="558375"/>
                </a:lnTo>
                <a:lnTo>
                  <a:pt x="3632" y="559934"/>
                </a:lnTo>
                <a:lnTo>
                  <a:pt x="4673" y="561480"/>
                </a:lnTo>
                <a:lnTo>
                  <a:pt x="4876" y="561682"/>
                </a:lnTo>
                <a:lnTo>
                  <a:pt x="5714" y="563569"/>
                </a:lnTo>
                <a:lnTo>
                  <a:pt x="5918" y="563245"/>
                </a:lnTo>
                <a:close/>
              </a:path>
              <a:path w="444995" h="656463">
                <a:moveTo>
                  <a:pt x="4673" y="52446"/>
                </a:moveTo>
                <a:lnTo>
                  <a:pt x="5172" y="51950"/>
                </a:lnTo>
                <a:lnTo>
                  <a:pt x="5194" y="51790"/>
                </a:lnTo>
                <a:lnTo>
                  <a:pt x="5714" y="50651"/>
                </a:lnTo>
                <a:lnTo>
                  <a:pt x="6235" y="49505"/>
                </a:lnTo>
                <a:lnTo>
                  <a:pt x="6235" y="49325"/>
                </a:lnTo>
                <a:lnTo>
                  <a:pt x="6364" y="49197"/>
                </a:lnTo>
                <a:lnTo>
                  <a:pt x="6756" y="48261"/>
                </a:lnTo>
                <a:lnTo>
                  <a:pt x="7277" y="47431"/>
                </a:lnTo>
                <a:lnTo>
                  <a:pt x="7797" y="46381"/>
                </a:lnTo>
                <a:lnTo>
                  <a:pt x="9359" y="45034"/>
                </a:lnTo>
                <a:lnTo>
                  <a:pt x="9898" y="43738"/>
                </a:lnTo>
                <a:lnTo>
                  <a:pt x="10071" y="41846"/>
                </a:lnTo>
                <a:lnTo>
                  <a:pt x="10277" y="41135"/>
                </a:lnTo>
                <a:lnTo>
                  <a:pt x="7277" y="41135"/>
                </a:lnTo>
                <a:lnTo>
                  <a:pt x="9359" y="42049"/>
                </a:lnTo>
                <a:lnTo>
                  <a:pt x="9359" y="43738"/>
                </a:lnTo>
                <a:lnTo>
                  <a:pt x="9029" y="43408"/>
                </a:lnTo>
                <a:lnTo>
                  <a:pt x="8892" y="43738"/>
                </a:lnTo>
                <a:lnTo>
                  <a:pt x="7797" y="46184"/>
                </a:lnTo>
                <a:lnTo>
                  <a:pt x="7277" y="47018"/>
                </a:lnTo>
                <a:lnTo>
                  <a:pt x="6959" y="47574"/>
                </a:lnTo>
                <a:lnTo>
                  <a:pt x="6756" y="47776"/>
                </a:lnTo>
                <a:lnTo>
                  <a:pt x="6235" y="48294"/>
                </a:lnTo>
                <a:lnTo>
                  <a:pt x="6756" y="48059"/>
                </a:lnTo>
                <a:lnTo>
                  <a:pt x="6235" y="49303"/>
                </a:lnTo>
                <a:lnTo>
                  <a:pt x="5918" y="50165"/>
                </a:lnTo>
                <a:lnTo>
                  <a:pt x="5715" y="50546"/>
                </a:lnTo>
                <a:lnTo>
                  <a:pt x="5194" y="50884"/>
                </a:lnTo>
                <a:lnTo>
                  <a:pt x="4673" y="51402"/>
                </a:lnTo>
                <a:lnTo>
                  <a:pt x="4152" y="51920"/>
                </a:lnTo>
                <a:lnTo>
                  <a:pt x="3632" y="52438"/>
                </a:lnTo>
                <a:lnTo>
                  <a:pt x="4152" y="52964"/>
                </a:lnTo>
                <a:lnTo>
                  <a:pt x="4673" y="52446"/>
                </a:lnTo>
                <a:close/>
              </a:path>
              <a:path w="444995" h="656463">
                <a:moveTo>
                  <a:pt x="4673" y="51402"/>
                </a:moveTo>
                <a:lnTo>
                  <a:pt x="5194" y="50884"/>
                </a:lnTo>
                <a:lnTo>
                  <a:pt x="5715" y="50546"/>
                </a:lnTo>
                <a:lnTo>
                  <a:pt x="5844" y="50238"/>
                </a:lnTo>
                <a:lnTo>
                  <a:pt x="5715" y="49843"/>
                </a:lnTo>
                <a:lnTo>
                  <a:pt x="6219" y="49341"/>
                </a:lnTo>
                <a:lnTo>
                  <a:pt x="6756" y="48059"/>
                </a:lnTo>
                <a:lnTo>
                  <a:pt x="6235" y="48294"/>
                </a:lnTo>
                <a:lnTo>
                  <a:pt x="5714" y="48811"/>
                </a:lnTo>
                <a:lnTo>
                  <a:pt x="5194" y="49329"/>
                </a:lnTo>
                <a:lnTo>
                  <a:pt x="4673" y="49847"/>
                </a:lnTo>
                <a:lnTo>
                  <a:pt x="5194" y="50361"/>
                </a:lnTo>
                <a:lnTo>
                  <a:pt x="4673" y="50879"/>
                </a:lnTo>
                <a:lnTo>
                  <a:pt x="4152" y="51396"/>
                </a:lnTo>
                <a:lnTo>
                  <a:pt x="4152" y="51920"/>
                </a:lnTo>
                <a:lnTo>
                  <a:pt x="4673" y="51402"/>
                </a:lnTo>
                <a:close/>
              </a:path>
              <a:path w="444995" h="656463">
                <a:moveTo>
                  <a:pt x="5714" y="48811"/>
                </a:moveTo>
                <a:lnTo>
                  <a:pt x="6235" y="48294"/>
                </a:lnTo>
                <a:lnTo>
                  <a:pt x="6756" y="47776"/>
                </a:lnTo>
                <a:lnTo>
                  <a:pt x="6959" y="47574"/>
                </a:lnTo>
                <a:lnTo>
                  <a:pt x="7277" y="47018"/>
                </a:lnTo>
                <a:lnTo>
                  <a:pt x="7797" y="46184"/>
                </a:lnTo>
                <a:lnTo>
                  <a:pt x="8521" y="44450"/>
                </a:lnTo>
                <a:lnTo>
                  <a:pt x="8699" y="43738"/>
                </a:lnTo>
                <a:lnTo>
                  <a:pt x="8178" y="43738"/>
                </a:lnTo>
                <a:lnTo>
                  <a:pt x="7277" y="41135"/>
                </a:lnTo>
                <a:lnTo>
                  <a:pt x="7277" y="43738"/>
                </a:lnTo>
                <a:lnTo>
                  <a:pt x="7797" y="44119"/>
                </a:lnTo>
                <a:lnTo>
                  <a:pt x="7797" y="45169"/>
                </a:lnTo>
                <a:lnTo>
                  <a:pt x="7480" y="46532"/>
                </a:lnTo>
                <a:lnTo>
                  <a:pt x="7277" y="46734"/>
                </a:lnTo>
                <a:lnTo>
                  <a:pt x="6756" y="47252"/>
                </a:lnTo>
                <a:lnTo>
                  <a:pt x="6235" y="47770"/>
                </a:lnTo>
                <a:lnTo>
                  <a:pt x="5714" y="43738"/>
                </a:lnTo>
                <a:lnTo>
                  <a:pt x="5714" y="48288"/>
                </a:lnTo>
                <a:lnTo>
                  <a:pt x="5194" y="48806"/>
                </a:lnTo>
                <a:lnTo>
                  <a:pt x="5194" y="49329"/>
                </a:lnTo>
                <a:lnTo>
                  <a:pt x="5714" y="48811"/>
                </a:lnTo>
                <a:close/>
              </a:path>
              <a:path w="444995" h="656463">
                <a:moveTo>
                  <a:pt x="5918" y="50165"/>
                </a:moveTo>
                <a:lnTo>
                  <a:pt x="6219" y="49341"/>
                </a:lnTo>
                <a:lnTo>
                  <a:pt x="5715" y="49843"/>
                </a:lnTo>
                <a:lnTo>
                  <a:pt x="5844" y="50238"/>
                </a:lnTo>
                <a:lnTo>
                  <a:pt x="5715" y="50546"/>
                </a:lnTo>
                <a:lnTo>
                  <a:pt x="5918" y="50165"/>
                </a:lnTo>
                <a:close/>
              </a:path>
              <a:path w="444995" h="656463">
                <a:moveTo>
                  <a:pt x="6235" y="563376"/>
                </a:moveTo>
                <a:lnTo>
                  <a:pt x="5918" y="563245"/>
                </a:lnTo>
                <a:lnTo>
                  <a:pt x="5714" y="563569"/>
                </a:lnTo>
                <a:lnTo>
                  <a:pt x="6235" y="564616"/>
                </a:lnTo>
                <a:lnTo>
                  <a:pt x="6235" y="563376"/>
                </a:lnTo>
                <a:close/>
              </a:path>
              <a:path w="444995" h="656463">
                <a:moveTo>
                  <a:pt x="5714" y="561098"/>
                </a:moveTo>
                <a:lnTo>
                  <a:pt x="5397" y="51727"/>
                </a:lnTo>
                <a:lnTo>
                  <a:pt x="4673" y="53352"/>
                </a:lnTo>
                <a:lnTo>
                  <a:pt x="4280" y="54402"/>
                </a:lnTo>
                <a:lnTo>
                  <a:pt x="3632" y="55956"/>
                </a:lnTo>
                <a:lnTo>
                  <a:pt x="4876" y="53809"/>
                </a:lnTo>
                <a:lnTo>
                  <a:pt x="4673" y="559536"/>
                </a:lnTo>
                <a:lnTo>
                  <a:pt x="5397" y="562203"/>
                </a:lnTo>
                <a:lnTo>
                  <a:pt x="5714" y="562031"/>
                </a:lnTo>
                <a:lnTo>
                  <a:pt x="6235" y="563278"/>
                </a:lnTo>
                <a:lnTo>
                  <a:pt x="5714" y="561098"/>
                </a:lnTo>
                <a:close/>
              </a:path>
              <a:path w="444995" h="656463">
                <a:moveTo>
                  <a:pt x="13398" y="38023"/>
                </a:moveTo>
                <a:lnTo>
                  <a:pt x="10595" y="40817"/>
                </a:lnTo>
                <a:lnTo>
                  <a:pt x="13283" y="40817"/>
                </a:lnTo>
              </a:path>
              <a:path w="444995" h="656463">
                <a:moveTo>
                  <a:pt x="10595" y="40817"/>
                </a:moveTo>
                <a:lnTo>
                  <a:pt x="10401" y="41011"/>
                </a:lnTo>
                <a:lnTo>
                  <a:pt x="10071" y="41846"/>
                </a:lnTo>
                <a:lnTo>
                  <a:pt x="10008" y="42528"/>
                </a:lnTo>
                <a:lnTo>
                  <a:pt x="10401" y="42528"/>
                </a:lnTo>
                <a:lnTo>
                  <a:pt x="10401" y="41846"/>
                </a:lnTo>
                <a:lnTo>
                  <a:pt x="10401" y="41135"/>
                </a:lnTo>
                <a:lnTo>
                  <a:pt x="10787" y="41135"/>
                </a:lnTo>
                <a:lnTo>
                  <a:pt x="11112" y="40817"/>
                </a:lnTo>
              </a:path>
              <a:path w="444995" h="656463">
                <a:moveTo>
                  <a:pt x="11112" y="40817"/>
                </a:moveTo>
                <a:lnTo>
                  <a:pt x="10980" y="41135"/>
                </a:lnTo>
                <a:lnTo>
                  <a:pt x="10401" y="42528"/>
                </a:lnTo>
                <a:lnTo>
                  <a:pt x="11871" y="42528"/>
                </a:lnTo>
                <a:lnTo>
                  <a:pt x="13270" y="41135"/>
                </a:lnTo>
                <a:lnTo>
                  <a:pt x="13283" y="40817"/>
                </a:lnTo>
              </a:path>
              <a:path w="444995" h="656463">
                <a:moveTo>
                  <a:pt x="10008" y="42528"/>
                </a:moveTo>
                <a:lnTo>
                  <a:pt x="9898" y="43738"/>
                </a:lnTo>
                <a:lnTo>
                  <a:pt x="9792" y="43992"/>
                </a:lnTo>
                <a:lnTo>
                  <a:pt x="10401" y="43992"/>
                </a:lnTo>
                <a:lnTo>
                  <a:pt x="10401" y="43738"/>
                </a:lnTo>
                <a:lnTo>
                  <a:pt x="10656" y="43738"/>
                </a:lnTo>
                <a:lnTo>
                  <a:pt x="11871" y="42528"/>
                </a:lnTo>
              </a:path>
              <a:path w="444995" h="656463">
                <a:moveTo>
                  <a:pt x="11183" y="43738"/>
                </a:moveTo>
                <a:lnTo>
                  <a:pt x="10401" y="43992"/>
                </a:lnTo>
                <a:lnTo>
                  <a:pt x="10928" y="43992"/>
                </a:lnTo>
              </a:path>
              <a:path w="444995" h="656463">
                <a:moveTo>
                  <a:pt x="12230" y="43738"/>
                </a:moveTo>
                <a:lnTo>
                  <a:pt x="7797" y="47117"/>
                </a:lnTo>
                <a:lnTo>
                  <a:pt x="8596" y="47117"/>
                </a:lnTo>
              </a:path>
              <a:path w="444995" h="656463">
                <a:moveTo>
                  <a:pt x="9792" y="43992"/>
                </a:moveTo>
                <a:lnTo>
                  <a:pt x="9359" y="45034"/>
                </a:lnTo>
                <a:lnTo>
                  <a:pt x="7797" y="46381"/>
                </a:lnTo>
                <a:lnTo>
                  <a:pt x="7492" y="47117"/>
                </a:lnTo>
                <a:lnTo>
                  <a:pt x="7797" y="47117"/>
                </a:lnTo>
                <a:lnTo>
                  <a:pt x="8535" y="46381"/>
                </a:lnTo>
                <a:lnTo>
                  <a:pt x="9885" y="45034"/>
                </a:lnTo>
                <a:lnTo>
                  <a:pt x="10928" y="43992"/>
                </a:lnTo>
              </a:path>
              <a:path w="444995" h="656463">
                <a:moveTo>
                  <a:pt x="7492" y="47117"/>
                </a:moveTo>
                <a:lnTo>
                  <a:pt x="7277" y="47637"/>
                </a:lnTo>
                <a:lnTo>
                  <a:pt x="6756" y="48679"/>
                </a:lnTo>
                <a:lnTo>
                  <a:pt x="6916" y="48679"/>
                </a:lnTo>
                <a:lnTo>
                  <a:pt x="8036" y="47637"/>
                </a:lnTo>
                <a:lnTo>
                  <a:pt x="8596" y="47117"/>
                </a:lnTo>
              </a:path>
              <a:path w="444995" h="656463">
                <a:moveTo>
                  <a:pt x="6756" y="48261"/>
                </a:moveTo>
                <a:lnTo>
                  <a:pt x="6581" y="48679"/>
                </a:lnTo>
                <a:lnTo>
                  <a:pt x="6756" y="48679"/>
                </a:lnTo>
              </a:path>
              <a:path w="444995" h="656463">
                <a:moveTo>
                  <a:pt x="6581" y="48679"/>
                </a:moveTo>
                <a:lnTo>
                  <a:pt x="6395" y="49123"/>
                </a:lnTo>
                <a:lnTo>
                  <a:pt x="6235" y="49325"/>
                </a:lnTo>
                <a:lnTo>
                  <a:pt x="6235" y="49505"/>
                </a:lnTo>
                <a:lnTo>
                  <a:pt x="6331" y="49325"/>
                </a:lnTo>
                <a:lnTo>
                  <a:pt x="6399" y="49197"/>
                </a:lnTo>
                <a:lnTo>
                  <a:pt x="6916" y="48679"/>
                </a:lnTo>
              </a:path>
              <a:path w="444995" h="656463">
                <a:moveTo>
                  <a:pt x="6756" y="47252"/>
                </a:moveTo>
                <a:lnTo>
                  <a:pt x="7277" y="46734"/>
                </a:lnTo>
                <a:lnTo>
                  <a:pt x="7480" y="46532"/>
                </a:lnTo>
                <a:lnTo>
                  <a:pt x="7797" y="45169"/>
                </a:lnTo>
                <a:lnTo>
                  <a:pt x="7797" y="44119"/>
                </a:lnTo>
                <a:lnTo>
                  <a:pt x="7277" y="43738"/>
                </a:lnTo>
                <a:lnTo>
                  <a:pt x="7277" y="45687"/>
                </a:lnTo>
                <a:lnTo>
                  <a:pt x="6756" y="46205"/>
                </a:lnTo>
                <a:lnTo>
                  <a:pt x="6235" y="46723"/>
                </a:lnTo>
                <a:lnTo>
                  <a:pt x="5714" y="43738"/>
                </a:lnTo>
                <a:lnTo>
                  <a:pt x="6235" y="47770"/>
                </a:lnTo>
                <a:lnTo>
                  <a:pt x="6756" y="47252"/>
                </a:lnTo>
                <a:close/>
              </a:path>
              <a:path w="444995" h="656463">
                <a:moveTo>
                  <a:pt x="7277" y="47637"/>
                </a:moveTo>
                <a:lnTo>
                  <a:pt x="7797" y="46381"/>
                </a:lnTo>
                <a:lnTo>
                  <a:pt x="7277" y="47431"/>
                </a:lnTo>
                <a:lnTo>
                  <a:pt x="6756" y="48261"/>
                </a:lnTo>
                <a:lnTo>
                  <a:pt x="6756" y="48679"/>
                </a:lnTo>
                <a:lnTo>
                  <a:pt x="7277" y="47637"/>
                </a:lnTo>
                <a:close/>
              </a:path>
              <a:path w="444995" h="656463">
                <a:moveTo>
                  <a:pt x="11442" y="566293"/>
                </a:moveTo>
                <a:lnTo>
                  <a:pt x="11709" y="555637"/>
                </a:lnTo>
                <a:lnTo>
                  <a:pt x="10147" y="564997"/>
                </a:lnTo>
                <a:lnTo>
                  <a:pt x="9258" y="564629"/>
                </a:lnTo>
                <a:lnTo>
                  <a:pt x="8318" y="563702"/>
                </a:lnTo>
                <a:lnTo>
                  <a:pt x="9250" y="564626"/>
                </a:lnTo>
                <a:lnTo>
                  <a:pt x="11709" y="55689"/>
                </a:lnTo>
                <a:lnTo>
                  <a:pt x="6235" y="49720"/>
                </a:lnTo>
                <a:lnTo>
                  <a:pt x="6235" y="561619"/>
                </a:lnTo>
                <a:lnTo>
                  <a:pt x="6755" y="563592"/>
                </a:lnTo>
                <a:lnTo>
                  <a:pt x="7277" y="564840"/>
                </a:lnTo>
                <a:lnTo>
                  <a:pt x="7277" y="564997"/>
                </a:lnTo>
                <a:lnTo>
                  <a:pt x="7480" y="565327"/>
                </a:lnTo>
                <a:lnTo>
                  <a:pt x="7342" y="564997"/>
                </a:lnTo>
                <a:lnTo>
                  <a:pt x="7277" y="563808"/>
                </a:lnTo>
                <a:lnTo>
                  <a:pt x="7277" y="562660"/>
                </a:lnTo>
                <a:lnTo>
                  <a:pt x="8318" y="564239"/>
                </a:lnTo>
                <a:lnTo>
                  <a:pt x="9619" y="564997"/>
                </a:lnTo>
                <a:lnTo>
                  <a:pt x="11442" y="566804"/>
                </a:lnTo>
                <a:lnTo>
                  <a:pt x="11442" y="566293"/>
                </a:lnTo>
                <a:close/>
              </a:path>
              <a:path w="444995" h="656463">
                <a:moveTo>
                  <a:pt x="6756" y="46205"/>
                </a:moveTo>
                <a:lnTo>
                  <a:pt x="7277" y="45687"/>
                </a:lnTo>
                <a:lnTo>
                  <a:pt x="7277" y="43738"/>
                </a:lnTo>
                <a:lnTo>
                  <a:pt x="5714" y="43738"/>
                </a:lnTo>
                <a:lnTo>
                  <a:pt x="6235" y="46723"/>
                </a:lnTo>
                <a:lnTo>
                  <a:pt x="6756" y="46205"/>
                </a:lnTo>
                <a:close/>
              </a:path>
              <a:path w="444995" h="656463">
                <a:moveTo>
                  <a:pt x="8892" y="43738"/>
                </a:moveTo>
                <a:lnTo>
                  <a:pt x="9029" y="43408"/>
                </a:lnTo>
                <a:lnTo>
                  <a:pt x="9359" y="43738"/>
                </a:lnTo>
                <a:lnTo>
                  <a:pt x="9359" y="42049"/>
                </a:lnTo>
                <a:lnTo>
                  <a:pt x="7277" y="41135"/>
                </a:lnTo>
                <a:lnTo>
                  <a:pt x="8178" y="43738"/>
                </a:lnTo>
                <a:lnTo>
                  <a:pt x="8699" y="43738"/>
                </a:lnTo>
                <a:lnTo>
                  <a:pt x="8521" y="44450"/>
                </a:lnTo>
                <a:lnTo>
                  <a:pt x="7797" y="46184"/>
                </a:lnTo>
                <a:lnTo>
                  <a:pt x="8892" y="43738"/>
                </a:lnTo>
                <a:close/>
              </a:path>
              <a:path w="444995" h="656463">
                <a:moveTo>
                  <a:pt x="11709" y="55689"/>
                </a:moveTo>
                <a:lnTo>
                  <a:pt x="11685" y="67449"/>
                </a:lnTo>
                <a:lnTo>
                  <a:pt x="11772" y="67449"/>
                </a:lnTo>
              </a:path>
              <a:path w="444995" h="656463">
                <a:moveTo>
                  <a:pt x="15087" y="58940"/>
                </a:moveTo>
                <a:lnTo>
                  <a:pt x="14566" y="59461"/>
                </a:lnTo>
                <a:lnTo>
                  <a:pt x="13919" y="60108"/>
                </a:lnTo>
                <a:lnTo>
                  <a:pt x="13967" y="60502"/>
                </a:lnTo>
                <a:lnTo>
                  <a:pt x="14030" y="61023"/>
                </a:lnTo>
                <a:lnTo>
                  <a:pt x="13883" y="61544"/>
                </a:lnTo>
                <a:lnTo>
                  <a:pt x="13767" y="61822"/>
                </a:lnTo>
                <a:lnTo>
                  <a:pt x="13525" y="63220"/>
                </a:lnTo>
                <a:lnTo>
                  <a:pt x="13357" y="63626"/>
                </a:lnTo>
                <a:lnTo>
                  <a:pt x="13141" y="64147"/>
                </a:lnTo>
                <a:lnTo>
                  <a:pt x="12869" y="64803"/>
                </a:lnTo>
                <a:lnTo>
                  <a:pt x="12499" y="65697"/>
                </a:lnTo>
                <a:lnTo>
                  <a:pt x="11772" y="67449"/>
                </a:lnTo>
                <a:lnTo>
                  <a:pt x="13525" y="67449"/>
                </a:lnTo>
                <a:lnTo>
                  <a:pt x="13525" y="65697"/>
                </a:lnTo>
                <a:lnTo>
                  <a:pt x="13525" y="64803"/>
                </a:lnTo>
                <a:lnTo>
                  <a:pt x="13525" y="64147"/>
                </a:lnTo>
                <a:lnTo>
                  <a:pt x="14046" y="63626"/>
                </a:lnTo>
                <a:lnTo>
                  <a:pt x="14046" y="63220"/>
                </a:lnTo>
                <a:lnTo>
                  <a:pt x="14046" y="61822"/>
                </a:lnTo>
                <a:lnTo>
                  <a:pt x="14046" y="61544"/>
                </a:lnTo>
                <a:lnTo>
                  <a:pt x="14439" y="61150"/>
                </a:lnTo>
                <a:lnTo>
                  <a:pt x="15087" y="60502"/>
                </a:lnTo>
                <a:lnTo>
                  <a:pt x="15087" y="60108"/>
                </a:lnTo>
                <a:lnTo>
                  <a:pt x="15087" y="59461"/>
                </a:lnTo>
              </a:path>
              <a:path w="444995" h="656463">
                <a:moveTo>
                  <a:pt x="11685" y="67449"/>
                </a:moveTo>
                <a:lnTo>
                  <a:pt x="10743" y="531469"/>
                </a:lnTo>
                <a:lnTo>
                  <a:pt x="13525" y="531469"/>
                </a:lnTo>
                <a:lnTo>
                  <a:pt x="13525" y="67449"/>
                </a:lnTo>
              </a:path>
              <a:path w="444995" h="656463">
                <a:moveTo>
                  <a:pt x="10743" y="531469"/>
                </a:moveTo>
                <a:lnTo>
                  <a:pt x="10734" y="535698"/>
                </a:lnTo>
                <a:lnTo>
                  <a:pt x="11252" y="535698"/>
                </a:lnTo>
                <a:lnTo>
                  <a:pt x="13004" y="531469"/>
                </a:lnTo>
              </a:path>
              <a:path w="444995" h="656463">
                <a:moveTo>
                  <a:pt x="13004" y="531469"/>
                </a:moveTo>
                <a:lnTo>
                  <a:pt x="12406" y="533031"/>
                </a:lnTo>
                <a:lnTo>
                  <a:pt x="13525" y="533031"/>
                </a:lnTo>
                <a:lnTo>
                  <a:pt x="13525" y="531469"/>
                </a:lnTo>
              </a:path>
              <a:path w="444995" h="656463">
                <a:moveTo>
                  <a:pt x="12406" y="533031"/>
                </a:moveTo>
                <a:lnTo>
                  <a:pt x="11468" y="535482"/>
                </a:lnTo>
                <a:lnTo>
                  <a:pt x="11252" y="535698"/>
                </a:lnTo>
                <a:lnTo>
                  <a:pt x="12293" y="535698"/>
                </a:lnTo>
                <a:lnTo>
                  <a:pt x="12484" y="535508"/>
                </a:lnTo>
                <a:lnTo>
                  <a:pt x="12484" y="533031"/>
                </a:lnTo>
              </a:path>
              <a:path w="444995" h="656463">
                <a:moveTo>
                  <a:pt x="12484" y="533031"/>
                </a:moveTo>
                <a:lnTo>
                  <a:pt x="12708" y="533425"/>
                </a:lnTo>
                <a:lnTo>
                  <a:pt x="13004" y="533946"/>
                </a:lnTo>
                <a:lnTo>
                  <a:pt x="13525" y="533425"/>
                </a:lnTo>
                <a:lnTo>
                  <a:pt x="13525" y="533031"/>
                </a:lnTo>
              </a:path>
              <a:path w="444995" h="656463">
                <a:moveTo>
                  <a:pt x="10734" y="535698"/>
                </a:moveTo>
                <a:lnTo>
                  <a:pt x="10734" y="536028"/>
                </a:lnTo>
                <a:lnTo>
                  <a:pt x="10732" y="536675"/>
                </a:lnTo>
                <a:lnTo>
                  <a:pt x="10731" y="537260"/>
                </a:lnTo>
                <a:lnTo>
                  <a:pt x="11316" y="536675"/>
                </a:lnTo>
                <a:lnTo>
                  <a:pt x="11963" y="536028"/>
                </a:lnTo>
                <a:lnTo>
                  <a:pt x="12293" y="535698"/>
                </a:lnTo>
              </a:path>
              <a:path w="444995" h="656463">
                <a:moveTo>
                  <a:pt x="15608" y="555637"/>
                </a:moveTo>
                <a:lnTo>
                  <a:pt x="15608" y="555510"/>
                </a:lnTo>
                <a:lnTo>
                  <a:pt x="14567" y="554469"/>
                </a:lnTo>
                <a:lnTo>
                  <a:pt x="14566" y="553948"/>
                </a:lnTo>
                <a:lnTo>
                  <a:pt x="14046" y="553427"/>
                </a:lnTo>
                <a:lnTo>
                  <a:pt x="14046" y="553948"/>
                </a:lnTo>
                <a:lnTo>
                  <a:pt x="13525" y="553427"/>
                </a:lnTo>
                <a:lnTo>
                  <a:pt x="13335" y="553237"/>
                </a:lnTo>
                <a:lnTo>
                  <a:pt x="13004" y="552907"/>
                </a:lnTo>
                <a:lnTo>
                  <a:pt x="12814" y="552716"/>
                </a:lnTo>
                <a:lnTo>
                  <a:pt x="12484" y="551865"/>
                </a:lnTo>
                <a:lnTo>
                  <a:pt x="12293" y="551675"/>
                </a:lnTo>
                <a:lnTo>
                  <a:pt x="11989" y="550850"/>
                </a:lnTo>
                <a:lnTo>
                  <a:pt x="11828" y="550688"/>
                </a:lnTo>
                <a:lnTo>
                  <a:pt x="12484" y="552272"/>
                </a:lnTo>
                <a:lnTo>
                  <a:pt x="12484" y="552044"/>
                </a:lnTo>
                <a:lnTo>
                  <a:pt x="13004" y="553300"/>
                </a:lnTo>
                <a:lnTo>
                  <a:pt x="13176" y="553589"/>
                </a:lnTo>
                <a:lnTo>
                  <a:pt x="13525" y="553938"/>
                </a:lnTo>
                <a:lnTo>
                  <a:pt x="14046" y="554461"/>
                </a:lnTo>
                <a:lnTo>
                  <a:pt x="14566" y="554983"/>
                </a:lnTo>
                <a:lnTo>
                  <a:pt x="15219" y="555637"/>
                </a:lnTo>
                <a:lnTo>
                  <a:pt x="15417" y="556348"/>
                </a:lnTo>
                <a:lnTo>
                  <a:pt x="15608" y="556539"/>
                </a:lnTo>
                <a:lnTo>
                  <a:pt x="15608" y="555637"/>
                </a:lnTo>
                <a:close/>
              </a:path>
              <a:path w="444995" h="656463">
                <a:moveTo>
                  <a:pt x="13004" y="552386"/>
                </a:moveTo>
                <a:lnTo>
                  <a:pt x="13004" y="551865"/>
                </a:lnTo>
                <a:lnTo>
                  <a:pt x="12484" y="551345"/>
                </a:lnTo>
                <a:lnTo>
                  <a:pt x="12484" y="551865"/>
                </a:lnTo>
                <a:lnTo>
                  <a:pt x="12814" y="552716"/>
                </a:lnTo>
                <a:lnTo>
                  <a:pt x="13004" y="552907"/>
                </a:lnTo>
                <a:lnTo>
                  <a:pt x="13335" y="553237"/>
                </a:lnTo>
                <a:lnTo>
                  <a:pt x="13004" y="552386"/>
                </a:lnTo>
                <a:close/>
              </a:path>
              <a:path w="444995" h="656463">
                <a:moveTo>
                  <a:pt x="13767" y="61822"/>
                </a:moveTo>
                <a:lnTo>
                  <a:pt x="14046" y="61150"/>
                </a:lnTo>
                <a:lnTo>
                  <a:pt x="13919" y="60108"/>
                </a:lnTo>
                <a:lnTo>
                  <a:pt x="13335" y="60693"/>
                </a:lnTo>
                <a:lnTo>
                  <a:pt x="13855" y="59143"/>
                </a:lnTo>
                <a:lnTo>
                  <a:pt x="14063" y="58936"/>
                </a:lnTo>
                <a:lnTo>
                  <a:pt x="14376" y="58102"/>
                </a:lnTo>
                <a:lnTo>
                  <a:pt x="14961" y="56476"/>
                </a:lnTo>
                <a:lnTo>
                  <a:pt x="15287" y="55689"/>
                </a:lnTo>
                <a:lnTo>
                  <a:pt x="15417" y="55499"/>
                </a:lnTo>
                <a:lnTo>
                  <a:pt x="15608" y="54914"/>
                </a:lnTo>
                <a:lnTo>
                  <a:pt x="15608" y="55129"/>
                </a:lnTo>
                <a:lnTo>
                  <a:pt x="15608" y="55435"/>
                </a:lnTo>
                <a:lnTo>
                  <a:pt x="15608" y="55129"/>
                </a:lnTo>
                <a:lnTo>
                  <a:pt x="15481" y="55434"/>
                </a:lnTo>
                <a:lnTo>
                  <a:pt x="15608" y="55689"/>
                </a:lnTo>
                <a:lnTo>
                  <a:pt x="15747" y="55689"/>
                </a:lnTo>
                <a:lnTo>
                  <a:pt x="16129" y="54787"/>
                </a:lnTo>
                <a:lnTo>
                  <a:pt x="16128" y="53873"/>
                </a:lnTo>
                <a:lnTo>
                  <a:pt x="16649" y="54267"/>
                </a:lnTo>
                <a:lnTo>
                  <a:pt x="16459" y="53428"/>
                </a:lnTo>
                <a:lnTo>
                  <a:pt x="16417" y="53086"/>
                </a:lnTo>
                <a:lnTo>
                  <a:pt x="15249" y="55689"/>
                </a:lnTo>
                <a:lnTo>
                  <a:pt x="14897" y="56540"/>
                </a:lnTo>
                <a:lnTo>
                  <a:pt x="11709" y="55689"/>
                </a:lnTo>
                <a:lnTo>
                  <a:pt x="12814" y="62776"/>
                </a:lnTo>
                <a:lnTo>
                  <a:pt x="12293" y="65379"/>
                </a:lnTo>
                <a:lnTo>
                  <a:pt x="13767" y="61822"/>
                </a:lnTo>
                <a:close/>
              </a:path>
              <a:path w="444995" h="656463">
                <a:moveTo>
                  <a:pt x="12869" y="64803"/>
                </a:moveTo>
                <a:lnTo>
                  <a:pt x="13525" y="63220"/>
                </a:lnTo>
                <a:lnTo>
                  <a:pt x="13767" y="61822"/>
                </a:lnTo>
                <a:lnTo>
                  <a:pt x="12293" y="65379"/>
                </a:lnTo>
                <a:lnTo>
                  <a:pt x="12814" y="62776"/>
                </a:lnTo>
                <a:lnTo>
                  <a:pt x="11709" y="55689"/>
                </a:lnTo>
                <a:lnTo>
                  <a:pt x="11772" y="67449"/>
                </a:lnTo>
                <a:lnTo>
                  <a:pt x="12869" y="64803"/>
                </a:lnTo>
                <a:close/>
              </a:path>
              <a:path w="444995" h="656463">
                <a:moveTo>
                  <a:pt x="12153" y="570001"/>
                </a:moveTo>
                <a:lnTo>
                  <a:pt x="11823" y="569671"/>
                </a:lnTo>
                <a:lnTo>
                  <a:pt x="11315" y="569671"/>
                </a:lnTo>
                <a:lnTo>
                  <a:pt x="10274" y="568629"/>
                </a:lnTo>
                <a:lnTo>
                  <a:pt x="9232" y="567594"/>
                </a:lnTo>
                <a:lnTo>
                  <a:pt x="11442" y="569801"/>
                </a:lnTo>
                <a:lnTo>
                  <a:pt x="12357" y="570712"/>
                </a:lnTo>
                <a:lnTo>
                  <a:pt x="12153" y="570001"/>
                </a:lnTo>
                <a:close/>
              </a:path>
              <a:path w="444995" h="656463">
                <a:moveTo>
                  <a:pt x="9232" y="567594"/>
                </a:moveTo>
                <a:lnTo>
                  <a:pt x="8318" y="566686"/>
                </a:lnTo>
                <a:lnTo>
                  <a:pt x="6618" y="564997"/>
                </a:lnTo>
                <a:lnTo>
                  <a:pt x="5714" y="564997"/>
                </a:lnTo>
                <a:lnTo>
                  <a:pt x="9223" y="567588"/>
                </a:lnTo>
                <a:close/>
              </a:path>
              <a:path w="444995" h="656463">
                <a:moveTo>
                  <a:pt x="11963" y="547712"/>
                </a:moveTo>
                <a:lnTo>
                  <a:pt x="11963" y="548233"/>
                </a:lnTo>
                <a:lnTo>
                  <a:pt x="11963" y="549274"/>
                </a:lnTo>
                <a:lnTo>
                  <a:pt x="12484" y="549274"/>
                </a:lnTo>
                <a:lnTo>
                  <a:pt x="12484" y="548233"/>
                </a:lnTo>
              </a:path>
              <a:path w="444995" h="656463">
                <a:moveTo>
                  <a:pt x="10731" y="548043"/>
                </a:moveTo>
                <a:lnTo>
                  <a:pt x="11027" y="548627"/>
                </a:lnTo>
                <a:lnTo>
                  <a:pt x="11252" y="549071"/>
                </a:lnTo>
                <a:lnTo>
                  <a:pt x="11455" y="549274"/>
                </a:lnTo>
                <a:lnTo>
                  <a:pt x="11963" y="549274"/>
                </a:lnTo>
                <a:lnTo>
                  <a:pt x="11760" y="549071"/>
                </a:lnTo>
                <a:lnTo>
                  <a:pt x="11316" y="548627"/>
                </a:lnTo>
              </a:path>
              <a:path w="444995" h="656463">
                <a:moveTo>
                  <a:pt x="11455" y="549274"/>
                </a:moveTo>
                <a:lnTo>
                  <a:pt x="11675" y="549495"/>
                </a:lnTo>
                <a:lnTo>
                  <a:pt x="11849" y="549668"/>
                </a:lnTo>
                <a:lnTo>
                  <a:pt x="11963" y="549495"/>
                </a:lnTo>
                <a:lnTo>
                  <a:pt x="11963" y="549274"/>
                </a:lnTo>
              </a:path>
              <a:path w="444995" h="656463">
                <a:moveTo>
                  <a:pt x="11963" y="549274"/>
                </a:moveTo>
                <a:lnTo>
                  <a:pt x="11963" y="549668"/>
                </a:lnTo>
                <a:lnTo>
                  <a:pt x="12484" y="549668"/>
                </a:lnTo>
                <a:lnTo>
                  <a:pt x="12484" y="549274"/>
                </a:lnTo>
              </a:path>
              <a:path w="444995" h="656463">
                <a:moveTo>
                  <a:pt x="11849" y="549668"/>
                </a:moveTo>
                <a:lnTo>
                  <a:pt x="12484" y="550303"/>
                </a:lnTo>
                <a:lnTo>
                  <a:pt x="12484" y="549795"/>
                </a:lnTo>
              </a:path>
              <a:path w="444995" h="656463">
                <a:moveTo>
                  <a:pt x="13004" y="534987"/>
                </a:moveTo>
                <a:lnTo>
                  <a:pt x="13004" y="533946"/>
                </a:lnTo>
                <a:lnTo>
                  <a:pt x="12484" y="533031"/>
                </a:lnTo>
                <a:lnTo>
                  <a:pt x="12484" y="535508"/>
                </a:lnTo>
                <a:lnTo>
                  <a:pt x="13004" y="534987"/>
                </a:lnTo>
                <a:close/>
              </a:path>
              <a:path w="444995" h="656463">
                <a:moveTo>
                  <a:pt x="20161" y="575386"/>
                </a:moveTo>
                <a:lnTo>
                  <a:pt x="19382" y="574344"/>
                </a:lnTo>
                <a:lnTo>
                  <a:pt x="19579" y="574344"/>
                </a:lnTo>
                <a:lnTo>
                  <a:pt x="18053" y="573316"/>
                </a:lnTo>
                <a:lnTo>
                  <a:pt x="16840" y="573125"/>
                </a:lnTo>
                <a:lnTo>
                  <a:pt x="16510" y="572795"/>
                </a:lnTo>
                <a:lnTo>
                  <a:pt x="17957" y="572795"/>
                </a:lnTo>
                <a:lnTo>
                  <a:pt x="17691" y="561085"/>
                </a:lnTo>
                <a:lnTo>
                  <a:pt x="17437" y="560832"/>
                </a:lnTo>
                <a:lnTo>
                  <a:pt x="16916" y="560311"/>
                </a:lnTo>
                <a:lnTo>
                  <a:pt x="17691" y="561619"/>
                </a:lnTo>
                <a:lnTo>
                  <a:pt x="13792" y="557720"/>
                </a:lnTo>
                <a:lnTo>
                  <a:pt x="14302" y="557720"/>
                </a:lnTo>
                <a:lnTo>
                  <a:pt x="13625" y="557041"/>
                </a:lnTo>
                <a:lnTo>
                  <a:pt x="14461" y="556679"/>
                </a:lnTo>
                <a:lnTo>
                  <a:pt x="14046" y="555680"/>
                </a:lnTo>
                <a:lnTo>
                  <a:pt x="14046" y="555904"/>
                </a:lnTo>
                <a:lnTo>
                  <a:pt x="13263" y="556679"/>
                </a:lnTo>
                <a:lnTo>
                  <a:pt x="12750" y="556679"/>
                </a:lnTo>
                <a:lnTo>
                  <a:pt x="17437" y="572274"/>
                </a:lnTo>
                <a:lnTo>
                  <a:pt x="13271" y="568629"/>
                </a:lnTo>
                <a:lnTo>
                  <a:pt x="14312" y="569671"/>
                </a:lnTo>
                <a:lnTo>
                  <a:pt x="15354" y="570712"/>
                </a:lnTo>
                <a:lnTo>
                  <a:pt x="13716" y="571042"/>
                </a:lnTo>
                <a:lnTo>
                  <a:pt x="14757" y="571563"/>
                </a:lnTo>
                <a:lnTo>
                  <a:pt x="16697" y="572274"/>
                </a:lnTo>
                <a:lnTo>
                  <a:pt x="16478" y="572274"/>
                </a:lnTo>
                <a:lnTo>
                  <a:pt x="16319" y="572604"/>
                </a:lnTo>
                <a:lnTo>
                  <a:pt x="15993" y="572795"/>
                </a:lnTo>
                <a:lnTo>
                  <a:pt x="15989" y="573316"/>
                </a:lnTo>
                <a:lnTo>
                  <a:pt x="17031" y="573316"/>
                </a:lnTo>
                <a:lnTo>
                  <a:pt x="17881" y="573646"/>
                </a:lnTo>
                <a:lnTo>
                  <a:pt x="18923" y="574154"/>
                </a:lnTo>
                <a:lnTo>
                  <a:pt x="19114" y="574344"/>
                </a:lnTo>
                <a:lnTo>
                  <a:pt x="19641" y="575386"/>
                </a:lnTo>
                <a:lnTo>
                  <a:pt x="20167" y="575906"/>
                </a:lnTo>
                <a:lnTo>
                  <a:pt x="20161" y="575386"/>
                </a:lnTo>
                <a:close/>
              </a:path>
              <a:path w="444995" h="656463">
                <a:moveTo>
                  <a:pt x="15993" y="572795"/>
                </a:moveTo>
                <a:lnTo>
                  <a:pt x="16319" y="572604"/>
                </a:lnTo>
                <a:lnTo>
                  <a:pt x="16478" y="572274"/>
                </a:lnTo>
                <a:lnTo>
                  <a:pt x="16697" y="572274"/>
                </a:lnTo>
                <a:lnTo>
                  <a:pt x="14757" y="571563"/>
                </a:lnTo>
                <a:lnTo>
                  <a:pt x="13716" y="571042"/>
                </a:lnTo>
                <a:lnTo>
                  <a:pt x="15354" y="570712"/>
                </a:lnTo>
                <a:lnTo>
                  <a:pt x="14312" y="569671"/>
                </a:lnTo>
                <a:lnTo>
                  <a:pt x="13267" y="568629"/>
                </a:lnTo>
                <a:lnTo>
                  <a:pt x="11442" y="568629"/>
                </a:lnTo>
                <a:lnTo>
                  <a:pt x="11442" y="569096"/>
                </a:lnTo>
                <a:lnTo>
                  <a:pt x="11633" y="569480"/>
                </a:lnTo>
                <a:lnTo>
                  <a:pt x="12833" y="569671"/>
                </a:lnTo>
                <a:lnTo>
                  <a:pt x="12869" y="570712"/>
                </a:lnTo>
                <a:lnTo>
                  <a:pt x="14439" y="572274"/>
                </a:lnTo>
                <a:lnTo>
                  <a:pt x="14947" y="572274"/>
                </a:lnTo>
                <a:lnTo>
                  <a:pt x="15278" y="572084"/>
                </a:lnTo>
                <a:lnTo>
                  <a:pt x="15469" y="572274"/>
                </a:lnTo>
                <a:lnTo>
                  <a:pt x="15468" y="572795"/>
                </a:lnTo>
                <a:lnTo>
                  <a:pt x="15989" y="573316"/>
                </a:lnTo>
                <a:lnTo>
                  <a:pt x="15993" y="572795"/>
                </a:lnTo>
                <a:close/>
              </a:path>
              <a:path w="444995" h="656463">
                <a:moveTo>
                  <a:pt x="15249" y="55689"/>
                </a:moveTo>
                <a:lnTo>
                  <a:pt x="16328" y="53085"/>
                </a:lnTo>
                <a:lnTo>
                  <a:pt x="16649" y="52311"/>
                </a:lnTo>
                <a:lnTo>
                  <a:pt x="17436" y="49974"/>
                </a:lnTo>
                <a:lnTo>
                  <a:pt x="14318" y="53085"/>
                </a:lnTo>
                <a:lnTo>
                  <a:pt x="11709" y="55689"/>
                </a:lnTo>
                <a:lnTo>
                  <a:pt x="14897" y="56540"/>
                </a:lnTo>
                <a:lnTo>
                  <a:pt x="15249" y="55689"/>
                </a:lnTo>
                <a:close/>
              </a:path>
              <a:path w="444995" h="656463">
                <a:moveTo>
                  <a:pt x="14046" y="65176"/>
                </a:moveTo>
                <a:lnTo>
                  <a:pt x="14046" y="63626"/>
                </a:lnTo>
                <a:lnTo>
                  <a:pt x="13525" y="64147"/>
                </a:lnTo>
                <a:lnTo>
                  <a:pt x="13525" y="65697"/>
                </a:lnTo>
                <a:lnTo>
                  <a:pt x="14046" y="65176"/>
                </a:lnTo>
                <a:close/>
              </a:path>
              <a:path w="444995" h="656463">
                <a:moveTo>
                  <a:pt x="13525" y="40881"/>
                </a:moveTo>
                <a:lnTo>
                  <a:pt x="13525" y="37884"/>
                </a:lnTo>
                <a:lnTo>
                  <a:pt x="13195" y="38214"/>
                </a:lnTo>
                <a:lnTo>
                  <a:pt x="12674" y="38734"/>
                </a:lnTo>
                <a:lnTo>
                  <a:pt x="10401" y="41008"/>
                </a:lnTo>
                <a:lnTo>
                  <a:pt x="13398" y="38023"/>
                </a:lnTo>
                <a:lnTo>
                  <a:pt x="13270" y="41135"/>
                </a:lnTo>
                <a:lnTo>
                  <a:pt x="13525" y="40881"/>
                </a:lnTo>
                <a:close/>
              </a:path>
              <a:path w="444995" h="656463">
                <a:moveTo>
                  <a:pt x="13004" y="553174"/>
                </a:moveTo>
                <a:lnTo>
                  <a:pt x="12484" y="552044"/>
                </a:lnTo>
                <a:lnTo>
                  <a:pt x="12484" y="552272"/>
                </a:lnTo>
                <a:lnTo>
                  <a:pt x="11828" y="550688"/>
                </a:lnTo>
                <a:lnTo>
                  <a:pt x="12869" y="553281"/>
                </a:lnTo>
                <a:lnTo>
                  <a:pt x="13022" y="553434"/>
                </a:lnTo>
                <a:lnTo>
                  <a:pt x="13176" y="553589"/>
                </a:lnTo>
                <a:lnTo>
                  <a:pt x="13004" y="553174"/>
                </a:lnTo>
                <a:close/>
              </a:path>
              <a:path w="444995" h="656463">
                <a:moveTo>
                  <a:pt x="16395" y="38023"/>
                </a:moveTo>
                <a:lnTo>
                  <a:pt x="13270" y="41135"/>
                </a:lnTo>
                <a:lnTo>
                  <a:pt x="16492" y="41135"/>
                </a:lnTo>
              </a:path>
              <a:path w="444995" h="656463">
                <a:moveTo>
                  <a:pt x="13270" y="41135"/>
                </a:moveTo>
                <a:lnTo>
                  <a:pt x="10656" y="43738"/>
                </a:lnTo>
                <a:lnTo>
                  <a:pt x="10401" y="43738"/>
                </a:lnTo>
                <a:lnTo>
                  <a:pt x="10401" y="43992"/>
                </a:lnTo>
                <a:lnTo>
                  <a:pt x="11183" y="43738"/>
                </a:lnTo>
                <a:lnTo>
                  <a:pt x="13792" y="41135"/>
                </a:lnTo>
              </a:path>
              <a:path w="444995" h="656463">
                <a:moveTo>
                  <a:pt x="13792" y="41135"/>
                </a:moveTo>
                <a:lnTo>
                  <a:pt x="15789" y="49609"/>
                </a:lnTo>
                <a:lnTo>
                  <a:pt x="16755" y="49609"/>
                </a:lnTo>
                <a:lnTo>
                  <a:pt x="16492" y="41135"/>
                </a:lnTo>
              </a:path>
              <a:path w="444995" h="656463">
                <a:moveTo>
                  <a:pt x="12230" y="43738"/>
                </a:moveTo>
                <a:lnTo>
                  <a:pt x="6438" y="49123"/>
                </a:lnTo>
                <a:lnTo>
                  <a:pt x="6235" y="49505"/>
                </a:lnTo>
                <a:lnTo>
                  <a:pt x="12884" y="49610"/>
                </a:lnTo>
                <a:lnTo>
                  <a:pt x="12830" y="49123"/>
                </a:lnTo>
              </a:path>
              <a:path w="444995" h="656463">
                <a:moveTo>
                  <a:pt x="18732" y="48158"/>
                </a:moveTo>
                <a:lnTo>
                  <a:pt x="17961" y="48724"/>
                </a:lnTo>
                <a:lnTo>
                  <a:pt x="18891" y="48790"/>
                </a:lnTo>
              </a:path>
              <a:path w="444995" h="656463">
                <a:moveTo>
                  <a:pt x="17871" y="48790"/>
                </a:moveTo>
                <a:lnTo>
                  <a:pt x="17693" y="48921"/>
                </a:lnTo>
                <a:lnTo>
                  <a:pt x="17313" y="49199"/>
                </a:lnTo>
                <a:lnTo>
                  <a:pt x="18301" y="49199"/>
                </a:lnTo>
                <a:lnTo>
                  <a:pt x="18416" y="48921"/>
                </a:lnTo>
                <a:lnTo>
                  <a:pt x="18732" y="48790"/>
                </a:lnTo>
              </a:path>
              <a:path w="444995" h="656463">
                <a:moveTo>
                  <a:pt x="18732" y="48790"/>
                </a:moveTo>
                <a:lnTo>
                  <a:pt x="18732" y="49974"/>
                </a:lnTo>
                <a:lnTo>
                  <a:pt x="18651" y="50114"/>
                </a:lnTo>
                <a:lnTo>
                  <a:pt x="18542" y="50304"/>
                </a:lnTo>
                <a:lnTo>
                  <a:pt x="18211" y="50634"/>
                </a:lnTo>
                <a:lnTo>
                  <a:pt x="18021" y="50825"/>
                </a:lnTo>
                <a:lnTo>
                  <a:pt x="18542" y="50825"/>
                </a:lnTo>
                <a:lnTo>
                  <a:pt x="18732" y="50634"/>
                </a:lnTo>
                <a:lnTo>
                  <a:pt x="18732" y="50304"/>
                </a:lnTo>
                <a:lnTo>
                  <a:pt x="18732" y="50114"/>
                </a:lnTo>
                <a:lnTo>
                  <a:pt x="18872" y="49974"/>
                </a:lnTo>
                <a:lnTo>
                  <a:pt x="18891" y="48790"/>
                </a:lnTo>
              </a:path>
              <a:path w="444995" h="656463">
                <a:moveTo>
                  <a:pt x="17313" y="49199"/>
                </a:moveTo>
                <a:lnTo>
                  <a:pt x="16755" y="49609"/>
                </a:lnTo>
                <a:lnTo>
                  <a:pt x="17801" y="49609"/>
                </a:lnTo>
                <a:lnTo>
                  <a:pt x="18211" y="49199"/>
                </a:lnTo>
              </a:path>
              <a:path w="444995" h="656463">
                <a:moveTo>
                  <a:pt x="18211" y="49199"/>
                </a:moveTo>
                <a:lnTo>
                  <a:pt x="18211" y="49414"/>
                </a:lnTo>
                <a:lnTo>
                  <a:pt x="18301" y="49199"/>
                </a:lnTo>
              </a:path>
              <a:path w="444995" h="656463">
                <a:moveTo>
                  <a:pt x="15789" y="49609"/>
                </a:moveTo>
                <a:lnTo>
                  <a:pt x="15874" y="49974"/>
                </a:lnTo>
                <a:lnTo>
                  <a:pt x="17436" y="49974"/>
                </a:lnTo>
                <a:lnTo>
                  <a:pt x="17691" y="49720"/>
                </a:lnTo>
              </a:path>
              <a:path w="444995" h="656463">
                <a:moveTo>
                  <a:pt x="6187" y="49610"/>
                </a:moveTo>
                <a:lnTo>
                  <a:pt x="5714" y="50651"/>
                </a:lnTo>
                <a:lnTo>
                  <a:pt x="5233" y="51804"/>
                </a:lnTo>
                <a:lnTo>
                  <a:pt x="5172" y="51950"/>
                </a:lnTo>
                <a:lnTo>
                  <a:pt x="4673" y="52446"/>
                </a:lnTo>
                <a:lnTo>
                  <a:pt x="4152" y="52964"/>
                </a:lnTo>
                <a:lnTo>
                  <a:pt x="4761" y="52964"/>
                </a:lnTo>
                <a:lnTo>
                  <a:pt x="5010" y="52446"/>
                </a:lnTo>
                <a:lnTo>
                  <a:pt x="5249" y="51950"/>
                </a:lnTo>
                <a:lnTo>
                  <a:pt x="5319" y="51804"/>
                </a:lnTo>
                <a:lnTo>
                  <a:pt x="5714" y="50749"/>
                </a:lnTo>
                <a:lnTo>
                  <a:pt x="6235" y="49610"/>
                </a:lnTo>
              </a:path>
              <a:path w="444995" h="656463">
                <a:moveTo>
                  <a:pt x="6235" y="49610"/>
                </a:moveTo>
                <a:lnTo>
                  <a:pt x="12896" y="49720"/>
                </a:lnTo>
              </a:path>
              <a:path w="444995" h="656463">
                <a:moveTo>
                  <a:pt x="6235" y="49720"/>
                </a:moveTo>
                <a:lnTo>
                  <a:pt x="6235" y="495911"/>
                </a:lnTo>
                <a:lnTo>
                  <a:pt x="6235" y="49720"/>
                </a:lnTo>
              </a:path>
              <a:path w="444995" h="656463">
                <a:moveTo>
                  <a:pt x="6235" y="49720"/>
                </a:moveTo>
                <a:lnTo>
                  <a:pt x="9321" y="53086"/>
                </a:lnTo>
                <a:lnTo>
                  <a:pt x="13271" y="53086"/>
                </a:lnTo>
                <a:lnTo>
                  <a:pt x="12896" y="49720"/>
                </a:lnTo>
              </a:path>
              <a:path w="444995" h="656463">
                <a:moveTo>
                  <a:pt x="17980" y="49974"/>
                </a:moveTo>
                <a:lnTo>
                  <a:pt x="17436" y="49974"/>
                </a:lnTo>
                <a:lnTo>
                  <a:pt x="17351" y="50228"/>
                </a:lnTo>
                <a:lnTo>
                  <a:pt x="17992" y="50228"/>
                </a:lnTo>
                <a:lnTo>
                  <a:pt x="17980" y="49974"/>
                </a:lnTo>
              </a:path>
              <a:path w="444995" h="656463">
                <a:moveTo>
                  <a:pt x="15874" y="49974"/>
                </a:moveTo>
                <a:lnTo>
                  <a:pt x="15875" y="49974"/>
                </a:lnTo>
                <a:lnTo>
                  <a:pt x="16389" y="49974"/>
                </a:lnTo>
              </a:path>
              <a:path w="444995" h="656463">
                <a:moveTo>
                  <a:pt x="16389" y="49974"/>
                </a:moveTo>
                <a:lnTo>
                  <a:pt x="13271" y="53085"/>
                </a:lnTo>
                <a:lnTo>
                  <a:pt x="14318" y="53086"/>
                </a:lnTo>
                <a:lnTo>
                  <a:pt x="17436" y="49974"/>
                </a:lnTo>
              </a:path>
              <a:path w="444995" h="656463">
                <a:moveTo>
                  <a:pt x="17351" y="50228"/>
                </a:moveTo>
                <a:lnTo>
                  <a:pt x="17274" y="50456"/>
                </a:lnTo>
                <a:lnTo>
                  <a:pt x="17691" y="50456"/>
                </a:lnTo>
                <a:lnTo>
                  <a:pt x="17691" y="50228"/>
                </a:lnTo>
              </a:path>
              <a:path w="444995" h="656463">
                <a:moveTo>
                  <a:pt x="17691" y="50228"/>
                </a:moveTo>
                <a:lnTo>
                  <a:pt x="17691" y="50456"/>
                </a:lnTo>
                <a:lnTo>
                  <a:pt x="18003" y="50456"/>
                </a:lnTo>
                <a:lnTo>
                  <a:pt x="17992" y="50228"/>
                </a:lnTo>
              </a:path>
              <a:path w="444995" h="656463">
                <a:moveTo>
                  <a:pt x="17274" y="50456"/>
                </a:moveTo>
                <a:lnTo>
                  <a:pt x="17000" y="51269"/>
                </a:lnTo>
                <a:lnTo>
                  <a:pt x="16649" y="52311"/>
                </a:lnTo>
                <a:lnTo>
                  <a:pt x="16560" y="52526"/>
                </a:lnTo>
                <a:lnTo>
                  <a:pt x="16377" y="52969"/>
                </a:lnTo>
                <a:lnTo>
                  <a:pt x="16436" y="53238"/>
                </a:lnTo>
                <a:lnTo>
                  <a:pt x="16459" y="53428"/>
                </a:lnTo>
                <a:lnTo>
                  <a:pt x="16531" y="53746"/>
                </a:lnTo>
                <a:lnTo>
                  <a:pt x="17170" y="53746"/>
                </a:lnTo>
                <a:lnTo>
                  <a:pt x="16845" y="53428"/>
                </a:lnTo>
                <a:lnTo>
                  <a:pt x="16649" y="53238"/>
                </a:lnTo>
                <a:lnTo>
                  <a:pt x="16601" y="53086"/>
                </a:lnTo>
                <a:lnTo>
                  <a:pt x="16649" y="52526"/>
                </a:lnTo>
                <a:lnTo>
                  <a:pt x="16738" y="52311"/>
                </a:lnTo>
                <a:lnTo>
                  <a:pt x="17170" y="51269"/>
                </a:lnTo>
                <a:lnTo>
                  <a:pt x="17691" y="50456"/>
                </a:lnTo>
              </a:path>
              <a:path w="444995" h="656463">
                <a:moveTo>
                  <a:pt x="17691" y="50456"/>
                </a:moveTo>
                <a:lnTo>
                  <a:pt x="17691" y="50671"/>
                </a:lnTo>
                <a:lnTo>
                  <a:pt x="17856" y="50825"/>
                </a:lnTo>
                <a:lnTo>
                  <a:pt x="18021" y="50825"/>
                </a:lnTo>
                <a:lnTo>
                  <a:pt x="18013" y="50671"/>
                </a:lnTo>
                <a:lnTo>
                  <a:pt x="18003" y="50456"/>
                </a:lnTo>
              </a:path>
              <a:path w="444995" h="656463">
                <a:moveTo>
                  <a:pt x="17856" y="50825"/>
                </a:moveTo>
                <a:lnTo>
                  <a:pt x="18211" y="51155"/>
                </a:lnTo>
                <a:lnTo>
                  <a:pt x="18542" y="50825"/>
                </a:lnTo>
              </a:path>
              <a:path w="444995" h="656463">
                <a:moveTo>
                  <a:pt x="3632" y="52438"/>
                </a:moveTo>
                <a:lnTo>
                  <a:pt x="3632" y="52964"/>
                </a:lnTo>
                <a:lnTo>
                  <a:pt x="4152" y="52964"/>
                </a:lnTo>
              </a:path>
              <a:path w="444995" h="656463">
                <a:moveTo>
                  <a:pt x="3632" y="52964"/>
                </a:moveTo>
                <a:lnTo>
                  <a:pt x="3632" y="53146"/>
                </a:lnTo>
                <a:lnTo>
                  <a:pt x="3632" y="53482"/>
                </a:lnTo>
                <a:lnTo>
                  <a:pt x="4152" y="54394"/>
                </a:lnTo>
                <a:lnTo>
                  <a:pt x="4533" y="53482"/>
                </a:lnTo>
                <a:lnTo>
                  <a:pt x="4673" y="53146"/>
                </a:lnTo>
                <a:lnTo>
                  <a:pt x="4761" y="52964"/>
                </a:lnTo>
              </a:path>
              <a:path w="444995" h="656463">
                <a:moveTo>
                  <a:pt x="9321" y="53086"/>
                </a:moveTo>
                <a:lnTo>
                  <a:pt x="11709" y="55689"/>
                </a:lnTo>
                <a:lnTo>
                  <a:pt x="14318" y="53086"/>
                </a:lnTo>
              </a:path>
              <a:path w="444995" h="656463">
                <a:moveTo>
                  <a:pt x="17691" y="53225"/>
                </a:moveTo>
                <a:lnTo>
                  <a:pt x="17170" y="53746"/>
                </a:lnTo>
                <a:lnTo>
                  <a:pt x="17801" y="53746"/>
                </a:lnTo>
              </a:path>
              <a:path w="444995" h="656463">
                <a:moveTo>
                  <a:pt x="16531" y="53746"/>
                </a:moveTo>
                <a:lnTo>
                  <a:pt x="16649" y="54267"/>
                </a:lnTo>
                <a:lnTo>
                  <a:pt x="17170" y="54267"/>
                </a:lnTo>
                <a:lnTo>
                  <a:pt x="16649" y="54787"/>
                </a:lnTo>
                <a:lnTo>
                  <a:pt x="16128" y="55308"/>
                </a:lnTo>
                <a:lnTo>
                  <a:pt x="15747" y="55689"/>
                </a:lnTo>
                <a:lnTo>
                  <a:pt x="18211" y="55689"/>
                </a:lnTo>
                <a:lnTo>
                  <a:pt x="18131" y="55308"/>
                </a:lnTo>
                <a:lnTo>
                  <a:pt x="18021" y="54787"/>
                </a:lnTo>
                <a:lnTo>
                  <a:pt x="17911" y="54267"/>
                </a:lnTo>
                <a:lnTo>
                  <a:pt x="17801" y="53746"/>
                </a:lnTo>
              </a:path>
              <a:path w="444995" h="656463">
                <a:moveTo>
                  <a:pt x="15747" y="55689"/>
                </a:moveTo>
                <a:lnTo>
                  <a:pt x="15608" y="55689"/>
                </a:lnTo>
                <a:lnTo>
                  <a:pt x="15608" y="55829"/>
                </a:lnTo>
                <a:lnTo>
                  <a:pt x="15113" y="56324"/>
                </a:lnTo>
                <a:lnTo>
                  <a:pt x="15057" y="56464"/>
                </a:lnTo>
                <a:lnTo>
                  <a:pt x="16014" y="56464"/>
                </a:lnTo>
                <a:lnTo>
                  <a:pt x="16128" y="56324"/>
                </a:lnTo>
                <a:lnTo>
                  <a:pt x="16129" y="55829"/>
                </a:lnTo>
                <a:lnTo>
                  <a:pt x="16129" y="55689"/>
                </a:lnTo>
              </a:path>
              <a:path w="444995" h="656463">
                <a:moveTo>
                  <a:pt x="16129" y="55689"/>
                </a:moveTo>
                <a:lnTo>
                  <a:pt x="18211" y="55689"/>
                </a:lnTo>
                <a:lnTo>
                  <a:pt x="18211" y="55689"/>
                </a:lnTo>
              </a:path>
              <a:path w="444995" h="656463">
                <a:moveTo>
                  <a:pt x="15057" y="56464"/>
                </a:moveTo>
                <a:lnTo>
                  <a:pt x="14691" y="57391"/>
                </a:lnTo>
                <a:lnTo>
                  <a:pt x="15087" y="57391"/>
                </a:lnTo>
                <a:lnTo>
                  <a:pt x="15087" y="56464"/>
                </a:lnTo>
              </a:path>
              <a:path w="444995" h="656463">
                <a:moveTo>
                  <a:pt x="15087" y="56464"/>
                </a:moveTo>
                <a:lnTo>
                  <a:pt x="15087" y="56870"/>
                </a:lnTo>
                <a:lnTo>
                  <a:pt x="15087" y="57391"/>
                </a:lnTo>
                <a:lnTo>
                  <a:pt x="15608" y="57391"/>
                </a:lnTo>
                <a:lnTo>
                  <a:pt x="15608" y="56984"/>
                </a:lnTo>
                <a:lnTo>
                  <a:pt x="16014" y="56464"/>
                </a:lnTo>
              </a:path>
              <a:path w="444995" h="656463">
                <a:moveTo>
                  <a:pt x="14691" y="57391"/>
                </a:moveTo>
                <a:lnTo>
                  <a:pt x="14485" y="57912"/>
                </a:lnTo>
                <a:lnTo>
                  <a:pt x="15608" y="57912"/>
                </a:lnTo>
                <a:lnTo>
                  <a:pt x="15608" y="57391"/>
                </a:lnTo>
              </a:path>
              <a:path w="444995" h="656463">
                <a:moveTo>
                  <a:pt x="14485" y="57912"/>
                </a:moveTo>
                <a:lnTo>
                  <a:pt x="14431" y="58047"/>
                </a:lnTo>
                <a:lnTo>
                  <a:pt x="15087" y="57912"/>
                </a:lnTo>
              </a:path>
              <a:path w="444995" h="656463">
                <a:moveTo>
                  <a:pt x="15087" y="57912"/>
                </a:moveTo>
                <a:lnTo>
                  <a:pt x="15087" y="58420"/>
                </a:lnTo>
                <a:lnTo>
                  <a:pt x="15087" y="58940"/>
                </a:lnTo>
                <a:lnTo>
                  <a:pt x="15608" y="58420"/>
                </a:lnTo>
                <a:lnTo>
                  <a:pt x="15608" y="57912"/>
                </a:lnTo>
              </a:path>
              <a:path w="444995" h="656463">
                <a:moveTo>
                  <a:pt x="6235" y="495911"/>
                </a:moveTo>
                <a:lnTo>
                  <a:pt x="6235" y="561619"/>
                </a:lnTo>
              </a:path>
              <a:path w="444995" h="656463">
                <a:moveTo>
                  <a:pt x="12623" y="553034"/>
                </a:moveTo>
                <a:lnTo>
                  <a:pt x="12343" y="554863"/>
                </a:lnTo>
                <a:lnTo>
                  <a:pt x="12224" y="555637"/>
                </a:lnTo>
                <a:lnTo>
                  <a:pt x="14566" y="555637"/>
                </a:lnTo>
                <a:lnTo>
                  <a:pt x="13935" y="555637"/>
                </a:lnTo>
                <a:lnTo>
                  <a:pt x="13525" y="554863"/>
                </a:lnTo>
              </a:path>
              <a:path w="444995" h="656463">
                <a:moveTo>
                  <a:pt x="11709" y="555637"/>
                </a:moveTo>
                <a:lnTo>
                  <a:pt x="11709" y="555637"/>
                </a:lnTo>
                <a:lnTo>
                  <a:pt x="12224" y="555637"/>
                </a:lnTo>
              </a:path>
              <a:path w="444995" h="656463">
                <a:moveTo>
                  <a:pt x="11709" y="555637"/>
                </a:moveTo>
                <a:lnTo>
                  <a:pt x="14594" y="555680"/>
                </a:lnTo>
              </a:path>
              <a:path w="444995" h="656463">
                <a:moveTo>
                  <a:pt x="11708" y="555680"/>
                </a:moveTo>
                <a:lnTo>
                  <a:pt x="11702" y="555904"/>
                </a:lnTo>
                <a:lnTo>
                  <a:pt x="11683" y="556679"/>
                </a:lnTo>
                <a:lnTo>
                  <a:pt x="11442" y="566293"/>
                </a:lnTo>
                <a:lnTo>
                  <a:pt x="11442" y="566813"/>
                </a:lnTo>
                <a:lnTo>
                  <a:pt x="15795" y="566813"/>
                </a:lnTo>
                <a:lnTo>
                  <a:pt x="15639" y="566293"/>
                </a:lnTo>
                <a:lnTo>
                  <a:pt x="12750" y="556679"/>
                </a:lnTo>
                <a:lnTo>
                  <a:pt x="13263" y="556679"/>
                </a:lnTo>
                <a:lnTo>
                  <a:pt x="14046" y="555904"/>
                </a:lnTo>
                <a:lnTo>
                  <a:pt x="14046" y="555680"/>
                </a:lnTo>
              </a:path>
              <a:path w="444995" h="656463">
                <a:moveTo>
                  <a:pt x="14046" y="555680"/>
                </a:moveTo>
                <a:lnTo>
                  <a:pt x="14461" y="556679"/>
                </a:lnTo>
                <a:lnTo>
                  <a:pt x="15249" y="556679"/>
                </a:lnTo>
                <a:lnTo>
                  <a:pt x="14594" y="555680"/>
                </a:lnTo>
              </a:path>
              <a:path w="444995" h="656463">
                <a:moveTo>
                  <a:pt x="14461" y="556679"/>
                </a:moveTo>
                <a:lnTo>
                  <a:pt x="13875" y="556933"/>
                </a:lnTo>
                <a:lnTo>
                  <a:pt x="13625" y="557041"/>
                </a:lnTo>
                <a:lnTo>
                  <a:pt x="14302" y="557720"/>
                </a:lnTo>
                <a:lnTo>
                  <a:pt x="15263" y="557720"/>
                </a:lnTo>
                <a:lnTo>
                  <a:pt x="14662" y="557041"/>
                </a:lnTo>
                <a:lnTo>
                  <a:pt x="14567" y="556679"/>
                </a:lnTo>
              </a:path>
              <a:path w="444995" h="656463">
                <a:moveTo>
                  <a:pt x="14567" y="556679"/>
                </a:moveTo>
                <a:lnTo>
                  <a:pt x="15145" y="557544"/>
                </a:lnTo>
                <a:lnTo>
                  <a:pt x="15263" y="557720"/>
                </a:lnTo>
                <a:lnTo>
                  <a:pt x="15608" y="557720"/>
                </a:lnTo>
                <a:lnTo>
                  <a:pt x="15608" y="557544"/>
                </a:lnTo>
                <a:lnTo>
                  <a:pt x="15249" y="556679"/>
                </a:lnTo>
              </a:path>
              <a:path w="444995" h="656463">
                <a:moveTo>
                  <a:pt x="16649" y="557720"/>
                </a:moveTo>
                <a:lnTo>
                  <a:pt x="15681" y="557720"/>
                </a:lnTo>
                <a:lnTo>
                  <a:pt x="16649" y="557720"/>
                </a:lnTo>
              </a:path>
              <a:path w="444995" h="656463">
                <a:moveTo>
                  <a:pt x="13792" y="557720"/>
                </a:moveTo>
                <a:lnTo>
                  <a:pt x="13792" y="557720"/>
                </a:lnTo>
                <a:lnTo>
                  <a:pt x="14302" y="557720"/>
                </a:lnTo>
              </a:path>
              <a:path w="444995" h="656463">
                <a:moveTo>
                  <a:pt x="15608" y="557720"/>
                </a:moveTo>
                <a:lnTo>
                  <a:pt x="15753" y="557911"/>
                </a:lnTo>
                <a:lnTo>
                  <a:pt x="16649" y="557911"/>
                </a:lnTo>
                <a:lnTo>
                  <a:pt x="16649" y="557720"/>
                </a:lnTo>
              </a:path>
              <a:path w="444995" h="656463">
                <a:moveTo>
                  <a:pt x="13792" y="557720"/>
                </a:moveTo>
                <a:lnTo>
                  <a:pt x="14153" y="558081"/>
                </a:lnTo>
                <a:lnTo>
                  <a:pt x="14820" y="558749"/>
                </a:lnTo>
                <a:lnTo>
                  <a:pt x="16129" y="560057"/>
                </a:lnTo>
                <a:lnTo>
                  <a:pt x="16649" y="560057"/>
                </a:lnTo>
                <a:lnTo>
                  <a:pt x="14833" y="558749"/>
                </a:lnTo>
                <a:lnTo>
                  <a:pt x="14663" y="558081"/>
                </a:lnTo>
                <a:lnTo>
                  <a:pt x="15263" y="557720"/>
                </a:lnTo>
              </a:path>
              <a:path w="444995" h="656463">
                <a:moveTo>
                  <a:pt x="15753" y="557911"/>
                </a:moveTo>
                <a:lnTo>
                  <a:pt x="15767" y="557929"/>
                </a:lnTo>
                <a:lnTo>
                  <a:pt x="16459" y="557911"/>
                </a:lnTo>
              </a:path>
              <a:path w="444995" h="656463">
                <a:moveTo>
                  <a:pt x="16459" y="557911"/>
                </a:moveTo>
                <a:lnTo>
                  <a:pt x="16611" y="558279"/>
                </a:lnTo>
                <a:lnTo>
                  <a:pt x="16649" y="558749"/>
                </a:lnTo>
                <a:lnTo>
                  <a:pt x="16649" y="559015"/>
                </a:lnTo>
                <a:lnTo>
                  <a:pt x="16649" y="559745"/>
                </a:lnTo>
                <a:lnTo>
                  <a:pt x="16649" y="560057"/>
                </a:lnTo>
                <a:lnTo>
                  <a:pt x="17052" y="560057"/>
                </a:lnTo>
                <a:lnTo>
                  <a:pt x="17219" y="559745"/>
                </a:lnTo>
                <a:lnTo>
                  <a:pt x="16916" y="559015"/>
                </a:lnTo>
                <a:lnTo>
                  <a:pt x="16806" y="558749"/>
                </a:lnTo>
                <a:lnTo>
                  <a:pt x="16675" y="558370"/>
                </a:lnTo>
                <a:lnTo>
                  <a:pt x="16649" y="557911"/>
                </a:lnTo>
              </a:path>
              <a:path w="444995" h="656463">
                <a:moveTo>
                  <a:pt x="16129" y="560057"/>
                </a:moveTo>
                <a:lnTo>
                  <a:pt x="16383" y="560311"/>
                </a:lnTo>
                <a:lnTo>
                  <a:pt x="17691" y="561619"/>
                </a:lnTo>
                <a:lnTo>
                  <a:pt x="16916" y="560311"/>
                </a:lnTo>
                <a:lnTo>
                  <a:pt x="17052" y="560057"/>
                </a:lnTo>
              </a:path>
              <a:path w="444995" h="656463">
                <a:moveTo>
                  <a:pt x="6235" y="561619"/>
                </a:moveTo>
                <a:lnTo>
                  <a:pt x="6235" y="562346"/>
                </a:lnTo>
                <a:lnTo>
                  <a:pt x="6284" y="563397"/>
                </a:lnTo>
                <a:lnTo>
                  <a:pt x="6366" y="563592"/>
                </a:lnTo>
                <a:lnTo>
                  <a:pt x="6438" y="563765"/>
                </a:lnTo>
                <a:lnTo>
                  <a:pt x="6959" y="564807"/>
                </a:lnTo>
                <a:lnTo>
                  <a:pt x="7149" y="564997"/>
                </a:lnTo>
                <a:lnTo>
                  <a:pt x="7277" y="565124"/>
                </a:lnTo>
                <a:lnTo>
                  <a:pt x="7412" y="565327"/>
                </a:lnTo>
                <a:lnTo>
                  <a:pt x="7355" y="565124"/>
                </a:lnTo>
                <a:lnTo>
                  <a:pt x="7277" y="564997"/>
                </a:lnTo>
                <a:lnTo>
                  <a:pt x="7277" y="564840"/>
                </a:lnTo>
                <a:lnTo>
                  <a:pt x="6828" y="563765"/>
                </a:lnTo>
                <a:lnTo>
                  <a:pt x="6755" y="563592"/>
                </a:lnTo>
                <a:lnTo>
                  <a:pt x="6704" y="563397"/>
                </a:lnTo>
                <a:lnTo>
                  <a:pt x="6427" y="562346"/>
                </a:lnTo>
              </a:path>
              <a:path w="444995" h="656463">
                <a:moveTo>
                  <a:pt x="8318" y="564997"/>
                </a:moveTo>
                <a:lnTo>
                  <a:pt x="7480" y="565327"/>
                </a:lnTo>
                <a:lnTo>
                  <a:pt x="9950" y="565327"/>
                </a:lnTo>
                <a:lnTo>
                  <a:pt x="9619" y="564997"/>
                </a:lnTo>
              </a:path>
              <a:path w="444995" h="656463">
                <a:moveTo>
                  <a:pt x="7412" y="565327"/>
                </a:moveTo>
                <a:lnTo>
                  <a:pt x="8318" y="566683"/>
                </a:lnTo>
                <a:lnTo>
                  <a:pt x="8448" y="566813"/>
                </a:lnTo>
                <a:lnTo>
                  <a:pt x="11442" y="566813"/>
                </a:lnTo>
                <a:lnTo>
                  <a:pt x="11312" y="566683"/>
                </a:lnTo>
                <a:lnTo>
                  <a:pt x="9950" y="565327"/>
                </a:lnTo>
              </a:path>
              <a:path w="444995" h="656463">
                <a:moveTo>
                  <a:pt x="8448" y="566813"/>
                </a:moveTo>
                <a:lnTo>
                  <a:pt x="9226" y="567588"/>
                </a:lnTo>
                <a:lnTo>
                  <a:pt x="12230" y="567588"/>
                </a:lnTo>
                <a:lnTo>
                  <a:pt x="17437" y="572274"/>
                </a:lnTo>
                <a:lnTo>
                  <a:pt x="16028" y="567588"/>
                </a:lnTo>
                <a:lnTo>
                  <a:pt x="15795" y="566813"/>
                </a:lnTo>
              </a:path>
              <a:path w="444995" h="656463">
                <a:moveTo>
                  <a:pt x="14046" y="62191"/>
                </a:moveTo>
                <a:lnTo>
                  <a:pt x="14566" y="63106"/>
                </a:lnTo>
                <a:lnTo>
                  <a:pt x="14566" y="61023"/>
                </a:lnTo>
                <a:lnTo>
                  <a:pt x="14046" y="61544"/>
                </a:lnTo>
                <a:lnTo>
                  <a:pt x="14046" y="62191"/>
                </a:lnTo>
                <a:lnTo>
                  <a:pt x="14046" y="63626"/>
                </a:lnTo>
                <a:lnTo>
                  <a:pt x="14046" y="62191"/>
                </a:lnTo>
                <a:close/>
              </a:path>
              <a:path w="444995" h="656463">
                <a:moveTo>
                  <a:pt x="16373" y="559392"/>
                </a:moveTo>
                <a:lnTo>
                  <a:pt x="16274" y="558749"/>
                </a:lnTo>
                <a:lnTo>
                  <a:pt x="16107" y="558749"/>
                </a:lnTo>
                <a:lnTo>
                  <a:pt x="15608" y="558473"/>
                </a:lnTo>
                <a:lnTo>
                  <a:pt x="15608" y="557863"/>
                </a:lnTo>
                <a:lnTo>
                  <a:pt x="15767" y="557929"/>
                </a:lnTo>
                <a:lnTo>
                  <a:pt x="15608" y="557720"/>
                </a:lnTo>
                <a:lnTo>
                  <a:pt x="15263" y="557720"/>
                </a:lnTo>
                <a:lnTo>
                  <a:pt x="14663" y="558081"/>
                </a:lnTo>
                <a:lnTo>
                  <a:pt x="14833" y="558749"/>
                </a:lnTo>
                <a:lnTo>
                  <a:pt x="16649" y="560057"/>
                </a:lnTo>
                <a:lnTo>
                  <a:pt x="16373" y="559392"/>
                </a:lnTo>
                <a:close/>
              </a:path>
              <a:path w="444995" h="656463">
                <a:moveTo>
                  <a:pt x="15468" y="572795"/>
                </a:moveTo>
                <a:lnTo>
                  <a:pt x="15469" y="572274"/>
                </a:lnTo>
                <a:lnTo>
                  <a:pt x="15278" y="572084"/>
                </a:lnTo>
                <a:lnTo>
                  <a:pt x="14947" y="572274"/>
                </a:lnTo>
                <a:lnTo>
                  <a:pt x="14439" y="572274"/>
                </a:lnTo>
                <a:lnTo>
                  <a:pt x="12869" y="570712"/>
                </a:lnTo>
                <a:lnTo>
                  <a:pt x="12833" y="569671"/>
                </a:lnTo>
                <a:lnTo>
                  <a:pt x="11633" y="569480"/>
                </a:lnTo>
                <a:lnTo>
                  <a:pt x="11442" y="569096"/>
                </a:lnTo>
                <a:lnTo>
                  <a:pt x="11442" y="568629"/>
                </a:lnTo>
                <a:lnTo>
                  <a:pt x="13267" y="568629"/>
                </a:lnTo>
                <a:lnTo>
                  <a:pt x="14312" y="569671"/>
                </a:lnTo>
                <a:lnTo>
                  <a:pt x="13271" y="568629"/>
                </a:lnTo>
                <a:lnTo>
                  <a:pt x="17437" y="572274"/>
                </a:lnTo>
                <a:lnTo>
                  <a:pt x="12230" y="567588"/>
                </a:lnTo>
                <a:lnTo>
                  <a:pt x="9226" y="567588"/>
                </a:lnTo>
                <a:lnTo>
                  <a:pt x="8318" y="566683"/>
                </a:lnTo>
                <a:lnTo>
                  <a:pt x="7277" y="565645"/>
                </a:lnTo>
                <a:lnTo>
                  <a:pt x="7150" y="564997"/>
                </a:lnTo>
                <a:lnTo>
                  <a:pt x="6959" y="564807"/>
                </a:lnTo>
                <a:lnTo>
                  <a:pt x="6618" y="564997"/>
                </a:lnTo>
                <a:lnTo>
                  <a:pt x="8318" y="566686"/>
                </a:lnTo>
                <a:lnTo>
                  <a:pt x="9226" y="567588"/>
                </a:lnTo>
                <a:lnTo>
                  <a:pt x="10274" y="568629"/>
                </a:lnTo>
                <a:lnTo>
                  <a:pt x="11315" y="569671"/>
                </a:lnTo>
                <a:lnTo>
                  <a:pt x="11112" y="568960"/>
                </a:lnTo>
                <a:lnTo>
                  <a:pt x="11442" y="569290"/>
                </a:lnTo>
                <a:lnTo>
                  <a:pt x="11823" y="569671"/>
                </a:lnTo>
                <a:lnTo>
                  <a:pt x="12153" y="570001"/>
                </a:lnTo>
                <a:lnTo>
                  <a:pt x="12357" y="570712"/>
                </a:lnTo>
                <a:lnTo>
                  <a:pt x="11442" y="569801"/>
                </a:lnTo>
                <a:lnTo>
                  <a:pt x="11442" y="572795"/>
                </a:lnTo>
                <a:lnTo>
                  <a:pt x="15468" y="572795"/>
                </a:lnTo>
                <a:close/>
              </a:path>
              <a:path w="444995" h="656463">
                <a:moveTo>
                  <a:pt x="13919" y="60108"/>
                </a:moveTo>
                <a:lnTo>
                  <a:pt x="14566" y="59461"/>
                </a:lnTo>
                <a:lnTo>
                  <a:pt x="15087" y="58940"/>
                </a:lnTo>
                <a:lnTo>
                  <a:pt x="15087" y="57912"/>
                </a:lnTo>
                <a:lnTo>
                  <a:pt x="14431" y="58047"/>
                </a:lnTo>
                <a:lnTo>
                  <a:pt x="15113" y="56324"/>
                </a:lnTo>
                <a:lnTo>
                  <a:pt x="15608" y="55829"/>
                </a:lnTo>
                <a:lnTo>
                  <a:pt x="15608" y="55689"/>
                </a:lnTo>
                <a:lnTo>
                  <a:pt x="15481" y="55434"/>
                </a:lnTo>
                <a:lnTo>
                  <a:pt x="15608" y="55129"/>
                </a:lnTo>
                <a:lnTo>
                  <a:pt x="15608" y="54914"/>
                </a:lnTo>
                <a:lnTo>
                  <a:pt x="15417" y="55499"/>
                </a:lnTo>
                <a:lnTo>
                  <a:pt x="15287" y="55689"/>
                </a:lnTo>
                <a:lnTo>
                  <a:pt x="14961" y="56476"/>
                </a:lnTo>
                <a:lnTo>
                  <a:pt x="14376" y="58102"/>
                </a:lnTo>
                <a:lnTo>
                  <a:pt x="14063" y="58936"/>
                </a:lnTo>
                <a:lnTo>
                  <a:pt x="13855" y="59143"/>
                </a:lnTo>
                <a:lnTo>
                  <a:pt x="13335" y="60693"/>
                </a:lnTo>
                <a:lnTo>
                  <a:pt x="13919" y="60108"/>
                </a:lnTo>
                <a:close/>
              </a:path>
              <a:path w="444995" h="656463">
                <a:moveTo>
                  <a:pt x="16649" y="558370"/>
                </a:moveTo>
                <a:lnTo>
                  <a:pt x="16459" y="557911"/>
                </a:lnTo>
                <a:lnTo>
                  <a:pt x="15767" y="557929"/>
                </a:lnTo>
                <a:lnTo>
                  <a:pt x="15608" y="557863"/>
                </a:lnTo>
                <a:lnTo>
                  <a:pt x="15608" y="558473"/>
                </a:lnTo>
                <a:lnTo>
                  <a:pt x="16107" y="558749"/>
                </a:lnTo>
                <a:lnTo>
                  <a:pt x="16274" y="558749"/>
                </a:lnTo>
                <a:lnTo>
                  <a:pt x="16373" y="559392"/>
                </a:lnTo>
                <a:lnTo>
                  <a:pt x="16649" y="560057"/>
                </a:lnTo>
                <a:lnTo>
                  <a:pt x="16649" y="558370"/>
                </a:lnTo>
                <a:close/>
              </a:path>
              <a:path w="444995" h="656463">
                <a:moveTo>
                  <a:pt x="16389" y="49974"/>
                </a:moveTo>
                <a:lnTo>
                  <a:pt x="15875" y="49974"/>
                </a:lnTo>
                <a:lnTo>
                  <a:pt x="13792" y="41135"/>
                </a:lnTo>
                <a:lnTo>
                  <a:pt x="11183" y="43738"/>
                </a:lnTo>
                <a:lnTo>
                  <a:pt x="7797" y="47117"/>
                </a:lnTo>
                <a:lnTo>
                  <a:pt x="12230" y="43738"/>
                </a:lnTo>
                <a:lnTo>
                  <a:pt x="13271" y="53086"/>
                </a:lnTo>
                <a:lnTo>
                  <a:pt x="16389" y="49974"/>
                </a:lnTo>
                <a:close/>
              </a:path>
              <a:path w="444995" h="656463">
                <a:moveTo>
                  <a:pt x="16128" y="56870"/>
                </a:moveTo>
                <a:lnTo>
                  <a:pt x="16128" y="56349"/>
                </a:lnTo>
                <a:lnTo>
                  <a:pt x="15608" y="56870"/>
                </a:lnTo>
                <a:lnTo>
                  <a:pt x="15608" y="57391"/>
                </a:lnTo>
                <a:lnTo>
                  <a:pt x="16128" y="56870"/>
                </a:lnTo>
                <a:close/>
              </a:path>
              <a:path w="444995" h="656463">
                <a:moveTo>
                  <a:pt x="16128" y="55308"/>
                </a:moveTo>
                <a:lnTo>
                  <a:pt x="16649" y="54787"/>
                </a:lnTo>
                <a:lnTo>
                  <a:pt x="17170" y="54267"/>
                </a:lnTo>
                <a:lnTo>
                  <a:pt x="16649" y="54267"/>
                </a:lnTo>
                <a:lnTo>
                  <a:pt x="16128" y="53873"/>
                </a:lnTo>
                <a:lnTo>
                  <a:pt x="16129" y="54787"/>
                </a:lnTo>
                <a:lnTo>
                  <a:pt x="15747" y="55689"/>
                </a:lnTo>
                <a:lnTo>
                  <a:pt x="16128" y="55308"/>
                </a:lnTo>
                <a:close/>
              </a:path>
              <a:path w="444995" h="656463">
                <a:moveTo>
                  <a:pt x="26403" y="28663"/>
                </a:moveTo>
                <a:lnTo>
                  <a:pt x="25882" y="29184"/>
                </a:lnTo>
                <a:lnTo>
                  <a:pt x="25362" y="29705"/>
                </a:lnTo>
                <a:lnTo>
                  <a:pt x="24841" y="30225"/>
                </a:lnTo>
                <a:lnTo>
                  <a:pt x="24320" y="30746"/>
                </a:lnTo>
                <a:lnTo>
                  <a:pt x="24589" y="30746"/>
                </a:lnTo>
                <a:lnTo>
                  <a:pt x="25846" y="30226"/>
                </a:lnTo>
                <a:lnTo>
                  <a:pt x="26403" y="29705"/>
                </a:lnTo>
                <a:lnTo>
                  <a:pt x="26924" y="29184"/>
                </a:lnTo>
                <a:lnTo>
                  <a:pt x="27444" y="28663"/>
                </a:lnTo>
              </a:path>
              <a:path w="444995" h="656463">
                <a:moveTo>
                  <a:pt x="23799" y="30746"/>
                </a:moveTo>
                <a:lnTo>
                  <a:pt x="23799" y="30746"/>
                </a:lnTo>
                <a:lnTo>
                  <a:pt x="24320" y="30746"/>
                </a:lnTo>
              </a:path>
              <a:path w="444995" h="656463">
                <a:moveTo>
                  <a:pt x="25247" y="30746"/>
                </a:moveTo>
                <a:lnTo>
                  <a:pt x="24193" y="31267"/>
                </a:lnTo>
                <a:lnTo>
                  <a:pt x="23152" y="31788"/>
                </a:lnTo>
                <a:lnTo>
                  <a:pt x="22110" y="32816"/>
                </a:lnTo>
                <a:lnTo>
                  <a:pt x="21680" y="39319"/>
                </a:lnTo>
                <a:lnTo>
                  <a:pt x="21404" y="43472"/>
                </a:lnTo>
                <a:lnTo>
                  <a:pt x="22377" y="43472"/>
                </a:lnTo>
                <a:lnTo>
                  <a:pt x="26530" y="39319"/>
                </a:lnTo>
                <a:lnTo>
                  <a:pt x="25557" y="32816"/>
                </a:lnTo>
                <a:lnTo>
                  <a:pt x="25403" y="31788"/>
                </a:lnTo>
                <a:lnTo>
                  <a:pt x="25325" y="31267"/>
                </a:lnTo>
              </a:path>
              <a:path w="444995" h="656463">
                <a:moveTo>
                  <a:pt x="23799" y="30746"/>
                </a:moveTo>
                <a:lnTo>
                  <a:pt x="23609" y="30937"/>
                </a:lnTo>
                <a:lnTo>
                  <a:pt x="23279" y="31267"/>
                </a:lnTo>
                <a:lnTo>
                  <a:pt x="23548" y="31267"/>
                </a:lnTo>
                <a:lnTo>
                  <a:pt x="24130" y="30937"/>
                </a:lnTo>
                <a:lnTo>
                  <a:pt x="24589" y="30746"/>
                </a:lnTo>
              </a:path>
              <a:path w="444995" h="656463">
                <a:moveTo>
                  <a:pt x="22758" y="31267"/>
                </a:moveTo>
                <a:lnTo>
                  <a:pt x="22758" y="31267"/>
                </a:lnTo>
                <a:lnTo>
                  <a:pt x="23279" y="31267"/>
                </a:lnTo>
              </a:path>
              <a:path w="444995" h="656463">
                <a:moveTo>
                  <a:pt x="22758" y="31267"/>
                </a:moveTo>
                <a:lnTo>
                  <a:pt x="22567" y="31457"/>
                </a:lnTo>
                <a:lnTo>
                  <a:pt x="22237" y="31788"/>
                </a:lnTo>
                <a:lnTo>
                  <a:pt x="22508" y="31788"/>
                </a:lnTo>
                <a:lnTo>
                  <a:pt x="23088" y="31457"/>
                </a:lnTo>
                <a:lnTo>
                  <a:pt x="23548" y="31267"/>
                </a:lnTo>
              </a:path>
              <a:path w="444995" h="656463">
                <a:moveTo>
                  <a:pt x="21196" y="31788"/>
                </a:moveTo>
                <a:lnTo>
                  <a:pt x="21196" y="31788"/>
                </a:lnTo>
                <a:lnTo>
                  <a:pt x="22237" y="31788"/>
                </a:lnTo>
              </a:path>
              <a:path w="444995" h="656463">
                <a:moveTo>
                  <a:pt x="21196" y="31788"/>
                </a:moveTo>
                <a:lnTo>
                  <a:pt x="21005" y="31978"/>
                </a:lnTo>
                <a:lnTo>
                  <a:pt x="20485" y="32499"/>
                </a:lnTo>
                <a:lnTo>
                  <a:pt x="20167" y="32816"/>
                </a:lnTo>
                <a:lnTo>
                  <a:pt x="20454" y="32816"/>
                </a:lnTo>
                <a:lnTo>
                  <a:pt x="21005" y="32499"/>
                </a:lnTo>
                <a:lnTo>
                  <a:pt x="22047" y="31978"/>
                </a:lnTo>
                <a:lnTo>
                  <a:pt x="22508" y="31788"/>
                </a:lnTo>
              </a:path>
              <a:path w="444995" h="656463">
                <a:moveTo>
                  <a:pt x="20685" y="31788"/>
                </a:moveTo>
                <a:lnTo>
                  <a:pt x="19650" y="32816"/>
                </a:lnTo>
                <a:lnTo>
                  <a:pt x="20167" y="32816"/>
                </a:lnTo>
              </a:path>
              <a:path w="444995" h="656463">
                <a:moveTo>
                  <a:pt x="19650" y="32816"/>
                </a:moveTo>
                <a:lnTo>
                  <a:pt x="19446" y="33019"/>
                </a:lnTo>
                <a:lnTo>
                  <a:pt x="19127" y="33337"/>
                </a:lnTo>
                <a:lnTo>
                  <a:pt x="18906" y="33337"/>
                </a:lnTo>
                <a:lnTo>
                  <a:pt x="18592" y="33337"/>
                </a:lnTo>
                <a:lnTo>
                  <a:pt x="18186" y="33540"/>
                </a:lnTo>
                <a:lnTo>
                  <a:pt x="17551" y="33858"/>
                </a:lnTo>
                <a:lnTo>
                  <a:pt x="16649" y="34759"/>
                </a:lnTo>
                <a:lnTo>
                  <a:pt x="16510" y="34899"/>
                </a:lnTo>
                <a:lnTo>
                  <a:pt x="16519" y="35090"/>
                </a:lnTo>
                <a:lnTo>
                  <a:pt x="16631" y="37399"/>
                </a:lnTo>
                <a:lnTo>
                  <a:pt x="17014" y="37399"/>
                </a:lnTo>
                <a:lnTo>
                  <a:pt x="16840" y="35090"/>
                </a:lnTo>
                <a:lnTo>
                  <a:pt x="16649" y="34899"/>
                </a:lnTo>
                <a:lnTo>
                  <a:pt x="17207" y="34899"/>
                </a:lnTo>
                <a:lnTo>
                  <a:pt x="17403" y="34759"/>
                </a:lnTo>
                <a:lnTo>
                  <a:pt x="18072" y="33858"/>
                </a:lnTo>
                <a:lnTo>
                  <a:pt x="18923" y="33540"/>
                </a:lnTo>
                <a:lnTo>
                  <a:pt x="19413" y="33337"/>
                </a:lnTo>
                <a:lnTo>
                  <a:pt x="19964" y="33019"/>
                </a:lnTo>
                <a:lnTo>
                  <a:pt x="20454" y="32816"/>
                </a:lnTo>
              </a:path>
              <a:path w="444995" h="656463">
                <a:moveTo>
                  <a:pt x="21069" y="33337"/>
                </a:moveTo>
                <a:lnTo>
                  <a:pt x="20561" y="33858"/>
                </a:lnTo>
                <a:lnTo>
                  <a:pt x="19519" y="34899"/>
                </a:lnTo>
                <a:lnTo>
                  <a:pt x="17014" y="37399"/>
                </a:lnTo>
                <a:lnTo>
                  <a:pt x="21166" y="37399"/>
                </a:lnTo>
                <a:lnTo>
                  <a:pt x="21106" y="34899"/>
                </a:lnTo>
                <a:lnTo>
                  <a:pt x="21081" y="33858"/>
                </a:lnTo>
              </a:path>
              <a:path w="444995" h="656463">
                <a:moveTo>
                  <a:pt x="16631" y="37399"/>
                </a:moveTo>
                <a:lnTo>
                  <a:pt x="16649" y="37761"/>
                </a:lnTo>
                <a:lnTo>
                  <a:pt x="16389" y="38023"/>
                </a:lnTo>
                <a:lnTo>
                  <a:pt x="21181" y="38023"/>
                </a:lnTo>
                <a:lnTo>
                  <a:pt x="21174" y="37761"/>
                </a:lnTo>
                <a:lnTo>
                  <a:pt x="21166" y="37399"/>
                </a:lnTo>
              </a:path>
              <a:path w="444995" h="656463">
                <a:moveTo>
                  <a:pt x="13716" y="37693"/>
                </a:moveTo>
              </a:path>
              <a:path w="444995" h="656463">
                <a:moveTo>
                  <a:pt x="13715" y="37693"/>
                </a:moveTo>
                <a:lnTo>
                  <a:pt x="13525" y="37884"/>
                </a:lnTo>
                <a:lnTo>
                  <a:pt x="14206" y="37884"/>
                </a:lnTo>
              </a:path>
              <a:path w="444995" h="656463">
                <a:moveTo>
                  <a:pt x="13525" y="37884"/>
                </a:moveTo>
                <a:lnTo>
                  <a:pt x="13195" y="38214"/>
                </a:lnTo>
                <a:lnTo>
                  <a:pt x="13525" y="37884"/>
                </a:lnTo>
              </a:path>
              <a:path w="444995" h="656463">
                <a:moveTo>
                  <a:pt x="13525" y="37884"/>
                </a:moveTo>
                <a:lnTo>
                  <a:pt x="13525" y="38023"/>
                </a:lnTo>
                <a:lnTo>
                  <a:pt x="13525" y="39839"/>
                </a:lnTo>
                <a:lnTo>
                  <a:pt x="14566" y="39839"/>
                </a:lnTo>
                <a:lnTo>
                  <a:pt x="14566" y="38023"/>
                </a:lnTo>
                <a:lnTo>
                  <a:pt x="14206" y="37884"/>
                </a:lnTo>
              </a:path>
              <a:path w="444995" h="656463">
                <a:moveTo>
                  <a:pt x="16389" y="38023"/>
                </a:moveTo>
                <a:lnTo>
                  <a:pt x="14566" y="39839"/>
                </a:lnTo>
                <a:lnTo>
                  <a:pt x="16395" y="38023"/>
                </a:lnTo>
              </a:path>
              <a:path w="444995" h="656463">
                <a:moveTo>
                  <a:pt x="16395" y="38023"/>
                </a:moveTo>
                <a:lnTo>
                  <a:pt x="16649" y="38277"/>
                </a:lnTo>
                <a:lnTo>
                  <a:pt x="16707" y="44513"/>
                </a:lnTo>
                <a:lnTo>
                  <a:pt x="21336" y="44513"/>
                </a:lnTo>
                <a:lnTo>
                  <a:pt x="21187" y="38277"/>
                </a:lnTo>
                <a:lnTo>
                  <a:pt x="21181" y="38023"/>
                </a:lnTo>
              </a:path>
              <a:path w="444995" h="656463">
                <a:moveTo>
                  <a:pt x="13525" y="39839"/>
                </a:moveTo>
                <a:lnTo>
                  <a:pt x="13525" y="40881"/>
                </a:lnTo>
                <a:lnTo>
                  <a:pt x="13270" y="41135"/>
                </a:lnTo>
                <a:lnTo>
                  <a:pt x="13526" y="40881"/>
                </a:lnTo>
                <a:lnTo>
                  <a:pt x="14571" y="39839"/>
                </a:lnTo>
              </a:path>
              <a:path w="444995" h="656463">
                <a:moveTo>
                  <a:pt x="22377" y="43472"/>
                </a:moveTo>
                <a:lnTo>
                  <a:pt x="22377" y="43472"/>
                </a:lnTo>
                <a:lnTo>
                  <a:pt x="22377" y="43472"/>
                </a:lnTo>
              </a:path>
              <a:path w="444995" h="656463">
                <a:moveTo>
                  <a:pt x="21404" y="43472"/>
                </a:moveTo>
                <a:lnTo>
                  <a:pt x="21336" y="44513"/>
                </a:lnTo>
                <a:lnTo>
                  <a:pt x="22377" y="43472"/>
                </a:lnTo>
              </a:path>
              <a:path w="444995" h="656463">
                <a:moveTo>
                  <a:pt x="16707" y="44513"/>
                </a:moveTo>
                <a:lnTo>
                  <a:pt x="16714" y="45288"/>
                </a:lnTo>
                <a:lnTo>
                  <a:pt x="21306" y="45288"/>
                </a:lnTo>
                <a:lnTo>
                  <a:pt x="21336" y="44513"/>
                </a:lnTo>
              </a:path>
              <a:path w="444995" h="656463">
                <a:moveTo>
                  <a:pt x="16714" y="45288"/>
                </a:moveTo>
                <a:lnTo>
                  <a:pt x="16719" y="45808"/>
                </a:lnTo>
                <a:lnTo>
                  <a:pt x="16729" y="46850"/>
                </a:lnTo>
                <a:lnTo>
                  <a:pt x="18999" y="46850"/>
                </a:lnTo>
                <a:lnTo>
                  <a:pt x="20040" y="45808"/>
                </a:lnTo>
                <a:lnTo>
                  <a:pt x="20561" y="45288"/>
                </a:lnTo>
              </a:path>
              <a:path w="444995" h="656463">
                <a:moveTo>
                  <a:pt x="20561" y="45288"/>
                </a:moveTo>
                <a:lnTo>
                  <a:pt x="21014" y="45288"/>
                </a:lnTo>
                <a:lnTo>
                  <a:pt x="20954" y="45432"/>
                </a:lnTo>
                <a:lnTo>
                  <a:pt x="20799" y="45808"/>
                </a:lnTo>
                <a:lnTo>
                  <a:pt x="20648" y="46171"/>
                </a:lnTo>
                <a:lnTo>
                  <a:pt x="20367" y="46850"/>
                </a:lnTo>
                <a:lnTo>
                  <a:pt x="20201" y="47713"/>
                </a:lnTo>
                <a:lnTo>
                  <a:pt x="20624" y="47713"/>
                </a:lnTo>
                <a:lnTo>
                  <a:pt x="20981" y="46850"/>
                </a:lnTo>
                <a:lnTo>
                  <a:pt x="21231" y="46171"/>
                </a:lnTo>
                <a:lnTo>
                  <a:pt x="21336" y="45888"/>
                </a:lnTo>
                <a:lnTo>
                  <a:pt x="21314" y="45432"/>
                </a:lnTo>
                <a:lnTo>
                  <a:pt x="21306" y="45288"/>
                </a:lnTo>
              </a:path>
              <a:path w="444995" h="656463">
                <a:moveTo>
                  <a:pt x="19668" y="46850"/>
                </a:moveTo>
                <a:lnTo>
                  <a:pt x="18999" y="46850"/>
                </a:lnTo>
                <a:lnTo>
                  <a:pt x="19668" y="46850"/>
                </a:lnTo>
              </a:path>
              <a:path w="444995" h="656463">
                <a:moveTo>
                  <a:pt x="16729" y="46850"/>
                </a:moveTo>
                <a:lnTo>
                  <a:pt x="16731" y="47117"/>
                </a:lnTo>
                <a:lnTo>
                  <a:pt x="19680" y="47117"/>
                </a:lnTo>
                <a:lnTo>
                  <a:pt x="19668" y="46850"/>
                </a:lnTo>
              </a:path>
              <a:path w="444995" h="656463">
                <a:moveTo>
                  <a:pt x="16731" y="47117"/>
                </a:moveTo>
                <a:lnTo>
                  <a:pt x="16755" y="49609"/>
                </a:lnTo>
                <a:lnTo>
                  <a:pt x="19253" y="47117"/>
                </a:lnTo>
              </a:path>
              <a:path w="444995" h="656463">
                <a:moveTo>
                  <a:pt x="19253" y="47117"/>
                </a:moveTo>
                <a:lnTo>
                  <a:pt x="19253" y="48374"/>
                </a:lnTo>
                <a:lnTo>
                  <a:pt x="19253" y="48574"/>
                </a:lnTo>
                <a:lnTo>
                  <a:pt x="19226" y="48742"/>
                </a:lnTo>
                <a:lnTo>
                  <a:pt x="19583" y="48742"/>
                </a:lnTo>
                <a:lnTo>
                  <a:pt x="19653" y="48574"/>
                </a:lnTo>
                <a:lnTo>
                  <a:pt x="19735" y="48374"/>
                </a:lnTo>
                <a:lnTo>
                  <a:pt x="19680" y="47117"/>
                </a:lnTo>
              </a:path>
              <a:path w="444995" h="656463">
                <a:moveTo>
                  <a:pt x="21336" y="47510"/>
                </a:moveTo>
                <a:lnTo>
                  <a:pt x="20624" y="47713"/>
                </a:lnTo>
                <a:lnTo>
                  <a:pt x="21132" y="47713"/>
                </a:lnTo>
              </a:path>
              <a:path w="444995" h="656463">
                <a:moveTo>
                  <a:pt x="20201" y="47713"/>
                </a:moveTo>
                <a:lnTo>
                  <a:pt x="20104" y="48221"/>
                </a:lnTo>
                <a:lnTo>
                  <a:pt x="19773" y="48552"/>
                </a:lnTo>
                <a:lnTo>
                  <a:pt x="19583" y="48742"/>
                </a:lnTo>
                <a:lnTo>
                  <a:pt x="20104" y="48742"/>
                </a:lnTo>
                <a:lnTo>
                  <a:pt x="20294" y="48552"/>
                </a:lnTo>
                <a:lnTo>
                  <a:pt x="20624" y="48221"/>
                </a:lnTo>
                <a:lnTo>
                  <a:pt x="21132" y="47713"/>
                </a:lnTo>
              </a:path>
              <a:path w="444995" h="656463">
                <a:moveTo>
                  <a:pt x="19226" y="48742"/>
                </a:moveTo>
                <a:lnTo>
                  <a:pt x="19174" y="49072"/>
                </a:lnTo>
                <a:lnTo>
                  <a:pt x="19092" y="49593"/>
                </a:lnTo>
                <a:lnTo>
                  <a:pt x="19062" y="49784"/>
                </a:lnTo>
                <a:lnTo>
                  <a:pt x="19253" y="49593"/>
                </a:lnTo>
                <a:lnTo>
                  <a:pt x="19773" y="49072"/>
                </a:lnTo>
                <a:lnTo>
                  <a:pt x="20104" y="48742"/>
                </a:lnTo>
              </a:path>
              <a:path w="444995" h="656463">
                <a:moveTo>
                  <a:pt x="16388" y="38023"/>
                </a:moveTo>
                <a:lnTo>
                  <a:pt x="14566" y="36853"/>
                </a:lnTo>
                <a:lnTo>
                  <a:pt x="14249" y="37172"/>
                </a:lnTo>
                <a:lnTo>
                  <a:pt x="14566" y="38023"/>
                </a:lnTo>
                <a:lnTo>
                  <a:pt x="14566" y="39839"/>
                </a:lnTo>
                <a:lnTo>
                  <a:pt x="16388" y="38023"/>
                </a:lnTo>
                <a:close/>
              </a:path>
              <a:path w="444995" h="656463">
                <a:moveTo>
                  <a:pt x="16649" y="53085"/>
                </a:moveTo>
                <a:lnTo>
                  <a:pt x="16802" y="53086"/>
                </a:lnTo>
                <a:lnTo>
                  <a:pt x="17170" y="52717"/>
                </a:lnTo>
                <a:lnTo>
                  <a:pt x="17691" y="52196"/>
                </a:lnTo>
                <a:lnTo>
                  <a:pt x="18211" y="51676"/>
                </a:lnTo>
                <a:lnTo>
                  <a:pt x="18732" y="51155"/>
                </a:lnTo>
                <a:lnTo>
                  <a:pt x="19773" y="53086"/>
                </a:lnTo>
                <a:lnTo>
                  <a:pt x="19773" y="49974"/>
                </a:lnTo>
                <a:lnTo>
                  <a:pt x="19253" y="49974"/>
                </a:lnTo>
                <a:lnTo>
                  <a:pt x="19062" y="49784"/>
                </a:lnTo>
                <a:lnTo>
                  <a:pt x="19253" y="48574"/>
                </a:lnTo>
                <a:lnTo>
                  <a:pt x="19253" y="47117"/>
                </a:lnTo>
                <a:lnTo>
                  <a:pt x="16755" y="49609"/>
                </a:lnTo>
                <a:lnTo>
                  <a:pt x="18732" y="48158"/>
                </a:lnTo>
                <a:lnTo>
                  <a:pt x="18892" y="48724"/>
                </a:lnTo>
                <a:lnTo>
                  <a:pt x="18872" y="49974"/>
                </a:lnTo>
                <a:lnTo>
                  <a:pt x="19253" y="50114"/>
                </a:lnTo>
                <a:lnTo>
                  <a:pt x="18732" y="50634"/>
                </a:lnTo>
                <a:lnTo>
                  <a:pt x="18211" y="51155"/>
                </a:lnTo>
                <a:lnTo>
                  <a:pt x="17691" y="50671"/>
                </a:lnTo>
                <a:lnTo>
                  <a:pt x="17691" y="50456"/>
                </a:lnTo>
                <a:lnTo>
                  <a:pt x="17170" y="51712"/>
                </a:lnTo>
                <a:lnTo>
                  <a:pt x="17170" y="51927"/>
                </a:lnTo>
                <a:lnTo>
                  <a:pt x="17691" y="51676"/>
                </a:lnTo>
                <a:lnTo>
                  <a:pt x="17170" y="52196"/>
                </a:lnTo>
                <a:lnTo>
                  <a:pt x="16979" y="52387"/>
                </a:lnTo>
                <a:lnTo>
                  <a:pt x="16649" y="52969"/>
                </a:lnTo>
                <a:lnTo>
                  <a:pt x="16649" y="53238"/>
                </a:lnTo>
                <a:lnTo>
                  <a:pt x="16649" y="53085"/>
                </a:lnTo>
                <a:close/>
              </a:path>
              <a:path w="444995" h="656463">
                <a:moveTo>
                  <a:pt x="18211" y="53086"/>
                </a:moveTo>
                <a:lnTo>
                  <a:pt x="16649" y="53085"/>
                </a:lnTo>
                <a:lnTo>
                  <a:pt x="16649" y="53238"/>
                </a:lnTo>
                <a:lnTo>
                  <a:pt x="17170" y="53746"/>
                </a:lnTo>
                <a:lnTo>
                  <a:pt x="17691" y="53225"/>
                </a:lnTo>
                <a:lnTo>
                  <a:pt x="18211" y="55689"/>
                </a:lnTo>
                <a:lnTo>
                  <a:pt x="18211" y="53086"/>
                </a:lnTo>
                <a:close/>
              </a:path>
              <a:path w="444995" h="656463">
                <a:moveTo>
                  <a:pt x="16649" y="557720"/>
                </a:moveTo>
                <a:lnTo>
                  <a:pt x="15748" y="556679"/>
                </a:lnTo>
                <a:lnTo>
                  <a:pt x="15249" y="556679"/>
                </a:lnTo>
                <a:lnTo>
                  <a:pt x="15608" y="557544"/>
                </a:lnTo>
                <a:lnTo>
                  <a:pt x="15681" y="557720"/>
                </a:lnTo>
                <a:lnTo>
                  <a:pt x="16649" y="557720"/>
                </a:lnTo>
                <a:close/>
              </a:path>
              <a:path w="444995" h="656463">
                <a:moveTo>
                  <a:pt x="16649" y="37763"/>
                </a:moveTo>
                <a:lnTo>
                  <a:pt x="17014" y="37399"/>
                </a:lnTo>
                <a:lnTo>
                  <a:pt x="19519" y="34899"/>
                </a:lnTo>
                <a:lnTo>
                  <a:pt x="20561" y="33858"/>
                </a:lnTo>
                <a:lnTo>
                  <a:pt x="21069" y="33337"/>
                </a:lnTo>
                <a:lnTo>
                  <a:pt x="22110" y="32816"/>
                </a:lnTo>
                <a:lnTo>
                  <a:pt x="23152" y="31788"/>
                </a:lnTo>
                <a:lnTo>
                  <a:pt x="24193" y="31267"/>
                </a:lnTo>
                <a:lnTo>
                  <a:pt x="25247" y="30746"/>
                </a:lnTo>
                <a:lnTo>
                  <a:pt x="26288" y="30225"/>
                </a:lnTo>
                <a:lnTo>
                  <a:pt x="26061" y="30226"/>
                </a:lnTo>
                <a:lnTo>
                  <a:pt x="25908" y="30200"/>
                </a:lnTo>
                <a:lnTo>
                  <a:pt x="26403" y="29705"/>
                </a:lnTo>
                <a:lnTo>
                  <a:pt x="25846" y="30225"/>
                </a:lnTo>
                <a:lnTo>
                  <a:pt x="25692" y="30416"/>
                </a:lnTo>
                <a:lnTo>
                  <a:pt x="25028" y="30746"/>
                </a:lnTo>
                <a:lnTo>
                  <a:pt x="23987" y="31267"/>
                </a:lnTo>
                <a:lnTo>
                  <a:pt x="22936" y="31788"/>
                </a:lnTo>
                <a:lnTo>
                  <a:pt x="20669" y="32816"/>
                </a:lnTo>
                <a:lnTo>
                  <a:pt x="20863" y="33337"/>
                </a:lnTo>
                <a:lnTo>
                  <a:pt x="19812" y="33858"/>
                </a:lnTo>
                <a:lnTo>
                  <a:pt x="19517" y="34899"/>
                </a:lnTo>
                <a:lnTo>
                  <a:pt x="17016" y="37395"/>
                </a:lnTo>
                <a:lnTo>
                  <a:pt x="16649" y="37761"/>
                </a:lnTo>
                <a:lnTo>
                  <a:pt x="16509" y="34899"/>
                </a:lnTo>
                <a:lnTo>
                  <a:pt x="16649" y="34759"/>
                </a:lnTo>
                <a:lnTo>
                  <a:pt x="17551" y="33858"/>
                </a:lnTo>
                <a:lnTo>
                  <a:pt x="18592" y="33337"/>
                </a:lnTo>
                <a:lnTo>
                  <a:pt x="19127" y="33337"/>
                </a:lnTo>
                <a:lnTo>
                  <a:pt x="19650" y="32816"/>
                </a:lnTo>
                <a:lnTo>
                  <a:pt x="20685" y="31788"/>
                </a:lnTo>
                <a:lnTo>
                  <a:pt x="16649" y="31788"/>
                </a:lnTo>
                <a:lnTo>
                  <a:pt x="16649" y="33337"/>
                </a:lnTo>
                <a:lnTo>
                  <a:pt x="14566" y="33337"/>
                </a:lnTo>
                <a:lnTo>
                  <a:pt x="14566" y="36842"/>
                </a:lnTo>
                <a:lnTo>
                  <a:pt x="13715" y="37693"/>
                </a:lnTo>
                <a:lnTo>
                  <a:pt x="14566" y="38023"/>
                </a:lnTo>
                <a:lnTo>
                  <a:pt x="14249" y="37172"/>
                </a:lnTo>
                <a:lnTo>
                  <a:pt x="14566" y="36853"/>
                </a:lnTo>
                <a:lnTo>
                  <a:pt x="16388" y="38023"/>
                </a:lnTo>
                <a:lnTo>
                  <a:pt x="16649" y="37763"/>
                </a:lnTo>
                <a:close/>
              </a:path>
              <a:path w="444995" h="656463">
                <a:moveTo>
                  <a:pt x="20454" y="32816"/>
                </a:moveTo>
                <a:lnTo>
                  <a:pt x="19964" y="33019"/>
                </a:lnTo>
                <a:lnTo>
                  <a:pt x="19413" y="33337"/>
                </a:lnTo>
                <a:lnTo>
                  <a:pt x="19615" y="33858"/>
                </a:lnTo>
                <a:lnTo>
                  <a:pt x="18072" y="33858"/>
                </a:lnTo>
                <a:lnTo>
                  <a:pt x="17921" y="34061"/>
                </a:lnTo>
                <a:lnTo>
                  <a:pt x="19755" y="34061"/>
                </a:lnTo>
                <a:lnTo>
                  <a:pt x="19812" y="33858"/>
                </a:lnTo>
                <a:lnTo>
                  <a:pt x="20863" y="33337"/>
                </a:lnTo>
                <a:lnTo>
                  <a:pt x="20745" y="33019"/>
                </a:lnTo>
                <a:lnTo>
                  <a:pt x="20669" y="32816"/>
                </a:lnTo>
              </a:path>
              <a:path w="444995" h="656463">
                <a:moveTo>
                  <a:pt x="17921" y="34061"/>
                </a:moveTo>
                <a:lnTo>
                  <a:pt x="17535" y="34582"/>
                </a:lnTo>
                <a:lnTo>
                  <a:pt x="17881" y="34582"/>
                </a:lnTo>
                <a:lnTo>
                  <a:pt x="18402" y="34061"/>
                </a:lnTo>
              </a:path>
              <a:path w="444995" h="656463">
                <a:moveTo>
                  <a:pt x="18402" y="34061"/>
                </a:moveTo>
                <a:lnTo>
                  <a:pt x="18249" y="34428"/>
                </a:lnTo>
                <a:lnTo>
                  <a:pt x="17881" y="34582"/>
                </a:lnTo>
                <a:lnTo>
                  <a:pt x="19607" y="34582"/>
                </a:lnTo>
                <a:lnTo>
                  <a:pt x="19651" y="34428"/>
                </a:lnTo>
                <a:lnTo>
                  <a:pt x="19755" y="34061"/>
                </a:lnTo>
              </a:path>
              <a:path w="444995" h="656463">
                <a:moveTo>
                  <a:pt x="17535" y="34582"/>
                </a:moveTo>
                <a:lnTo>
                  <a:pt x="17299" y="34899"/>
                </a:lnTo>
                <a:lnTo>
                  <a:pt x="18053" y="34899"/>
                </a:lnTo>
                <a:lnTo>
                  <a:pt x="16649" y="34899"/>
                </a:lnTo>
                <a:lnTo>
                  <a:pt x="16840" y="35090"/>
                </a:lnTo>
                <a:lnTo>
                  <a:pt x="17016" y="37395"/>
                </a:lnTo>
                <a:lnTo>
                  <a:pt x="19326" y="35090"/>
                </a:lnTo>
                <a:lnTo>
                  <a:pt x="19517" y="34899"/>
                </a:lnTo>
                <a:lnTo>
                  <a:pt x="19607" y="34582"/>
                </a:lnTo>
              </a:path>
              <a:path w="444995" h="656463">
                <a:moveTo>
                  <a:pt x="19773" y="53086"/>
                </a:moveTo>
                <a:lnTo>
                  <a:pt x="18732" y="51155"/>
                </a:lnTo>
                <a:lnTo>
                  <a:pt x="18211" y="51676"/>
                </a:lnTo>
                <a:lnTo>
                  <a:pt x="17691" y="52196"/>
                </a:lnTo>
                <a:lnTo>
                  <a:pt x="17170" y="52717"/>
                </a:lnTo>
                <a:lnTo>
                  <a:pt x="16802" y="53086"/>
                </a:lnTo>
                <a:lnTo>
                  <a:pt x="19773" y="53086"/>
                </a:lnTo>
                <a:close/>
              </a:path>
              <a:path w="444995" h="656463">
                <a:moveTo>
                  <a:pt x="16979" y="52387"/>
                </a:moveTo>
                <a:lnTo>
                  <a:pt x="17170" y="52196"/>
                </a:lnTo>
                <a:lnTo>
                  <a:pt x="17691" y="51676"/>
                </a:lnTo>
                <a:lnTo>
                  <a:pt x="17170" y="51927"/>
                </a:lnTo>
                <a:lnTo>
                  <a:pt x="17170" y="51712"/>
                </a:lnTo>
                <a:lnTo>
                  <a:pt x="17691" y="50456"/>
                </a:lnTo>
                <a:lnTo>
                  <a:pt x="17170" y="51269"/>
                </a:lnTo>
                <a:lnTo>
                  <a:pt x="16649" y="52526"/>
                </a:lnTo>
                <a:lnTo>
                  <a:pt x="16649" y="52969"/>
                </a:lnTo>
                <a:lnTo>
                  <a:pt x="16979" y="52387"/>
                </a:lnTo>
                <a:close/>
              </a:path>
              <a:path w="444995" h="656463">
                <a:moveTo>
                  <a:pt x="18542" y="50304"/>
                </a:moveTo>
                <a:lnTo>
                  <a:pt x="18374" y="49974"/>
                </a:lnTo>
                <a:lnTo>
                  <a:pt x="18211" y="49414"/>
                </a:lnTo>
                <a:lnTo>
                  <a:pt x="18211" y="49199"/>
                </a:lnTo>
                <a:lnTo>
                  <a:pt x="17691" y="49720"/>
                </a:lnTo>
                <a:lnTo>
                  <a:pt x="17436" y="49974"/>
                </a:lnTo>
                <a:lnTo>
                  <a:pt x="18211" y="49974"/>
                </a:lnTo>
                <a:lnTo>
                  <a:pt x="18211" y="50634"/>
                </a:lnTo>
                <a:lnTo>
                  <a:pt x="18542" y="50304"/>
                </a:lnTo>
                <a:close/>
              </a:path>
              <a:path w="444995" h="656463">
                <a:moveTo>
                  <a:pt x="17653" y="559320"/>
                </a:moveTo>
                <a:lnTo>
                  <a:pt x="18021" y="559473"/>
                </a:lnTo>
                <a:lnTo>
                  <a:pt x="17691" y="559142"/>
                </a:lnTo>
                <a:lnTo>
                  <a:pt x="17500" y="558952"/>
                </a:lnTo>
                <a:lnTo>
                  <a:pt x="17691" y="558749"/>
                </a:lnTo>
                <a:lnTo>
                  <a:pt x="16979" y="558431"/>
                </a:lnTo>
                <a:lnTo>
                  <a:pt x="16649" y="557720"/>
                </a:lnTo>
                <a:lnTo>
                  <a:pt x="16649" y="558101"/>
                </a:lnTo>
                <a:lnTo>
                  <a:pt x="16649" y="558294"/>
                </a:lnTo>
                <a:lnTo>
                  <a:pt x="16806" y="558749"/>
                </a:lnTo>
                <a:lnTo>
                  <a:pt x="16916" y="559015"/>
                </a:lnTo>
                <a:lnTo>
                  <a:pt x="17219" y="559745"/>
                </a:lnTo>
                <a:lnTo>
                  <a:pt x="17653" y="559320"/>
                </a:lnTo>
                <a:close/>
              </a:path>
              <a:path w="444995" h="656463">
                <a:moveTo>
                  <a:pt x="18063" y="560311"/>
                </a:moveTo>
                <a:lnTo>
                  <a:pt x="17956" y="560052"/>
                </a:lnTo>
                <a:lnTo>
                  <a:pt x="17691" y="559412"/>
                </a:lnTo>
                <a:lnTo>
                  <a:pt x="17691" y="559941"/>
                </a:lnTo>
                <a:lnTo>
                  <a:pt x="17453" y="560311"/>
                </a:lnTo>
                <a:lnTo>
                  <a:pt x="18063" y="560311"/>
                </a:lnTo>
                <a:close/>
              </a:path>
              <a:path w="444995" h="656463">
                <a:moveTo>
                  <a:pt x="17691" y="560632"/>
                </a:moveTo>
                <a:lnTo>
                  <a:pt x="17669" y="560831"/>
                </a:lnTo>
                <a:lnTo>
                  <a:pt x="17691" y="560632"/>
                </a:lnTo>
                <a:close/>
              </a:path>
              <a:path w="444995" h="656463">
                <a:moveTo>
                  <a:pt x="18211" y="50634"/>
                </a:moveTo>
                <a:lnTo>
                  <a:pt x="18211" y="49974"/>
                </a:lnTo>
                <a:lnTo>
                  <a:pt x="17980" y="49974"/>
                </a:lnTo>
                <a:lnTo>
                  <a:pt x="18021" y="50825"/>
                </a:lnTo>
                <a:lnTo>
                  <a:pt x="18211" y="50634"/>
                </a:lnTo>
                <a:close/>
              </a:path>
              <a:path w="444995" h="656463">
                <a:moveTo>
                  <a:pt x="18732" y="49974"/>
                </a:moveTo>
                <a:lnTo>
                  <a:pt x="18732" y="48790"/>
                </a:lnTo>
                <a:lnTo>
                  <a:pt x="18416" y="48921"/>
                </a:lnTo>
                <a:lnTo>
                  <a:pt x="18211" y="49414"/>
                </a:lnTo>
                <a:lnTo>
                  <a:pt x="18374" y="49974"/>
                </a:lnTo>
                <a:lnTo>
                  <a:pt x="18542" y="50304"/>
                </a:lnTo>
                <a:lnTo>
                  <a:pt x="18732" y="49974"/>
                </a:lnTo>
                <a:close/>
              </a:path>
              <a:path w="444995" h="656463">
                <a:moveTo>
                  <a:pt x="19641" y="575386"/>
                </a:moveTo>
                <a:lnTo>
                  <a:pt x="19114" y="574344"/>
                </a:lnTo>
                <a:lnTo>
                  <a:pt x="18923" y="574154"/>
                </a:lnTo>
                <a:lnTo>
                  <a:pt x="17881" y="573646"/>
                </a:lnTo>
                <a:lnTo>
                  <a:pt x="17031" y="573316"/>
                </a:lnTo>
                <a:lnTo>
                  <a:pt x="16516" y="573316"/>
                </a:lnTo>
                <a:lnTo>
                  <a:pt x="17551" y="574344"/>
                </a:lnTo>
                <a:lnTo>
                  <a:pt x="18066" y="574344"/>
                </a:lnTo>
                <a:lnTo>
                  <a:pt x="19113" y="575386"/>
                </a:lnTo>
                <a:lnTo>
                  <a:pt x="19641" y="575386"/>
                </a:lnTo>
                <a:close/>
              </a:path>
              <a:path w="444995" h="656463">
                <a:moveTo>
                  <a:pt x="19253" y="560179"/>
                </a:moveTo>
                <a:lnTo>
                  <a:pt x="18211" y="557720"/>
                </a:lnTo>
                <a:lnTo>
                  <a:pt x="16789" y="557720"/>
                </a:lnTo>
                <a:lnTo>
                  <a:pt x="17691" y="558622"/>
                </a:lnTo>
                <a:lnTo>
                  <a:pt x="17830" y="558749"/>
                </a:lnTo>
                <a:lnTo>
                  <a:pt x="18211" y="559132"/>
                </a:lnTo>
                <a:lnTo>
                  <a:pt x="18542" y="559993"/>
                </a:lnTo>
                <a:lnTo>
                  <a:pt x="18859" y="560311"/>
                </a:lnTo>
                <a:lnTo>
                  <a:pt x="19062" y="560514"/>
                </a:lnTo>
                <a:lnTo>
                  <a:pt x="19253" y="560831"/>
                </a:lnTo>
                <a:lnTo>
                  <a:pt x="19253" y="560179"/>
                </a:lnTo>
                <a:close/>
              </a:path>
              <a:path w="444995" h="656463">
                <a:moveTo>
                  <a:pt x="19253" y="562648"/>
                </a:moveTo>
                <a:lnTo>
                  <a:pt x="19253" y="561709"/>
                </a:lnTo>
                <a:lnTo>
                  <a:pt x="19105" y="561352"/>
                </a:lnTo>
                <a:lnTo>
                  <a:pt x="18495" y="561352"/>
                </a:lnTo>
                <a:lnTo>
                  <a:pt x="19037" y="561190"/>
                </a:lnTo>
                <a:lnTo>
                  <a:pt x="18889" y="560832"/>
                </a:lnTo>
                <a:lnTo>
                  <a:pt x="18693" y="560360"/>
                </a:lnTo>
                <a:lnTo>
                  <a:pt x="18279" y="560831"/>
                </a:lnTo>
                <a:lnTo>
                  <a:pt x="18478" y="561352"/>
                </a:lnTo>
                <a:lnTo>
                  <a:pt x="18875" y="562270"/>
                </a:lnTo>
                <a:lnTo>
                  <a:pt x="19253" y="563181"/>
                </a:lnTo>
                <a:lnTo>
                  <a:pt x="19253" y="562648"/>
                </a:lnTo>
                <a:close/>
              </a:path>
              <a:path w="444995" h="656463">
                <a:moveTo>
                  <a:pt x="19253" y="50114"/>
                </a:moveTo>
                <a:lnTo>
                  <a:pt x="18872" y="49974"/>
                </a:lnTo>
                <a:lnTo>
                  <a:pt x="18732" y="50114"/>
                </a:lnTo>
                <a:lnTo>
                  <a:pt x="18732" y="50634"/>
                </a:lnTo>
                <a:lnTo>
                  <a:pt x="19253" y="50114"/>
                </a:lnTo>
                <a:close/>
              </a:path>
              <a:path w="444995" h="656463">
                <a:moveTo>
                  <a:pt x="20104" y="48221"/>
                </a:moveTo>
                <a:lnTo>
                  <a:pt x="19774" y="48282"/>
                </a:lnTo>
                <a:lnTo>
                  <a:pt x="19773" y="46596"/>
                </a:lnTo>
                <a:lnTo>
                  <a:pt x="20648" y="46171"/>
                </a:lnTo>
                <a:lnTo>
                  <a:pt x="20799" y="45808"/>
                </a:lnTo>
                <a:lnTo>
                  <a:pt x="20954" y="45432"/>
                </a:lnTo>
                <a:lnTo>
                  <a:pt x="21014" y="45288"/>
                </a:lnTo>
                <a:lnTo>
                  <a:pt x="20561" y="45288"/>
                </a:lnTo>
                <a:lnTo>
                  <a:pt x="20040" y="45808"/>
                </a:lnTo>
                <a:lnTo>
                  <a:pt x="18999" y="46850"/>
                </a:lnTo>
                <a:lnTo>
                  <a:pt x="19668" y="46850"/>
                </a:lnTo>
                <a:lnTo>
                  <a:pt x="19735" y="48374"/>
                </a:lnTo>
                <a:lnTo>
                  <a:pt x="19773" y="48552"/>
                </a:lnTo>
                <a:lnTo>
                  <a:pt x="20104" y="48221"/>
                </a:lnTo>
                <a:close/>
              </a:path>
              <a:path w="444995" h="656463">
                <a:moveTo>
                  <a:pt x="11709" y="55689"/>
                </a:moveTo>
                <a:lnTo>
                  <a:pt x="9390" y="537260"/>
                </a:lnTo>
                <a:lnTo>
                  <a:pt x="10731" y="537260"/>
                </a:lnTo>
              </a:path>
              <a:path w="444995" h="656463">
                <a:moveTo>
                  <a:pt x="12484" y="535508"/>
                </a:moveTo>
                <a:lnTo>
                  <a:pt x="11963" y="536028"/>
                </a:lnTo>
                <a:lnTo>
                  <a:pt x="11316" y="536675"/>
                </a:lnTo>
                <a:lnTo>
                  <a:pt x="12484" y="536676"/>
                </a:lnTo>
                <a:lnTo>
                  <a:pt x="12484" y="536028"/>
                </a:lnTo>
              </a:path>
              <a:path w="444995" h="656463">
                <a:moveTo>
                  <a:pt x="11315" y="536676"/>
                </a:moveTo>
                <a:lnTo>
                  <a:pt x="10731" y="537260"/>
                </a:lnTo>
                <a:lnTo>
                  <a:pt x="11963" y="537260"/>
                </a:lnTo>
                <a:lnTo>
                  <a:pt x="11963" y="536676"/>
                </a:lnTo>
              </a:path>
              <a:path w="444995" h="656463">
                <a:moveTo>
                  <a:pt x="11963" y="536676"/>
                </a:moveTo>
                <a:lnTo>
                  <a:pt x="12484" y="537070"/>
                </a:lnTo>
                <a:lnTo>
                  <a:pt x="12484" y="536676"/>
                </a:lnTo>
              </a:path>
              <a:path w="444995" h="656463">
                <a:moveTo>
                  <a:pt x="9390" y="537260"/>
                </a:moveTo>
                <a:lnTo>
                  <a:pt x="9388" y="537590"/>
                </a:lnTo>
                <a:lnTo>
                  <a:pt x="9380" y="539343"/>
                </a:lnTo>
                <a:lnTo>
                  <a:pt x="9348" y="545960"/>
                </a:lnTo>
                <a:lnTo>
                  <a:pt x="9338" y="548043"/>
                </a:lnTo>
                <a:lnTo>
                  <a:pt x="9333" y="549071"/>
                </a:lnTo>
                <a:lnTo>
                  <a:pt x="9331" y="549495"/>
                </a:lnTo>
                <a:lnTo>
                  <a:pt x="9329" y="549783"/>
                </a:lnTo>
                <a:lnTo>
                  <a:pt x="9327" y="550303"/>
                </a:lnTo>
                <a:lnTo>
                  <a:pt x="12484" y="550303"/>
                </a:lnTo>
                <a:lnTo>
                  <a:pt x="11963" y="549783"/>
                </a:lnTo>
                <a:lnTo>
                  <a:pt x="11675" y="549495"/>
                </a:lnTo>
                <a:lnTo>
                  <a:pt x="11252" y="549071"/>
                </a:lnTo>
                <a:lnTo>
                  <a:pt x="10731" y="548043"/>
                </a:lnTo>
                <a:lnTo>
                  <a:pt x="10210" y="545960"/>
                </a:lnTo>
                <a:lnTo>
                  <a:pt x="10210" y="539343"/>
                </a:lnTo>
                <a:lnTo>
                  <a:pt x="11963" y="537590"/>
                </a:lnTo>
                <a:lnTo>
                  <a:pt x="11963" y="537260"/>
                </a:lnTo>
              </a:path>
              <a:path w="444995" h="656463">
                <a:moveTo>
                  <a:pt x="12484" y="549795"/>
                </a:moveTo>
                <a:lnTo>
                  <a:pt x="12484" y="550303"/>
                </a:lnTo>
                <a:lnTo>
                  <a:pt x="12991" y="550303"/>
                </a:lnTo>
              </a:path>
              <a:path w="444995" h="656463">
                <a:moveTo>
                  <a:pt x="9327" y="550303"/>
                </a:moveTo>
                <a:lnTo>
                  <a:pt x="9325" y="550633"/>
                </a:lnTo>
                <a:lnTo>
                  <a:pt x="12484" y="550633"/>
                </a:lnTo>
                <a:lnTo>
                  <a:pt x="12484" y="550303"/>
                </a:lnTo>
              </a:path>
              <a:path w="444995" h="656463">
                <a:moveTo>
                  <a:pt x="12484" y="550303"/>
                </a:moveTo>
                <a:lnTo>
                  <a:pt x="12484" y="550824"/>
                </a:lnTo>
                <a:lnTo>
                  <a:pt x="12484" y="551218"/>
                </a:lnTo>
                <a:lnTo>
                  <a:pt x="13398" y="551218"/>
                </a:lnTo>
                <a:lnTo>
                  <a:pt x="13004" y="550824"/>
                </a:lnTo>
                <a:lnTo>
                  <a:pt x="13004" y="550316"/>
                </a:lnTo>
              </a:path>
              <a:path w="444995" h="656463">
                <a:moveTo>
                  <a:pt x="9325" y="550633"/>
                </a:moveTo>
                <a:lnTo>
                  <a:pt x="9314" y="553034"/>
                </a:lnTo>
                <a:lnTo>
                  <a:pt x="12767" y="553034"/>
                </a:lnTo>
                <a:lnTo>
                  <a:pt x="11772" y="550633"/>
                </a:lnTo>
              </a:path>
              <a:path w="444995" h="656463">
                <a:moveTo>
                  <a:pt x="11772" y="550633"/>
                </a:moveTo>
                <a:lnTo>
                  <a:pt x="11989" y="550850"/>
                </a:lnTo>
                <a:lnTo>
                  <a:pt x="12124" y="551218"/>
                </a:lnTo>
                <a:lnTo>
                  <a:pt x="12484" y="551218"/>
                </a:lnTo>
                <a:lnTo>
                  <a:pt x="12484" y="550850"/>
                </a:lnTo>
                <a:lnTo>
                  <a:pt x="12484" y="550688"/>
                </a:lnTo>
              </a:path>
              <a:path w="444995" h="656463">
                <a:moveTo>
                  <a:pt x="12124" y="551218"/>
                </a:moveTo>
                <a:lnTo>
                  <a:pt x="12171" y="551345"/>
                </a:lnTo>
                <a:lnTo>
                  <a:pt x="13525" y="551345"/>
                </a:lnTo>
                <a:lnTo>
                  <a:pt x="13398" y="551218"/>
                </a:lnTo>
              </a:path>
              <a:path w="444995" h="656463">
                <a:moveTo>
                  <a:pt x="12171" y="551345"/>
                </a:moveTo>
                <a:lnTo>
                  <a:pt x="12293" y="551675"/>
                </a:lnTo>
                <a:lnTo>
                  <a:pt x="12484" y="551865"/>
                </a:lnTo>
                <a:lnTo>
                  <a:pt x="12484" y="551675"/>
                </a:lnTo>
                <a:lnTo>
                  <a:pt x="12484" y="551345"/>
                </a:lnTo>
              </a:path>
              <a:path w="444995" h="656463">
                <a:moveTo>
                  <a:pt x="12484" y="551345"/>
                </a:moveTo>
                <a:lnTo>
                  <a:pt x="13004" y="551865"/>
                </a:lnTo>
                <a:lnTo>
                  <a:pt x="13004" y="552386"/>
                </a:lnTo>
                <a:lnTo>
                  <a:pt x="13206" y="552907"/>
                </a:lnTo>
                <a:lnTo>
                  <a:pt x="13335" y="553237"/>
                </a:lnTo>
                <a:lnTo>
                  <a:pt x="13525" y="553427"/>
                </a:lnTo>
                <a:lnTo>
                  <a:pt x="14046" y="553948"/>
                </a:lnTo>
                <a:lnTo>
                  <a:pt x="14046" y="553427"/>
                </a:lnTo>
                <a:lnTo>
                  <a:pt x="14046" y="553237"/>
                </a:lnTo>
                <a:lnTo>
                  <a:pt x="14046" y="552907"/>
                </a:lnTo>
                <a:lnTo>
                  <a:pt x="13525" y="552386"/>
                </a:lnTo>
                <a:lnTo>
                  <a:pt x="13525" y="551865"/>
                </a:lnTo>
                <a:lnTo>
                  <a:pt x="13525" y="551345"/>
                </a:lnTo>
              </a:path>
              <a:path w="444995" h="656463">
                <a:moveTo>
                  <a:pt x="9314" y="553034"/>
                </a:moveTo>
                <a:lnTo>
                  <a:pt x="9301" y="555637"/>
                </a:lnTo>
                <a:lnTo>
                  <a:pt x="12224" y="555637"/>
                </a:lnTo>
                <a:lnTo>
                  <a:pt x="12623" y="553034"/>
                </a:lnTo>
              </a:path>
              <a:path w="444995" h="656463">
                <a:moveTo>
                  <a:pt x="12623" y="553034"/>
                </a:moveTo>
                <a:lnTo>
                  <a:pt x="12745" y="553281"/>
                </a:lnTo>
                <a:lnTo>
                  <a:pt x="12821" y="553434"/>
                </a:lnTo>
                <a:lnTo>
                  <a:pt x="12897" y="553589"/>
                </a:lnTo>
                <a:lnTo>
                  <a:pt x="13069" y="553938"/>
                </a:lnTo>
                <a:lnTo>
                  <a:pt x="13327" y="554461"/>
                </a:lnTo>
                <a:lnTo>
                  <a:pt x="13525" y="554863"/>
                </a:lnTo>
                <a:lnTo>
                  <a:pt x="13935" y="555637"/>
                </a:lnTo>
                <a:lnTo>
                  <a:pt x="14566" y="555637"/>
                </a:lnTo>
                <a:lnTo>
                  <a:pt x="14691" y="555828"/>
                </a:lnTo>
                <a:lnTo>
                  <a:pt x="15033" y="556348"/>
                </a:lnTo>
                <a:lnTo>
                  <a:pt x="15158" y="556539"/>
                </a:lnTo>
                <a:lnTo>
                  <a:pt x="15608" y="556539"/>
                </a:lnTo>
                <a:lnTo>
                  <a:pt x="15417" y="556348"/>
                </a:lnTo>
                <a:lnTo>
                  <a:pt x="14897" y="555828"/>
                </a:lnTo>
                <a:lnTo>
                  <a:pt x="15219" y="555637"/>
                </a:lnTo>
                <a:lnTo>
                  <a:pt x="14566" y="554983"/>
                </a:lnTo>
                <a:lnTo>
                  <a:pt x="14046" y="554461"/>
                </a:lnTo>
                <a:lnTo>
                  <a:pt x="13525" y="553938"/>
                </a:lnTo>
                <a:lnTo>
                  <a:pt x="13176" y="553589"/>
                </a:lnTo>
                <a:lnTo>
                  <a:pt x="13022" y="553434"/>
                </a:lnTo>
                <a:lnTo>
                  <a:pt x="12869" y="553281"/>
                </a:lnTo>
                <a:lnTo>
                  <a:pt x="12767" y="553034"/>
                </a:lnTo>
              </a:path>
              <a:path w="444995" h="656463">
                <a:moveTo>
                  <a:pt x="9301" y="555637"/>
                </a:moveTo>
                <a:lnTo>
                  <a:pt x="9258" y="564629"/>
                </a:lnTo>
                <a:lnTo>
                  <a:pt x="10147" y="564997"/>
                </a:lnTo>
                <a:lnTo>
                  <a:pt x="10208" y="564629"/>
                </a:lnTo>
                <a:lnTo>
                  <a:pt x="11709" y="555637"/>
                </a:lnTo>
              </a:path>
              <a:path w="444995" h="656463">
                <a:moveTo>
                  <a:pt x="11709" y="555637"/>
                </a:moveTo>
                <a:lnTo>
                  <a:pt x="12224" y="555637"/>
                </a:lnTo>
                <a:lnTo>
                  <a:pt x="12224" y="555637"/>
                </a:lnTo>
              </a:path>
              <a:path w="444995" h="656463">
                <a:moveTo>
                  <a:pt x="18211" y="555637"/>
                </a:moveTo>
                <a:lnTo>
                  <a:pt x="15608" y="555637"/>
                </a:lnTo>
                <a:lnTo>
                  <a:pt x="15608" y="556539"/>
                </a:lnTo>
                <a:lnTo>
                  <a:pt x="18211" y="556539"/>
                </a:lnTo>
                <a:lnTo>
                  <a:pt x="18211" y="555637"/>
                </a:lnTo>
              </a:path>
              <a:path w="444995" h="656463">
                <a:moveTo>
                  <a:pt x="15158" y="556539"/>
                </a:moveTo>
                <a:lnTo>
                  <a:pt x="15249" y="556679"/>
                </a:lnTo>
                <a:lnTo>
                  <a:pt x="15748" y="556679"/>
                </a:lnTo>
                <a:lnTo>
                  <a:pt x="18211" y="556679"/>
                </a:lnTo>
                <a:lnTo>
                  <a:pt x="18211" y="556539"/>
                </a:lnTo>
              </a:path>
              <a:path w="444995" h="656463">
                <a:moveTo>
                  <a:pt x="15748" y="556679"/>
                </a:moveTo>
                <a:lnTo>
                  <a:pt x="16528" y="557580"/>
                </a:lnTo>
                <a:lnTo>
                  <a:pt x="16649" y="557720"/>
                </a:lnTo>
                <a:lnTo>
                  <a:pt x="16979" y="558431"/>
                </a:lnTo>
                <a:lnTo>
                  <a:pt x="17406" y="558622"/>
                </a:lnTo>
                <a:lnTo>
                  <a:pt x="17691" y="558749"/>
                </a:lnTo>
                <a:lnTo>
                  <a:pt x="17500" y="558952"/>
                </a:lnTo>
                <a:lnTo>
                  <a:pt x="17680" y="559132"/>
                </a:lnTo>
                <a:lnTo>
                  <a:pt x="18021" y="559473"/>
                </a:lnTo>
                <a:lnTo>
                  <a:pt x="18165" y="559993"/>
                </a:lnTo>
                <a:lnTo>
                  <a:pt x="18211" y="560159"/>
                </a:lnTo>
                <a:lnTo>
                  <a:pt x="18211" y="560311"/>
                </a:lnTo>
                <a:lnTo>
                  <a:pt x="18859" y="560311"/>
                </a:lnTo>
                <a:lnTo>
                  <a:pt x="18707" y="560159"/>
                </a:lnTo>
                <a:lnTo>
                  <a:pt x="18542" y="559993"/>
                </a:lnTo>
                <a:lnTo>
                  <a:pt x="18342" y="559473"/>
                </a:lnTo>
                <a:lnTo>
                  <a:pt x="18215" y="559142"/>
                </a:lnTo>
                <a:lnTo>
                  <a:pt x="18032" y="558952"/>
                </a:lnTo>
                <a:lnTo>
                  <a:pt x="17830" y="558749"/>
                </a:lnTo>
                <a:lnTo>
                  <a:pt x="17691" y="558622"/>
                </a:lnTo>
                <a:lnTo>
                  <a:pt x="17500" y="558431"/>
                </a:lnTo>
                <a:lnTo>
                  <a:pt x="16789" y="557720"/>
                </a:lnTo>
                <a:lnTo>
                  <a:pt x="16649" y="557580"/>
                </a:lnTo>
                <a:lnTo>
                  <a:pt x="16257" y="556679"/>
                </a:lnTo>
              </a:path>
              <a:path w="444995" h="656463">
                <a:moveTo>
                  <a:pt x="16257" y="556679"/>
                </a:moveTo>
                <a:lnTo>
                  <a:pt x="16649" y="557072"/>
                </a:lnTo>
                <a:lnTo>
                  <a:pt x="18211" y="556679"/>
                </a:lnTo>
              </a:path>
              <a:path w="444995" h="656463">
                <a:moveTo>
                  <a:pt x="18211" y="560311"/>
                </a:moveTo>
                <a:lnTo>
                  <a:pt x="18211" y="560668"/>
                </a:lnTo>
                <a:lnTo>
                  <a:pt x="18172" y="560831"/>
                </a:lnTo>
                <a:lnTo>
                  <a:pt x="18211" y="561606"/>
                </a:lnTo>
                <a:lnTo>
                  <a:pt x="18256" y="562270"/>
                </a:lnTo>
                <a:lnTo>
                  <a:pt x="18317" y="563181"/>
                </a:lnTo>
                <a:lnTo>
                  <a:pt x="19253" y="563181"/>
                </a:lnTo>
                <a:lnTo>
                  <a:pt x="18875" y="562270"/>
                </a:lnTo>
                <a:lnTo>
                  <a:pt x="18565" y="561606"/>
                </a:lnTo>
                <a:lnTo>
                  <a:pt x="18211" y="560848"/>
                </a:lnTo>
                <a:lnTo>
                  <a:pt x="18372" y="560668"/>
                </a:lnTo>
                <a:lnTo>
                  <a:pt x="18575" y="560311"/>
                </a:lnTo>
              </a:path>
              <a:path w="444995" h="656463">
                <a:moveTo>
                  <a:pt x="18575" y="560311"/>
                </a:moveTo>
                <a:lnTo>
                  <a:pt x="18757" y="560514"/>
                </a:lnTo>
                <a:lnTo>
                  <a:pt x="18889" y="560831"/>
                </a:lnTo>
                <a:lnTo>
                  <a:pt x="19037" y="561190"/>
                </a:lnTo>
                <a:lnTo>
                  <a:pt x="19105" y="561352"/>
                </a:lnTo>
                <a:lnTo>
                  <a:pt x="19235" y="561666"/>
                </a:lnTo>
                <a:lnTo>
                  <a:pt x="19697" y="561673"/>
                </a:lnTo>
                <a:lnTo>
                  <a:pt x="19253" y="561352"/>
                </a:lnTo>
                <a:lnTo>
                  <a:pt x="19253" y="561190"/>
                </a:lnTo>
                <a:lnTo>
                  <a:pt x="19253" y="560832"/>
                </a:lnTo>
                <a:lnTo>
                  <a:pt x="19062" y="560514"/>
                </a:lnTo>
                <a:lnTo>
                  <a:pt x="18908" y="560360"/>
                </a:lnTo>
              </a:path>
              <a:path w="444995" h="656463">
                <a:moveTo>
                  <a:pt x="19238" y="561673"/>
                </a:moveTo>
                <a:lnTo>
                  <a:pt x="19253" y="563181"/>
                </a:lnTo>
                <a:lnTo>
                  <a:pt x="19864" y="563181"/>
                </a:lnTo>
                <a:lnTo>
                  <a:pt x="19267" y="561709"/>
                </a:lnTo>
              </a:path>
              <a:path w="444995" h="656463">
                <a:moveTo>
                  <a:pt x="19253" y="561673"/>
                </a:moveTo>
                <a:lnTo>
                  <a:pt x="19724" y="562105"/>
                </a:lnTo>
                <a:lnTo>
                  <a:pt x="20040" y="562394"/>
                </a:lnTo>
                <a:lnTo>
                  <a:pt x="20294" y="562499"/>
                </a:lnTo>
                <a:lnTo>
                  <a:pt x="21589" y="563435"/>
                </a:lnTo>
                <a:lnTo>
                  <a:pt x="22631" y="563956"/>
                </a:lnTo>
                <a:lnTo>
                  <a:pt x="22721" y="564281"/>
                </a:lnTo>
                <a:lnTo>
                  <a:pt x="23418" y="566813"/>
                </a:lnTo>
                <a:lnTo>
                  <a:pt x="23152" y="575906"/>
                </a:lnTo>
                <a:lnTo>
                  <a:pt x="24160" y="575906"/>
                </a:lnTo>
                <a:lnTo>
                  <a:pt x="23580" y="566813"/>
                </a:lnTo>
                <a:lnTo>
                  <a:pt x="23418" y="564281"/>
                </a:lnTo>
                <a:lnTo>
                  <a:pt x="22850" y="563956"/>
                </a:lnTo>
                <a:lnTo>
                  <a:pt x="22553" y="563435"/>
                </a:lnTo>
                <a:lnTo>
                  <a:pt x="20522" y="562499"/>
                </a:lnTo>
                <a:lnTo>
                  <a:pt x="20294" y="562394"/>
                </a:lnTo>
                <a:lnTo>
                  <a:pt x="20294" y="562105"/>
                </a:lnTo>
                <a:lnTo>
                  <a:pt x="19697" y="561673"/>
                </a:lnTo>
              </a:path>
              <a:path w="444995" h="656463">
                <a:moveTo>
                  <a:pt x="18317" y="563181"/>
                </a:moveTo>
                <a:lnTo>
                  <a:pt x="18326" y="563312"/>
                </a:lnTo>
                <a:lnTo>
                  <a:pt x="18999" y="573316"/>
                </a:lnTo>
                <a:lnTo>
                  <a:pt x="20561" y="574344"/>
                </a:lnTo>
                <a:lnTo>
                  <a:pt x="20501" y="573316"/>
                </a:lnTo>
                <a:lnTo>
                  <a:pt x="19917" y="563312"/>
                </a:lnTo>
                <a:lnTo>
                  <a:pt x="19864" y="563181"/>
                </a:lnTo>
              </a:path>
              <a:path w="444995" h="656463">
                <a:moveTo>
                  <a:pt x="19964" y="574675"/>
                </a:moveTo>
                <a:lnTo>
                  <a:pt x="20485" y="575195"/>
                </a:lnTo>
                <a:lnTo>
                  <a:pt x="21378" y="575195"/>
                </a:lnTo>
              </a:path>
              <a:path w="444995" h="656463">
                <a:moveTo>
                  <a:pt x="20485" y="575195"/>
                </a:moveTo>
                <a:lnTo>
                  <a:pt x="20675" y="575386"/>
                </a:lnTo>
                <a:lnTo>
                  <a:pt x="21196" y="575906"/>
                </a:lnTo>
                <a:lnTo>
                  <a:pt x="21717" y="576427"/>
                </a:lnTo>
                <a:lnTo>
                  <a:pt x="22237" y="576948"/>
                </a:lnTo>
                <a:lnTo>
                  <a:pt x="22758" y="576948"/>
                </a:lnTo>
                <a:lnTo>
                  <a:pt x="22237" y="576427"/>
                </a:lnTo>
                <a:lnTo>
                  <a:pt x="21717" y="575906"/>
                </a:lnTo>
                <a:lnTo>
                  <a:pt x="21196" y="575386"/>
                </a:lnTo>
                <a:lnTo>
                  <a:pt x="21005" y="575195"/>
                </a:lnTo>
              </a:path>
              <a:path w="444995" h="656463">
                <a:moveTo>
                  <a:pt x="21005" y="575195"/>
                </a:moveTo>
                <a:lnTo>
                  <a:pt x="21680" y="575386"/>
                </a:lnTo>
                <a:lnTo>
                  <a:pt x="22937" y="575906"/>
                </a:lnTo>
                <a:lnTo>
                  <a:pt x="23152" y="575906"/>
                </a:lnTo>
                <a:lnTo>
                  <a:pt x="21895" y="575386"/>
                </a:lnTo>
                <a:lnTo>
                  <a:pt x="21378" y="575195"/>
                </a:lnTo>
              </a:path>
              <a:path w="444995" h="656463">
                <a:moveTo>
                  <a:pt x="22937" y="575906"/>
                </a:moveTo>
                <a:lnTo>
                  <a:pt x="24193" y="576427"/>
                </a:lnTo>
                <a:lnTo>
                  <a:pt x="24160" y="575906"/>
                </a:lnTo>
              </a:path>
              <a:path w="444995" h="656463">
                <a:moveTo>
                  <a:pt x="17653" y="559320"/>
                </a:moveTo>
                <a:lnTo>
                  <a:pt x="17873" y="559412"/>
                </a:lnTo>
                <a:lnTo>
                  <a:pt x="17691" y="559336"/>
                </a:lnTo>
              </a:path>
              <a:path w="444995" h="656463">
                <a:moveTo>
                  <a:pt x="17559" y="559412"/>
                </a:moveTo>
                <a:lnTo>
                  <a:pt x="17219" y="559745"/>
                </a:lnTo>
                <a:lnTo>
                  <a:pt x="17113" y="559941"/>
                </a:lnTo>
                <a:lnTo>
                  <a:pt x="16916" y="560311"/>
                </a:lnTo>
                <a:lnTo>
                  <a:pt x="17185" y="560580"/>
                </a:lnTo>
                <a:lnTo>
                  <a:pt x="17939" y="560580"/>
                </a:lnTo>
                <a:lnTo>
                  <a:pt x="17691" y="560311"/>
                </a:lnTo>
                <a:lnTo>
                  <a:pt x="17453" y="560311"/>
                </a:lnTo>
                <a:lnTo>
                  <a:pt x="17691" y="559941"/>
                </a:lnTo>
                <a:lnTo>
                  <a:pt x="17691" y="559745"/>
                </a:lnTo>
                <a:lnTo>
                  <a:pt x="17691" y="559412"/>
                </a:lnTo>
              </a:path>
              <a:path w="444995" h="656463">
                <a:moveTo>
                  <a:pt x="17691" y="559412"/>
                </a:moveTo>
                <a:lnTo>
                  <a:pt x="17956" y="560052"/>
                </a:lnTo>
                <a:lnTo>
                  <a:pt x="18211" y="560159"/>
                </a:lnTo>
                <a:lnTo>
                  <a:pt x="18021" y="559473"/>
                </a:lnTo>
                <a:lnTo>
                  <a:pt x="17873" y="559412"/>
                </a:lnTo>
              </a:path>
              <a:path w="444995" h="656463">
                <a:moveTo>
                  <a:pt x="17185" y="560580"/>
                </a:moveTo>
                <a:lnTo>
                  <a:pt x="17437" y="560831"/>
                </a:lnTo>
                <a:lnTo>
                  <a:pt x="17691" y="560883"/>
                </a:lnTo>
                <a:lnTo>
                  <a:pt x="17565" y="560580"/>
                </a:lnTo>
              </a:path>
              <a:path w="444995" h="656463">
                <a:moveTo>
                  <a:pt x="17565" y="560580"/>
                </a:moveTo>
                <a:lnTo>
                  <a:pt x="17691" y="560832"/>
                </a:lnTo>
                <a:lnTo>
                  <a:pt x="18175" y="560883"/>
                </a:lnTo>
                <a:lnTo>
                  <a:pt x="17988" y="560632"/>
                </a:lnTo>
              </a:path>
              <a:path w="444995" h="656463">
                <a:moveTo>
                  <a:pt x="17488" y="560883"/>
                </a:moveTo>
                <a:lnTo>
                  <a:pt x="17691" y="561085"/>
                </a:lnTo>
                <a:lnTo>
                  <a:pt x="17834" y="561229"/>
                </a:lnTo>
                <a:lnTo>
                  <a:pt x="17838" y="561606"/>
                </a:lnTo>
                <a:lnTo>
                  <a:pt x="17844" y="562140"/>
                </a:lnTo>
                <a:lnTo>
                  <a:pt x="17957" y="572795"/>
                </a:lnTo>
                <a:lnTo>
                  <a:pt x="18962" y="572795"/>
                </a:lnTo>
                <a:lnTo>
                  <a:pt x="18211" y="562140"/>
                </a:lnTo>
                <a:lnTo>
                  <a:pt x="18211" y="561606"/>
                </a:lnTo>
                <a:lnTo>
                  <a:pt x="18192" y="561229"/>
                </a:lnTo>
                <a:lnTo>
                  <a:pt x="18185" y="561085"/>
                </a:lnTo>
                <a:lnTo>
                  <a:pt x="18175" y="560883"/>
                </a:lnTo>
              </a:path>
              <a:path w="444995" h="656463">
                <a:moveTo>
                  <a:pt x="20294" y="562499"/>
                </a:moveTo>
                <a:lnTo>
                  <a:pt x="20294" y="563435"/>
                </a:lnTo>
                <a:lnTo>
                  <a:pt x="20294" y="563689"/>
                </a:lnTo>
                <a:lnTo>
                  <a:pt x="20301" y="563956"/>
                </a:lnTo>
                <a:lnTo>
                  <a:pt x="20372" y="566813"/>
                </a:lnTo>
                <a:lnTo>
                  <a:pt x="20561" y="574344"/>
                </a:lnTo>
                <a:lnTo>
                  <a:pt x="22269" y="574344"/>
                </a:lnTo>
                <a:lnTo>
                  <a:pt x="23418" y="566813"/>
                </a:lnTo>
                <a:lnTo>
                  <a:pt x="22631" y="563956"/>
                </a:lnTo>
                <a:lnTo>
                  <a:pt x="22098" y="563689"/>
                </a:lnTo>
                <a:lnTo>
                  <a:pt x="21589" y="563435"/>
                </a:lnTo>
              </a:path>
              <a:path w="444995" h="656463">
                <a:moveTo>
                  <a:pt x="16510" y="572795"/>
                </a:moveTo>
                <a:lnTo>
                  <a:pt x="16510" y="572795"/>
                </a:lnTo>
                <a:lnTo>
                  <a:pt x="17957" y="572795"/>
                </a:lnTo>
              </a:path>
              <a:path w="444995" h="656463">
                <a:moveTo>
                  <a:pt x="16510" y="572795"/>
                </a:moveTo>
                <a:lnTo>
                  <a:pt x="16840" y="573125"/>
                </a:lnTo>
                <a:lnTo>
                  <a:pt x="18053" y="573316"/>
                </a:lnTo>
                <a:lnTo>
                  <a:pt x="19579" y="574344"/>
                </a:lnTo>
                <a:lnTo>
                  <a:pt x="20561" y="574344"/>
                </a:lnTo>
                <a:lnTo>
                  <a:pt x="18999" y="573316"/>
                </a:lnTo>
                <a:lnTo>
                  <a:pt x="18985" y="573125"/>
                </a:lnTo>
                <a:lnTo>
                  <a:pt x="18962" y="572795"/>
                </a:lnTo>
              </a:path>
              <a:path w="444995" h="656463">
                <a:moveTo>
                  <a:pt x="19382" y="574344"/>
                </a:moveTo>
                <a:lnTo>
                  <a:pt x="19382" y="574344"/>
                </a:lnTo>
                <a:lnTo>
                  <a:pt x="19579" y="574344"/>
                </a:lnTo>
              </a:path>
              <a:path w="444995" h="656463">
                <a:moveTo>
                  <a:pt x="19382" y="574344"/>
                </a:moveTo>
                <a:lnTo>
                  <a:pt x="20561" y="574344"/>
                </a:lnTo>
              </a:path>
              <a:path w="444995" h="656463">
                <a:moveTo>
                  <a:pt x="19382" y="574344"/>
                </a:moveTo>
                <a:lnTo>
                  <a:pt x="19629" y="574675"/>
                </a:lnTo>
                <a:lnTo>
                  <a:pt x="22219" y="574675"/>
                </a:lnTo>
                <a:lnTo>
                  <a:pt x="22269" y="574344"/>
                </a:lnTo>
              </a:path>
              <a:path w="444995" h="656463">
                <a:moveTo>
                  <a:pt x="19629" y="574675"/>
                </a:moveTo>
                <a:lnTo>
                  <a:pt x="20161" y="575386"/>
                </a:lnTo>
                <a:lnTo>
                  <a:pt x="20167" y="575906"/>
                </a:lnTo>
                <a:lnTo>
                  <a:pt x="21196" y="575906"/>
                </a:lnTo>
                <a:lnTo>
                  <a:pt x="20675" y="575386"/>
                </a:lnTo>
                <a:lnTo>
                  <a:pt x="19964" y="574675"/>
                </a:lnTo>
              </a:path>
              <a:path w="444995" h="656463">
                <a:moveTo>
                  <a:pt x="19964" y="574675"/>
                </a:moveTo>
                <a:lnTo>
                  <a:pt x="21895" y="575386"/>
                </a:lnTo>
                <a:lnTo>
                  <a:pt x="22110" y="575386"/>
                </a:lnTo>
                <a:lnTo>
                  <a:pt x="22219" y="574675"/>
                </a:lnTo>
              </a:path>
              <a:path w="444995" h="656463">
                <a:moveTo>
                  <a:pt x="20167" y="575906"/>
                </a:moveTo>
                <a:lnTo>
                  <a:pt x="20167" y="575906"/>
                </a:lnTo>
                <a:lnTo>
                  <a:pt x="20685" y="575906"/>
                </a:lnTo>
              </a:path>
              <a:path w="444995" h="656463">
                <a:moveTo>
                  <a:pt x="20685" y="575906"/>
                </a:moveTo>
                <a:lnTo>
                  <a:pt x="21208" y="576427"/>
                </a:lnTo>
                <a:lnTo>
                  <a:pt x="21717" y="576427"/>
                </a:lnTo>
                <a:lnTo>
                  <a:pt x="21196" y="575906"/>
                </a:lnTo>
              </a:path>
              <a:path w="444995" h="656463">
                <a:moveTo>
                  <a:pt x="21336" y="47510"/>
                </a:moveTo>
                <a:lnTo>
                  <a:pt x="21145" y="47193"/>
                </a:lnTo>
                <a:lnTo>
                  <a:pt x="20981" y="46850"/>
                </a:lnTo>
                <a:lnTo>
                  <a:pt x="20624" y="47713"/>
                </a:lnTo>
                <a:lnTo>
                  <a:pt x="21336" y="47510"/>
                </a:lnTo>
                <a:close/>
              </a:path>
              <a:path w="444995" h="656463">
                <a:moveTo>
                  <a:pt x="20991" y="562394"/>
                </a:moveTo>
                <a:lnTo>
                  <a:pt x="21145" y="562063"/>
                </a:lnTo>
                <a:lnTo>
                  <a:pt x="20294" y="561711"/>
                </a:lnTo>
                <a:lnTo>
                  <a:pt x="20294" y="562394"/>
                </a:lnTo>
                <a:lnTo>
                  <a:pt x="22553" y="563435"/>
                </a:lnTo>
                <a:lnTo>
                  <a:pt x="20991" y="562394"/>
                </a:lnTo>
                <a:close/>
              </a:path>
              <a:path w="444995" h="656463">
                <a:moveTo>
                  <a:pt x="22377" y="46850"/>
                </a:moveTo>
                <a:lnTo>
                  <a:pt x="25501" y="46850"/>
                </a:lnTo>
                <a:lnTo>
                  <a:pt x="25501" y="45808"/>
                </a:lnTo>
                <a:lnTo>
                  <a:pt x="23050" y="45288"/>
                </a:lnTo>
                <a:lnTo>
                  <a:pt x="23228" y="45110"/>
                </a:lnTo>
                <a:lnTo>
                  <a:pt x="24069" y="44780"/>
                </a:lnTo>
                <a:lnTo>
                  <a:pt x="24269" y="44069"/>
                </a:lnTo>
                <a:lnTo>
                  <a:pt x="24099" y="43743"/>
                </a:lnTo>
                <a:lnTo>
                  <a:pt x="22377" y="44454"/>
                </a:lnTo>
                <a:lnTo>
                  <a:pt x="22540" y="44780"/>
                </a:lnTo>
                <a:lnTo>
                  <a:pt x="23902" y="44220"/>
                </a:lnTo>
                <a:lnTo>
                  <a:pt x="23749" y="44589"/>
                </a:lnTo>
                <a:lnTo>
                  <a:pt x="22540" y="44780"/>
                </a:lnTo>
                <a:lnTo>
                  <a:pt x="22796" y="45288"/>
                </a:lnTo>
                <a:lnTo>
                  <a:pt x="22707" y="45631"/>
                </a:lnTo>
                <a:lnTo>
                  <a:pt x="22529" y="45808"/>
                </a:lnTo>
                <a:lnTo>
                  <a:pt x="22377" y="45961"/>
                </a:lnTo>
                <a:lnTo>
                  <a:pt x="22186" y="46151"/>
                </a:lnTo>
                <a:lnTo>
                  <a:pt x="21666" y="46672"/>
                </a:lnTo>
                <a:lnTo>
                  <a:pt x="21530" y="45808"/>
                </a:lnTo>
                <a:lnTo>
                  <a:pt x="21387" y="45867"/>
                </a:lnTo>
                <a:lnTo>
                  <a:pt x="21336" y="46850"/>
                </a:lnTo>
                <a:lnTo>
                  <a:pt x="21336" y="47002"/>
                </a:lnTo>
                <a:lnTo>
                  <a:pt x="22377" y="49974"/>
                </a:lnTo>
                <a:lnTo>
                  <a:pt x="22377" y="46850"/>
                </a:lnTo>
                <a:close/>
              </a:path>
              <a:path w="444995" h="656463">
                <a:moveTo>
                  <a:pt x="21336" y="44513"/>
                </a:moveTo>
                <a:lnTo>
                  <a:pt x="21306" y="45288"/>
                </a:lnTo>
                <a:lnTo>
                  <a:pt x="21335" y="45808"/>
                </a:lnTo>
                <a:lnTo>
                  <a:pt x="21336" y="44513"/>
                </a:lnTo>
                <a:close/>
              </a:path>
              <a:path w="444995" h="656463">
                <a:moveTo>
                  <a:pt x="25247" y="576948"/>
                </a:moveTo>
                <a:lnTo>
                  <a:pt x="24193" y="576427"/>
                </a:lnTo>
                <a:lnTo>
                  <a:pt x="22937" y="575906"/>
                </a:lnTo>
                <a:lnTo>
                  <a:pt x="21680" y="575386"/>
                </a:lnTo>
                <a:lnTo>
                  <a:pt x="21005" y="575195"/>
                </a:lnTo>
                <a:lnTo>
                  <a:pt x="21466" y="575386"/>
                </a:lnTo>
                <a:lnTo>
                  <a:pt x="22727" y="575906"/>
                </a:lnTo>
                <a:lnTo>
                  <a:pt x="23987" y="576427"/>
                </a:lnTo>
                <a:lnTo>
                  <a:pt x="23609" y="576834"/>
                </a:lnTo>
                <a:lnTo>
                  <a:pt x="24091" y="576948"/>
                </a:lnTo>
                <a:lnTo>
                  <a:pt x="26288" y="577469"/>
                </a:lnTo>
                <a:lnTo>
                  <a:pt x="25247" y="576948"/>
                </a:lnTo>
                <a:close/>
              </a:path>
              <a:path w="444995" h="656463">
                <a:moveTo>
                  <a:pt x="22377" y="45288"/>
                </a:moveTo>
                <a:lnTo>
                  <a:pt x="22377" y="44780"/>
                </a:lnTo>
                <a:lnTo>
                  <a:pt x="21887" y="44657"/>
                </a:lnTo>
                <a:lnTo>
                  <a:pt x="21589" y="44780"/>
                </a:lnTo>
                <a:lnTo>
                  <a:pt x="21692" y="45129"/>
                </a:lnTo>
                <a:lnTo>
                  <a:pt x="21627" y="45288"/>
                </a:lnTo>
                <a:lnTo>
                  <a:pt x="22377" y="45288"/>
                </a:lnTo>
                <a:close/>
              </a:path>
              <a:path w="444995" h="656463">
                <a:moveTo>
                  <a:pt x="23418" y="566813"/>
                </a:moveTo>
                <a:lnTo>
                  <a:pt x="22110" y="575386"/>
                </a:lnTo>
                <a:lnTo>
                  <a:pt x="21895" y="575386"/>
                </a:lnTo>
                <a:lnTo>
                  <a:pt x="23152" y="575906"/>
                </a:lnTo>
                <a:lnTo>
                  <a:pt x="23418" y="566813"/>
                </a:lnTo>
                <a:close/>
              </a:path>
              <a:path w="444995" h="656463">
                <a:moveTo>
                  <a:pt x="20294" y="563692"/>
                </a:moveTo>
                <a:lnTo>
                  <a:pt x="20294" y="564222"/>
                </a:lnTo>
                <a:lnTo>
                  <a:pt x="20294" y="563689"/>
                </a:lnTo>
                <a:lnTo>
                  <a:pt x="20294" y="562499"/>
                </a:lnTo>
                <a:lnTo>
                  <a:pt x="20040" y="562394"/>
                </a:lnTo>
                <a:lnTo>
                  <a:pt x="19253" y="561673"/>
                </a:lnTo>
                <a:lnTo>
                  <a:pt x="19917" y="563312"/>
                </a:lnTo>
                <a:lnTo>
                  <a:pt x="20561" y="574344"/>
                </a:lnTo>
                <a:lnTo>
                  <a:pt x="20294" y="563692"/>
                </a:lnTo>
                <a:close/>
              </a:path>
              <a:path w="444995" h="656463">
                <a:moveTo>
                  <a:pt x="23418" y="563794"/>
                </a:moveTo>
                <a:lnTo>
                  <a:pt x="22553" y="563435"/>
                </a:lnTo>
                <a:lnTo>
                  <a:pt x="22850" y="563956"/>
                </a:lnTo>
                <a:lnTo>
                  <a:pt x="23418" y="564281"/>
                </a:lnTo>
                <a:lnTo>
                  <a:pt x="23418" y="563794"/>
                </a:lnTo>
                <a:close/>
              </a:path>
              <a:path w="444995" h="656463">
                <a:moveTo>
                  <a:pt x="24599" y="44780"/>
                </a:moveTo>
                <a:lnTo>
                  <a:pt x="25501" y="43878"/>
                </a:lnTo>
                <a:lnTo>
                  <a:pt x="25641" y="43738"/>
                </a:lnTo>
                <a:lnTo>
                  <a:pt x="25640" y="43218"/>
                </a:lnTo>
                <a:lnTo>
                  <a:pt x="25501" y="43163"/>
                </a:lnTo>
                <a:lnTo>
                  <a:pt x="25501" y="42462"/>
                </a:lnTo>
                <a:lnTo>
                  <a:pt x="26193" y="42176"/>
                </a:lnTo>
                <a:lnTo>
                  <a:pt x="26530" y="42176"/>
                </a:lnTo>
                <a:lnTo>
                  <a:pt x="26530" y="41955"/>
                </a:lnTo>
                <a:lnTo>
                  <a:pt x="27258" y="41655"/>
                </a:lnTo>
                <a:lnTo>
                  <a:pt x="28206" y="41173"/>
                </a:lnTo>
                <a:lnTo>
                  <a:pt x="28523" y="41135"/>
                </a:lnTo>
                <a:lnTo>
                  <a:pt x="28249" y="41655"/>
                </a:lnTo>
                <a:lnTo>
                  <a:pt x="28776" y="41135"/>
                </a:lnTo>
                <a:lnTo>
                  <a:pt x="28764" y="41656"/>
                </a:lnTo>
                <a:lnTo>
                  <a:pt x="28237" y="42176"/>
                </a:lnTo>
                <a:lnTo>
                  <a:pt x="28752" y="42176"/>
                </a:lnTo>
                <a:lnTo>
                  <a:pt x="29279" y="41656"/>
                </a:lnTo>
                <a:lnTo>
                  <a:pt x="29291" y="41135"/>
                </a:lnTo>
                <a:lnTo>
                  <a:pt x="28956" y="40957"/>
                </a:lnTo>
                <a:lnTo>
                  <a:pt x="29565" y="40614"/>
                </a:lnTo>
                <a:lnTo>
                  <a:pt x="30606" y="40093"/>
                </a:lnTo>
                <a:lnTo>
                  <a:pt x="29341" y="40614"/>
                </a:lnTo>
                <a:lnTo>
                  <a:pt x="28527" y="40852"/>
                </a:lnTo>
                <a:lnTo>
                  <a:pt x="28363" y="41016"/>
                </a:lnTo>
                <a:lnTo>
                  <a:pt x="28075" y="41135"/>
                </a:lnTo>
                <a:lnTo>
                  <a:pt x="27033" y="41656"/>
                </a:lnTo>
                <a:lnTo>
                  <a:pt x="26530" y="41863"/>
                </a:lnTo>
                <a:lnTo>
                  <a:pt x="25992" y="42176"/>
                </a:lnTo>
                <a:lnTo>
                  <a:pt x="25501" y="42378"/>
                </a:lnTo>
                <a:lnTo>
                  <a:pt x="24933" y="42697"/>
                </a:lnTo>
                <a:lnTo>
                  <a:pt x="25370" y="43218"/>
                </a:lnTo>
                <a:lnTo>
                  <a:pt x="25501" y="43218"/>
                </a:lnTo>
                <a:lnTo>
                  <a:pt x="25501" y="43738"/>
                </a:lnTo>
                <a:lnTo>
                  <a:pt x="25116" y="43738"/>
                </a:lnTo>
                <a:lnTo>
                  <a:pt x="24069" y="44780"/>
                </a:lnTo>
                <a:lnTo>
                  <a:pt x="23558" y="45288"/>
                </a:lnTo>
                <a:lnTo>
                  <a:pt x="23228" y="45110"/>
                </a:lnTo>
                <a:lnTo>
                  <a:pt x="23050" y="45288"/>
                </a:lnTo>
                <a:lnTo>
                  <a:pt x="25501" y="45808"/>
                </a:lnTo>
                <a:lnTo>
                  <a:pt x="24599" y="44780"/>
                </a:lnTo>
                <a:close/>
              </a:path>
              <a:path w="444995" h="656463">
                <a:moveTo>
                  <a:pt x="22707" y="45631"/>
                </a:moveTo>
                <a:lnTo>
                  <a:pt x="22796" y="45288"/>
                </a:lnTo>
                <a:lnTo>
                  <a:pt x="22377" y="45460"/>
                </a:lnTo>
                <a:lnTo>
                  <a:pt x="22529" y="45808"/>
                </a:lnTo>
                <a:lnTo>
                  <a:pt x="22707" y="45631"/>
                </a:lnTo>
                <a:close/>
              </a:path>
              <a:path w="444995" h="656463">
                <a:moveTo>
                  <a:pt x="22936" y="31788"/>
                </a:moveTo>
                <a:lnTo>
                  <a:pt x="22727" y="31788"/>
                </a:lnTo>
                <a:lnTo>
                  <a:pt x="23987" y="31267"/>
                </a:lnTo>
                <a:lnTo>
                  <a:pt x="25028" y="30746"/>
                </a:lnTo>
                <a:lnTo>
                  <a:pt x="24804" y="30746"/>
                </a:lnTo>
                <a:lnTo>
                  <a:pt x="23548" y="31267"/>
                </a:lnTo>
                <a:lnTo>
                  <a:pt x="23088" y="31457"/>
                </a:lnTo>
                <a:lnTo>
                  <a:pt x="22508" y="31788"/>
                </a:lnTo>
                <a:lnTo>
                  <a:pt x="22047" y="31978"/>
                </a:lnTo>
                <a:lnTo>
                  <a:pt x="21005" y="32499"/>
                </a:lnTo>
                <a:lnTo>
                  <a:pt x="20454" y="32816"/>
                </a:lnTo>
                <a:lnTo>
                  <a:pt x="20669" y="32816"/>
                </a:lnTo>
                <a:lnTo>
                  <a:pt x="22936" y="31788"/>
                </a:lnTo>
                <a:close/>
              </a:path>
              <a:path w="444995" h="656463">
                <a:moveTo>
                  <a:pt x="24079" y="563435"/>
                </a:moveTo>
                <a:lnTo>
                  <a:pt x="23418" y="562775"/>
                </a:lnTo>
                <a:lnTo>
                  <a:pt x="23037" y="562394"/>
                </a:lnTo>
                <a:lnTo>
                  <a:pt x="23418" y="560311"/>
                </a:lnTo>
                <a:lnTo>
                  <a:pt x="21475" y="561352"/>
                </a:lnTo>
                <a:lnTo>
                  <a:pt x="22517" y="562394"/>
                </a:lnTo>
                <a:lnTo>
                  <a:pt x="23418" y="563295"/>
                </a:lnTo>
                <a:lnTo>
                  <a:pt x="23558" y="563435"/>
                </a:lnTo>
                <a:lnTo>
                  <a:pt x="23749" y="563626"/>
                </a:lnTo>
                <a:lnTo>
                  <a:pt x="24079" y="563435"/>
                </a:lnTo>
                <a:close/>
              </a:path>
              <a:path w="444995" h="656463">
                <a:moveTo>
                  <a:pt x="24804" y="30746"/>
                </a:moveTo>
                <a:lnTo>
                  <a:pt x="25028" y="30746"/>
                </a:lnTo>
                <a:lnTo>
                  <a:pt x="25692" y="30416"/>
                </a:lnTo>
                <a:lnTo>
                  <a:pt x="25882" y="30225"/>
                </a:lnTo>
                <a:lnTo>
                  <a:pt x="24589" y="30746"/>
                </a:lnTo>
                <a:lnTo>
                  <a:pt x="24130" y="30937"/>
                </a:lnTo>
                <a:lnTo>
                  <a:pt x="23548" y="31267"/>
                </a:lnTo>
                <a:lnTo>
                  <a:pt x="24804" y="30746"/>
                </a:lnTo>
                <a:close/>
              </a:path>
              <a:path w="444995" h="656463">
                <a:moveTo>
                  <a:pt x="24101" y="43738"/>
                </a:moveTo>
                <a:lnTo>
                  <a:pt x="24317" y="43218"/>
                </a:lnTo>
                <a:lnTo>
                  <a:pt x="24450" y="42896"/>
                </a:lnTo>
                <a:lnTo>
                  <a:pt x="24726" y="42697"/>
                </a:lnTo>
                <a:lnTo>
                  <a:pt x="25138" y="41237"/>
                </a:lnTo>
                <a:lnTo>
                  <a:pt x="25501" y="40360"/>
                </a:lnTo>
                <a:lnTo>
                  <a:pt x="26530" y="39319"/>
                </a:lnTo>
                <a:lnTo>
                  <a:pt x="22377" y="43472"/>
                </a:lnTo>
                <a:lnTo>
                  <a:pt x="22631" y="43738"/>
                </a:lnTo>
                <a:lnTo>
                  <a:pt x="24101" y="43738"/>
                </a:lnTo>
                <a:close/>
              </a:path>
              <a:path w="444995" h="656463">
                <a:moveTo>
                  <a:pt x="28956" y="566750"/>
                </a:moveTo>
                <a:lnTo>
                  <a:pt x="28769" y="566049"/>
                </a:lnTo>
                <a:lnTo>
                  <a:pt x="27711" y="564997"/>
                </a:lnTo>
                <a:lnTo>
                  <a:pt x="27710" y="565511"/>
                </a:lnTo>
                <a:lnTo>
                  <a:pt x="27914" y="566229"/>
                </a:lnTo>
                <a:lnTo>
                  <a:pt x="26873" y="565708"/>
                </a:lnTo>
                <a:lnTo>
                  <a:pt x="26381" y="565505"/>
                </a:lnTo>
                <a:lnTo>
                  <a:pt x="25831" y="565188"/>
                </a:lnTo>
                <a:lnTo>
                  <a:pt x="25370" y="564997"/>
                </a:lnTo>
                <a:lnTo>
                  <a:pt x="27193" y="564997"/>
                </a:lnTo>
                <a:lnTo>
                  <a:pt x="26670" y="564476"/>
                </a:lnTo>
                <a:lnTo>
                  <a:pt x="25641" y="564476"/>
                </a:lnTo>
                <a:lnTo>
                  <a:pt x="25311" y="564667"/>
                </a:lnTo>
                <a:lnTo>
                  <a:pt x="25120" y="564476"/>
                </a:lnTo>
                <a:lnTo>
                  <a:pt x="24599" y="563956"/>
                </a:lnTo>
                <a:lnTo>
                  <a:pt x="24079" y="563956"/>
                </a:lnTo>
                <a:lnTo>
                  <a:pt x="24269" y="564146"/>
                </a:lnTo>
                <a:lnTo>
                  <a:pt x="24110" y="564476"/>
                </a:lnTo>
                <a:lnTo>
                  <a:pt x="23891" y="564476"/>
                </a:lnTo>
                <a:lnTo>
                  <a:pt x="25151" y="564997"/>
                </a:lnTo>
                <a:lnTo>
                  <a:pt x="26162" y="565505"/>
                </a:lnTo>
                <a:lnTo>
                  <a:pt x="25952" y="565505"/>
                </a:lnTo>
                <a:lnTo>
                  <a:pt x="24726" y="564997"/>
                </a:lnTo>
                <a:lnTo>
                  <a:pt x="25768" y="565505"/>
                </a:lnTo>
                <a:lnTo>
                  <a:pt x="29997" y="567270"/>
                </a:lnTo>
                <a:lnTo>
                  <a:pt x="28956" y="566750"/>
                </a:lnTo>
                <a:close/>
              </a:path>
              <a:path w="444995" h="656463">
                <a:moveTo>
                  <a:pt x="26162" y="565505"/>
                </a:moveTo>
                <a:lnTo>
                  <a:pt x="25151" y="564997"/>
                </a:lnTo>
                <a:lnTo>
                  <a:pt x="23891" y="564476"/>
                </a:lnTo>
                <a:lnTo>
                  <a:pt x="23672" y="564476"/>
                </a:lnTo>
                <a:lnTo>
                  <a:pt x="24726" y="564997"/>
                </a:lnTo>
                <a:lnTo>
                  <a:pt x="25952" y="565505"/>
                </a:lnTo>
                <a:lnTo>
                  <a:pt x="26162" y="565505"/>
                </a:lnTo>
                <a:close/>
              </a:path>
              <a:path w="444995" h="656463">
                <a:moveTo>
                  <a:pt x="21196" y="31788"/>
                </a:moveTo>
                <a:lnTo>
                  <a:pt x="22237" y="31788"/>
                </a:lnTo>
                <a:lnTo>
                  <a:pt x="22758" y="31267"/>
                </a:lnTo>
                <a:lnTo>
                  <a:pt x="23279" y="31267"/>
                </a:lnTo>
                <a:lnTo>
                  <a:pt x="23799" y="30746"/>
                </a:lnTo>
                <a:lnTo>
                  <a:pt x="24320" y="30746"/>
                </a:lnTo>
                <a:lnTo>
                  <a:pt x="24841" y="30226"/>
                </a:lnTo>
                <a:lnTo>
                  <a:pt x="25362" y="29705"/>
                </a:lnTo>
                <a:lnTo>
                  <a:pt x="25882" y="29184"/>
                </a:lnTo>
                <a:lnTo>
                  <a:pt x="25361" y="29184"/>
                </a:lnTo>
                <a:lnTo>
                  <a:pt x="24841" y="29705"/>
                </a:lnTo>
                <a:lnTo>
                  <a:pt x="24320" y="29705"/>
                </a:lnTo>
                <a:lnTo>
                  <a:pt x="23799" y="30226"/>
                </a:lnTo>
                <a:lnTo>
                  <a:pt x="23279" y="30225"/>
                </a:lnTo>
                <a:lnTo>
                  <a:pt x="22758" y="30746"/>
                </a:lnTo>
                <a:lnTo>
                  <a:pt x="22237" y="30746"/>
                </a:lnTo>
                <a:lnTo>
                  <a:pt x="21717" y="31267"/>
                </a:lnTo>
                <a:lnTo>
                  <a:pt x="22237" y="31267"/>
                </a:lnTo>
                <a:lnTo>
                  <a:pt x="21717" y="31267"/>
                </a:lnTo>
                <a:lnTo>
                  <a:pt x="21209" y="31267"/>
                </a:lnTo>
                <a:lnTo>
                  <a:pt x="20685" y="31788"/>
                </a:lnTo>
                <a:lnTo>
                  <a:pt x="20167" y="32816"/>
                </a:lnTo>
                <a:lnTo>
                  <a:pt x="21196" y="31788"/>
                </a:lnTo>
                <a:close/>
              </a:path>
              <a:path w="444995" h="656463">
                <a:moveTo>
                  <a:pt x="19253" y="557720"/>
                </a:moveTo>
                <a:lnTo>
                  <a:pt x="19384" y="560311"/>
                </a:lnTo>
                <a:lnTo>
                  <a:pt x="20294" y="560311"/>
                </a:lnTo>
                <a:lnTo>
                  <a:pt x="20294" y="557720"/>
                </a:lnTo>
              </a:path>
              <a:path w="444995" h="656463">
                <a:moveTo>
                  <a:pt x="23418" y="560311"/>
                </a:moveTo>
                <a:lnTo>
                  <a:pt x="20294" y="560311"/>
                </a:lnTo>
                <a:lnTo>
                  <a:pt x="23418" y="560311"/>
                </a:lnTo>
              </a:path>
              <a:path w="444995" h="656463">
                <a:moveTo>
                  <a:pt x="19384" y="560311"/>
                </a:moveTo>
                <a:lnTo>
                  <a:pt x="19901" y="560832"/>
                </a:lnTo>
                <a:lnTo>
                  <a:pt x="22447" y="560832"/>
                </a:lnTo>
                <a:lnTo>
                  <a:pt x="23418" y="560311"/>
                </a:lnTo>
              </a:path>
              <a:path w="444995" h="656463">
                <a:moveTo>
                  <a:pt x="19901" y="560832"/>
                </a:moveTo>
                <a:lnTo>
                  <a:pt x="20434" y="560832"/>
                </a:lnTo>
              </a:path>
              <a:path w="444995" h="656463">
                <a:moveTo>
                  <a:pt x="20434" y="560832"/>
                </a:moveTo>
                <a:lnTo>
                  <a:pt x="20954" y="561352"/>
                </a:lnTo>
                <a:lnTo>
                  <a:pt x="21996" y="562394"/>
                </a:lnTo>
                <a:lnTo>
                  <a:pt x="22707" y="563105"/>
                </a:lnTo>
                <a:lnTo>
                  <a:pt x="23117" y="563295"/>
                </a:lnTo>
                <a:lnTo>
                  <a:pt x="23418" y="563435"/>
                </a:lnTo>
                <a:lnTo>
                  <a:pt x="23562" y="563626"/>
                </a:lnTo>
                <a:lnTo>
                  <a:pt x="23749" y="563626"/>
                </a:lnTo>
                <a:lnTo>
                  <a:pt x="23558" y="563435"/>
                </a:lnTo>
                <a:lnTo>
                  <a:pt x="23418" y="563295"/>
                </a:lnTo>
                <a:lnTo>
                  <a:pt x="23228" y="563105"/>
                </a:lnTo>
                <a:lnTo>
                  <a:pt x="22517" y="562394"/>
                </a:lnTo>
                <a:lnTo>
                  <a:pt x="21475" y="561352"/>
                </a:lnTo>
                <a:lnTo>
                  <a:pt x="22447" y="560832"/>
                </a:lnTo>
              </a:path>
              <a:path w="444995" h="656463">
                <a:moveTo>
                  <a:pt x="19901" y="560832"/>
                </a:moveTo>
                <a:lnTo>
                  <a:pt x="19717" y="561035"/>
                </a:lnTo>
                <a:lnTo>
                  <a:pt x="19548" y="561221"/>
                </a:lnTo>
                <a:lnTo>
                  <a:pt x="20294" y="561221"/>
                </a:lnTo>
                <a:lnTo>
                  <a:pt x="20104" y="561035"/>
                </a:lnTo>
                <a:lnTo>
                  <a:pt x="20294" y="560832"/>
                </a:lnTo>
              </a:path>
              <a:path w="444995" h="656463">
                <a:moveTo>
                  <a:pt x="20294" y="560832"/>
                </a:moveTo>
                <a:lnTo>
                  <a:pt x="20294" y="561221"/>
                </a:lnTo>
                <a:lnTo>
                  <a:pt x="20430" y="561221"/>
                </a:lnTo>
                <a:lnTo>
                  <a:pt x="20434" y="560832"/>
                </a:lnTo>
              </a:path>
              <a:path w="444995" h="656463">
                <a:moveTo>
                  <a:pt x="19548" y="561221"/>
                </a:moveTo>
                <a:lnTo>
                  <a:pt x="19429" y="561352"/>
                </a:lnTo>
                <a:lnTo>
                  <a:pt x="20429" y="561352"/>
                </a:lnTo>
                <a:lnTo>
                  <a:pt x="20430" y="561221"/>
                </a:lnTo>
              </a:path>
              <a:path w="444995" h="656463">
                <a:moveTo>
                  <a:pt x="24599" y="563435"/>
                </a:moveTo>
                <a:lnTo>
                  <a:pt x="24079" y="563435"/>
                </a:lnTo>
                <a:lnTo>
                  <a:pt x="23749" y="563626"/>
                </a:lnTo>
                <a:lnTo>
                  <a:pt x="24790" y="563626"/>
                </a:lnTo>
                <a:lnTo>
                  <a:pt x="24599" y="563435"/>
                </a:lnTo>
              </a:path>
              <a:path w="444995" h="656463">
                <a:moveTo>
                  <a:pt x="23562" y="563626"/>
                </a:moveTo>
                <a:lnTo>
                  <a:pt x="23810" y="563956"/>
                </a:lnTo>
                <a:lnTo>
                  <a:pt x="25120" y="563956"/>
                </a:lnTo>
                <a:lnTo>
                  <a:pt x="24790" y="563626"/>
                </a:lnTo>
              </a:path>
              <a:path w="444995" h="656463">
                <a:moveTo>
                  <a:pt x="25641" y="563956"/>
                </a:moveTo>
                <a:lnTo>
                  <a:pt x="25120" y="563956"/>
                </a:lnTo>
                <a:lnTo>
                  <a:pt x="25641" y="563956"/>
                </a:lnTo>
              </a:path>
              <a:path w="444995" h="656463">
                <a:moveTo>
                  <a:pt x="23810" y="563956"/>
                </a:moveTo>
                <a:lnTo>
                  <a:pt x="25641" y="563956"/>
                </a:lnTo>
              </a:path>
              <a:path w="444995" h="656463">
                <a:moveTo>
                  <a:pt x="23810" y="563956"/>
                </a:moveTo>
                <a:lnTo>
                  <a:pt x="23920" y="564146"/>
                </a:lnTo>
                <a:lnTo>
                  <a:pt x="24110" y="564476"/>
                </a:lnTo>
                <a:lnTo>
                  <a:pt x="24269" y="564146"/>
                </a:lnTo>
                <a:lnTo>
                  <a:pt x="24079" y="563956"/>
                </a:lnTo>
              </a:path>
              <a:path w="444995" h="656463">
                <a:moveTo>
                  <a:pt x="24079" y="563956"/>
                </a:moveTo>
                <a:lnTo>
                  <a:pt x="24599" y="563956"/>
                </a:lnTo>
                <a:lnTo>
                  <a:pt x="25120" y="564476"/>
                </a:lnTo>
                <a:lnTo>
                  <a:pt x="25311" y="564667"/>
                </a:lnTo>
                <a:lnTo>
                  <a:pt x="25641" y="564476"/>
                </a:lnTo>
                <a:lnTo>
                  <a:pt x="26161" y="564476"/>
                </a:lnTo>
                <a:lnTo>
                  <a:pt x="25641" y="563956"/>
                </a:lnTo>
              </a:path>
              <a:path w="444995" h="656463">
                <a:moveTo>
                  <a:pt x="27710" y="565511"/>
                </a:moveTo>
                <a:lnTo>
                  <a:pt x="27711" y="564997"/>
                </a:lnTo>
                <a:lnTo>
                  <a:pt x="27193" y="564997"/>
                </a:lnTo>
                <a:lnTo>
                  <a:pt x="27698" y="565505"/>
                </a:lnTo>
                <a:lnTo>
                  <a:pt x="26670" y="565505"/>
                </a:lnTo>
                <a:lnTo>
                  <a:pt x="26161" y="564997"/>
                </a:lnTo>
                <a:lnTo>
                  <a:pt x="25370" y="564997"/>
                </a:lnTo>
                <a:lnTo>
                  <a:pt x="25831" y="565188"/>
                </a:lnTo>
                <a:lnTo>
                  <a:pt x="26381" y="565505"/>
                </a:lnTo>
                <a:lnTo>
                  <a:pt x="26873" y="565708"/>
                </a:lnTo>
                <a:lnTo>
                  <a:pt x="27914" y="566229"/>
                </a:lnTo>
                <a:lnTo>
                  <a:pt x="27710" y="565511"/>
                </a:lnTo>
                <a:close/>
              </a:path>
              <a:path w="444995" h="656463">
                <a:moveTo>
                  <a:pt x="25992" y="42176"/>
                </a:moveTo>
                <a:lnTo>
                  <a:pt x="26530" y="41863"/>
                </a:lnTo>
                <a:lnTo>
                  <a:pt x="26809" y="41656"/>
                </a:lnTo>
                <a:lnTo>
                  <a:pt x="27838" y="41135"/>
                </a:lnTo>
                <a:lnTo>
                  <a:pt x="28075" y="41135"/>
                </a:lnTo>
                <a:lnTo>
                  <a:pt x="28363" y="41016"/>
                </a:lnTo>
                <a:lnTo>
                  <a:pt x="28527" y="40852"/>
                </a:lnTo>
                <a:lnTo>
                  <a:pt x="29341" y="40614"/>
                </a:lnTo>
                <a:lnTo>
                  <a:pt x="30606" y="40093"/>
                </a:lnTo>
                <a:lnTo>
                  <a:pt x="31377" y="40093"/>
                </a:lnTo>
                <a:lnTo>
                  <a:pt x="32038" y="39437"/>
                </a:lnTo>
                <a:lnTo>
                  <a:pt x="30441" y="40093"/>
                </a:lnTo>
                <a:lnTo>
                  <a:pt x="29107" y="40614"/>
                </a:lnTo>
                <a:lnTo>
                  <a:pt x="28625" y="40754"/>
                </a:lnTo>
                <a:lnTo>
                  <a:pt x="28879" y="40614"/>
                </a:lnTo>
                <a:lnTo>
                  <a:pt x="30899" y="28854"/>
                </a:lnTo>
                <a:lnTo>
                  <a:pt x="35128" y="27101"/>
                </a:lnTo>
                <a:lnTo>
                  <a:pt x="34086" y="27101"/>
                </a:lnTo>
                <a:lnTo>
                  <a:pt x="33172" y="26581"/>
                </a:lnTo>
                <a:lnTo>
                  <a:pt x="32651" y="27101"/>
                </a:lnTo>
                <a:lnTo>
                  <a:pt x="33045" y="27622"/>
                </a:lnTo>
                <a:lnTo>
                  <a:pt x="31483" y="28269"/>
                </a:lnTo>
                <a:lnTo>
                  <a:pt x="28816" y="29375"/>
                </a:lnTo>
                <a:lnTo>
                  <a:pt x="28625" y="37757"/>
                </a:lnTo>
                <a:lnTo>
                  <a:pt x="26530" y="39848"/>
                </a:lnTo>
                <a:lnTo>
                  <a:pt x="25768" y="42176"/>
                </a:lnTo>
                <a:lnTo>
                  <a:pt x="25501" y="42378"/>
                </a:lnTo>
                <a:lnTo>
                  <a:pt x="25992" y="42176"/>
                </a:lnTo>
                <a:close/>
              </a:path>
              <a:path w="444995" h="656463">
                <a:moveTo>
                  <a:pt x="25768" y="42176"/>
                </a:moveTo>
                <a:lnTo>
                  <a:pt x="26530" y="39848"/>
                </a:lnTo>
                <a:lnTo>
                  <a:pt x="25501" y="40874"/>
                </a:lnTo>
                <a:lnTo>
                  <a:pt x="25501" y="42378"/>
                </a:lnTo>
                <a:lnTo>
                  <a:pt x="25768" y="42176"/>
                </a:lnTo>
                <a:close/>
              </a:path>
              <a:path w="444995" h="656463">
                <a:moveTo>
                  <a:pt x="28049" y="41330"/>
                </a:moveTo>
                <a:lnTo>
                  <a:pt x="27802" y="41465"/>
                </a:lnTo>
                <a:lnTo>
                  <a:pt x="28132" y="41465"/>
                </a:lnTo>
              </a:path>
              <a:path w="444995" h="656463">
                <a:moveTo>
                  <a:pt x="27802" y="41465"/>
                </a:moveTo>
                <a:lnTo>
                  <a:pt x="27453" y="41655"/>
                </a:lnTo>
                <a:lnTo>
                  <a:pt x="27724" y="41655"/>
                </a:lnTo>
                <a:lnTo>
                  <a:pt x="27914" y="41465"/>
                </a:lnTo>
              </a:path>
              <a:path w="444995" h="656463">
                <a:moveTo>
                  <a:pt x="27914" y="41465"/>
                </a:moveTo>
                <a:lnTo>
                  <a:pt x="27724" y="41655"/>
                </a:lnTo>
                <a:lnTo>
                  <a:pt x="28249" y="41655"/>
                </a:lnTo>
                <a:lnTo>
                  <a:pt x="28132" y="41465"/>
                </a:lnTo>
              </a:path>
              <a:path w="444995" h="656463">
                <a:moveTo>
                  <a:pt x="27258" y="41655"/>
                </a:moveTo>
                <a:lnTo>
                  <a:pt x="27258" y="41655"/>
                </a:lnTo>
                <a:lnTo>
                  <a:pt x="27453" y="41655"/>
                </a:lnTo>
              </a:path>
              <a:path w="444995" h="656463">
                <a:moveTo>
                  <a:pt x="27453" y="41655"/>
                </a:moveTo>
                <a:lnTo>
                  <a:pt x="28249" y="41655"/>
                </a:lnTo>
              </a:path>
              <a:path w="444995" h="656463">
                <a:moveTo>
                  <a:pt x="27258" y="41655"/>
                </a:moveTo>
                <a:lnTo>
                  <a:pt x="26530" y="41955"/>
                </a:lnTo>
                <a:lnTo>
                  <a:pt x="26530" y="42176"/>
                </a:lnTo>
                <a:lnTo>
                  <a:pt x="27723" y="42176"/>
                </a:lnTo>
                <a:lnTo>
                  <a:pt x="27946" y="41955"/>
                </a:lnTo>
                <a:lnTo>
                  <a:pt x="28249" y="41655"/>
                </a:lnTo>
              </a:path>
              <a:path w="444995" h="656463">
                <a:moveTo>
                  <a:pt x="26530" y="42176"/>
                </a:moveTo>
                <a:lnTo>
                  <a:pt x="26530" y="42697"/>
                </a:lnTo>
                <a:lnTo>
                  <a:pt x="26422" y="42849"/>
                </a:lnTo>
                <a:lnTo>
                  <a:pt x="26682" y="42697"/>
                </a:lnTo>
                <a:lnTo>
                  <a:pt x="27203" y="42176"/>
                </a:lnTo>
              </a:path>
              <a:path w="444995" h="656463">
                <a:moveTo>
                  <a:pt x="27203" y="42176"/>
                </a:moveTo>
                <a:lnTo>
                  <a:pt x="27196" y="42697"/>
                </a:lnTo>
                <a:lnTo>
                  <a:pt x="27722" y="42176"/>
                </a:lnTo>
              </a:path>
              <a:path w="444995" h="656463">
                <a:moveTo>
                  <a:pt x="25501" y="42697"/>
                </a:moveTo>
                <a:lnTo>
                  <a:pt x="25501" y="43027"/>
                </a:lnTo>
                <a:lnTo>
                  <a:pt x="25501" y="43163"/>
                </a:lnTo>
                <a:lnTo>
                  <a:pt x="25640" y="43218"/>
                </a:lnTo>
                <a:lnTo>
                  <a:pt x="26162" y="43218"/>
                </a:lnTo>
                <a:lnTo>
                  <a:pt x="25831" y="43027"/>
                </a:lnTo>
              </a:path>
              <a:path w="444995" h="656463">
                <a:moveTo>
                  <a:pt x="26530" y="42849"/>
                </a:moveTo>
                <a:lnTo>
                  <a:pt x="26530" y="42849"/>
                </a:lnTo>
                <a:lnTo>
                  <a:pt x="26530" y="42849"/>
                </a:lnTo>
              </a:path>
              <a:path w="444995" h="656463">
                <a:moveTo>
                  <a:pt x="26422" y="42849"/>
                </a:moveTo>
                <a:lnTo>
                  <a:pt x="26162" y="43218"/>
                </a:lnTo>
                <a:lnTo>
                  <a:pt x="26669" y="43218"/>
                </a:lnTo>
                <a:lnTo>
                  <a:pt x="26530" y="42849"/>
                </a:lnTo>
              </a:path>
              <a:path w="444995" h="656463">
                <a:moveTo>
                  <a:pt x="25640" y="43218"/>
                </a:moveTo>
                <a:lnTo>
                  <a:pt x="26669" y="43218"/>
                </a:lnTo>
              </a:path>
              <a:path w="444995" h="656463">
                <a:moveTo>
                  <a:pt x="25640" y="43218"/>
                </a:moveTo>
                <a:lnTo>
                  <a:pt x="25641" y="43738"/>
                </a:lnTo>
                <a:lnTo>
                  <a:pt x="25501" y="43878"/>
                </a:lnTo>
                <a:lnTo>
                  <a:pt x="24599" y="44780"/>
                </a:lnTo>
                <a:lnTo>
                  <a:pt x="25501" y="45808"/>
                </a:lnTo>
                <a:lnTo>
                  <a:pt x="26530" y="45808"/>
                </a:lnTo>
                <a:lnTo>
                  <a:pt x="26530" y="44780"/>
                </a:lnTo>
                <a:lnTo>
                  <a:pt x="26530" y="43878"/>
                </a:lnTo>
                <a:lnTo>
                  <a:pt x="26530" y="43738"/>
                </a:lnTo>
                <a:lnTo>
                  <a:pt x="26530" y="43218"/>
                </a:lnTo>
              </a:path>
              <a:path w="444995" h="656463">
                <a:moveTo>
                  <a:pt x="26530" y="43218"/>
                </a:moveTo>
                <a:lnTo>
                  <a:pt x="26670" y="43218"/>
                </a:lnTo>
                <a:lnTo>
                  <a:pt x="26669" y="43218"/>
                </a:lnTo>
              </a:path>
              <a:path w="444995" h="656463">
                <a:moveTo>
                  <a:pt x="26530" y="42697"/>
                </a:moveTo>
                <a:lnTo>
                  <a:pt x="26530" y="42176"/>
                </a:lnTo>
                <a:lnTo>
                  <a:pt x="26193" y="42176"/>
                </a:lnTo>
                <a:lnTo>
                  <a:pt x="25501" y="42462"/>
                </a:lnTo>
                <a:lnTo>
                  <a:pt x="25501" y="42697"/>
                </a:lnTo>
                <a:lnTo>
                  <a:pt x="25831" y="43027"/>
                </a:lnTo>
                <a:lnTo>
                  <a:pt x="26162" y="43218"/>
                </a:lnTo>
                <a:lnTo>
                  <a:pt x="26530" y="42697"/>
                </a:lnTo>
                <a:close/>
              </a:path>
              <a:path w="444995" h="656463">
                <a:moveTo>
                  <a:pt x="29527" y="27622"/>
                </a:moveTo>
                <a:lnTo>
                  <a:pt x="29006" y="28143"/>
                </a:lnTo>
                <a:lnTo>
                  <a:pt x="31610" y="28143"/>
                </a:lnTo>
                <a:lnTo>
                  <a:pt x="32130" y="27622"/>
                </a:lnTo>
              </a:path>
              <a:path w="444995" h="656463">
                <a:moveTo>
                  <a:pt x="29006" y="28143"/>
                </a:moveTo>
                <a:lnTo>
                  <a:pt x="29006" y="28143"/>
                </a:lnTo>
                <a:lnTo>
                  <a:pt x="31483" y="28143"/>
                </a:lnTo>
              </a:path>
              <a:path w="444995" h="656463">
                <a:moveTo>
                  <a:pt x="31483" y="28143"/>
                </a:moveTo>
                <a:lnTo>
                  <a:pt x="31178" y="28269"/>
                </a:lnTo>
                <a:lnTo>
                  <a:pt x="29032" y="29158"/>
                </a:lnTo>
                <a:lnTo>
                  <a:pt x="28510" y="29375"/>
                </a:lnTo>
                <a:lnTo>
                  <a:pt x="27254" y="29895"/>
                </a:lnTo>
                <a:lnTo>
                  <a:pt x="28804" y="29895"/>
                </a:lnTo>
                <a:lnTo>
                  <a:pt x="28816" y="29375"/>
                </a:lnTo>
                <a:lnTo>
                  <a:pt x="29338" y="29158"/>
                </a:lnTo>
                <a:lnTo>
                  <a:pt x="31483" y="28269"/>
                </a:lnTo>
              </a:path>
              <a:path w="444995" h="656463">
                <a:moveTo>
                  <a:pt x="27470" y="29679"/>
                </a:moveTo>
                <a:lnTo>
                  <a:pt x="27317" y="29705"/>
                </a:lnTo>
                <a:lnTo>
                  <a:pt x="26403" y="29705"/>
                </a:lnTo>
                <a:lnTo>
                  <a:pt x="26212" y="29895"/>
                </a:lnTo>
                <a:lnTo>
                  <a:pt x="27254" y="29895"/>
                </a:lnTo>
                <a:lnTo>
                  <a:pt x="27444" y="29705"/>
                </a:lnTo>
              </a:path>
              <a:path w="444995" h="656463">
                <a:moveTo>
                  <a:pt x="26212" y="29895"/>
                </a:moveTo>
                <a:lnTo>
                  <a:pt x="25908" y="30200"/>
                </a:lnTo>
                <a:lnTo>
                  <a:pt x="26061" y="30225"/>
                </a:lnTo>
                <a:lnTo>
                  <a:pt x="28796" y="30225"/>
                </a:lnTo>
                <a:lnTo>
                  <a:pt x="28804" y="29895"/>
                </a:lnTo>
              </a:path>
              <a:path w="444995" h="656463">
                <a:moveTo>
                  <a:pt x="26061" y="30225"/>
                </a:moveTo>
                <a:lnTo>
                  <a:pt x="26061" y="30226"/>
                </a:lnTo>
                <a:lnTo>
                  <a:pt x="26288" y="30225"/>
                </a:lnTo>
              </a:path>
              <a:path w="444995" h="656463">
                <a:moveTo>
                  <a:pt x="26288" y="30225"/>
                </a:moveTo>
                <a:lnTo>
                  <a:pt x="25247" y="30746"/>
                </a:lnTo>
                <a:lnTo>
                  <a:pt x="26296" y="37757"/>
                </a:lnTo>
                <a:lnTo>
                  <a:pt x="26530" y="39319"/>
                </a:lnTo>
                <a:lnTo>
                  <a:pt x="26007" y="39848"/>
                </a:lnTo>
                <a:lnTo>
                  <a:pt x="25501" y="40360"/>
                </a:lnTo>
                <a:lnTo>
                  <a:pt x="25288" y="40874"/>
                </a:lnTo>
                <a:lnTo>
                  <a:pt x="25138" y="41237"/>
                </a:lnTo>
                <a:lnTo>
                  <a:pt x="24816" y="42378"/>
                </a:lnTo>
                <a:lnTo>
                  <a:pt x="24726" y="42697"/>
                </a:lnTo>
                <a:lnTo>
                  <a:pt x="24450" y="42896"/>
                </a:lnTo>
                <a:lnTo>
                  <a:pt x="24317" y="43218"/>
                </a:lnTo>
                <a:lnTo>
                  <a:pt x="24101" y="43738"/>
                </a:lnTo>
                <a:lnTo>
                  <a:pt x="25501" y="43738"/>
                </a:lnTo>
                <a:lnTo>
                  <a:pt x="25501" y="43218"/>
                </a:lnTo>
                <a:lnTo>
                  <a:pt x="25370" y="43218"/>
                </a:lnTo>
                <a:lnTo>
                  <a:pt x="25100" y="42896"/>
                </a:lnTo>
                <a:lnTo>
                  <a:pt x="24933" y="42697"/>
                </a:lnTo>
                <a:lnTo>
                  <a:pt x="25501" y="42378"/>
                </a:lnTo>
                <a:lnTo>
                  <a:pt x="25501" y="41237"/>
                </a:lnTo>
                <a:lnTo>
                  <a:pt x="25501" y="40874"/>
                </a:lnTo>
                <a:lnTo>
                  <a:pt x="26016" y="40360"/>
                </a:lnTo>
                <a:lnTo>
                  <a:pt x="26530" y="39848"/>
                </a:lnTo>
                <a:lnTo>
                  <a:pt x="27060" y="39319"/>
                </a:lnTo>
                <a:lnTo>
                  <a:pt x="28625" y="37757"/>
                </a:lnTo>
                <a:lnTo>
                  <a:pt x="28785" y="30746"/>
                </a:lnTo>
                <a:lnTo>
                  <a:pt x="28796" y="30225"/>
                </a:lnTo>
              </a:path>
              <a:path w="444995" h="656463">
                <a:moveTo>
                  <a:pt x="22377" y="43472"/>
                </a:moveTo>
                <a:lnTo>
                  <a:pt x="22110" y="43738"/>
                </a:lnTo>
                <a:lnTo>
                  <a:pt x="22631" y="43738"/>
                </a:lnTo>
              </a:path>
              <a:path w="444995" h="656463">
                <a:moveTo>
                  <a:pt x="24101" y="43738"/>
                </a:moveTo>
                <a:lnTo>
                  <a:pt x="22631" y="43738"/>
                </a:lnTo>
                <a:lnTo>
                  <a:pt x="24110" y="43738"/>
                </a:lnTo>
              </a:path>
              <a:path w="444995" h="656463">
                <a:moveTo>
                  <a:pt x="24110" y="43738"/>
                </a:moveTo>
                <a:lnTo>
                  <a:pt x="24269" y="44069"/>
                </a:lnTo>
                <a:lnTo>
                  <a:pt x="24069" y="44780"/>
                </a:lnTo>
                <a:lnTo>
                  <a:pt x="24784" y="44069"/>
                </a:lnTo>
                <a:lnTo>
                  <a:pt x="25116" y="43738"/>
                </a:lnTo>
                <a:lnTo>
                  <a:pt x="25501" y="43738"/>
                </a:lnTo>
              </a:path>
              <a:path w="444995" h="656463">
                <a:moveTo>
                  <a:pt x="22110" y="43738"/>
                </a:moveTo>
                <a:lnTo>
                  <a:pt x="21394" y="44454"/>
                </a:lnTo>
                <a:lnTo>
                  <a:pt x="21336" y="44657"/>
                </a:lnTo>
                <a:lnTo>
                  <a:pt x="22479" y="44657"/>
                </a:lnTo>
                <a:lnTo>
                  <a:pt x="22406" y="44513"/>
                </a:lnTo>
                <a:lnTo>
                  <a:pt x="24099" y="43743"/>
                </a:lnTo>
              </a:path>
              <a:path w="444995" h="656463">
                <a:moveTo>
                  <a:pt x="21336" y="44657"/>
                </a:moveTo>
                <a:lnTo>
                  <a:pt x="21336" y="45129"/>
                </a:lnTo>
                <a:lnTo>
                  <a:pt x="21336" y="45288"/>
                </a:lnTo>
                <a:lnTo>
                  <a:pt x="21627" y="45288"/>
                </a:lnTo>
                <a:lnTo>
                  <a:pt x="21692" y="45129"/>
                </a:lnTo>
                <a:lnTo>
                  <a:pt x="21589" y="44780"/>
                </a:lnTo>
                <a:lnTo>
                  <a:pt x="21887" y="44657"/>
                </a:lnTo>
              </a:path>
              <a:path w="444995" h="656463">
                <a:moveTo>
                  <a:pt x="21887" y="44657"/>
                </a:moveTo>
                <a:lnTo>
                  <a:pt x="22377" y="44780"/>
                </a:lnTo>
                <a:lnTo>
                  <a:pt x="22377" y="45288"/>
                </a:lnTo>
                <a:lnTo>
                  <a:pt x="21627" y="45288"/>
                </a:lnTo>
                <a:lnTo>
                  <a:pt x="22796" y="45288"/>
                </a:lnTo>
                <a:lnTo>
                  <a:pt x="22540" y="44780"/>
                </a:lnTo>
              </a:path>
              <a:path w="444995" h="656463">
                <a:moveTo>
                  <a:pt x="21336" y="45288"/>
                </a:moveTo>
                <a:lnTo>
                  <a:pt x="21336" y="45460"/>
                </a:lnTo>
                <a:lnTo>
                  <a:pt x="21336" y="45808"/>
                </a:lnTo>
                <a:lnTo>
                  <a:pt x="22529" y="45808"/>
                </a:lnTo>
                <a:lnTo>
                  <a:pt x="22377" y="45460"/>
                </a:lnTo>
                <a:lnTo>
                  <a:pt x="22796" y="45288"/>
                </a:lnTo>
              </a:path>
              <a:path w="444995" h="656463">
                <a:moveTo>
                  <a:pt x="21336" y="45808"/>
                </a:moveTo>
                <a:lnTo>
                  <a:pt x="21297" y="45992"/>
                </a:lnTo>
                <a:lnTo>
                  <a:pt x="20981" y="46850"/>
                </a:lnTo>
                <a:lnTo>
                  <a:pt x="21054" y="47002"/>
                </a:lnTo>
                <a:lnTo>
                  <a:pt x="21145" y="47193"/>
                </a:lnTo>
                <a:lnTo>
                  <a:pt x="21336" y="47510"/>
                </a:lnTo>
                <a:lnTo>
                  <a:pt x="19773" y="49072"/>
                </a:lnTo>
                <a:lnTo>
                  <a:pt x="19253" y="49593"/>
                </a:lnTo>
                <a:lnTo>
                  <a:pt x="19062" y="49784"/>
                </a:lnTo>
                <a:lnTo>
                  <a:pt x="19253" y="49974"/>
                </a:lnTo>
                <a:lnTo>
                  <a:pt x="22377" y="49974"/>
                </a:lnTo>
                <a:lnTo>
                  <a:pt x="22310" y="49784"/>
                </a:lnTo>
                <a:lnTo>
                  <a:pt x="22243" y="49593"/>
                </a:lnTo>
                <a:lnTo>
                  <a:pt x="22061" y="49072"/>
                </a:lnTo>
                <a:lnTo>
                  <a:pt x="21514" y="47510"/>
                </a:lnTo>
                <a:lnTo>
                  <a:pt x="21402" y="47193"/>
                </a:lnTo>
                <a:lnTo>
                  <a:pt x="21336" y="47002"/>
                </a:lnTo>
                <a:lnTo>
                  <a:pt x="21336" y="46850"/>
                </a:lnTo>
                <a:lnTo>
                  <a:pt x="21336" y="45992"/>
                </a:lnTo>
                <a:lnTo>
                  <a:pt x="21530" y="45808"/>
                </a:lnTo>
              </a:path>
              <a:path w="444995" h="656463">
                <a:moveTo>
                  <a:pt x="21530" y="45808"/>
                </a:moveTo>
                <a:lnTo>
                  <a:pt x="21554" y="45961"/>
                </a:lnTo>
                <a:lnTo>
                  <a:pt x="21584" y="46151"/>
                </a:lnTo>
                <a:lnTo>
                  <a:pt x="21666" y="46672"/>
                </a:lnTo>
                <a:lnTo>
                  <a:pt x="22186" y="46151"/>
                </a:lnTo>
                <a:lnTo>
                  <a:pt x="22377" y="45961"/>
                </a:lnTo>
                <a:lnTo>
                  <a:pt x="22529" y="45808"/>
                </a:lnTo>
              </a:path>
              <a:path w="444995" h="656463">
                <a:moveTo>
                  <a:pt x="27193" y="564997"/>
                </a:moveTo>
                <a:lnTo>
                  <a:pt x="26161" y="564997"/>
                </a:lnTo>
                <a:lnTo>
                  <a:pt x="26670" y="565505"/>
                </a:lnTo>
                <a:lnTo>
                  <a:pt x="27698" y="565505"/>
                </a:lnTo>
                <a:lnTo>
                  <a:pt x="27193" y="564997"/>
                </a:lnTo>
                <a:close/>
              </a:path>
              <a:path w="444995" h="656463">
                <a:moveTo>
                  <a:pt x="27196" y="42697"/>
                </a:moveTo>
                <a:lnTo>
                  <a:pt x="27203" y="42176"/>
                </a:lnTo>
                <a:lnTo>
                  <a:pt x="26682" y="42697"/>
                </a:lnTo>
                <a:lnTo>
                  <a:pt x="26530" y="42849"/>
                </a:lnTo>
                <a:lnTo>
                  <a:pt x="26670" y="43218"/>
                </a:lnTo>
                <a:lnTo>
                  <a:pt x="27196" y="42697"/>
                </a:lnTo>
                <a:close/>
              </a:path>
              <a:path w="444995" h="656463">
                <a:moveTo>
                  <a:pt x="27033" y="41656"/>
                </a:moveTo>
                <a:lnTo>
                  <a:pt x="28075" y="41135"/>
                </a:lnTo>
                <a:lnTo>
                  <a:pt x="27838" y="41135"/>
                </a:lnTo>
                <a:lnTo>
                  <a:pt x="26809" y="41656"/>
                </a:lnTo>
                <a:lnTo>
                  <a:pt x="26530" y="41863"/>
                </a:lnTo>
                <a:lnTo>
                  <a:pt x="27033" y="41656"/>
                </a:lnTo>
                <a:close/>
              </a:path>
              <a:path w="444995" h="656463">
                <a:moveTo>
                  <a:pt x="29032" y="29158"/>
                </a:moveTo>
                <a:lnTo>
                  <a:pt x="31483" y="28143"/>
                </a:lnTo>
                <a:lnTo>
                  <a:pt x="30048" y="28143"/>
                </a:lnTo>
                <a:lnTo>
                  <a:pt x="29400" y="28663"/>
                </a:lnTo>
                <a:lnTo>
                  <a:pt x="28486" y="28663"/>
                </a:lnTo>
                <a:lnTo>
                  <a:pt x="27965" y="29184"/>
                </a:lnTo>
                <a:lnTo>
                  <a:pt x="27102" y="29705"/>
                </a:lnTo>
                <a:lnTo>
                  <a:pt x="27686" y="29463"/>
                </a:lnTo>
                <a:lnTo>
                  <a:pt x="28359" y="29184"/>
                </a:lnTo>
                <a:lnTo>
                  <a:pt x="29248" y="28942"/>
                </a:lnTo>
                <a:lnTo>
                  <a:pt x="29527" y="28663"/>
                </a:lnTo>
                <a:lnTo>
                  <a:pt x="29921" y="28663"/>
                </a:lnTo>
                <a:lnTo>
                  <a:pt x="29248" y="28942"/>
                </a:lnTo>
                <a:lnTo>
                  <a:pt x="27470" y="29679"/>
                </a:lnTo>
                <a:lnTo>
                  <a:pt x="27254" y="29895"/>
                </a:lnTo>
                <a:lnTo>
                  <a:pt x="29032" y="29158"/>
                </a:lnTo>
                <a:close/>
              </a:path>
              <a:path w="444995" h="656463">
                <a:moveTo>
                  <a:pt x="27102" y="29705"/>
                </a:moveTo>
                <a:lnTo>
                  <a:pt x="27965" y="29184"/>
                </a:lnTo>
                <a:lnTo>
                  <a:pt x="28486" y="28663"/>
                </a:lnTo>
                <a:lnTo>
                  <a:pt x="29400" y="28663"/>
                </a:lnTo>
                <a:lnTo>
                  <a:pt x="30048" y="28143"/>
                </a:lnTo>
                <a:lnTo>
                  <a:pt x="27965" y="28143"/>
                </a:lnTo>
                <a:lnTo>
                  <a:pt x="27444" y="28663"/>
                </a:lnTo>
                <a:lnTo>
                  <a:pt x="26924" y="29184"/>
                </a:lnTo>
                <a:lnTo>
                  <a:pt x="26403" y="29705"/>
                </a:lnTo>
                <a:lnTo>
                  <a:pt x="27102" y="29705"/>
                </a:lnTo>
                <a:close/>
              </a:path>
              <a:path w="444995" h="656463">
                <a:moveTo>
                  <a:pt x="29806" y="41656"/>
                </a:moveTo>
                <a:lnTo>
                  <a:pt x="29817" y="40614"/>
                </a:lnTo>
                <a:lnTo>
                  <a:pt x="29997" y="40436"/>
                </a:lnTo>
                <a:lnTo>
                  <a:pt x="30332" y="40614"/>
                </a:lnTo>
                <a:lnTo>
                  <a:pt x="32397" y="40614"/>
                </a:lnTo>
                <a:lnTo>
                  <a:pt x="32921" y="40093"/>
                </a:lnTo>
                <a:lnTo>
                  <a:pt x="32410" y="39573"/>
                </a:lnTo>
                <a:lnTo>
                  <a:pt x="32693" y="39290"/>
                </a:lnTo>
                <a:lnTo>
                  <a:pt x="32901" y="39081"/>
                </a:lnTo>
                <a:lnTo>
                  <a:pt x="33108" y="38874"/>
                </a:lnTo>
                <a:lnTo>
                  <a:pt x="30899" y="28854"/>
                </a:lnTo>
                <a:lnTo>
                  <a:pt x="28879" y="40614"/>
                </a:lnTo>
                <a:lnTo>
                  <a:pt x="28625" y="40754"/>
                </a:lnTo>
                <a:lnTo>
                  <a:pt x="29107" y="40614"/>
                </a:lnTo>
                <a:lnTo>
                  <a:pt x="32080" y="39395"/>
                </a:lnTo>
                <a:lnTo>
                  <a:pt x="32003" y="39573"/>
                </a:lnTo>
                <a:lnTo>
                  <a:pt x="31889" y="40093"/>
                </a:lnTo>
                <a:lnTo>
                  <a:pt x="30606" y="40093"/>
                </a:lnTo>
                <a:lnTo>
                  <a:pt x="29565" y="40614"/>
                </a:lnTo>
                <a:lnTo>
                  <a:pt x="29291" y="41135"/>
                </a:lnTo>
                <a:lnTo>
                  <a:pt x="29279" y="41656"/>
                </a:lnTo>
                <a:lnTo>
                  <a:pt x="29806" y="41656"/>
                </a:lnTo>
                <a:close/>
              </a:path>
              <a:path w="444995" h="656463">
                <a:moveTo>
                  <a:pt x="28769" y="566049"/>
                </a:moveTo>
                <a:lnTo>
                  <a:pt x="28868" y="566420"/>
                </a:lnTo>
                <a:lnTo>
                  <a:pt x="29497" y="566420"/>
                </a:lnTo>
              </a:path>
              <a:path w="444995" h="656463">
                <a:moveTo>
                  <a:pt x="28868" y="566420"/>
                </a:moveTo>
                <a:lnTo>
                  <a:pt x="28956" y="566750"/>
                </a:lnTo>
                <a:lnTo>
                  <a:pt x="29997" y="567270"/>
                </a:lnTo>
                <a:lnTo>
                  <a:pt x="29647" y="566750"/>
                </a:lnTo>
                <a:lnTo>
                  <a:pt x="29425" y="566420"/>
                </a:lnTo>
              </a:path>
              <a:path w="444995" h="656463">
                <a:moveTo>
                  <a:pt x="29425" y="566420"/>
                </a:moveTo>
                <a:lnTo>
                  <a:pt x="29657" y="566522"/>
                </a:lnTo>
                <a:lnTo>
                  <a:pt x="29997" y="566674"/>
                </a:lnTo>
                <a:lnTo>
                  <a:pt x="219900" y="638263"/>
                </a:lnTo>
                <a:lnTo>
                  <a:pt x="220687" y="638657"/>
                </a:lnTo>
                <a:lnTo>
                  <a:pt x="220941" y="638784"/>
                </a:lnTo>
                <a:lnTo>
                  <a:pt x="222189" y="639305"/>
                </a:lnTo>
                <a:lnTo>
                  <a:pt x="222503" y="639305"/>
                </a:lnTo>
                <a:lnTo>
                  <a:pt x="221462" y="638784"/>
                </a:lnTo>
                <a:lnTo>
                  <a:pt x="221996" y="638657"/>
                </a:lnTo>
                <a:lnTo>
                  <a:pt x="220946" y="638263"/>
                </a:lnTo>
                <a:lnTo>
                  <a:pt x="30103" y="566674"/>
                </a:lnTo>
                <a:lnTo>
                  <a:pt x="29699" y="566522"/>
                </a:lnTo>
                <a:lnTo>
                  <a:pt x="29497" y="566420"/>
                </a:lnTo>
              </a:path>
              <a:path w="444995" h="656463">
                <a:moveTo>
                  <a:pt x="228485" y="638784"/>
                </a:moveTo>
                <a:lnTo>
                  <a:pt x="223415" y="638784"/>
                </a:lnTo>
                <a:lnTo>
                  <a:pt x="222504" y="639305"/>
                </a:lnTo>
                <a:lnTo>
                  <a:pt x="227514" y="639305"/>
                </a:lnTo>
                <a:lnTo>
                  <a:pt x="228485" y="638784"/>
                </a:lnTo>
              </a:path>
              <a:path w="444995" h="656463">
                <a:moveTo>
                  <a:pt x="222504" y="639305"/>
                </a:moveTo>
                <a:lnTo>
                  <a:pt x="223024" y="639305"/>
                </a:lnTo>
                <a:lnTo>
                  <a:pt x="223933" y="639305"/>
                </a:lnTo>
              </a:path>
              <a:path w="444995" h="656463">
                <a:moveTo>
                  <a:pt x="223933" y="639305"/>
                </a:moveTo>
                <a:lnTo>
                  <a:pt x="227514" y="639305"/>
                </a:lnTo>
              </a:path>
              <a:path w="444995" h="656463">
                <a:moveTo>
                  <a:pt x="222189" y="639305"/>
                </a:moveTo>
                <a:lnTo>
                  <a:pt x="222729" y="639530"/>
                </a:lnTo>
                <a:lnTo>
                  <a:pt x="223024" y="639305"/>
                </a:lnTo>
              </a:path>
              <a:path w="444995" h="656463">
                <a:moveTo>
                  <a:pt x="223024" y="639305"/>
                </a:moveTo>
                <a:lnTo>
                  <a:pt x="224066" y="639825"/>
                </a:lnTo>
                <a:lnTo>
                  <a:pt x="224586" y="639826"/>
                </a:lnTo>
                <a:lnTo>
                  <a:pt x="224451" y="639825"/>
                </a:lnTo>
                <a:lnTo>
                  <a:pt x="223933" y="639305"/>
                </a:lnTo>
              </a:path>
              <a:path w="444995" h="656463">
                <a:moveTo>
                  <a:pt x="226021" y="639305"/>
                </a:moveTo>
                <a:lnTo>
                  <a:pt x="224586" y="639825"/>
                </a:lnTo>
                <a:lnTo>
                  <a:pt x="226542" y="639826"/>
                </a:lnTo>
                <a:lnTo>
                  <a:pt x="227514" y="639305"/>
                </a:lnTo>
              </a:path>
              <a:path w="444995" h="656463">
                <a:moveTo>
                  <a:pt x="228485" y="639825"/>
                </a:moveTo>
                <a:lnTo>
                  <a:pt x="229146" y="640346"/>
                </a:lnTo>
                <a:lnTo>
                  <a:pt x="228485" y="640346"/>
                </a:lnTo>
                <a:lnTo>
                  <a:pt x="227583" y="640867"/>
                </a:lnTo>
                <a:lnTo>
                  <a:pt x="228485" y="640867"/>
                </a:lnTo>
                <a:lnTo>
                  <a:pt x="229666" y="640867"/>
                </a:lnTo>
                <a:lnTo>
                  <a:pt x="230377" y="640346"/>
                </a:lnTo>
                <a:lnTo>
                  <a:pt x="231089" y="639826"/>
                </a:lnTo>
              </a:path>
              <a:path w="444995" h="656463">
                <a:moveTo>
                  <a:pt x="224066" y="639826"/>
                </a:moveTo>
                <a:lnTo>
                  <a:pt x="224721" y="640097"/>
                </a:lnTo>
                <a:lnTo>
                  <a:pt x="224969" y="640346"/>
                </a:lnTo>
                <a:lnTo>
                  <a:pt x="226148" y="640346"/>
                </a:lnTo>
                <a:lnTo>
                  <a:pt x="226337" y="640097"/>
                </a:lnTo>
                <a:lnTo>
                  <a:pt x="226542" y="639826"/>
                </a:lnTo>
              </a:path>
              <a:path w="444995" h="656463">
                <a:moveTo>
                  <a:pt x="224969" y="640346"/>
                </a:moveTo>
                <a:lnTo>
                  <a:pt x="225171" y="640549"/>
                </a:lnTo>
                <a:lnTo>
                  <a:pt x="227392" y="643724"/>
                </a:lnTo>
                <a:lnTo>
                  <a:pt x="228485" y="645287"/>
                </a:lnTo>
                <a:lnTo>
                  <a:pt x="227634" y="652119"/>
                </a:lnTo>
                <a:lnTo>
                  <a:pt x="229717" y="652640"/>
                </a:lnTo>
                <a:lnTo>
                  <a:pt x="229645" y="652119"/>
                </a:lnTo>
                <a:lnTo>
                  <a:pt x="228701" y="645287"/>
                </a:lnTo>
                <a:lnTo>
                  <a:pt x="228485" y="643724"/>
                </a:lnTo>
                <a:lnTo>
                  <a:pt x="225310" y="640549"/>
                </a:lnTo>
                <a:lnTo>
                  <a:pt x="225107" y="640346"/>
                </a:lnTo>
              </a:path>
              <a:path w="444995" h="656463">
                <a:moveTo>
                  <a:pt x="225628" y="640346"/>
                </a:moveTo>
                <a:lnTo>
                  <a:pt x="226755" y="640867"/>
                </a:lnTo>
                <a:lnTo>
                  <a:pt x="227583" y="640867"/>
                </a:lnTo>
                <a:lnTo>
                  <a:pt x="227190" y="640867"/>
                </a:lnTo>
                <a:lnTo>
                  <a:pt x="226148" y="640346"/>
                </a:lnTo>
              </a:path>
              <a:path w="444995" h="656463">
                <a:moveTo>
                  <a:pt x="226755" y="640867"/>
                </a:moveTo>
                <a:lnTo>
                  <a:pt x="227358" y="641146"/>
                </a:lnTo>
                <a:lnTo>
                  <a:pt x="228295" y="641578"/>
                </a:lnTo>
                <a:lnTo>
                  <a:pt x="227862" y="641146"/>
                </a:lnTo>
                <a:lnTo>
                  <a:pt x="228485" y="640867"/>
                </a:lnTo>
              </a:path>
              <a:path w="444995" h="656463">
                <a:moveTo>
                  <a:pt x="30330" y="41135"/>
                </a:moveTo>
                <a:lnTo>
                  <a:pt x="30848" y="41135"/>
                </a:lnTo>
                <a:lnTo>
                  <a:pt x="31369" y="40614"/>
                </a:lnTo>
                <a:lnTo>
                  <a:pt x="30332" y="40614"/>
                </a:lnTo>
                <a:lnTo>
                  <a:pt x="29997" y="40436"/>
                </a:lnTo>
                <a:lnTo>
                  <a:pt x="29817" y="40614"/>
                </a:lnTo>
                <a:lnTo>
                  <a:pt x="29806" y="41656"/>
                </a:lnTo>
                <a:lnTo>
                  <a:pt x="30330" y="41135"/>
                </a:lnTo>
                <a:close/>
              </a:path>
              <a:path w="444995" h="656463">
                <a:moveTo>
                  <a:pt x="27470" y="29679"/>
                </a:moveTo>
                <a:lnTo>
                  <a:pt x="29248" y="28942"/>
                </a:lnTo>
                <a:lnTo>
                  <a:pt x="28359" y="29184"/>
                </a:lnTo>
                <a:lnTo>
                  <a:pt x="27686" y="29463"/>
                </a:lnTo>
                <a:lnTo>
                  <a:pt x="27102" y="29705"/>
                </a:lnTo>
                <a:lnTo>
                  <a:pt x="27317" y="29705"/>
                </a:lnTo>
                <a:lnTo>
                  <a:pt x="27470" y="29679"/>
                </a:lnTo>
                <a:close/>
              </a:path>
              <a:path w="444995" h="656463">
                <a:moveTo>
                  <a:pt x="33045" y="27622"/>
                </a:moveTo>
                <a:lnTo>
                  <a:pt x="32524" y="27622"/>
                </a:lnTo>
                <a:lnTo>
                  <a:pt x="32651" y="27101"/>
                </a:lnTo>
                <a:lnTo>
                  <a:pt x="31089" y="27101"/>
                </a:lnTo>
                <a:lnTo>
                  <a:pt x="30568" y="27622"/>
                </a:lnTo>
                <a:lnTo>
                  <a:pt x="32130" y="27622"/>
                </a:lnTo>
                <a:lnTo>
                  <a:pt x="31483" y="28269"/>
                </a:lnTo>
                <a:lnTo>
                  <a:pt x="33045" y="27622"/>
                </a:lnTo>
                <a:close/>
              </a:path>
              <a:path w="444995" h="656463">
                <a:moveTo>
                  <a:pt x="35778" y="26581"/>
                </a:moveTo>
                <a:lnTo>
                  <a:pt x="33172" y="26581"/>
                </a:lnTo>
                <a:lnTo>
                  <a:pt x="34086" y="27101"/>
                </a:lnTo>
                <a:lnTo>
                  <a:pt x="38159" y="27101"/>
                </a:lnTo>
                <a:lnTo>
                  <a:pt x="38252" y="26581"/>
                </a:lnTo>
              </a:path>
              <a:path w="444995" h="656463">
                <a:moveTo>
                  <a:pt x="35128" y="27101"/>
                </a:moveTo>
                <a:lnTo>
                  <a:pt x="30899" y="28854"/>
                </a:lnTo>
                <a:lnTo>
                  <a:pt x="32879" y="37833"/>
                </a:lnTo>
                <a:lnTo>
                  <a:pt x="32924" y="38038"/>
                </a:lnTo>
                <a:lnTo>
                  <a:pt x="33041" y="38567"/>
                </a:lnTo>
                <a:lnTo>
                  <a:pt x="35292" y="38567"/>
                </a:lnTo>
                <a:lnTo>
                  <a:pt x="36038" y="38038"/>
                </a:lnTo>
                <a:lnTo>
                  <a:pt x="36245" y="37833"/>
                </a:lnTo>
                <a:lnTo>
                  <a:pt x="37847" y="28854"/>
                </a:lnTo>
                <a:lnTo>
                  <a:pt x="38159" y="27101"/>
                </a:lnTo>
              </a:path>
              <a:path w="444995" h="656463">
                <a:moveTo>
                  <a:pt x="33041" y="38567"/>
                </a:moveTo>
                <a:lnTo>
                  <a:pt x="33108" y="38874"/>
                </a:lnTo>
                <a:lnTo>
                  <a:pt x="32931" y="39052"/>
                </a:lnTo>
                <a:lnTo>
                  <a:pt x="33566" y="39052"/>
                </a:lnTo>
                <a:lnTo>
                  <a:pt x="33892" y="38874"/>
                </a:lnTo>
                <a:lnTo>
                  <a:pt x="34456" y="38567"/>
                </a:lnTo>
              </a:path>
              <a:path w="444995" h="656463">
                <a:moveTo>
                  <a:pt x="34456" y="38567"/>
                </a:moveTo>
                <a:lnTo>
                  <a:pt x="34251" y="38771"/>
                </a:lnTo>
                <a:lnTo>
                  <a:pt x="34086" y="39052"/>
                </a:lnTo>
                <a:lnTo>
                  <a:pt x="34607" y="39052"/>
                </a:lnTo>
                <a:lnTo>
                  <a:pt x="35004" y="38771"/>
                </a:lnTo>
                <a:lnTo>
                  <a:pt x="35292" y="38567"/>
                </a:lnTo>
              </a:path>
              <a:path w="444995" h="656463">
                <a:moveTo>
                  <a:pt x="32931" y="39052"/>
                </a:moveTo>
                <a:lnTo>
                  <a:pt x="32693" y="39290"/>
                </a:lnTo>
                <a:lnTo>
                  <a:pt x="32524" y="39573"/>
                </a:lnTo>
                <a:lnTo>
                  <a:pt x="34486" y="39573"/>
                </a:lnTo>
                <a:lnTo>
                  <a:pt x="34552" y="39290"/>
                </a:lnTo>
                <a:lnTo>
                  <a:pt x="34600" y="39081"/>
                </a:lnTo>
              </a:path>
              <a:path w="444995" h="656463">
                <a:moveTo>
                  <a:pt x="30441" y="40093"/>
                </a:moveTo>
                <a:lnTo>
                  <a:pt x="32038" y="39437"/>
                </a:lnTo>
                <a:lnTo>
                  <a:pt x="29107" y="40614"/>
                </a:lnTo>
                <a:lnTo>
                  <a:pt x="30441" y="40093"/>
                </a:lnTo>
                <a:close/>
              </a:path>
              <a:path w="444995" h="656463">
                <a:moveTo>
                  <a:pt x="34486" y="39573"/>
                </a:moveTo>
                <a:lnTo>
                  <a:pt x="32524" y="39573"/>
                </a:lnTo>
                <a:lnTo>
                  <a:pt x="32693" y="39290"/>
                </a:lnTo>
                <a:lnTo>
                  <a:pt x="32410" y="39573"/>
                </a:lnTo>
                <a:lnTo>
                  <a:pt x="32921" y="40093"/>
                </a:lnTo>
                <a:lnTo>
                  <a:pt x="33959" y="40093"/>
                </a:lnTo>
                <a:lnTo>
                  <a:pt x="34486" y="39573"/>
                </a:lnTo>
                <a:close/>
              </a:path>
              <a:path w="444995" h="656463">
                <a:moveTo>
                  <a:pt x="34251" y="38771"/>
                </a:moveTo>
                <a:lnTo>
                  <a:pt x="34456" y="38567"/>
                </a:lnTo>
                <a:lnTo>
                  <a:pt x="33566" y="39052"/>
                </a:lnTo>
                <a:lnTo>
                  <a:pt x="34086" y="39052"/>
                </a:lnTo>
                <a:lnTo>
                  <a:pt x="34251" y="38771"/>
                </a:lnTo>
                <a:close/>
              </a:path>
              <a:path w="444995" h="656463">
                <a:moveTo>
                  <a:pt x="35521" y="39573"/>
                </a:moveTo>
                <a:lnTo>
                  <a:pt x="36048" y="39052"/>
                </a:lnTo>
                <a:lnTo>
                  <a:pt x="36169" y="38544"/>
                </a:lnTo>
                <a:lnTo>
                  <a:pt x="35648" y="38544"/>
                </a:lnTo>
                <a:lnTo>
                  <a:pt x="35012" y="39052"/>
                </a:lnTo>
                <a:lnTo>
                  <a:pt x="34486" y="39573"/>
                </a:lnTo>
                <a:lnTo>
                  <a:pt x="35521" y="39573"/>
                </a:lnTo>
                <a:close/>
              </a:path>
              <a:path w="444995" h="656463">
                <a:moveTo>
                  <a:pt x="39878" y="36791"/>
                </a:moveTo>
                <a:lnTo>
                  <a:pt x="43002" y="36271"/>
                </a:lnTo>
                <a:lnTo>
                  <a:pt x="40335" y="26162"/>
                </a:lnTo>
                <a:lnTo>
                  <a:pt x="36296" y="26060"/>
                </a:lnTo>
                <a:lnTo>
                  <a:pt x="35778" y="26581"/>
                </a:lnTo>
                <a:lnTo>
                  <a:pt x="38252" y="26581"/>
                </a:lnTo>
                <a:lnTo>
                  <a:pt x="37807" y="37312"/>
                </a:lnTo>
                <a:lnTo>
                  <a:pt x="36038" y="38038"/>
                </a:lnTo>
                <a:lnTo>
                  <a:pt x="37220" y="37893"/>
                </a:lnTo>
                <a:lnTo>
                  <a:pt x="36562" y="38544"/>
                </a:lnTo>
                <a:lnTo>
                  <a:pt x="37731" y="38544"/>
                </a:lnTo>
                <a:lnTo>
                  <a:pt x="39878" y="36791"/>
                </a:lnTo>
                <a:close/>
              </a:path>
              <a:path w="444995" h="656463">
                <a:moveTo>
                  <a:pt x="37807" y="37312"/>
                </a:moveTo>
                <a:lnTo>
                  <a:pt x="38252" y="26581"/>
                </a:lnTo>
                <a:lnTo>
                  <a:pt x="36245" y="37833"/>
                </a:lnTo>
                <a:lnTo>
                  <a:pt x="36038" y="38038"/>
                </a:lnTo>
                <a:lnTo>
                  <a:pt x="37807" y="37312"/>
                </a:lnTo>
                <a:close/>
              </a:path>
              <a:path w="444995" h="656463">
                <a:moveTo>
                  <a:pt x="39293" y="38023"/>
                </a:moveTo>
                <a:lnTo>
                  <a:pt x="38773" y="38023"/>
                </a:lnTo>
                <a:lnTo>
                  <a:pt x="38115" y="38544"/>
                </a:lnTo>
                <a:lnTo>
                  <a:pt x="40728" y="38544"/>
                </a:lnTo>
                <a:lnTo>
                  <a:pt x="39293" y="38023"/>
                </a:lnTo>
                <a:close/>
              </a:path>
              <a:path w="444995" h="656463">
                <a:moveTo>
                  <a:pt x="188277" y="11963"/>
                </a:moveTo>
                <a:lnTo>
                  <a:pt x="189281" y="12117"/>
                </a:lnTo>
                <a:lnTo>
                  <a:pt x="221519" y="17079"/>
                </a:lnTo>
                <a:lnTo>
                  <a:pt x="190233" y="11950"/>
                </a:lnTo>
                <a:lnTo>
                  <a:pt x="189160" y="342"/>
                </a:lnTo>
                <a:lnTo>
                  <a:pt x="187184" y="342"/>
                </a:lnTo>
                <a:lnTo>
                  <a:pt x="41376" y="26060"/>
                </a:lnTo>
                <a:lnTo>
                  <a:pt x="40335" y="26060"/>
                </a:lnTo>
                <a:lnTo>
                  <a:pt x="43002" y="36271"/>
                </a:lnTo>
                <a:lnTo>
                  <a:pt x="188277" y="11963"/>
                </a:lnTo>
                <a:close/>
              </a:path>
              <a:path w="444995" h="656463">
                <a:moveTo>
                  <a:pt x="188277" y="11963"/>
                </a:moveTo>
                <a:lnTo>
                  <a:pt x="187354" y="12117"/>
                </a:lnTo>
                <a:lnTo>
                  <a:pt x="43002" y="36271"/>
                </a:lnTo>
                <a:lnTo>
                  <a:pt x="51868" y="36271"/>
                </a:lnTo>
                <a:lnTo>
                  <a:pt x="189281" y="12117"/>
                </a:lnTo>
              </a:path>
              <a:path w="444995" h="656463">
                <a:moveTo>
                  <a:pt x="43002" y="36271"/>
                </a:moveTo>
                <a:lnTo>
                  <a:pt x="39878" y="36791"/>
                </a:lnTo>
                <a:lnTo>
                  <a:pt x="38369" y="38023"/>
                </a:lnTo>
                <a:lnTo>
                  <a:pt x="39814" y="38023"/>
                </a:lnTo>
                <a:lnTo>
                  <a:pt x="42055" y="36791"/>
                </a:lnTo>
                <a:lnTo>
                  <a:pt x="43002" y="36271"/>
                </a:lnTo>
              </a:path>
              <a:path w="444995" h="656463">
                <a:moveTo>
                  <a:pt x="43002" y="36271"/>
                </a:moveTo>
                <a:lnTo>
                  <a:pt x="40335" y="38023"/>
                </a:lnTo>
                <a:lnTo>
                  <a:pt x="41897" y="38023"/>
                </a:lnTo>
                <a:lnTo>
                  <a:pt x="51868" y="36271"/>
                </a:lnTo>
              </a:path>
              <a:path w="444995" h="656463">
                <a:moveTo>
                  <a:pt x="37220" y="37893"/>
                </a:moveTo>
                <a:lnTo>
                  <a:pt x="36038" y="38038"/>
                </a:lnTo>
                <a:lnTo>
                  <a:pt x="35324" y="38544"/>
                </a:lnTo>
                <a:lnTo>
                  <a:pt x="37731" y="38544"/>
                </a:lnTo>
                <a:lnTo>
                  <a:pt x="36562" y="38544"/>
                </a:lnTo>
                <a:lnTo>
                  <a:pt x="37073" y="38038"/>
                </a:lnTo>
              </a:path>
              <a:path w="444995" h="656463">
                <a:moveTo>
                  <a:pt x="38369" y="38023"/>
                </a:moveTo>
                <a:lnTo>
                  <a:pt x="37731" y="38544"/>
                </a:lnTo>
                <a:lnTo>
                  <a:pt x="38115" y="38544"/>
                </a:lnTo>
                <a:lnTo>
                  <a:pt x="38773" y="38023"/>
                </a:lnTo>
              </a:path>
              <a:path w="444995" h="656463">
                <a:moveTo>
                  <a:pt x="39293" y="38023"/>
                </a:moveTo>
                <a:lnTo>
                  <a:pt x="40728" y="38544"/>
                </a:lnTo>
                <a:lnTo>
                  <a:pt x="40855" y="38023"/>
                </a:lnTo>
              </a:path>
              <a:path w="444995" h="656463">
                <a:moveTo>
                  <a:pt x="35324" y="38544"/>
                </a:moveTo>
                <a:lnTo>
                  <a:pt x="34607" y="39052"/>
                </a:lnTo>
                <a:lnTo>
                  <a:pt x="34486" y="39573"/>
                </a:lnTo>
                <a:lnTo>
                  <a:pt x="35012" y="39052"/>
                </a:lnTo>
                <a:lnTo>
                  <a:pt x="35648" y="38544"/>
                </a:lnTo>
              </a:path>
              <a:path w="444995" h="656463">
                <a:moveTo>
                  <a:pt x="36169" y="38544"/>
                </a:moveTo>
                <a:lnTo>
                  <a:pt x="36048" y="39052"/>
                </a:lnTo>
                <a:lnTo>
                  <a:pt x="37604" y="39052"/>
                </a:lnTo>
                <a:lnTo>
                  <a:pt x="38115" y="38544"/>
                </a:lnTo>
              </a:path>
              <a:path w="444995" h="656463">
                <a:moveTo>
                  <a:pt x="218465" y="650748"/>
                </a:moveTo>
                <a:lnTo>
                  <a:pt x="217426" y="649708"/>
                </a:lnTo>
                <a:lnTo>
                  <a:pt x="216509" y="648792"/>
                </a:lnTo>
                <a:lnTo>
                  <a:pt x="216192" y="648474"/>
                </a:lnTo>
                <a:lnTo>
                  <a:pt x="216509" y="649365"/>
                </a:lnTo>
                <a:lnTo>
                  <a:pt x="216509" y="651268"/>
                </a:lnTo>
                <a:lnTo>
                  <a:pt x="219113" y="651268"/>
                </a:lnTo>
                <a:lnTo>
                  <a:pt x="218465" y="650748"/>
                </a:lnTo>
                <a:close/>
              </a:path>
              <a:path w="444995" h="656463">
                <a:moveTo>
                  <a:pt x="216509" y="648606"/>
                </a:moveTo>
                <a:lnTo>
                  <a:pt x="216192" y="648474"/>
                </a:lnTo>
                <a:lnTo>
                  <a:pt x="216509" y="648792"/>
                </a:lnTo>
                <a:lnTo>
                  <a:pt x="217426" y="649708"/>
                </a:lnTo>
                <a:lnTo>
                  <a:pt x="216509" y="648606"/>
                </a:lnTo>
                <a:close/>
              </a:path>
              <a:path w="444995" h="656463">
                <a:moveTo>
                  <a:pt x="222860" y="650985"/>
                </a:moveTo>
                <a:lnTo>
                  <a:pt x="222427" y="650557"/>
                </a:lnTo>
                <a:lnTo>
                  <a:pt x="219113" y="645807"/>
                </a:lnTo>
                <a:lnTo>
                  <a:pt x="222503" y="650748"/>
                </a:lnTo>
                <a:lnTo>
                  <a:pt x="220542" y="650747"/>
                </a:lnTo>
                <a:lnTo>
                  <a:pt x="219112" y="650227"/>
                </a:lnTo>
                <a:lnTo>
                  <a:pt x="219113" y="649685"/>
                </a:lnTo>
                <a:lnTo>
                  <a:pt x="218808" y="650227"/>
                </a:lnTo>
                <a:lnTo>
                  <a:pt x="219113" y="650748"/>
                </a:lnTo>
                <a:lnTo>
                  <a:pt x="221066" y="651268"/>
                </a:lnTo>
                <a:lnTo>
                  <a:pt x="223146" y="651268"/>
                </a:lnTo>
                <a:lnTo>
                  <a:pt x="222860" y="650985"/>
                </a:lnTo>
                <a:close/>
              </a:path>
              <a:path w="444995" h="656463">
                <a:moveTo>
                  <a:pt x="219303" y="649516"/>
                </a:moveTo>
                <a:lnTo>
                  <a:pt x="219113" y="647364"/>
                </a:lnTo>
                <a:lnTo>
                  <a:pt x="219113" y="645807"/>
                </a:lnTo>
                <a:lnTo>
                  <a:pt x="216509" y="644766"/>
                </a:lnTo>
                <a:lnTo>
                  <a:pt x="219113" y="649685"/>
                </a:lnTo>
                <a:lnTo>
                  <a:pt x="219731" y="649941"/>
                </a:lnTo>
                <a:lnTo>
                  <a:pt x="220421" y="650227"/>
                </a:lnTo>
                <a:lnTo>
                  <a:pt x="220018" y="650227"/>
                </a:lnTo>
                <a:lnTo>
                  <a:pt x="219113" y="649685"/>
                </a:lnTo>
                <a:lnTo>
                  <a:pt x="219112" y="650227"/>
                </a:lnTo>
                <a:lnTo>
                  <a:pt x="220542" y="650747"/>
                </a:lnTo>
                <a:lnTo>
                  <a:pt x="222285" y="650748"/>
                </a:lnTo>
                <a:lnTo>
                  <a:pt x="219303" y="649516"/>
                </a:lnTo>
                <a:close/>
              </a:path>
              <a:path w="444995" h="656463">
                <a:moveTo>
                  <a:pt x="219731" y="649941"/>
                </a:moveTo>
                <a:lnTo>
                  <a:pt x="219113" y="649685"/>
                </a:lnTo>
                <a:lnTo>
                  <a:pt x="220018" y="650227"/>
                </a:lnTo>
                <a:lnTo>
                  <a:pt x="220421" y="650227"/>
                </a:lnTo>
                <a:lnTo>
                  <a:pt x="219731" y="649941"/>
                </a:lnTo>
                <a:close/>
              </a:path>
              <a:path w="444995" h="656463">
                <a:moveTo>
                  <a:pt x="433442" y="108178"/>
                </a:moveTo>
                <a:lnTo>
                  <a:pt x="433032" y="105195"/>
                </a:lnTo>
                <a:lnTo>
                  <a:pt x="433031" y="104910"/>
                </a:lnTo>
                <a:lnTo>
                  <a:pt x="432489" y="103611"/>
                </a:lnTo>
                <a:lnTo>
                  <a:pt x="431990" y="103115"/>
                </a:lnTo>
                <a:lnTo>
                  <a:pt x="431990" y="102603"/>
                </a:lnTo>
                <a:lnTo>
                  <a:pt x="431469" y="101561"/>
                </a:lnTo>
                <a:lnTo>
                  <a:pt x="430949" y="100521"/>
                </a:lnTo>
                <a:lnTo>
                  <a:pt x="430807" y="100380"/>
                </a:lnTo>
                <a:lnTo>
                  <a:pt x="430949" y="101041"/>
                </a:lnTo>
                <a:lnTo>
                  <a:pt x="430428" y="100520"/>
                </a:lnTo>
                <a:lnTo>
                  <a:pt x="430428" y="100003"/>
                </a:lnTo>
                <a:lnTo>
                  <a:pt x="430288" y="100380"/>
                </a:lnTo>
                <a:lnTo>
                  <a:pt x="429907" y="99999"/>
                </a:lnTo>
                <a:lnTo>
                  <a:pt x="429760" y="99339"/>
                </a:lnTo>
                <a:lnTo>
                  <a:pt x="429386" y="98968"/>
                </a:lnTo>
                <a:lnTo>
                  <a:pt x="429386" y="98831"/>
                </a:lnTo>
                <a:lnTo>
                  <a:pt x="429780" y="98831"/>
                </a:lnTo>
                <a:lnTo>
                  <a:pt x="429386" y="96705"/>
                </a:lnTo>
                <a:lnTo>
                  <a:pt x="429386" y="98437"/>
                </a:lnTo>
                <a:lnTo>
                  <a:pt x="429249" y="98831"/>
                </a:lnTo>
                <a:lnTo>
                  <a:pt x="429386" y="99339"/>
                </a:lnTo>
                <a:lnTo>
                  <a:pt x="427824" y="98831"/>
                </a:lnTo>
                <a:lnTo>
                  <a:pt x="427824" y="95846"/>
                </a:lnTo>
                <a:lnTo>
                  <a:pt x="427685" y="95707"/>
                </a:lnTo>
                <a:lnTo>
                  <a:pt x="427494" y="95516"/>
                </a:lnTo>
                <a:lnTo>
                  <a:pt x="427304" y="95186"/>
                </a:lnTo>
                <a:lnTo>
                  <a:pt x="427304" y="94665"/>
                </a:lnTo>
                <a:lnTo>
                  <a:pt x="426656" y="94665"/>
                </a:lnTo>
                <a:lnTo>
                  <a:pt x="426783" y="93624"/>
                </a:lnTo>
                <a:lnTo>
                  <a:pt x="427303" y="93624"/>
                </a:lnTo>
                <a:lnTo>
                  <a:pt x="427304" y="93300"/>
                </a:lnTo>
                <a:lnTo>
                  <a:pt x="427161" y="93241"/>
                </a:lnTo>
                <a:lnTo>
                  <a:pt x="426783" y="93086"/>
                </a:lnTo>
                <a:lnTo>
                  <a:pt x="425609" y="93624"/>
                </a:lnTo>
                <a:lnTo>
                  <a:pt x="426783" y="94793"/>
                </a:lnTo>
                <a:lnTo>
                  <a:pt x="426986" y="94996"/>
                </a:lnTo>
                <a:lnTo>
                  <a:pt x="427172" y="95186"/>
                </a:lnTo>
                <a:lnTo>
                  <a:pt x="427304" y="95321"/>
                </a:lnTo>
                <a:lnTo>
                  <a:pt x="427304" y="95707"/>
                </a:lnTo>
                <a:lnTo>
                  <a:pt x="426783" y="95186"/>
                </a:lnTo>
                <a:lnTo>
                  <a:pt x="425094" y="93624"/>
                </a:lnTo>
                <a:lnTo>
                  <a:pt x="424180" y="92582"/>
                </a:lnTo>
                <a:lnTo>
                  <a:pt x="424180" y="92201"/>
                </a:lnTo>
                <a:lnTo>
                  <a:pt x="424052" y="92075"/>
                </a:lnTo>
                <a:lnTo>
                  <a:pt x="423862" y="91884"/>
                </a:lnTo>
                <a:lnTo>
                  <a:pt x="424029" y="91554"/>
                </a:lnTo>
                <a:lnTo>
                  <a:pt x="423659" y="91033"/>
                </a:lnTo>
                <a:lnTo>
                  <a:pt x="422669" y="90512"/>
                </a:lnTo>
                <a:lnTo>
                  <a:pt x="421322" y="89992"/>
                </a:lnTo>
                <a:lnTo>
                  <a:pt x="420014" y="89412"/>
                </a:lnTo>
                <a:lnTo>
                  <a:pt x="419696" y="89281"/>
                </a:lnTo>
                <a:lnTo>
                  <a:pt x="420014" y="87642"/>
                </a:lnTo>
                <a:lnTo>
                  <a:pt x="420014" y="86601"/>
                </a:lnTo>
                <a:lnTo>
                  <a:pt x="423659" y="90246"/>
                </a:lnTo>
                <a:lnTo>
                  <a:pt x="424180" y="90766"/>
                </a:lnTo>
                <a:lnTo>
                  <a:pt x="424700" y="91287"/>
                </a:lnTo>
                <a:lnTo>
                  <a:pt x="424967" y="91554"/>
                </a:lnTo>
                <a:lnTo>
                  <a:pt x="425294" y="92075"/>
                </a:lnTo>
                <a:lnTo>
                  <a:pt x="426529" y="92582"/>
                </a:lnTo>
                <a:lnTo>
                  <a:pt x="426783" y="92329"/>
                </a:lnTo>
                <a:lnTo>
                  <a:pt x="429649" y="94665"/>
                </a:lnTo>
                <a:lnTo>
                  <a:pt x="430172" y="95186"/>
                </a:lnTo>
                <a:lnTo>
                  <a:pt x="430695" y="95707"/>
                </a:lnTo>
                <a:lnTo>
                  <a:pt x="433819" y="99339"/>
                </a:lnTo>
                <a:lnTo>
                  <a:pt x="431990" y="86614"/>
                </a:lnTo>
                <a:lnTo>
                  <a:pt x="431990" y="85572"/>
                </a:lnTo>
                <a:lnTo>
                  <a:pt x="431645" y="83756"/>
                </a:lnTo>
                <a:lnTo>
                  <a:pt x="430949" y="83235"/>
                </a:lnTo>
                <a:lnTo>
                  <a:pt x="430949" y="82715"/>
                </a:lnTo>
                <a:lnTo>
                  <a:pt x="431609" y="82715"/>
                </a:lnTo>
                <a:lnTo>
                  <a:pt x="431990" y="80111"/>
                </a:lnTo>
                <a:lnTo>
                  <a:pt x="430949" y="80111"/>
                </a:lnTo>
                <a:lnTo>
                  <a:pt x="430949" y="82575"/>
                </a:lnTo>
                <a:lnTo>
                  <a:pt x="430083" y="82715"/>
                </a:lnTo>
                <a:lnTo>
                  <a:pt x="430389" y="83235"/>
                </a:lnTo>
                <a:lnTo>
                  <a:pt x="430949" y="83467"/>
                </a:lnTo>
                <a:lnTo>
                  <a:pt x="430949" y="86093"/>
                </a:lnTo>
                <a:lnTo>
                  <a:pt x="430174" y="95186"/>
                </a:lnTo>
                <a:lnTo>
                  <a:pt x="429651" y="94665"/>
                </a:lnTo>
                <a:lnTo>
                  <a:pt x="424700" y="89738"/>
                </a:lnTo>
                <a:lnTo>
                  <a:pt x="426008" y="92075"/>
                </a:lnTo>
                <a:lnTo>
                  <a:pt x="424700" y="90769"/>
                </a:lnTo>
                <a:lnTo>
                  <a:pt x="424179" y="90250"/>
                </a:lnTo>
                <a:lnTo>
                  <a:pt x="423659" y="89730"/>
                </a:lnTo>
                <a:lnTo>
                  <a:pt x="420014" y="86093"/>
                </a:lnTo>
                <a:lnTo>
                  <a:pt x="418985" y="85572"/>
                </a:lnTo>
                <a:lnTo>
                  <a:pt x="418985" y="86613"/>
                </a:lnTo>
                <a:lnTo>
                  <a:pt x="416902" y="84531"/>
                </a:lnTo>
                <a:lnTo>
                  <a:pt x="416115" y="77000"/>
                </a:lnTo>
                <a:lnTo>
                  <a:pt x="414591" y="76860"/>
                </a:lnTo>
                <a:lnTo>
                  <a:pt x="412483" y="76479"/>
                </a:lnTo>
                <a:lnTo>
                  <a:pt x="224548" y="5448"/>
                </a:lnTo>
                <a:lnTo>
                  <a:pt x="222110" y="17170"/>
                </a:lnTo>
                <a:lnTo>
                  <a:pt x="220916" y="16852"/>
                </a:lnTo>
                <a:lnTo>
                  <a:pt x="224548" y="5448"/>
                </a:lnTo>
                <a:lnTo>
                  <a:pt x="191357" y="342"/>
                </a:lnTo>
                <a:lnTo>
                  <a:pt x="189160" y="342"/>
                </a:lnTo>
                <a:lnTo>
                  <a:pt x="190233" y="11950"/>
                </a:lnTo>
                <a:lnTo>
                  <a:pt x="221519" y="17079"/>
                </a:lnTo>
                <a:lnTo>
                  <a:pt x="411391" y="88430"/>
                </a:lnTo>
                <a:lnTo>
                  <a:pt x="411365" y="86677"/>
                </a:lnTo>
                <a:lnTo>
                  <a:pt x="413969" y="87198"/>
                </a:lnTo>
                <a:lnTo>
                  <a:pt x="415531" y="87718"/>
                </a:lnTo>
                <a:lnTo>
                  <a:pt x="416902" y="88287"/>
                </a:lnTo>
                <a:lnTo>
                  <a:pt x="417093" y="88239"/>
                </a:lnTo>
                <a:lnTo>
                  <a:pt x="418985" y="89023"/>
                </a:lnTo>
                <a:lnTo>
                  <a:pt x="419761" y="89345"/>
                </a:lnTo>
                <a:lnTo>
                  <a:pt x="420014" y="89450"/>
                </a:lnTo>
                <a:lnTo>
                  <a:pt x="420408" y="89992"/>
                </a:lnTo>
                <a:lnTo>
                  <a:pt x="420014" y="89992"/>
                </a:lnTo>
                <a:lnTo>
                  <a:pt x="420928" y="90512"/>
                </a:lnTo>
                <a:lnTo>
                  <a:pt x="422363" y="90512"/>
                </a:lnTo>
                <a:lnTo>
                  <a:pt x="422763" y="91033"/>
                </a:lnTo>
                <a:lnTo>
                  <a:pt x="423405" y="91033"/>
                </a:lnTo>
                <a:lnTo>
                  <a:pt x="423659" y="91402"/>
                </a:lnTo>
                <a:lnTo>
                  <a:pt x="422821" y="91363"/>
                </a:lnTo>
                <a:lnTo>
                  <a:pt x="421970" y="91554"/>
                </a:lnTo>
                <a:lnTo>
                  <a:pt x="423536" y="92074"/>
                </a:lnTo>
                <a:lnTo>
                  <a:pt x="423659" y="91554"/>
                </a:lnTo>
                <a:lnTo>
                  <a:pt x="423659" y="92074"/>
                </a:lnTo>
                <a:lnTo>
                  <a:pt x="424047" y="92582"/>
                </a:lnTo>
                <a:lnTo>
                  <a:pt x="424179" y="92715"/>
                </a:lnTo>
                <a:lnTo>
                  <a:pt x="424180" y="95707"/>
                </a:lnTo>
                <a:lnTo>
                  <a:pt x="426783" y="95707"/>
                </a:lnTo>
                <a:lnTo>
                  <a:pt x="426783" y="98831"/>
                </a:lnTo>
                <a:lnTo>
                  <a:pt x="427304" y="98831"/>
                </a:lnTo>
                <a:lnTo>
                  <a:pt x="427304" y="99339"/>
                </a:lnTo>
                <a:lnTo>
                  <a:pt x="427824" y="99339"/>
                </a:lnTo>
                <a:lnTo>
                  <a:pt x="429387" y="99479"/>
                </a:lnTo>
                <a:lnTo>
                  <a:pt x="429907" y="100380"/>
                </a:lnTo>
                <a:lnTo>
                  <a:pt x="429907" y="100520"/>
                </a:lnTo>
                <a:lnTo>
                  <a:pt x="430428" y="101041"/>
                </a:lnTo>
                <a:lnTo>
                  <a:pt x="430949" y="101561"/>
                </a:lnTo>
                <a:lnTo>
                  <a:pt x="431469" y="102082"/>
                </a:lnTo>
                <a:lnTo>
                  <a:pt x="431469" y="101688"/>
                </a:lnTo>
                <a:lnTo>
                  <a:pt x="431469" y="108178"/>
                </a:lnTo>
                <a:lnTo>
                  <a:pt x="431990" y="107454"/>
                </a:lnTo>
                <a:lnTo>
                  <a:pt x="431990" y="104159"/>
                </a:lnTo>
                <a:lnTo>
                  <a:pt x="433031" y="107973"/>
                </a:lnTo>
                <a:lnTo>
                  <a:pt x="433031" y="108178"/>
                </a:lnTo>
                <a:lnTo>
                  <a:pt x="439026" y="585787"/>
                </a:lnTo>
                <a:lnTo>
                  <a:pt x="433442" y="108178"/>
                </a:lnTo>
                <a:close/>
              </a:path>
              <a:path w="444995" h="656463">
                <a:moveTo>
                  <a:pt x="223415" y="638784"/>
                </a:moveTo>
                <a:lnTo>
                  <a:pt x="222897" y="638263"/>
                </a:lnTo>
                <a:lnTo>
                  <a:pt x="220946" y="638263"/>
                </a:lnTo>
                <a:lnTo>
                  <a:pt x="221996" y="638657"/>
                </a:lnTo>
                <a:lnTo>
                  <a:pt x="221462" y="638784"/>
                </a:lnTo>
                <a:lnTo>
                  <a:pt x="222503" y="639305"/>
                </a:lnTo>
                <a:lnTo>
                  <a:pt x="223415" y="638784"/>
                </a:lnTo>
                <a:close/>
              </a:path>
              <a:path w="444995" h="656463">
                <a:moveTo>
                  <a:pt x="222503" y="650748"/>
                </a:moveTo>
                <a:lnTo>
                  <a:pt x="219113" y="645807"/>
                </a:lnTo>
                <a:lnTo>
                  <a:pt x="219113" y="647364"/>
                </a:lnTo>
                <a:lnTo>
                  <a:pt x="219303" y="649516"/>
                </a:lnTo>
                <a:lnTo>
                  <a:pt x="222285" y="650748"/>
                </a:lnTo>
                <a:lnTo>
                  <a:pt x="222503" y="650748"/>
                </a:lnTo>
                <a:close/>
              </a:path>
              <a:path w="444995" h="656463">
                <a:moveTo>
                  <a:pt x="16257" y="556679"/>
                </a:moveTo>
                <a:lnTo>
                  <a:pt x="16428" y="557072"/>
                </a:lnTo>
                <a:lnTo>
                  <a:pt x="16649" y="557072"/>
                </a:lnTo>
              </a:path>
              <a:path w="444995" h="656463">
                <a:moveTo>
                  <a:pt x="19253" y="556679"/>
                </a:moveTo>
                <a:lnTo>
                  <a:pt x="18211" y="556679"/>
                </a:lnTo>
                <a:lnTo>
                  <a:pt x="16649" y="557072"/>
                </a:lnTo>
                <a:lnTo>
                  <a:pt x="19253" y="557072"/>
                </a:lnTo>
                <a:lnTo>
                  <a:pt x="19253" y="556679"/>
                </a:lnTo>
              </a:path>
              <a:path w="444995" h="656463">
                <a:moveTo>
                  <a:pt x="16428" y="557072"/>
                </a:moveTo>
                <a:lnTo>
                  <a:pt x="16649" y="557580"/>
                </a:lnTo>
                <a:lnTo>
                  <a:pt x="16789" y="557720"/>
                </a:lnTo>
                <a:lnTo>
                  <a:pt x="18211" y="557720"/>
                </a:lnTo>
                <a:lnTo>
                  <a:pt x="19253" y="560179"/>
                </a:lnTo>
                <a:lnTo>
                  <a:pt x="19253" y="560311"/>
                </a:lnTo>
                <a:lnTo>
                  <a:pt x="19253" y="560832"/>
                </a:lnTo>
                <a:lnTo>
                  <a:pt x="19253" y="561352"/>
                </a:lnTo>
                <a:lnTo>
                  <a:pt x="19429" y="561352"/>
                </a:lnTo>
                <a:lnTo>
                  <a:pt x="19901" y="560832"/>
                </a:lnTo>
                <a:lnTo>
                  <a:pt x="19384" y="560311"/>
                </a:lnTo>
                <a:lnTo>
                  <a:pt x="19377" y="560179"/>
                </a:lnTo>
                <a:lnTo>
                  <a:pt x="19253" y="557720"/>
                </a:lnTo>
                <a:lnTo>
                  <a:pt x="19253" y="557580"/>
                </a:lnTo>
                <a:lnTo>
                  <a:pt x="19253" y="557072"/>
                </a:lnTo>
              </a:path>
              <a:path w="444995" h="656463">
                <a:moveTo>
                  <a:pt x="20954" y="561352"/>
                </a:moveTo>
                <a:lnTo>
                  <a:pt x="19429" y="561352"/>
                </a:lnTo>
                <a:lnTo>
                  <a:pt x="20955" y="561352"/>
                </a:lnTo>
              </a:path>
              <a:path w="444995" h="656463">
                <a:moveTo>
                  <a:pt x="19253" y="561352"/>
                </a:moveTo>
                <a:lnTo>
                  <a:pt x="19749" y="561711"/>
                </a:lnTo>
                <a:lnTo>
                  <a:pt x="21313" y="561711"/>
                </a:lnTo>
                <a:lnTo>
                  <a:pt x="20955" y="561352"/>
                </a:lnTo>
              </a:path>
              <a:path w="444995" h="656463">
                <a:moveTo>
                  <a:pt x="19749" y="561711"/>
                </a:moveTo>
                <a:lnTo>
                  <a:pt x="20294" y="562105"/>
                </a:lnTo>
                <a:lnTo>
                  <a:pt x="20294" y="561711"/>
                </a:lnTo>
              </a:path>
              <a:path w="444995" h="656463">
                <a:moveTo>
                  <a:pt x="20294" y="561711"/>
                </a:moveTo>
                <a:lnTo>
                  <a:pt x="21145" y="562063"/>
                </a:lnTo>
                <a:lnTo>
                  <a:pt x="20991" y="562394"/>
                </a:lnTo>
                <a:lnTo>
                  <a:pt x="22058" y="563105"/>
                </a:lnTo>
                <a:lnTo>
                  <a:pt x="22553" y="563435"/>
                </a:lnTo>
                <a:lnTo>
                  <a:pt x="23418" y="563794"/>
                </a:lnTo>
                <a:lnTo>
                  <a:pt x="23418" y="563956"/>
                </a:lnTo>
                <a:lnTo>
                  <a:pt x="23418" y="564281"/>
                </a:lnTo>
                <a:lnTo>
                  <a:pt x="23431" y="564476"/>
                </a:lnTo>
                <a:lnTo>
                  <a:pt x="24110" y="564476"/>
                </a:lnTo>
                <a:lnTo>
                  <a:pt x="23997" y="564281"/>
                </a:lnTo>
                <a:lnTo>
                  <a:pt x="23810" y="563956"/>
                </a:lnTo>
                <a:lnTo>
                  <a:pt x="23688" y="563794"/>
                </a:lnTo>
                <a:lnTo>
                  <a:pt x="23418" y="563435"/>
                </a:lnTo>
                <a:lnTo>
                  <a:pt x="22707" y="563105"/>
                </a:lnTo>
                <a:lnTo>
                  <a:pt x="21996" y="562394"/>
                </a:lnTo>
                <a:lnTo>
                  <a:pt x="21666" y="562063"/>
                </a:lnTo>
                <a:lnTo>
                  <a:pt x="21313" y="561711"/>
                </a:lnTo>
              </a:path>
              <a:path w="444995" h="656463">
                <a:moveTo>
                  <a:pt x="23431" y="564476"/>
                </a:moveTo>
                <a:lnTo>
                  <a:pt x="23464" y="564997"/>
                </a:lnTo>
                <a:lnTo>
                  <a:pt x="23496" y="565505"/>
                </a:lnTo>
                <a:lnTo>
                  <a:pt x="23609" y="567270"/>
                </a:lnTo>
                <a:lnTo>
                  <a:pt x="29997" y="567270"/>
                </a:lnTo>
                <a:lnTo>
                  <a:pt x="25768" y="565505"/>
                </a:lnTo>
                <a:lnTo>
                  <a:pt x="24726" y="564997"/>
                </a:lnTo>
                <a:lnTo>
                  <a:pt x="23672" y="564476"/>
                </a:lnTo>
              </a:path>
              <a:path w="444995" h="656463">
                <a:moveTo>
                  <a:pt x="23672" y="564476"/>
                </a:moveTo>
                <a:lnTo>
                  <a:pt x="24110" y="564476"/>
                </a:lnTo>
                <a:lnTo>
                  <a:pt x="24110" y="564476"/>
                </a:lnTo>
              </a:path>
              <a:path w="444995" h="656463">
                <a:moveTo>
                  <a:pt x="29997" y="566674"/>
                </a:moveTo>
                <a:lnTo>
                  <a:pt x="29997" y="567270"/>
                </a:lnTo>
                <a:lnTo>
                  <a:pt x="31580" y="567270"/>
                </a:lnTo>
              </a:path>
              <a:path w="444995" h="656463">
                <a:moveTo>
                  <a:pt x="23609" y="567270"/>
                </a:moveTo>
                <a:lnTo>
                  <a:pt x="24193" y="576427"/>
                </a:lnTo>
                <a:lnTo>
                  <a:pt x="25247" y="576948"/>
                </a:lnTo>
                <a:lnTo>
                  <a:pt x="26288" y="577469"/>
                </a:lnTo>
                <a:lnTo>
                  <a:pt x="58632" y="577469"/>
                </a:lnTo>
                <a:lnTo>
                  <a:pt x="57251" y="576948"/>
                </a:lnTo>
                <a:lnTo>
                  <a:pt x="55870" y="576427"/>
                </a:lnTo>
                <a:lnTo>
                  <a:pt x="31580" y="567270"/>
                </a:lnTo>
              </a:path>
              <a:path w="444995" h="656463">
                <a:moveTo>
                  <a:pt x="21005" y="575195"/>
                </a:moveTo>
                <a:lnTo>
                  <a:pt x="21196" y="575386"/>
                </a:lnTo>
                <a:lnTo>
                  <a:pt x="21717" y="575906"/>
                </a:lnTo>
                <a:lnTo>
                  <a:pt x="22237" y="576427"/>
                </a:lnTo>
                <a:lnTo>
                  <a:pt x="22644" y="576834"/>
                </a:lnTo>
                <a:lnTo>
                  <a:pt x="24091" y="576948"/>
                </a:lnTo>
                <a:lnTo>
                  <a:pt x="23609" y="576834"/>
                </a:lnTo>
                <a:lnTo>
                  <a:pt x="23987" y="576427"/>
                </a:lnTo>
                <a:lnTo>
                  <a:pt x="22727" y="575906"/>
                </a:lnTo>
                <a:lnTo>
                  <a:pt x="21466" y="575386"/>
                </a:lnTo>
              </a:path>
              <a:path w="444995" h="656463">
                <a:moveTo>
                  <a:pt x="22758" y="576948"/>
                </a:moveTo>
                <a:lnTo>
                  <a:pt x="22758" y="576948"/>
                </a:lnTo>
                <a:lnTo>
                  <a:pt x="23833" y="576948"/>
                </a:lnTo>
              </a:path>
              <a:path w="444995" h="656463">
                <a:moveTo>
                  <a:pt x="23833" y="576948"/>
                </a:moveTo>
                <a:lnTo>
                  <a:pt x="24855" y="577468"/>
                </a:lnTo>
                <a:lnTo>
                  <a:pt x="26288" y="577469"/>
                </a:lnTo>
                <a:lnTo>
                  <a:pt x="24091" y="576948"/>
                </a:lnTo>
              </a:path>
              <a:path w="444995" h="656463">
                <a:moveTo>
                  <a:pt x="24855" y="577469"/>
                </a:moveTo>
                <a:lnTo>
                  <a:pt x="186912" y="638263"/>
                </a:lnTo>
                <a:lnTo>
                  <a:pt x="204248" y="644766"/>
                </a:lnTo>
                <a:lnTo>
                  <a:pt x="222339" y="644766"/>
                </a:lnTo>
                <a:lnTo>
                  <a:pt x="219900" y="638263"/>
                </a:lnTo>
                <a:lnTo>
                  <a:pt x="58733" y="577507"/>
                </a:lnTo>
              </a:path>
              <a:path w="444995" h="656463">
                <a:moveTo>
                  <a:pt x="204248" y="644766"/>
                </a:moveTo>
                <a:lnTo>
                  <a:pt x="214135" y="648474"/>
                </a:lnTo>
                <a:lnTo>
                  <a:pt x="218472" y="648474"/>
                </a:lnTo>
                <a:lnTo>
                  <a:pt x="216509" y="644766"/>
                </a:lnTo>
              </a:path>
              <a:path w="444995" h="656463">
                <a:moveTo>
                  <a:pt x="216509" y="644766"/>
                </a:moveTo>
                <a:lnTo>
                  <a:pt x="219113" y="645807"/>
                </a:lnTo>
                <a:lnTo>
                  <a:pt x="222427" y="650557"/>
                </a:lnTo>
                <a:lnTo>
                  <a:pt x="222860" y="650985"/>
                </a:lnTo>
                <a:lnTo>
                  <a:pt x="224707" y="651078"/>
                </a:lnTo>
                <a:lnTo>
                  <a:pt x="224511" y="650557"/>
                </a:lnTo>
                <a:lnTo>
                  <a:pt x="222730" y="645807"/>
                </a:lnTo>
                <a:lnTo>
                  <a:pt x="222339" y="644766"/>
                </a:lnTo>
              </a:path>
              <a:path w="444995" h="656463">
                <a:moveTo>
                  <a:pt x="214135" y="648474"/>
                </a:moveTo>
                <a:lnTo>
                  <a:pt x="216509" y="649365"/>
                </a:lnTo>
                <a:lnTo>
                  <a:pt x="216192" y="648474"/>
                </a:lnTo>
              </a:path>
              <a:path w="444995" h="656463">
                <a:moveTo>
                  <a:pt x="216192" y="648474"/>
                </a:moveTo>
                <a:lnTo>
                  <a:pt x="216509" y="648606"/>
                </a:lnTo>
                <a:lnTo>
                  <a:pt x="217406" y="649685"/>
                </a:lnTo>
                <a:lnTo>
                  <a:pt x="217944" y="650227"/>
                </a:lnTo>
                <a:lnTo>
                  <a:pt x="218465" y="650748"/>
                </a:lnTo>
                <a:lnTo>
                  <a:pt x="219112" y="651268"/>
                </a:lnTo>
                <a:lnTo>
                  <a:pt x="223146" y="651268"/>
                </a:lnTo>
                <a:lnTo>
                  <a:pt x="221066" y="651268"/>
                </a:lnTo>
                <a:lnTo>
                  <a:pt x="219113" y="650748"/>
                </a:lnTo>
                <a:lnTo>
                  <a:pt x="218808" y="650227"/>
                </a:lnTo>
                <a:lnTo>
                  <a:pt x="219099" y="649708"/>
                </a:lnTo>
                <a:lnTo>
                  <a:pt x="218542" y="648606"/>
                </a:lnTo>
                <a:lnTo>
                  <a:pt x="218472" y="648474"/>
                </a:lnTo>
              </a:path>
              <a:path w="444995" h="656463">
                <a:moveTo>
                  <a:pt x="222954" y="651078"/>
                </a:moveTo>
                <a:lnTo>
                  <a:pt x="223146" y="651268"/>
                </a:lnTo>
                <a:lnTo>
                  <a:pt x="223545" y="651268"/>
                </a:lnTo>
                <a:lnTo>
                  <a:pt x="223481" y="651078"/>
                </a:lnTo>
              </a:path>
              <a:path w="444995" h="656463">
                <a:moveTo>
                  <a:pt x="223481" y="651078"/>
                </a:moveTo>
                <a:lnTo>
                  <a:pt x="224894" y="651576"/>
                </a:lnTo>
                <a:lnTo>
                  <a:pt x="224707" y="651078"/>
                </a:lnTo>
              </a:path>
              <a:path w="444995" h="656463">
                <a:moveTo>
                  <a:pt x="219113" y="651268"/>
                </a:moveTo>
                <a:lnTo>
                  <a:pt x="221589" y="651789"/>
                </a:lnTo>
                <a:lnTo>
                  <a:pt x="223673" y="651789"/>
                </a:lnTo>
                <a:lnTo>
                  <a:pt x="223545" y="651268"/>
                </a:lnTo>
              </a:path>
              <a:path w="444995" h="656463">
                <a:moveTo>
                  <a:pt x="225035" y="651717"/>
                </a:moveTo>
                <a:lnTo>
                  <a:pt x="224586" y="651789"/>
                </a:lnTo>
                <a:lnTo>
                  <a:pt x="225256" y="651789"/>
                </a:lnTo>
              </a:path>
              <a:path w="444995" h="656463">
                <a:moveTo>
                  <a:pt x="224586" y="651789"/>
                </a:moveTo>
                <a:lnTo>
                  <a:pt x="223673" y="651789"/>
                </a:lnTo>
                <a:lnTo>
                  <a:pt x="225107" y="651789"/>
                </a:lnTo>
              </a:path>
              <a:path w="444995" h="656463">
                <a:moveTo>
                  <a:pt x="225107" y="651789"/>
                </a:moveTo>
                <a:lnTo>
                  <a:pt x="225742" y="652023"/>
                </a:lnTo>
                <a:lnTo>
                  <a:pt x="226114" y="652161"/>
                </a:lnTo>
                <a:lnTo>
                  <a:pt x="226669" y="652310"/>
                </a:lnTo>
                <a:lnTo>
                  <a:pt x="227443" y="652687"/>
                </a:lnTo>
                <a:lnTo>
                  <a:pt x="227711" y="652818"/>
                </a:lnTo>
                <a:lnTo>
                  <a:pt x="228315" y="652818"/>
                </a:lnTo>
                <a:lnTo>
                  <a:pt x="228205" y="652687"/>
                </a:lnTo>
                <a:lnTo>
                  <a:pt x="226938" y="652310"/>
                </a:lnTo>
                <a:lnTo>
                  <a:pt x="226437" y="652161"/>
                </a:lnTo>
                <a:lnTo>
                  <a:pt x="225977" y="652023"/>
                </a:lnTo>
                <a:lnTo>
                  <a:pt x="225256" y="651789"/>
                </a:lnTo>
              </a:path>
              <a:path w="444995" h="656463">
                <a:moveTo>
                  <a:pt x="221589" y="651789"/>
                </a:moveTo>
                <a:lnTo>
                  <a:pt x="224200" y="652310"/>
                </a:lnTo>
                <a:lnTo>
                  <a:pt x="224713" y="652310"/>
                </a:lnTo>
                <a:lnTo>
                  <a:pt x="225107" y="651789"/>
                </a:lnTo>
              </a:path>
              <a:path w="444995" h="656463">
                <a:moveTo>
                  <a:pt x="226476" y="652310"/>
                </a:moveTo>
                <a:lnTo>
                  <a:pt x="226263" y="652310"/>
                </a:lnTo>
                <a:lnTo>
                  <a:pt x="226771" y="652818"/>
                </a:lnTo>
                <a:lnTo>
                  <a:pt x="227711" y="652818"/>
                </a:lnTo>
                <a:lnTo>
                  <a:pt x="226476" y="652310"/>
                </a:lnTo>
              </a:path>
              <a:path w="444995" h="656463">
                <a:moveTo>
                  <a:pt x="226771" y="652818"/>
                </a:moveTo>
                <a:lnTo>
                  <a:pt x="228315" y="652818"/>
                </a:lnTo>
              </a:path>
              <a:path w="444995" h="656463">
                <a:moveTo>
                  <a:pt x="225221" y="652818"/>
                </a:moveTo>
                <a:lnTo>
                  <a:pt x="225221" y="652818"/>
                </a:lnTo>
                <a:lnTo>
                  <a:pt x="226771" y="652818"/>
                </a:lnTo>
              </a:path>
              <a:path w="444995" h="656463">
                <a:moveTo>
                  <a:pt x="225221" y="652818"/>
                </a:moveTo>
                <a:lnTo>
                  <a:pt x="225742" y="653338"/>
                </a:lnTo>
                <a:lnTo>
                  <a:pt x="228752" y="653338"/>
                </a:lnTo>
                <a:lnTo>
                  <a:pt x="228315" y="652818"/>
                </a:lnTo>
              </a:path>
              <a:path w="444995" h="656463">
                <a:moveTo>
                  <a:pt x="225742" y="653338"/>
                </a:moveTo>
                <a:lnTo>
                  <a:pt x="225742" y="653338"/>
                </a:lnTo>
                <a:lnTo>
                  <a:pt x="227291" y="653338"/>
                </a:lnTo>
              </a:path>
              <a:path w="444995" h="656463">
                <a:moveTo>
                  <a:pt x="227291" y="653338"/>
                </a:moveTo>
                <a:lnTo>
                  <a:pt x="228752" y="653338"/>
                </a:lnTo>
                <a:lnTo>
                  <a:pt x="228752" y="653338"/>
                </a:lnTo>
              </a:path>
              <a:path w="444995" h="656463">
                <a:moveTo>
                  <a:pt x="224200" y="652310"/>
                </a:moveTo>
                <a:lnTo>
                  <a:pt x="221589" y="651789"/>
                </a:lnTo>
                <a:lnTo>
                  <a:pt x="219113" y="651268"/>
                </a:lnTo>
                <a:lnTo>
                  <a:pt x="219113" y="652310"/>
                </a:lnTo>
                <a:lnTo>
                  <a:pt x="224200" y="652310"/>
                </a:lnTo>
                <a:close/>
              </a:path>
              <a:path w="444995" h="656463">
                <a:moveTo>
                  <a:pt x="226263" y="652310"/>
                </a:moveTo>
                <a:lnTo>
                  <a:pt x="226476" y="652310"/>
                </a:lnTo>
                <a:lnTo>
                  <a:pt x="227711" y="652818"/>
                </a:lnTo>
                <a:lnTo>
                  <a:pt x="226669" y="652310"/>
                </a:lnTo>
                <a:lnTo>
                  <a:pt x="226114" y="652161"/>
                </a:lnTo>
                <a:lnTo>
                  <a:pt x="226148" y="652310"/>
                </a:lnTo>
                <a:lnTo>
                  <a:pt x="224200" y="652310"/>
                </a:lnTo>
                <a:lnTo>
                  <a:pt x="224713" y="652818"/>
                </a:lnTo>
                <a:lnTo>
                  <a:pt x="226771" y="652818"/>
                </a:lnTo>
                <a:lnTo>
                  <a:pt x="226263" y="652310"/>
                </a:lnTo>
                <a:close/>
              </a:path>
              <a:path w="444995" h="656463">
                <a:moveTo>
                  <a:pt x="226021" y="639305"/>
                </a:moveTo>
                <a:lnTo>
                  <a:pt x="223933" y="639305"/>
                </a:lnTo>
                <a:lnTo>
                  <a:pt x="224451" y="639825"/>
                </a:lnTo>
                <a:lnTo>
                  <a:pt x="224586" y="639826"/>
                </a:lnTo>
                <a:lnTo>
                  <a:pt x="226021" y="639305"/>
                </a:lnTo>
                <a:close/>
              </a:path>
              <a:path w="444995" h="656463">
                <a:moveTo>
                  <a:pt x="225628" y="652310"/>
                </a:moveTo>
                <a:lnTo>
                  <a:pt x="226148" y="652310"/>
                </a:lnTo>
                <a:lnTo>
                  <a:pt x="226114" y="652161"/>
                </a:lnTo>
                <a:lnTo>
                  <a:pt x="225107" y="651789"/>
                </a:lnTo>
                <a:lnTo>
                  <a:pt x="224713" y="652310"/>
                </a:lnTo>
                <a:lnTo>
                  <a:pt x="225628" y="652310"/>
                </a:lnTo>
                <a:close/>
              </a:path>
              <a:path w="444995" h="656463">
                <a:moveTo>
                  <a:pt x="228485" y="640346"/>
                </a:moveTo>
                <a:lnTo>
                  <a:pt x="229146" y="640346"/>
                </a:lnTo>
                <a:lnTo>
                  <a:pt x="228485" y="639825"/>
                </a:lnTo>
                <a:lnTo>
                  <a:pt x="228485" y="638784"/>
                </a:lnTo>
                <a:lnTo>
                  <a:pt x="226542" y="639825"/>
                </a:lnTo>
                <a:lnTo>
                  <a:pt x="226148" y="640346"/>
                </a:lnTo>
                <a:lnTo>
                  <a:pt x="227190" y="640867"/>
                </a:lnTo>
                <a:lnTo>
                  <a:pt x="227583" y="640867"/>
                </a:lnTo>
                <a:lnTo>
                  <a:pt x="228485" y="640346"/>
                </a:lnTo>
                <a:close/>
              </a:path>
              <a:path w="444995" h="656463">
                <a:moveTo>
                  <a:pt x="229397" y="653872"/>
                </a:moveTo>
                <a:lnTo>
                  <a:pt x="228860" y="653338"/>
                </a:lnTo>
                <a:lnTo>
                  <a:pt x="228205" y="652687"/>
                </a:lnTo>
                <a:lnTo>
                  <a:pt x="228752" y="653338"/>
                </a:lnTo>
                <a:lnTo>
                  <a:pt x="227291" y="653338"/>
                </a:lnTo>
                <a:lnTo>
                  <a:pt x="227825" y="653872"/>
                </a:lnTo>
                <a:lnTo>
                  <a:pt x="229397" y="653872"/>
                </a:lnTo>
                <a:close/>
              </a:path>
              <a:path w="444995" h="656463">
                <a:moveTo>
                  <a:pt x="231480" y="654392"/>
                </a:moveTo>
                <a:lnTo>
                  <a:pt x="230822" y="653872"/>
                </a:lnTo>
                <a:lnTo>
                  <a:pt x="229397" y="653872"/>
                </a:lnTo>
                <a:lnTo>
                  <a:pt x="229920" y="654392"/>
                </a:lnTo>
                <a:lnTo>
                  <a:pt x="231480" y="654392"/>
                </a:lnTo>
                <a:close/>
              </a:path>
              <a:path w="444995" h="656463">
                <a:moveTo>
                  <a:pt x="231089" y="646328"/>
                </a:moveTo>
                <a:lnTo>
                  <a:pt x="228485" y="641493"/>
                </a:lnTo>
                <a:lnTo>
                  <a:pt x="228231" y="641388"/>
                </a:lnTo>
                <a:lnTo>
                  <a:pt x="228446" y="641388"/>
                </a:lnTo>
                <a:lnTo>
                  <a:pt x="228485" y="640867"/>
                </a:lnTo>
                <a:lnTo>
                  <a:pt x="227862" y="641146"/>
                </a:lnTo>
                <a:lnTo>
                  <a:pt x="228295" y="641578"/>
                </a:lnTo>
                <a:lnTo>
                  <a:pt x="225628" y="640346"/>
                </a:lnTo>
                <a:lnTo>
                  <a:pt x="225107" y="640346"/>
                </a:lnTo>
                <a:lnTo>
                  <a:pt x="228485" y="643724"/>
                </a:lnTo>
                <a:lnTo>
                  <a:pt x="229717" y="652640"/>
                </a:lnTo>
                <a:lnTo>
                  <a:pt x="231089" y="646328"/>
                </a:lnTo>
                <a:close/>
              </a:path>
              <a:path w="444995" h="656463">
                <a:moveTo>
                  <a:pt x="232270" y="641388"/>
                </a:moveTo>
                <a:lnTo>
                  <a:pt x="231228" y="641908"/>
                </a:lnTo>
                <a:lnTo>
                  <a:pt x="232791" y="641908"/>
                </a:lnTo>
              </a:path>
              <a:path w="444995" h="656463">
                <a:moveTo>
                  <a:pt x="231228" y="641908"/>
                </a:moveTo>
                <a:lnTo>
                  <a:pt x="232791" y="641908"/>
                </a:lnTo>
              </a:path>
              <a:path w="444995" h="656463">
                <a:moveTo>
                  <a:pt x="232791" y="641908"/>
                </a:moveTo>
                <a:lnTo>
                  <a:pt x="232905" y="642429"/>
                </a:lnTo>
                <a:lnTo>
                  <a:pt x="233311" y="642429"/>
                </a:lnTo>
                <a:lnTo>
                  <a:pt x="234353" y="641908"/>
                </a:lnTo>
                <a:lnTo>
                  <a:pt x="232791" y="641908"/>
                </a:lnTo>
              </a:path>
              <a:path w="444995" h="656463">
                <a:moveTo>
                  <a:pt x="231089" y="641908"/>
                </a:moveTo>
                <a:lnTo>
                  <a:pt x="231089" y="641908"/>
                </a:lnTo>
                <a:lnTo>
                  <a:pt x="231228" y="641908"/>
                </a:lnTo>
              </a:path>
              <a:path w="444995" h="656463">
                <a:moveTo>
                  <a:pt x="231089" y="641908"/>
                </a:moveTo>
                <a:lnTo>
                  <a:pt x="230994" y="642194"/>
                </a:lnTo>
                <a:lnTo>
                  <a:pt x="231611" y="642234"/>
                </a:lnTo>
                <a:lnTo>
                  <a:pt x="231343" y="641908"/>
                </a:lnTo>
              </a:path>
              <a:path w="444995" h="656463">
                <a:moveTo>
                  <a:pt x="231007" y="642234"/>
                </a:moveTo>
                <a:lnTo>
                  <a:pt x="231089" y="642483"/>
                </a:lnTo>
                <a:lnTo>
                  <a:pt x="231374" y="642620"/>
                </a:lnTo>
                <a:lnTo>
                  <a:pt x="231282" y="642483"/>
                </a:lnTo>
                <a:lnTo>
                  <a:pt x="231089" y="642289"/>
                </a:lnTo>
              </a:path>
              <a:path w="444995" h="656463">
                <a:moveTo>
                  <a:pt x="231089" y="642234"/>
                </a:moveTo>
                <a:lnTo>
                  <a:pt x="231881" y="642561"/>
                </a:lnTo>
                <a:lnTo>
                  <a:pt x="231611" y="642234"/>
                </a:lnTo>
              </a:path>
              <a:path w="444995" h="656463">
                <a:moveTo>
                  <a:pt x="232384" y="642429"/>
                </a:moveTo>
                <a:lnTo>
                  <a:pt x="233311" y="642429"/>
                </a:lnTo>
              </a:path>
              <a:path w="444995" h="656463">
                <a:moveTo>
                  <a:pt x="233426" y="642429"/>
                </a:moveTo>
                <a:lnTo>
                  <a:pt x="233311" y="642429"/>
                </a:lnTo>
                <a:lnTo>
                  <a:pt x="233426" y="642429"/>
                </a:lnTo>
              </a:path>
              <a:path w="444995" h="656463">
                <a:moveTo>
                  <a:pt x="232384" y="642429"/>
                </a:moveTo>
                <a:lnTo>
                  <a:pt x="231881" y="642561"/>
                </a:lnTo>
                <a:lnTo>
                  <a:pt x="231419" y="642620"/>
                </a:lnTo>
                <a:lnTo>
                  <a:pt x="233583" y="642620"/>
                </a:lnTo>
                <a:lnTo>
                  <a:pt x="233426" y="642429"/>
                </a:lnTo>
              </a:path>
              <a:path w="444995" h="656463">
                <a:moveTo>
                  <a:pt x="231374" y="642620"/>
                </a:moveTo>
                <a:lnTo>
                  <a:pt x="232338" y="643082"/>
                </a:lnTo>
                <a:lnTo>
                  <a:pt x="234543" y="643661"/>
                </a:lnTo>
                <a:lnTo>
                  <a:pt x="236626" y="644182"/>
                </a:lnTo>
                <a:lnTo>
                  <a:pt x="235366" y="643661"/>
                </a:lnTo>
                <a:lnTo>
                  <a:pt x="234105" y="643140"/>
                </a:lnTo>
                <a:lnTo>
                  <a:pt x="233964" y="643082"/>
                </a:lnTo>
                <a:lnTo>
                  <a:pt x="233583" y="642620"/>
                </a:lnTo>
              </a:path>
              <a:path w="444995" h="656463">
                <a:moveTo>
                  <a:pt x="230822" y="641908"/>
                </a:moveTo>
                <a:lnTo>
                  <a:pt x="231089" y="641769"/>
                </a:lnTo>
                <a:lnTo>
                  <a:pt x="231089" y="639826"/>
                </a:lnTo>
                <a:lnTo>
                  <a:pt x="230187" y="640867"/>
                </a:lnTo>
                <a:lnTo>
                  <a:pt x="230187" y="641388"/>
                </a:lnTo>
                <a:lnTo>
                  <a:pt x="230708" y="641908"/>
                </a:lnTo>
                <a:close/>
              </a:path>
              <a:path w="444995" h="656463">
                <a:moveTo>
                  <a:pt x="241833" y="645223"/>
                </a:moveTo>
                <a:lnTo>
                  <a:pt x="241236" y="655421"/>
                </a:lnTo>
                <a:lnTo>
                  <a:pt x="235889" y="652119"/>
                </a:lnTo>
                <a:lnTo>
                  <a:pt x="232841" y="653148"/>
                </a:lnTo>
                <a:lnTo>
                  <a:pt x="231089" y="642572"/>
                </a:lnTo>
                <a:lnTo>
                  <a:pt x="228485" y="641404"/>
                </a:lnTo>
                <a:lnTo>
                  <a:pt x="229273" y="641388"/>
                </a:lnTo>
                <a:lnTo>
                  <a:pt x="230301" y="641908"/>
                </a:lnTo>
                <a:lnTo>
                  <a:pt x="230994" y="642194"/>
                </a:lnTo>
                <a:lnTo>
                  <a:pt x="231089" y="641908"/>
                </a:lnTo>
                <a:lnTo>
                  <a:pt x="231228" y="641908"/>
                </a:lnTo>
                <a:lnTo>
                  <a:pt x="232270" y="641388"/>
                </a:lnTo>
                <a:lnTo>
                  <a:pt x="231089" y="641388"/>
                </a:lnTo>
                <a:lnTo>
                  <a:pt x="231089" y="641769"/>
                </a:lnTo>
                <a:lnTo>
                  <a:pt x="230822" y="641908"/>
                </a:lnTo>
                <a:lnTo>
                  <a:pt x="230187" y="641388"/>
                </a:lnTo>
                <a:lnTo>
                  <a:pt x="230187" y="640867"/>
                </a:lnTo>
                <a:lnTo>
                  <a:pt x="231089" y="639826"/>
                </a:lnTo>
                <a:lnTo>
                  <a:pt x="229666" y="640867"/>
                </a:lnTo>
                <a:lnTo>
                  <a:pt x="228485" y="640867"/>
                </a:lnTo>
                <a:lnTo>
                  <a:pt x="228446" y="641388"/>
                </a:lnTo>
                <a:lnTo>
                  <a:pt x="231089" y="646328"/>
                </a:lnTo>
                <a:lnTo>
                  <a:pt x="229717" y="652640"/>
                </a:lnTo>
                <a:lnTo>
                  <a:pt x="227634" y="652119"/>
                </a:lnTo>
                <a:lnTo>
                  <a:pt x="225552" y="651598"/>
                </a:lnTo>
                <a:lnTo>
                  <a:pt x="224894" y="651576"/>
                </a:lnTo>
                <a:lnTo>
                  <a:pt x="223481" y="651078"/>
                </a:lnTo>
                <a:lnTo>
                  <a:pt x="223545" y="651268"/>
                </a:lnTo>
                <a:lnTo>
                  <a:pt x="223673" y="651789"/>
                </a:lnTo>
                <a:lnTo>
                  <a:pt x="224586" y="651789"/>
                </a:lnTo>
                <a:lnTo>
                  <a:pt x="225035" y="651717"/>
                </a:lnTo>
                <a:lnTo>
                  <a:pt x="225977" y="652023"/>
                </a:lnTo>
                <a:lnTo>
                  <a:pt x="228205" y="652687"/>
                </a:lnTo>
                <a:lnTo>
                  <a:pt x="228860" y="653338"/>
                </a:lnTo>
                <a:lnTo>
                  <a:pt x="229397" y="653872"/>
                </a:lnTo>
                <a:lnTo>
                  <a:pt x="231343" y="653872"/>
                </a:lnTo>
                <a:lnTo>
                  <a:pt x="230822" y="653872"/>
                </a:lnTo>
                <a:lnTo>
                  <a:pt x="231480" y="654392"/>
                </a:lnTo>
                <a:lnTo>
                  <a:pt x="231863" y="653872"/>
                </a:lnTo>
                <a:lnTo>
                  <a:pt x="230308" y="653227"/>
                </a:lnTo>
                <a:lnTo>
                  <a:pt x="233959" y="654392"/>
                </a:lnTo>
                <a:lnTo>
                  <a:pt x="234594" y="654900"/>
                </a:lnTo>
                <a:lnTo>
                  <a:pt x="235000" y="654900"/>
                </a:lnTo>
                <a:lnTo>
                  <a:pt x="235115" y="655421"/>
                </a:lnTo>
                <a:lnTo>
                  <a:pt x="235521" y="654900"/>
                </a:lnTo>
                <a:lnTo>
                  <a:pt x="237070" y="654900"/>
                </a:lnTo>
                <a:lnTo>
                  <a:pt x="237540" y="655421"/>
                </a:lnTo>
                <a:lnTo>
                  <a:pt x="238112" y="655421"/>
                </a:lnTo>
                <a:lnTo>
                  <a:pt x="242277" y="656463"/>
                </a:lnTo>
                <a:lnTo>
                  <a:pt x="239674" y="655421"/>
                </a:lnTo>
                <a:lnTo>
                  <a:pt x="240195" y="655421"/>
                </a:lnTo>
                <a:lnTo>
                  <a:pt x="242277" y="656463"/>
                </a:lnTo>
                <a:lnTo>
                  <a:pt x="241833" y="645223"/>
                </a:lnTo>
                <a:close/>
              </a:path>
              <a:path w="444995" h="656463">
                <a:moveTo>
                  <a:pt x="231881" y="642561"/>
                </a:moveTo>
                <a:lnTo>
                  <a:pt x="231089" y="642234"/>
                </a:lnTo>
                <a:lnTo>
                  <a:pt x="231419" y="642620"/>
                </a:lnTo>
                <a:lnTo>
                  <a:pt x="231881" y="642561"/>
                </a:lnTo>
                <a:close/>
              </a:path>
              <a:path w="444995" h="656463">
                <a:moveTo>
                  <a:pt x="233959" y="654392"/>
                </a:moveTo>
                <a:lnTo>
                  <a:pt x="230308" y="653227"/>
                </a:lnTo>
                <a:lnTo>
                  <a:pt x="231863" y="653872"/>
                </a:lnTo>
                <a:lnTo>
                  <a:pt x="231480" y="654392"/>
                </a:lnTo>
                <a:lnTo>
                  <a:pt x="231990" y="654900"/>
                </a:lnTo>
                <a:lnTo>
                  <a:pt x="234594" y="654900"/>
                </a:lnTo>
                <a:lnTo>
                  <a:pt x="233959" y="654392"/>
                </a:lnTo>
                <a:close/>
              </a:path>
              <a:path w="444995" h="656463">
                <a:moveTo>
                  <a:pt x="232384" y="642429"/>
                </a:moveTo>
                <a:lnTo>
                  <a:pt x="232905" y="642429"/>
                </a:lnTo>
                <a:lnTo>
                  <a:pt x="232791" y="641908"/>
                </a:lnTo>
                <a:lnTo>
                  <a:pt x="231343" y="641908"/>
                </a:lnTo>
                <a:lnTo>
                  <a:pt x="231881" y="642561"/>
                </a:lnTo>
                <a:lnTo>
                  <a:pt x="232384" y="642429"/>
                </a:lnTo>
                <a:close/>
              </a:path>
              <a:path w="444995" h="656463">
                <a:moveTo>
                  <a:pt x="236042" y="642950"/>
                </a:moveTo>
                <a:lnTo>
                  <a:pt x="236423" y="642429"/>
                </a:lnTo>
                <a:lnTo>
                  <a:pt x="234873" y="642429"/>
                </a:lnTo>
                <a:lnTo>
                  <a:pt x="234480" y="642950"/>
                </a:lnTo>
                <a:lnTo>
                  <a:pt x="236041" y="643597"/>
                </a:lnTo>
                <a:lnTo>
                  <a:pt x="235000" y="642950"/>
                </a:lnTo>
                <a:lnTo>
                  <a:pt x="235521" y="642950"/>
                </a:lnTo>
                <a:lnTo>
                  <a:pt x="236041" y="643597"/>
                </a:lnTo>
                <a:lnTo>
                  <a:pt x="236042" y="642950"/>
                </a:lnTo>
                <a:close/>
              </a:path>
              <a:path w="444995" h="656463">
                <a:moveTo>
                  <a:pt x="237540" y="655421"/>
                </a:moveTo>
                <a:lnTo>
                  <a:pt x="237070" y="654900"/>
                </a:lnTo>
                <a:lnTo>
                  <a:pt x="235521" y="654900"/>
                </a:lnTo>
                <a:lnTo>
                  <a:pt x="235115" y="655421"/>
                </a:lnTo>
                <a:lnTo>
                  <a:pt x="237540" y="655421"/>
                </a:lnTo>
                <a:close/>
              </a:path>
              <a:path w="444995" h="656463">
                <a:moveTo>
                  <a:pt x="237591" y="643470"/>
                </a:moveTo>
                <a:lnTo>
                  <a:pt x="239560" y="642950"/>
                </a:lnTo>
                <a:lnTo>
                  <a:pt x="236946" y="642950"/>
                </a:lnTo>
                <a:lnTo>
                  <a:pt x="236550" y="642950"/>
                </a:lnTo>
                <a:lnTo>
                  <a:pt x="238709" y="644702"/>
                </a:lnTo>
                <a:lnTo>
                  <a:pt x="237591" y="643470"/>
                </a:lnTo>
                <a:close/>
              </a:path>
              <a:path w="444995" h="656463">
                <a:moveTo>
                  <a:pt x="247103" y="647814"/>
                </a:moveTo>
                <a:lnTo>
                  <a:pt x="242798" y="644512"/>
                </a:lnTo>
                <a:lnTo>
                  <a:pt x="243319" y="644512"/>
                </a:lnTo>
                <a:lnTo>
                  <a:pt x="247103" y="647814"/>
                </a:lnTo>
                <a:lnTo>
                  <a:pt x="244881" y="644512"/>
                </a:lnTo>
                <a:lnTo>
                  <a:pt x="245402" y="644512"/>
                </a:lnTo>
                <a:lnTo>
                  <a:pt x="247103" y="647814"/>
                </a:lnTo>
                <a:lnTo>
                  <a:pt x="247484" y="644512"/>
                </a:lnTo>
                <a:lnTo>
                  <a:pt x="246443" y="644512"/>
                </a:lnTo>
                <a:lnTo>
                  <a:pt x="245452" y="644512"/>
                </a:lnTo>
                <a:lnTo>
                  <a:pt x="244932" y="643470"/>
                </a:lnTo>
                <a:lnTo>
                  <a:pt x="244360" y="644512"/>
                </a:lnTo>
                <a:lnTo>
                  <a:pt x="243839" y="644512"/>
                </a:lnTo>
                <a:lnTo>
                  <a:pt x="244932" y="643470"/>
                </a:lnTo>
                <a:lnTo>
                  <a:pt x="242277" y="644512"/>
                </a:lnTo>
                <a:lnTo>
                  <a:pt x="241757" y="644512"/>
                </a:lnTo>
                <a:lnTo>
                  <a:pt x="240715" y="643470"/>
                </a:lnTo>
                <a:lnTo>
                  <a:pt x="240080" y="643470"/>
                </a:lnTo>
                <a:lnTo>
                  <a:pt x="239560" y="642950"/>
                </a:lnTo>
                <a:lnTo>
                  <a:pt x="239674" y="643470"/>
                </a:lnTo>
                <a:lnTo>
                  <a:pt x="239153" y="643470"/>
                </a:lnTo>
                <a:lnTo>
                  <a:pt x="239560" y="642950"/>
                </a:lnTo>
                <a:lnTo>
                  <a:pt x="237591" y="643470"/>
                </a:lnTo>
                <a:lnTo>
                  <a:pt x="238709" y="644702"/>
                </a:lnTo>
                <a:lnTo>
                  <a:pt x="236550" y="642950"/>
                </a:lnTo>
                <a:lnTo>
                  <a:pt x="236946" y="642950"/>
                </a:lnTo>
                <a:lnTo>
                  <a:pt x="236423" y="642429"/>
                </a:lnTo>
                <a:lnTo>
                  <a:pt x="236042" y="642950"/>
                </a:lnTo>
                <a:lnTo>
                  <a:pt x="236041" y="643597"/>
                </a:lnTo>
                <a:lnTo>
                  <a:pt x="234480" y="642950"/>
                </a:lnTo>
                <a:lnTo>
                  <a:pt x="234873" y="642429"/>
                </a:lnTo>
                <a:lnTo>
                  <a:pt x="234353" y="641908"/>
                </a:lnTo>
                <a:lnTo>
                  <a:pt x="233311" y="642429"/>
                </a:lnTo>
                <a:lnTo>
                  <a:pt x="233964" y="643082"/>
                </a:lnTo>
                <a:lnTo>
                  <a:pt x="236626" y="644182"/>
                </a:lnTo>
                <a:lnTo>
                  <a:pt x="234543" y="643661"/>
                </a:lnTo>
                <a:lnTo>
                  <a:pt x="232460" y="643140"/>
                </a:lnTo>
                <a:lnTo>
                  <a:pt x="231089" y="642483"/>
                </a:lnTo>
                <a:lnTo>
                  <a:pt x="230994" y="642194"/>
                </a:lnTo>
                <a:lnTo>
                  <a:pt x="230301" y="641908"/>
                </a:lnTo>
                <a:lnTo>
                  <a:pt x="229273" y="641388"/>
                </a:lnTo>
                <a:lnTo>
                  <a:pt x="228485" y="641388"/>
                </a:lnTo>
                <a:lnTo>
                  <a:pt x="231089" y="642572"/>
                </a:lnTo>
                <a:lnTo>
                  <a:pt x="232841" y="653148"/>
                </a:lnTo>
                <a:lnTo>
                  <a:pt x="235889" y="652119"/>
                </a:lnTo>
                <a:lnTo>
                  <a:pt x="241236" y="655421"/>
                </a:lnTo>
                <a:lnTo>
                  <a:pt x="241833" y="645223"/>
                </a:lnTo>
                <a:lnTo>
                  <a:pt x="238112" y="643470"/>
                </a:lnTo>
                <a:lnTo>
                  <a:pt x="238633" y="643470"/>
                </a:lnTo>
                <a:lnTo>
                  <a:pt x="241833" y="645223"/>
                </a:lnTo>
                <a:lnTo>
                  <a:pt x="242277" y="656463"/>
                </a:lnTo>
                <a:lnTo>
                  <a:pt x="246443" y="656463"/>
                </a:lnTo>
                <a:lnTo>
                  <a:pt x="247103" y="647814"/>
                </a:lnTo>
                <a:close/>
              </a:path>
              <a:path w="444995" h="656463">
                <a:moveTo>
                  <a:pt x="244932" y="643470"/>
                </a:moveTo>
                <a:lnTo>
                  <a:pt x="240715" y="643470"/>
                </a:lnTo>
                <a:lnTo>
                  <a:pt x="241757" y="644512"/>
                </a:lnTo>
                <a:lnTo>
                  <a:pt x="242277" y="644512"/>
                </a:lnTo>
                <a:lnTo>
                  <a:pt x="244932" y="643470"/>
                </a:lnTo>
                <a:close/>
              </a:path>
              <a:path w="444995" h="656463">
                <a:moveTo>
                  <a:pt x="252691" y="644512"/>
                </a:moveTo>
                <a:lnTo>
                  <a:pt x="250609" y="644512"/>
                </a:lnTo>
                <a:lnTo>
                  <a:pt x="251256" y="643470"/>
                </a:lnTo>
                <a:lnTo>
                  <a:pt x="250215" y="644512"/>
                </a:lnTo>
                <a:lnTo>
                  <a:pt x="248526" y="644512"/>
                </a:lnTo>
                <a:lnTo>
                  <a:pt x="248462" y="646264"/>
                </a:lnTo>
                <a:lnTo>
                  <a:pt x="252691" y="644512"/>
                </a:lnTo>
                <a:close/>
              </a:path>
              <a:path w="444995" h="656463">
                <a:moveTo>
                  <a:pt x="256781" y="644702"/>
                </a:moveTo>
                <a:lnTo>
                  <a:pt x="260347" y="643225"/>
                </a:lnTo>
                <a:lnTo>
                  <a:pt x="259461" y="642950"/>
                </a:lnTo>
                <a:lnTo>
                  <a:pt x="259054" y="642429"/>
                </a:lnTo>
                <a:lnTo>
                  <a:pt x="258533" y="642950"/>
                </a:lnTo>
                <a:lnTo>
                  <a:pt x="255943" y="642950"/>
                </a:lnTo>
                <a:lnTo>
                  <a:pt x="255419" y="643470"/>
                </a:lnTo>
                <a:lnTo>
                  <a:pt x="253657" y="645223"/>
                </a:lnTo>
                <a:lnTo>
                  <a:pt x="253733" y="655421"/>
                </a:lnTo>
                <a:lnTo>
                  <a:pt x="256781" y="644702"/>
                </a:lnTo>
                <a:close/>
              </a:path>
              <a:path w="444995" h="656463">
                <a:moveTo>
                  <a:pt x="266230" y="641908"/>
                </a:moveTo>
                <a:lnTo>
                  <a:pt x="265696" y="641908"/>
                </a:lnTo>
                <a:lnTo>
                  <a:pt x="265188" y="641997"/>
                </a:lnTo>
                <a:lnTo>
                  <a:pt x="265744" y="652119"/>
                </a:lnTo>
                <a:lnTo>
                  <a:pt x="265772" y="652640"/>
                </a:lnTo>
                <a:lnTo>
                  <a:pt x="264818" y="653589"/>
                </a:lnTo>
                <a:lnTo>
                  <a:pt x="264655" y="653872"/>
                </a:lnTo>
                <a:lnTo>
                  <a:pt x="265709" y="653872"/>
                </a:lnTo>
                <a:lnTo>
                  <a:pt x="266139" y="653589"/>
                </a:lnTo>
                <a:lnTo>
                  <a:pt x="267584" y="652640"/>
                </a:lnTo>
                <a:lnTo>
                  <a:pt x="268376" y="652119"/>
                </a:lnTo>
                <a:lnTo>
                  <a:pt x="266248" y="641997"/>
                </a:lnTo>
              </a:path>
              <a:path w="444995" h="656463">
                <a:moveTo>
                  <a:pt x="261147" y="642429"/>
                </a:moveTo>
                <a:lnTo>
                  <a:pt x="259054" y="642429"/>
                </a:lnTo>
                <a:lnTo>
                  <a:pt x="259461" y="642950"/>
                </a:lnTo>
                <a:lnTo>
                  <a:pt x="259981" y="642950"/>
                </a:lnTo>
                <a:lnTo>
                  <a:pt x="261147" y="642429"/>
                </a:lnTo>
              </a:path>
              <a:path w="444995" h="656463">
                <a:moveTo>
                  <a:pt x="261147" y="642429"/>
                </a:moveTo>
                <a:lnTo>
                  <a:pt x="260502" y="642950"/>
                </a:lnTo>
                <a:lnTo>
                  <a:pt x="262357" y="642950"/>
                </a:lnTo>
                <a:lnTo>
                  <a:pt x="263613" y="642429"/>
                </a:lnTo>
              </a:path>
              <a:path w="444995" h="656463">
                <a:moveTo>
                  <a:pt x="260502" y="642950"/>
                </a:moveTo>
              </a:path>
              <a:path w="444995" h="656463">
                <a:moveTo>
                  <a:pt x="260623" y="642950"/>
                </a:moveTo>
                <a:lnTo>
                  <a:pt x="261010" y="642950"/>
                </a:lnTo>
                <a:lnTo>
                  <a:pt x="260347" y="643225"/>
                </a:lnTo>
                <a:lnTo>
                  <a:pt x="258037" y="644182"/>
                </a:lnTo>
                <a:lnTo>
                  <a:pt x="256781" y="644702"/>
                </a:lnTo>
                <a:lnTo>
                  <a:pt x="254379" y="653148"/>
                </a:lnTo>
                <a:lnTo>
                  <a:pt x="254231" y="653669"/>
                </a:lnTo>
                <a:lnTo>
                  <a:pt x="261701" y="653669"/>
                </a:lnTo>
                <a:lnTo>
                  <a:pt x="262648" y="653148"/>
                </a:lnTo>
                <a:lnTo>
                  <a:pt x="259574" y="644702"/>
                </a:lnTo>
                <a:lnTo>
                  <a:pt x="259384" y="644182"/>
                </a:lnTo>
                <a:lnTo>
                  <a:pt x="261694" y="643225"/>
                </a:lnTo>
                <a:lnTo>
                  <a:pt x="262357" y="642950"/>
                </a:lnTo>
              </a:path>
              <a:path w="444995" h="656463">
                <a:moveTo>
                  <a:pt x="259461" y="642950"/>
                </a:moveTo>
                <a:lnTo>
                  <a:pt x="260347" y="643225"/>
                </a:lnTo>
                <a:lnTo>
                  <a:pt x="260623" y="642950"/>
                </a:lnTo>
              </a:path>
              <a:path w="444995" h="656463">
                <a:moveTo>
                  <a:pt x="255419" y="643470"/>
                </a:moveTo>
                <a:lnTo>
                  <a:pt x="251256" y="643470"/>
                </a:lnTo>
                <a:lnTo>
                  <a:pt x="250609" y="644512"/>
                </a:lnTo>
                <a:lnTo>
                  <a:pt x="254372" y="644512"/>
                </a:lnTo>
                <a:lnTo>
                  <a:pt x="255419" y="643470"/>
                </a:lnTo>
              </a:path>
              <a:path w="444995" h="656463">
                <a:moveTo>
                  <a:pt x="247484" y="644512"/>
                </a:moveTo>
                <a:lnTo>
                  <a:pt x="247282" y="646264"/>
                </a:lnTo>
                <a:lnTo>
                  <a:pt x="248462" y="646264"/>
                </a:lnTo>
                <a:lnTo>
                  <a:pt x="248526" y="644512"/>
                </a:lnTo>
              </a:path>
              <a:path w="444995" h="656463">
                <a:moveTo>
                  <a:pt x="252691" y="644512"/>
                </a:moveTo>
                <a:lnTo>
                  <a:pt x="250975" y="645223"/>
                </a:lnTo>
                <a:lnTo>
                  <a:pt x="248462" y="646264"/>
                </a:lnTo>
                <a:lnTo>
                  <a:pt x="253664" y="646264"/>
                </a:lnTo>
                <a:lnTo>
                  <a:pt x="253657" y="645223"/>
                </a:lnTo>
                <a:lnTo>
                  <a:pt x="254372" y="644512"/>
                </a:lnTo>
              </a:path>
              <a:path w="444995" h="656463">
                <a:moveTo>
                  <a:pt x="247282" y="646264"/>
                </a:moveTo>
                <a:lnTo>
                  <a:pt x="247103" y="647814"/>
                </a:lnTo>
                <a:lnTo>
                  <a:pt x="246523" y="655421"/>
                </a:lnTo>
                <a:lnTo>
                  <a:pt x="253733" y="655421"/>
                </a:lnTo>
                <a:lnTo>
                  <a:pt x="253676" y="647814"/>
                </a:lnTo>
                <a:lnTo>
                  <a:pt x="253664" y="646264"/>
                </a:lnTo>
              </a:path>
              <a:path w="444995" h="656463">
                <a:moveTo>
                  <a:pt x="265772" y="652640"/>
                </a:moveTo>
                <a:lnTo>
                  <a:pt x="263157" y="653872"/>
                </a:lnTo>
                <a:lnTo>
                  <a:pt x="264134" y="653872"/>
                </a:lnTo>
              </a:path>
              <a:path w="444995" h="656463">
                <a:moveTo>
                  <a:pt x="262648" y="653148"/>
                </a:moveTo>
                <a:lnTo>
                  <a:pt x="260754" y="654392"/>
                </a:lnTo>
                <a:lnTo>
                  <a:pt x="261531" y="654392"/>
                </a:lnTo>
              </a:path>
              <a:path w="444995" h="656463">
                <a:moveTo>
                  <a:pt x="254231" y="653669"/>
                </a:moveTo>
                <a:lnTo>
                  <a:pt x="253733" y="655421"/>
                </a:lnTo>
                <a:lnTo>
                  <a:pt x="254253" y="655421"/>
                </a:lnTo>
                <a:lnTo>
                  <a:pt x="257962" y="653669"/>
                </a:lnTo>
              </a:path>
              <a:path w="444995" h="656463">
                <a:moveTo>
                  <a:pt x="257962" y="653669"/>
                </a:moveTo>
                <a:lnTo>
                  <a:pt x="254774" y="655421"/>
                </a:lnTo>
                <a:lnTo>
                  <a:pt x="255295" y="655421"/>
                </a:lnTo>
                <a:lnTo>
                  <a:pt x="256209" y="655421"/>
                </a:lnTo>
                <a:lnTo>
                  <a:pt x="257962" y="653669"/>
                </a:lnTo>
              </a:path>
              <a:path w="444995" h="656463">
                <a:moveTo>
                  <a:pt x="257962" y="653669"/>
                </a:moveTo>
                <a:lnTo>
                  <a:pt x="258419" y="654900"/>
                </a:lnTo>
                <a:lnTo>
                  <a:pt x="259461" y="654900"/>
                </a:lnTo>
                <a:lnTo>
                  <a:pt x="261701" y="653669"/>
                </a:lnTo>
              </a:path>
              <a:path w="444995" h="656463">
                <a:moveTo>
                  <a:pt x="263157" y="653872"/>
                </a:moveTo>
                <a:lnTo>
                  <a:pt x="262051" y="654392"/>
                </a:lnTo>
                <a:lnTo>
                  <a:pt x="266090" y="654392"/>
                </a:lnTo>
                <a:lnTo>
                  <a:pt x="265176" y="653872"/>
                </a:lnTo>
              </a:path>
              <a:path w="444995" h="656463">
                <a:moveTo>
                  <a:pt x="260754" y="654392"/>
                </a:moveTo>
                <a:lnTo>
                  <a:pt x="259981" y="654900"/>
                </a:lnTo>
                <a:lnTo>
                  <a:pt x="263499" y="654900"/>
                </a:lnTo>
                <a:lnTo>
                  <a:pt x="262572" y="654392"/>
                </a:lnTo>
              </a:path>
              <a:path w="444995" h="656463">
                <a:moveTo>
                  <a:pt x="258940" y="654900"/>
                </a:moveTo>
                <a:lnTo>
                  <a:pt x="260375" y="655421"/>
                </a:lnTo>
                <a:lnTo>
                  <a:pt x="260502" y="654900"/>
                </a:lnTo>
              </a:path>
              <a:path w="444995" h="656463">
                <a:moveTo>
                  <a:pt x="246523" y="655421"/>
                </a:moveTo>
                <a:lnTo>
                  <a:pt x="246443" y="656463"/>
                </a:lnTo>
                <a:lnTo>
                  <a:pt x="255168" y="656463"/>
                </a:lnTo>
                <a:lnTo>
                  <a:pt x="255295" y="655421"/>
                </a:lnTo>
              </a:path>
              <a:path w="444995" h="656463">
                <a:moveTo>
                  <a:pt x="265772" y="652640"/>
                </a:moveTo>
                <a:lnTo>
                  <a:pt x="265188" y="641997"/>
                </a:lnTo>
                <a:lnTo>
                  <a:pt x="265696" y="641908"/>
                </a:lnTo>
                <a:lnTo>
                  <a:pt x="264655" y="641908"/>
                </a:lnTo>
                <a:lnTo>
                  <a:pt x="263093" y="642429"/>
                </a:lnTo>
                <a:lnTo>
                  <a:pt x="262051" y="642429"/>
                </a:lnTo>
                <a:lnTo>
                  <a:pt x="263093" y="642429"/>
                </a:lnTo>
                <a:lnTo>
                  <a:pt x="263613" y="642429"/>
                </a:lnTo>
                <a:lnTo>
                  <a:pt x="259384" y="644182"/>
                </a:lnTo>
                <a:lnTo>
                  <a:pt x="262648" y="653148"/>
                </a:lnTo>
                <a:lnTo>
                  <a:pt x="261531" y="654392"/>
                </a:lnTo>
                <a:lnTo>
                  <a:pt x="262051" y="654392"/>
                </a:lnTo>
                <a:lnTo>
                  <a:pt x="265772" y="652640"/>
                </a:lnTo>
                <a:close/>
              </a:path>
              <a:path w="444995" h="656463">
                <a:moveTo>
                  <a:pt x="261670" y="641908"/>
                </a:moveTo>
                <a:lnTo>
                  <a:pt x="261147" y="642429"/>
                </a:lnTo>
                <a:lnTo>
                  <a:pt x="262051" y="642429"/>
                </a:lnTo>
                <a:lnTo>
                  <a:pt x="261670" y="641908"/>
                </a:lnTo>
                <a:close/>
              </a:path>
              <a:path w="444995" h="656463">
                <a:moveTo>
                  <a:pt x="264010" y="654392"/>
                </a:moveTo>
                <a:lnTo>
                  <a:pt x="263093" y="654392"/>
                </a:lnTo>
                <a:lnTo>
                  <a:pt x="262572" y="654392"/>
                </a:lnTo>
                <a:lnTo>
                  <a:pt x="263499" y="654900"/>
                </a:lnTo>
                <a:lnTo>
                  <a:pt x="264010" y="654392"/>
                </a:lnTo>
                <a:close/>
              </a:path>
              <a:path w="444995" h="656463">
                <a:moveTo>
                  <a:pt x="264655" y="641908"/>
                </a:moveTo>
                <a:lnTo>
                  <a:pt x="261670" y="641908"/>
                </a:lnTo>
                <a:lnTo>
                  <a:pt x="262051" y="642429"/>
                </a:lnTo>
                <a:lnTo>
                  <a:pt x="263093" y="642429"/>
                </a:lnTo>
                <a:lnTo>
                  <a:pt x="264655" y="641908"/>
                </a:lnTo>
                <a:close/>
              </a:path>
              <a:path w="444995" h="656463">
                <a:moveTo>
                  <a:pt x="264818" y="653589"/>
                </a:moveTo>
                <a:lnTo>
                  <a:pt x="265772" y="652640"/>
                </a:lnTo>
                <a:lnTo>
                  <a:pt x="264134" y="653872"/>
                </a:lnTo>
                <a:lnTo>
                  <a:pt x="264655" y="653872"/>
                </a:lnTo>
                <a:lnTo>
                  <a:pt x="264818" y="653589"/>
                </a:lnTo>
                <a:close/>
              </a:path>
              <a:path w="444995" h="656463">
                <a:moveTo>
                  <a:pt x="404672" y="617575"/>
                </a:moveTo>
                <a:lnTo>
                  <a:pt x="406234" y="616966"/>
                </a:lnTo>
                <a:lnTo>
                  <a:pt x="404787" y="616445"/>
                </a:lnTo>
                <a:lnTo>
                  <a:pt x="404269" y="616965"/>
                </a:lnTo>
                <a:lnTo>
                  <a:pt x="399719" y="616966"/>
                </a:lnTo>
                <a:lnTo>
                  <a:pt x="403450" y="617789"/>
                </a:lnTo>
                <a:lnTo>
                  <a:pt x="404672" y="617575"/>
                </a:lnTo>
                <a:close/>
              </a:path>
              <a:path w="444995" h="656463">
                <a:moveTo>
                  <a:pt x="415861" y="609688"/>
                </a:moveTo>
                <a:lnTo>
                  <a:pt x="416090" y="611251"/>
                </a:lnTo>
                <a:lnTo>
                  <a:pt x="416117" y="611441"/>
                </a:lnTo>
                <a:lnTo>
                  <a:pt x="418134" y="611441"/>
                </a:lnTo>
                <a:lnTo>
                  <a:pt x="417804" y="611251"/>
                </a:lnTo>
                <a:lnTo>
                  <a:pt x="417283" y="611251"/>
                </a:lnTo>
                <a:lnTo>
                  <a:pt x="418464" y="609688"/>
                </a:lnTo>
              </a:path>
              <a:path w="444995" h="656463">
                <a:moveTo>
                  <a:pt x="422617" y="609955"/>
                </a:moveTo>
                <a:lnTo>
                  <a:pt x="421843" y="610209"/>
                </a:lnTo>
                <a:lnTo>
                  <a:pt x="422363" y="610209"/>
                </a:lnTo>
              </a:path>
              <a:path w="444995" h="656463">
                <a:moveTo>
                  <a:pt x="419366" y="610209"/>
                </a:moveTo>
                <a:lnTo>
                  <a:pt x="419366" y="610209"/>
                </a:lnTo>
                <a:lnTo>
                  <a:pt x="421843" y="610209"/>
                </a:lnTo>
              </a:path>
              <a:path w="444995" h="656463">
                <a:moveTo>
                  <a:pt x="419366" y="610209"/>
                </a:moveTo>
                <a:lnTo>
                  <a:pt x="418465" y="611111"/>
                </a:lnTo>
                <a:lnTo>
                  <a:pt x="421462" y="611111"/>
                </a:lnTo>
                <a:lnTo>
                  <a:pt x="422363" y="610209"/>
                </a:lnTo>
              </a:path>
              <a:path w="444995" h="656463">
                <a:moveTo>
                  <a:pt x="418465" y="611111"/>
                </a:moveTo>
                <a:lnTo>
                  <a:pt x="418325" y="611250"/>
                </a:lnTo>
                <a:lnTo>
                  <a:pt x="418134" y="611441"/>
                </a:lnTo>
                <a:lnTo>
                  <a:pt x="418325" y="611250"/>
                </a:lnTo>
                <a:lnTo>
                  <a:pt x="418465" y="611111"/>
                </a:lnTo>
              </a:path>
              <a:path w="444995" h="656463">
                <a:moveTo>
                  <a:pt x="418465" y="611111"/>
                </a:moveTo>
                <a:lnTo>
                  <a:pt x="418594" y="611250"/>
                </a:lnTo>
                <a:lnTo>
                  <a:pt x="420281" y="611251"/>
                </a:lnTo>
                <a:lnTo>
                  <a:pt x="418464" y="613587"/>
                </a:lnTo>
                <a:lnTo>
                  <a:pt x="418464" y="614108"/>
                </a:lnTo>
                <a:lnTo>
                  <a:pt x="418985" y="613587"/>
                </a:lnTo>
                <a:lnTo>
                  <a:pt x="421322" y="611251"/>
                </a:lnTo>
                <a:lnTo>
                  <a:pt x="421462" y="611111"/>
                </a:lnTo>
              </a:path>
              <a:path w="444995" h="656463">
                <a:moveTo>
                  <a:pt x="416117" y="611441"/>
                </a:moveTo>
                <a:lnTo>
                  <a:pt x="416221" y="612152"/>
                </a:lnTo>
                <a:lnTo>
                  <a:pt x="416242" y="612292"/>
                </a:lnTo>
                <a:lnTo>
                  <a:pt x="416763" y="612292"/>
                </a:lnTo>
                <a:lnTo>
                  <a:pt x="417423" y="612152"/>
                </a:lnTo>
                <a:lnTo>
                  <a:pt x="418134" y="611441"/>
                </a:lnTo>
              </a:path>
              <a:path w="444995" h="656463">
                <a:moveTo>
                  <a:pt x="415861" y="613642"/>
                </a:moveTo>
                <a:lnTo>
                  <a:pt x="415379" y="613841"/>
                </a:lnTo>
                <a:lnTo>
                  <a:pt x="416177" y="613841"/>
                </a:lnTo>
              </a:path>
              <a:path w="444995" h="656463">
                <a:moveTo>
                  <a:pt x="412597" y="613841"/>
                </a:moveTo>
                <a:lnTo>
                  <a:pt x="412076" y="614362"/>
                </a:lnTo>
                <a:lnTo>
                  <a:pt x="411035" y="614362"/>
                </a:lnTo>
                <a:lnTo>
                  <a:pt x="410514" y="614883"/>
                </a:lnTo>
                <a:lnTo>
                  <a:pt x="412602" y="614883"/>
                </a:lnTo>
                <a:lnTo>
                  <a:pt x="412599" y="614362"/>
                </a:lnTo>
              </a:path>
              <a:path w="444995" h="656463">
                <a:moveTo>
                  <a:pt x="415379" y="613841"/>
                </a:moveTo>
                <a:lnTo>
                  <a:pt x="414123" y="614362"/>
                </a:lnTo>
                <a:lnTo>
                  <a:pt x="412866" y="614883"/>
                </a:lnTo>
                <a:lnTo>
                  <a:pt x="412766" y="614883"/>
                </a:lnTo>
                <a:lnTo>
                  <a:pt x="412602" y="614883"/>
                </a:lnTo>
                <a:lnTo>
                  <a:pt x="413003" y="614883"/>
                </a:lnTo>
                <a:lnTo>
                  <a:pt x="414338" y="614362"/>
                </a:lnTo>
                <a:lnTo>
                  <a:pt x="415594" y="613841"/>
                </a:lnTo>
              </a:path>
              <a:path w="444995" h="656463">
                <a:moveTo>
                  <a:pt x="415594" y="613841"/>
                </a:moveTo>
                <a:lnTo>
                  <a:pt x="415684" y="614629"/>
                </a:lnTo>
                <a:lnTo>
                  <a:pt x="417423" y="614629"/>
                </a:lnTo>
                <a:lnTo>
                  <a:pt x="416177" y="613841"/>
                </a:lnTo>
              </a:path>
              <a:path w="444995" h="656463">
                <a:moveTo>
                  <a:pt x="418464" y="614108"/>
                </a:moveTo>
              </a:path>
              <a:path w="444995" h="656463">
                <a:moveTo>
                  <a:pt x="418464" y="614108"/>
                </a:moveTo>
                <a:lnTo>
                  <a:pt x="417423" y="614629"/>
                </a:lnTo>
                <a:lnTo>
                  <a:pt x="417944" y="614629"/>
                </a:lnTo>
              </a:path>
              <a:path w="444995" h="656463">
                <a:moveTo>
                  <a:pt x="415684" y="614629"/>
                </a:moveTo>
                <a:lnTo>
                  <a:pt x="415743" y="615149"/>
                </a:lnTo>
                <a:lnTo>
                  <a:pt x="415861" y="616191"/>
                </a:lnTo>
                <a:lnTo>
                  <a:pt x="417423" y="615149"/>
                </a:lnTo>
                <a:lnTo>
                  <a:pt x="417944" y="614629"/>
                </a:lnTo>
              </a:path>
              <a:path w="444995" h="656463">
                <a:moveTo>
                  <a:pt x="410514" y="614883"/>
                </a:moveTo>
                <a:lnTo>
                  <a:pt x="410006" y="614883"/>
                </a:lnTo>
                <a:lnTo>
                  <a:pt x="409994" y="615403"/>
                </a:lnTo>
                <a:lnTo>
                  <a:pt x="411035" y="615403"/>
                </a:lnTo>
                <a:lnTo>
                  <a:pt x="411556" y="614883"/>
                </a:lnTo>
              </a:path>
              <a:path w="444995" h="656463">
                <a:moveTo>
                  <a:pt x="411556" y="614883"/>
                </a:moveTo>
                <a:lnTo>
                  <a:pt x="412602" y="614883"/>
                </a:lnTo>
              </a:path>
              <a:path w="444995" h="656463">
                <a:moveTo>
                  <a:pt x="411556" y="614883"/>
                </a:moveTo>
                <a:lnTo>
                  <a:pt x="411556" y="615403"/>
                </a:lnTo>
                <a:lnTo>
                  <a:pt x="411424" y="615535"/>
                </a:lnTo>
                <a:lnTo>
                  <a:pt x="410702" y="615924"/>
                </a:lnTo>
                <a:lnTo>
                  <a:pt x="411531" y="615594"/>
                </a:lnTo>
                <a:lnTo>
                  <a:pt x="411664" y="615535"/>
                </a:lnTo>
                <a:lnTo>
                  <a:pt x="411962" y="615403"/>
                </a:lnTo>
                <a:lnTo>
                  <a:pt x="411743" y="615403"/>
                </a:lnTo>
                <a:lnTo>
                  <a:pt x="412076" y="614883"/>
                </a:lnTo>
              </a:path>
              <a:path w="444995" h="656463">
                <a:moveTo>
                  <a:pt x="412076" y="614883"/>
                </a:moveTo>
                <a:lnTo>
                  <a:pt x="412602" y="614883"/>
                </a:lnTo>
              </a:path>
              <a:path w="444995" h="656463">
                <a:moveTo>
                  <a:pt x="412076" y="614883"/>
                </a:moveTo>
                <a:lnTo>
                  <a:pt x="412407" y="615073"/>
                </a:lnTo>
                <a:lnTo>
                  <a:pt x="413003" y="614883"/>
                </a:lnTo>
              </a:path>
              <a:path w="444995" h="656463">
                <a:moveTo>
                  <a:pt x="410536" y="615902"/>
                </a:moveTo>
                <a:lnTo>
                  <a:pt x="410483" y="615924"/>
                </a:lnTo>
                <a:lnTo>
                  <a:pt x="410702" y="615924"/>
                </a:lnTo>
              </a:path>
              <a:path w="444995" h="656463">
                <a:moveTo>
                  <a:pt x="410483" y="615924"/>
                </a:moveTo>
                <a:lnTo>
                  <a:pt x="410382" y="616056"/>
                </a:lnTo>
                <a:lnTo>
                  <a:pt x="410241" y="616115"/>
                </a:lnTo>
                <a:lnTo>
                  <a:pt x="410465" y="616056"/>
                </a:lnTo>
                <a:lnTo>
                  <a:pt x="410785" y="615924"/>
                </a:lnTo>
              </a:path>
              <a:path w="444995" h="656463">
                <a:moveTo>
                  <a:pt x="407403" y="615924"/>
                </a:moveTo>
                <a:lnTo>
                  <a:pt x="406879" y="616445"/>
                </a:lnTo>
                <a:lnTo>
                  <a:pt x="407066" y="616445"/>
                </a:lnTo>
                <a:lnTo>
                  <a:pt x="407368" y="616445"/>
                </a:lnTo>
                <a:lnTo>
                  <a:pt x="407918" y="616445"/>
                </a:lnTo>
                <a:lnTo>
                  <a:pt x="408435" y="616445"/>
                </a:lnTo>
                <a:lnTo>
                  <a:pt x="408441" y="615924"/>
                </a:lnTo>
              </a:path>
              <a:path w="444995" h="656463">
                <a:moveTo>
                  <a:pt x="410908" y="615924"/>
                </a:moveTo>
                <a:lnTo>
                  <a:pt x="410324" y="616115"/>
                </a:lnTo>
                <a:lnTo>
                  <a:pt x="410929" y="616115"/>
                </a:lnTo>
              </a:path>
              <a:path w="444995" h="656463">
                <a:moveTo>
                  <a:pt x="410241" y="616115"/>
                </a:moveTo>
                <a:lnTo>
                  <a:pt x="407720" y="617156"/>
                </a:lnTo>
                <a:lnTo>
                  <a:pt x="406679" y="617677"/>
                </a:lnTo>
                <a:lnTo>
                  <a:pt x="406226" y="622947"/>
                </a:lnTo>
                <a:lnTo>
                  <a:pt x="405714" y="628916"/>
                </a:lnTo>
                <a:lnTo>
                  <a:pt x="406234" y="628916"/>
                </a:lnTo>
                <a:lnTo>
                  <a:pt x="411695" y="622947"/>
                </a:lnTo>
                <a:lnTo>
                  <a:pt x="411104" y="617677"/>
                </a:lnTo>
                <a:lnTo>
                  <a:pt x="411046" y="617156"/>
                </a:lnTo>
                <a:lnTo>
                  <a:pt x="410929" y="616115"/>
                </a:lnTo>
              </a:path>
              <a:path w="444995" h="656463">
                <a:moveTo>
                  <a:pt x="404787" y="616445"/>
                </a:moveTo>
                <a:lnTo>
                  <a:pt x="404787" y="616445"/>
                </a:lnTo>
                <a:lnTo>
                  <a:pt x="407918" y="616445"/>
                </a:lnTo>
              </a:path>
              <a:path w="444995" h="656463">
                <a:moveTo>
                  <a:pt x="404787" y="616445"/>
                </a:moveTo>
                <a:lnTo>
                  <a:pt x="406234" y="616965"/>
                </a:lnTo>
                <a:lnTo>
                  <a:pt x="407912" y="616965"/>
                </a:lnTo>
                <a:lnTo>
                  <a:pt x="408435" y="616445"/>
                </a:lnTo>
              </a:path>
              <a:path w="444995" h="656463">
                <a:moveTo>
                  <a:pt x="406234" y="616965"/>
                </a:moveTo>
                <a:lnTo>
                  <a:pt x="405507" y="617249"/>
                </a:lnTo>
                <a:lnTo>
                  <a:pt x="406070" y="617249"/>
                </a:lnTo>
                <a:lnTo>
                  <a:pt x="406356" y="616966"/>
                </a:lnTo>
              </a:path>
              <a:path w="444995" h="656463">
                <a:moveTo>
                  <a:pt x="406356" y="616965"/>
                </a:moveTo>
                <a:lnTo>
                  <a:pt x="406755" y="616966"/>
                </a:lnTo>
                <a:lnTo>
                  <a:pt x="406451" y="617092"/>
                </a:lnTo>
                <a:lnTo>
                  <a:pt x="406070" y="617249"/>
                </a:lnTo>
                <a:lnTo>
                  <a:pt x="407405" y="617249"/>
                </a:lnTo>
                <a:lnTo>
                  <a:pt x="407785" y="617092"/>
                </a:lnTo>
              </a:path>
              <a:path w="444995" h="656463">
                <a:moveTo>
                  <a:pt x="399719" y="616966"/>
                </a:moveTo>
                <a:lnTo>
                  <a:pt x="399719" y="617789"/>
                </a:lnTo>
                <a:lnTo>
                  <a:pt x="403450" y="617789"/>
                </a:lnTo>
              </a:path>
              <a:path w="444995" h="656463">
                <a:moveTo>
                  <a:pt x="405507" y="617249"/>
                </a:moveTo>
                <a:lnTo>
                  <a:pt x="404968" y="617460"/>
                </a:lnTo>
                <a:lnTo>
                  <a:pt x="404672" y="617575"/>
                </a:lnTo>
                <a:lnTo>
                  <a:pt x="403450" y="617789"/>
                </a:lnTo>
                <a:lnTo>
                  <a:pt x="406102" y="617789"/>
                </a:lnTo>
                <a:lnTo>
                  <a:pt x="406618" y="617575"/>
                </a:lnTo>
                <a:lnTo>
                  <a:pt x="406897" y="617460"/>
                </a:lnTo>
                <a:lnTo>
                  <a:pt x="407405" y="617249"/>
                </a:lnTo>
              </a:path>
              <a:path w="444995" h="656463">
                <a:moveTo>
                  <a:pt x="399719" y="617789"/>
                </a:moveTo>
                <a:lnTo>
                  <a:pt x="399719" y="617964"/>
                </a:lnTo>
                <a:lnTo>
                  <a:pt x="405680" y="617964"/>
                </a:lnTo>
                <a:lnTo>
                  <a:pt x="406102" y="617789"/>
                </a:lnTo>
              </a:path>
              <a:path w="444995" h="656463">
                <a:moveTo>
                  <a:pt x="399719" y="617964"/>
                </a:moveTo>
                <a:lnTo>
                  <a:pt x="399719" y="618442"/>
                </a:lnTo>
                <a:lnTo>
                  <a:pt x="403192" y="618442"/>
                </a:lnTo>
                <a:lnTo>
                  <a:pt x="404345" y="617964"/>
                </a:lnTo>
              </a:path>
              <a:path w="444995" h="656463">
                <a:moveTo>
                  <a:pt x="404345" y="617964"/>
                </a:moveTo>
                <a:lnTo>
                  <a:pt x="404149" y="618197"/>
                </a:lnTo>
                <a:lnTo>
                  <a:pt x="399719" y="623468"/>
                </a:lnTo>
                <a:lnTo>
                  <a:pt x="405410" y="623468"/>
                </a:lnTo>
                <a:lnTo>
                  <a:pt x="405117" y="618197"/>
                </a:lnTo>
                <a:lnTo>
                  <a:pt x="405680" y="617964"/>
                </a:lnTo>
              </a:path>
              <a:path w="444995" h="656463">
                <a:moveTo>
                  <a:pt x="399719" y="618442"/>
                </a:moveTo>
              </a:path>
              <a:path w="444995" h="656463">
                <a:moveTo>
                  <a:pt x="399719" y="618442"/>
                </a:moveTo>
                <a:lnTo>
                  <a:pt x="399719" y="618718"/>
                </a:lnTo>
                <a:lnTo>
                  <a:pt x="399719" y="623468"/>
                </a:lnTo>
                <a:lnTo>
                  <a:pt x="402526" y="618718"/>
                </a:lnTo>
                <a:lnTo>
                  <a:pt x="403192" y="618442"/>
                </a:lnTo>
              </a:path>
              <a:path w="444995" h="656463">
                <a:moveTo>
                  <a:pt x="399719" y="618442"/>
                </a:moveTo>
                <a:lnTo>
                  <a:pt x="371016" y="623468"/>
                </a:lnTo>
                <a:lnTo>
                  <a:pt x="399719" y="623468"/>
                </a:lnTo>
              </a:path>
              <a:path w="444995" h="656463">
                <a:moveTo>
                  <a:pt x="371016" y="623468"/>
                </a:moveTo>
                <a:lnTo>
                  <a:pt x="339899" y="628916"/>
                </a:lnTo>
                <a:lnTo>
                  <a:pt x="405714" y="628916"/>
                </a:lnTo>
                <a:lnTo>
                  <a:pt x="405410" y="623468"/>
                </a:lnTo>
              </a:path>
              <a:path w="444995" h="656463">
                <a:moveTo>
                  <a:pt x="416006" y="625792"/>
                </a:moveTo>
                <a:lnTo>
                  <a:pt x="415492" y="625792"/>
                </a:lnTo>
                <a:lnTo>
                  <a:pt x="414968" y="626313"/>
                </a:lnTo>
                <a:lnTo>
                  <a:pt x="414444" y="626833"/>
                </a:lnTo>
                <a:lnTo>
                  <a:pt x="414952" y="626833"/>
                </a:lnTo>
                <a:lnTo>
                  <a:pt x="415479" y="626313"/>
                </a:lnTo>
                <a:lnTo>
                  <a:pt x="416006" y="625792"/>
                </a:lnTo>
              </a:path>
              <a:path w="444995" h="656463">
                <a:moveTo>
                  <a:pt x="411505" y="626656"/>
                </a:moveTo>
                <a:lnTo>
                  <a:pt x="408541" y="627875"/>
                </a:lnTo>
                <a:lnTo>
                  <a:pt x="409867" y="627875"/>
                </a:lnTo>
              </a:path>
              <a:path w="444995" h="656463">
                <a:moveTo>
                  <a:pt x="412707" y="626833"/>
                </a:moveTo>
                <a:lnTo>
                  <a:pt x="412707" y="626833"/>
                </a:lnTo>
                <a:lnTo>
                  <a:pt x="414444" y="626833"/>
                </a:lnTo>
              </a:path>
              <a:path w="444995" h="656463">
                <a:moveTo>
                  <a:pt x="412707" y="626833"/>
                </a:moveTo>
                <a:lnTo>
                  <a:pt x="411695" y="627125"/>
                </a:lnTo>
                <a:lnTo>
                  <a:pt x="411391" y="627250"/>
                </a:lnTo>
                <a:lnTo>
                  <a:pt x="414532" y="627250"/>
                </a:lnTo>
                <a:lnTo>
                  <a:pt x="414952" y="626833"/>
                </a:lnTo>
              </a:path>
              <a:path w="444995" h="656463">
                <a:moveTo>
                  <a:pt x="411391" y="627250"/>
                </a:moveTo>
                <a:lnTo>
                  <a:pt x="411136" y="627354"/>
                </a:lnTo>
                <a:lnTo>
                  <a:pt x="410568" y="627587"/>
                </a:lnTo>
                <a:lnTo>
                  <a:pt x="410387" y="627875"/>
                </a:lnTo>
                <a:lnTo>
                  <a:pt x="411695" y="627875"/>
                </a:lnTo>
                <a:lnTo>
                  <a:pt x="411555" y="627587"/>
                </a:lnTo>
                <a:lnTo>
                  <a:pt x="411441" y="627354"/>
                </a:lnTo>
                <a:lnTo>
                  <a:pt x="411695" y="627250"/>
                </a:lnTo>
              </a:path>
              <a:path w="444995" h="656463">
                <a:moveTo>
                  <a:pt x="411695" y="627250"/>
                </a:moveTo>
                <a:lnTo>
                  <a:pt x="412882" y="627354"/>
                </a:lnTo>
                <a:lnTo>
                  <a:pt x="414426" y="627354"/>
                </a:lnTo>
              </a:path>
              <a:path w="444995" h="656463">
                <a:moveTo>
                  <a:pt x="412359" y="627875"/>
                </a:moveTo>
                <a:lnTo>
                  <a:pt x="411695" y="627875"/>
                </a:lnTo>
                <a:lnTo>
                  <a:pt x="412359" y="627875"/>
                </a:lnTo>
              </a:path>
              <a:path w="444995" h="656463">
                <a:moveTo>
                  <a:pt x="408541" y="627875"/>
                </a:moveTo>
                <a:lnTo>
                  <a:pt x="411695" y="627875"/>
                </a:lnTo>
              </a:path>
              <a:path w="444995" h="656463">
                <a:moveTo>
                  <a:pt x="408541" y="627875"/>
                </a:moveTo>
                <a:lnTo>
                  <a:pt x="407276" y="628396"/>
                </a:lnTo>
                <a:lnTo>
                  <a:pt x="411835" y="628396"/>
                </a:lnTo>
                <a:lnTo>
                  <a:pt x="412359" y="627875"/>
                </a:lnTo>
              </a:path>
              <a:path w="444995" h="656463">
                <a:moveTo>
                  <a:pt x="407276" y="628396"/>
                </a:moveTo>
                <a:lnTo>
                  <a:pt x="406234" y="628916"/>
                </a:lnTo>
                <a:lnTo>
                  <a:pt x="409230" y="628916"/>
                </a:lnTo>
                <a:lnTo>
                  <a:pt x="408317" y="628396"/>
                </a:lnTo>
              </a:path>
              <a:path w="444995" h="656463">
                <a:moveTo>
                  <a:pt x="339899" y="628916"/>
                </a:moveTo>
                <a:lnTo>
                  <a:pt x="265696" y="641908"/>
                </a:lnTo>
                <a:lnTo>
                  <a:pt x="335054" y="641908"/>
                </a:lnTo>
                <a:lnTo>
                  <a:pt x="409230" y="628916"/>
                </a:lnTo>
              </a:path>
              <a:path w="444995" h="656463">
                <a:moveTo>
                  <a:pt x="265696" y="641908"/>
                </a:moveTo>
                <a:lnTo>
                  <a:pt x="265696" y="641908"/>
                </a:lnTo>
                <a:lnTo>
                  <a:pt x="266230" y="641908"/>
                </a:lnTo>
              </a:path>
              <a:path w="444995" h="656463">
                <a:moveTo>
                  <a:pt x="266230" y="641908"/>
                </a:moveTo>
                <a:lnTo>
                  <a:pt x="268376" y="652119"/>
                </a:lnTo>
                <a:lnTo>
                  <a:pt x="265709" y="653872"/>
                </a:lnTo>
                <a:lnTo>
                  <a:pt x="266750" y="653872"/>
                </a:lnTo>
                <a:lnTo>
                  <a:pt x="276757" y="652119"/>
                </a:lnTo>
                <a:lnTo>
                  <a:pt x="335054" y="641908"/>
                </a:lnTo>
              </a:path>
              <a:path w="444995" h="656463">
                <a:moveTo>
                  <a:pt x="265709" y="653872"/>
                </a:moveTo>
                <a:lnTo>
                  <a:pt x="266614" y="653872"/>
                </a:lnTo>
              </a:path>
              <a:path w="444995" h="656463">
                <a:moveTo>
                  <a:pt x="266614" y="653872"/>
                </a:moveTo>
                <a:lnTo>
                  <a:pt x="266750" y="653872"/>
                </a:lnTo>
                <a:lnTo>
                  <a:pt x="266750" y="653872"/>
                </a:lnTo>
              </a:path>
              <a:path w="444995" h="656463">
                <a:moveTo>
                  <a:pt x="265176" y="653872"/>
                </a:moveTo>
                <a:lnTo>
                  <a:pt x="266090" y="654392"/>
                </a:lnTo>
                <a:lnTo>
                  <a:pt x="266614" y="653872"/>
                </a:lnTo>
              </a:path>
              <a:path w="444995" h="656463">
                <a:moveTo>
                  <a:pt x="406679" y="617677"/>
                </a:moveTo>
                <a:lnTo>
                  <a:pt x="407720" y="617156"/>
                </a:lnTo>
                <a:lnTo>
                  <a:pt x="410382" y="616056"/>
                </a:lnTo>
                <a:lnTo>
                  <a:pt x="410483" y="615924"/>
                </a:lnTo>
                <a:lnTo>
                  <a:pt x="410702" y="615924"/>
                </a:lnTo>
                <a:lnTo>
                  <a:pt x="411365" y="615594"/>
                </a:lnTo>
                <a:lnTo>
                  <a:pt x="411035" y="615403"/>
                </a:lnTo>
                <a:lnTo>
                  <a:pt x="410387" y="615924"/>
                </a:lnTo>
                <a:lnTo>
                  <a:pt x="409994" y="615403"/>
                </a:lnTo>
                <a:lnTo>
                  <a:pt x="410006" y="614883"/>
                </a:lnTo>
                <a:lnTo>
                  <a:pt x="409483" y="615403"/>
                </a:lnTo>
                <a:lnTo>
                  <a:pt x="409473" y="615924"/>
                </a:lnTo>
                <a:lnTo>
                  <a:pt x="408959" y="615924"/>
                </a:lnTo>
                <a:lnTo>
                  <a:pt x="408435" y="616445"/>
                </a:lnTo>
                <a:lnTo>
                  <a:pt x="407785" y="617092"/>
                </a:lnTo>
                <a:lnTo>
                  <a:pt x="408762" y="616635"/>
                </a:lnTo>
                <a:lnTo>
                  <a:pt x="408825" y="616445"/>
                </a:lnTo>
                <a:lnTo>
                  <a:pt x="409346" y="616445"/>
                </a:lnTo>
                <a:lnTo>
                  <a:pt x="407785" y="617092"/>
                </a:lnTo>
                <a:lnTo>
                  <a:pt x="406897" y="617460"/>
                </a:lnTo>
                <a:lnTo>
                  <a:pt x="405117" y="618197"/>
                </a:lnTo>
                <a:lnTo>
                  <a:pt x="405714" y="628916"/>
                </a:lnTo>
                <a:lnTo>
                  <a:pt x="406679" y="617677"/>
                </a:lnTo>
                <a:close/>
              </a:path>
              <a:path w="444995" h="656463">
                <a:moveTo>
                  <a:pt x="408959" y="615924"/>
                </a:moveTo>
                <a:lnTo>
                  <a:pt x="409473" y="615924"/>
                </a:lnTo>
                <a:lnTo>
                  <a:pt x="409483" y="615403"/>
                </a:lnTo>
                <a:lnTo>
                  <a:pt x="408965" y="615403"/>
                </a:lnTo>
                <a:lnTo>
                  <a:pt x="408441" y="615924"/>
                </a:lnTo>
                <a:lnTo>
                  <a:pt x="408317" y="616445"/>
                </a:lnTo>
                <a:lnTo>
                  <a:pt x="408959" y="615924"/>
                </a:lnTo>
                <a:close/>
              </a:path>
              <a:path w="444995" h="656463">
                <a:moveTo>
                  <a:pt x="409346" y="616445"/>
                </a:moveTo>
                <a:lnTo>
                  <a:pt x="408825" y="616445"/>
                </a:lnTo>
                <a:lnTo>
                  <a:pt x="408762" y="616635"/>
                </a:lnTo>
                <a:lnTo>
                  <a:pt x="407785" y="617092"/>
                </a:lnTo>
                <a:lnTo>
                  <a:pt x="409346" y="616445"/>
                </a:lnTo>
                <a:close/>
              </a:path>
              <a:path w="444995" h="656463">
                <a:moveTo>
                  <a:pt x="409232" y="628916"/>
                </a:moveTo>
                <a:lnTo>
                  <a:pt x="411695" y="628484"/>
                </a:lnTo>
                <a:lnTo>
                  <a:pt x="409755" y="628396"/>
                </a:lnTo>
                <a:lnTo>
                  <a:pt x="408317" y="628396"/>
                </a:lnTo>
                <a:lnTo>
                  <a:pt x="409230" y="628916"/>
                </a:lnTo>
                <a:close/>
              </a:path>
              <a:path w="444995" h="656463">
                <a:moveTo>
                  <a:pt x="407276" y="628396"/>
                </a:moveTo>
                <a:lnTo>
                  <a:pt x="411505" y="626656"/>
                </a:lnTo>
                <a:lnTo>
                  <a:pt x="409867" y="627875"/>
                </a:lnTo>
                <a:lnTo>
                  <a:pt x="410387" y="627875"/>
                </a:lnTo>
                <a:lnTo>
                  <a:pt x="410568" y="627587"/>
                </a:lnTo>
                <a:lnTo>
                  <a:pt x="411695" y="627125"/>
                </a:lnTo>
                <a:lnTo>
                  <a:pt x="413524" y="626313"/>
                </a:lnTo>
                <a:lnTo>
                  <a:pt x="417753" y="624573"/>
                </a:lnTo>
                <a:lnTo>
                  <a:pt x="418198" y="624243"/>
                </a:lnTo>
                <a:lnTo>
                  <a:pt x="419124" y="624243"/>
                </a:lnTo>
                <a:lnTo>
                  <a:pt x="418607" y="625271"/>
                </a:lnTo>
                <a:lnTo>
                  <a:pt x="419125" y="625271"/>
                </a:lnTo>
                <a:lnTo>
                  <a:pt x="420154" y="624243"/>
                </a:lnTo>
                <a:lnTo>
                  <a:pt x="419642" y="624243"/>
                </a:lnTo>
                <a:lnTo>
                  <a:pt x="419315" y="624052"/>
                </a:lnTo>
                <a:lnTo>
                  <a:pt x="420357" y="623531"/>
                </a:lnTo>
                <a:lnTo>
                  <a:pt x="421195" y="623201"/>
                </a:lnTo>
                <a:lnTo>
                  <a:pt x="420197" y="623201"/>
                </a:lnTo>
                <a:lnTo>
                  <a:pt x="417677" y="624243"/>
                </a:lnTo>
                <a:lnTo>
                  <a:pt x="414566" y="614362"/>
                </a:lnTo>
                <a:lnTo>
                  <a:pt x="411695" y="622947"/>
                </a:lnTo>
                <a:lnTo>
                  <a:pt x="406234" y="628916"/>
                </a:lnTo>
                <a:lnTo>
                  <a:pt x="407276" y="628396"/>
                </a:lnTo>
                <a:close/>
              </a:path>
              <a:path w="444995" h="656463">
                <a:moveTo>
                  <a:pt x="412359" y="627875"/>
                </a:moveTo>
                <a:lnTo>
                  <a:pt x="413397" y="627875"/>
                </a:lnTo>
                <a:lnTo>
                  <a:pt x="413921" y="627354"/>
                </a:lnTo>
                <a:lnTo>
                  <a:pt x="412882" y="627354"/>
                </a:lnTo>
                <a:lnTo>
                  <a:pt x="411695" y="627250"/>
                </a:lnTo>
                <a:lnTo>
                  <a:pt x="411441" y="627354"/>
                </a:lnTo>
                <a:lnTo>
                  <a:pt x="411695" y="627875"/>
                </a:lnTo>
                <a:lnTo>
                  <a:pt x="412359" y="627875"/>
                </a:lnTo>
                <a:close/>
              </a:path>
              <a:path w="444995" h="656463">
                <a:moveTo>
                  <a:pt x="418985" y="85572"/>
                </a:moveTo>
                <a:lnTo>
                  <a:pt x="420357" y="78752"/>
                </a:lnTo>
                <a:lnTo>
                  <a:pt x="417677" y="77000"/>
                </a:lnTo>
                <a:lnTo>
                  <a:pt x="418604" y="77000"/>
                </a:lnTo>
                <a:lnTo>
                  <a:pt x="418084" y="76479"/>
                </a:lnTo>
                <a:lnTo>
                  <a:pt x="417156" y="77000"/>
                </a:lnTo>
                <a:lnTo>
                  <a:pt x="416636" y="77000"/>
                </a:lnTo>
                <a:lnTo>
                  <a:pt x="418084" y="76479"/>
                </a:lnTo>
                <a:lnTo>
                  <a:pt x="413577" y="76479"/>
                </a:lnTo>
                <a:lnTo>
                  <a:pt x="224548" y="5448"/>
                </a:lnTo>
                <a:lnTo>
                  <a:pt x="412483" y="76479"/>
                </a:lnTo>
                <a:lnTo>
                  <a:pt x="414591" y="76860"/>
                </a:lnTo>
                <a:lnTo>
                  <a:pt x="416115" y="77000"/>
                </a:lnTo>
                <a:lnTo>
                  <a:pt x="416902" y="84531"/>
                </a:lnTo>
                <a:lnTo>
                  <a:pt x="418985" y="86613"/>
                </a:lnTo>
                <a:lnTo>
                  <a:pt x="418985" y="85572"/>
                </a:lnTo>
                <a:close/>
              </a:path>
              <a:path w="444995" h="656463">
                <a:moveTo>
                  <a:pt x="416636" y="613321"/>
                </a:moveTo>
                <a:lnTo>
                  <a:pt x="415861" y="613476"/>
                </a:lnTo>
                <a:lnTo>
                  <a:pt x="415213" y="613321"/>
                </a:lnTo>
                <a:lnTo>
                  <a:pt x="415861" y="612292"/>
                </a:lnTo>
                <a:lnTo>
                  <a:pt x="415201" y="612292"/>
                </a:lnTo>
                <a:lnTo>
                  <a:pt x="414172" y="613321"/>
                </a:lnTo>
                <a:lnTo>
                  <a:pt x="413638" y="613321"/>
                </a:lnTo>
                <a:lnTo>
                  <a:pt x="413118" y="613841"/>
                </a:lnTo>
                <a:lnTo>
                  <a:pt x="414693" y="613841"/>
                </a:lnTo>
                <a:lnTo>
                  <a:pt x="415010" y="613524"/>
                </a:lnTo>
                <a:lnTo>
                  <a:pt x="414980" y="613841"/>
                </a:lnTo>
                <a:lnTo>
                  <a:pt x="414489" y="614045"/>
                </a:lnTo>
                <a:lnTo>
                  <a:pt x="414693" y="613841"/>
                </a:lnTo>
                <a:lnTo>
                  <a:pt x="413118" y="613841"/>
                </a:lnTo>
                <a:lnTo>
                  <a:pt x="412597" y="613841"/>
                </a:lnTo>
                <a:lnTo>
                  <a:pt x="412597" y="614362"/>
                </a:lnTo>
                <a:lnTo>
                  <a:pt x="414123" y="614362"/>
                </a:lnTo>
                <a:lnTo>
                  <a:pt x="415379" y="613841"/>
                </a:lnTo>
                <a:lnTo>
                  <a:pt x="415861" y="613642"/>
                </a:lnTo>
                <a:lnTo>
                  <a:pt x="417423" y="614629"/>
                </a:lnTo>
                <a:lnTo>
                  <a:pt x="416636" y="613321"/>
                </a:lnTo>
                <a:close/>
              </a:path>
              <a:path w="444995" h="656463">
                <a:moveTo>
                  <a:pt x="412927" y="614565"/>
                </a:moveTo>
                <a:lnTo>
                  <a:pt x="414123" y="614362"/>
                </a:lnTo>
                <a:lnTo>
                  <a:pt x="413131" y="614362"/>
                </a:lnTo>
                <a:lnTo>
                  <a:pt x="412597" y="614362"/>
                </a:lnTo>
                <a:lnTo>
                  <a:pt x="412602" y="614883"/>
                </a:lnTo>
                <a:lnTo>
                  <a:pt x="412927" y="614565"/>
                </a:lnTo>
                <a:close/>
              </a:path>
              <a:path w="444995" h="656463">
                <a:moveTo>
                  <a:pt x="416902" y="88287"/>
                </a:moveTo>
                <a:lnTo>
                  <a:pt x="415531" y="87718"/>
                </a:lnTo>
                <a:lnTo>
                  <a:pt x="413969" y="87198"/>
                </a:lnTo>
                <a:lnTo>
                  <a:pt x="411365" y="86677"/>
                </a:lnTo>
                <a:lnTo>
                  <a:pt x="411391" y="88430"/>
                </a:lnTo>
                <a:lnTo>
                  <a:pt x="413118" y="88430"/>
                </a:lnTo>
                <a:lnTo>
                  <a:pt x="414922" y="88151"/>
                </a:lnTo>
                <a:lnTo>
                  <a:pt x="415594" y="88430"/>
                </a:lnTo>
                <a:lnTo>
                  <a:pt x="415747" y="87935"/>
                </a:lnTo>
                <a:lnTo>
                  <a:pt x="416763" y="88950"/>
                </a:lnTo>
                <a:lnTo>
                  <a:pt x="416902" y="89090"/>
                </a:lnTo>
                <a:lnTo>
                  <a:pt x="416902" y="88287"/>
                </a:lnTo>
                <a:close/>
              </a:path>
              <a:path w="444995" h="656463">
                <a:moveTo>
                  <a:pt x="417156" y="88950"/>
                </a:moveTo>
                <a:lnTo>
                  <a:pt x="417525" y="88672"/>
                </a:lnTo>
                <a:lnTo>
                  <a:pt x="417309" y="88455"/>
                </a:lnTo>
                <a:lnTo>
                  <a:pt x="418985" y="89023"/>
                </a:lnTo>
                <a:lnTo>
                  <a:pt x="417093" y="88239"/>
                </a:lnTo>
                <a:lnTo>
                  <a:pt x="416902" y="88287"/>
                </a:lnTo>
                <a:lnTo>
                  <a:pt x="416902" y="89090"/>
                </a:lnTo>
                <a:lnTo>
                  <a:pt x="416763" y="88950"/>
                </a:lnTo>
                <a:lnTo>
                  <a:pt x="415747" y="87935"/>
                </a:lnTo>
                <a:lnTo>
                  <a:pt x="415594" y="88430"/>
                </a:lnTo>
                <a:lnTo>
                  <a:pt x="414922" y="88151"/>
                </a:lnTo>
                <a:lnTo>
                  <a:pt x="414566" y="88430"/>
                </a:lnTo>
                <a:lnTo>
                  <a:pt x="413524" y="88430"/>
                </a:lnTo>
                <a:lnTo>
                  <a:pt x="414922" y="88151"/>
                </a:lnTo>
                <a:lnTo>
                  <a:pt x="413118" y="88430"/>
                </a:lnTo>
                <a:lnTo>
                  <a:pt x="413638" y="88950"/>
                </a:lnTo>
                <a:lnTo>
                  <a:pt x="415721" y="88950"/>
                </a:lnTo>
                <a:lnTo>
                  <a:pt x="415074" y="88430"/>
                </a:lnTo>
                <a:lnTo>
                  <a:pt x="415201" y="88430"/>
                </a:lnTo>
                <a:lnTo>
                  <a:pt x="415721" y="88950"/>
                </a:lnTo>
                <a:lnTo>
                  <a:pt x="416636" y="88950"/>
                </a:lnTo>
                <a:lnTo>
                  <a:pt x="416902" y="89471"/>
                </a:lnTo>
                <a:lnTo>
                  <a:pt x="417283" y="89471"/>
                </a:lnTo>
                <a:lnTo>
                  <a:pt x="417156" y="88950"/>
                </a:lnTo>
                <a:close/>
              </a:path>
              <a:path w="444995" h="656463">
                <a:moveTo>
                  <a:pt x="418464" y="614108"/>
                </a:moveTo>
                <a:lnTo>
                  <a:pt x="418464" y="613587"/>
                </a:lnTo>
                <a:lnTo>
                  <a:pt x="417423" y="612829"/>
                </a:lnTo>
                <a:lnTo>
                  <a:pt x="416236" y="613321"/>
                </a:lnTo>
                <a:lnTo>
                  <a:pt x="415861" y="613321"/>
                </a:lnTo>
                <a:lnTo>
                  <a:pt x="415861" y="612673"/>
                </a:lnTo>
                <a:lnTo>
                  <a:pt x="416242" y="612292"/>
                </a:lnTo>
                <a:lnTo>
                  <a:pt x="415861" y="609688"/>
                </a:lnTo>
                <a:lnTo>
                  <a:pt x="415861" y="612292"/>
                </a:lnTo>
                <a:lnTo>
                  <a:pt x="415213" y="613321"/>
                </a:lnTo>
                <a:lnTo>
                  <a:pt x="415861" y="613476"/>
                </a:lnTo>
                <a:lnTo>
                  <a:pt x="416636" y="613321"/>
                </a:lnTo>
                <a:lnTo>
                  <a:pt x="417423" y="614629"/>
                </a:lnTo>
                <a:lnTo>
                  <a:pt x="418464" y="614108"/>
                </a:lnTo>
                <a:close/>
              </a:path>
              <a:path w="444995" h="656463">
                <a:moveTo>
                  <a:pt x="414980" y="613841"/>
                </a:moveTo>
                <a:lnTo>
                  <a:pt x="415010" y="613524"/>
                </a:lnTo>
                <a:lnTo>
                  <a:pt x="414693" y="613841"/>
                </a:lnTo>
                <a:lnTo>
                  <a:pt x="414489" y="614045"/>
                </a:lnTo>
                <a:lnTo>
                  <a:pt x="414980" y="613841"/>
                </a:lnTo>
                <a:close/>
              </a:path>
              <a:path w="444995" h="656463">
                <a:moveTo>
                  <a:pt x="412707" y="626833"/>
                </a:moveTo>
                <a:lnTo>
                  <a:pt x="414444" y="626833"/>
                </a:lnTo>
                <a:lnTo>
                  <a:pt x="413899" y="626343"/>
                </a:lnTo>
                <a:lnTo>
                  <a:pt x="413748" y="626313"/>
                </a:lnTo>
                <a:lnTo>
                  <a:pt x="414108" y="626135"/>
                </a:lnTo>
                <a:lnTo>
                  <a:pt x="416280" y="625271"/>
                </a:lnTo>
                <a:lnTo>
                  <a:pt x="416712" y="625094"/>
                </a:lnTo>
                <a:lnTo>
                  <a:pt x="416532" y="625271"/>
                </a:lnTo>
                <a:lnTo>
                  <a:pt x="416006" y="625792"/>
                </a:lnTo>
                <a:lnTo>
                  <a:pt x="415479" y="626313"/>
                </a:lnTo>
                <a:lnTo>
                  <a:pt x="414952" y="626833"/>
                </a:lnTo>
                <a:lnTo>
                  <a:pt x="415467" y="626833"/>
                </a:lnTo>
                <a:lnTo>
                  <a:pt x="415994" y="626313"/>
                </a:lnTo>
                <a:lnTo>
                  <a:pt x="416520" y="625792"/>
                </a:lnTo>
                <a:lnTo>
                  <a:pt x="417047" y="625271"/>
                </a:lnTo>
                <a:lnTo>
                  <a:pt x="417546" y="624778"/>
                </a:lnTo>
                <a:lnTo>
                  <a:pt x="417707" y="624618"/>
                </a:lnTo>
                <a:lnTo>
                  <a:pt x="416115" y="625271"/>
                </a:lnTo>
                <a:lnTo>
                  <a:pt x="413675" y="626313"/>
                </a:lnTo>
                <a:lnTo>
                  <a:pt x="412483" y="626833"/>
                </a:lnTo>
                <a:lnTo>
                  <a:pt x="411695" y="627125"/>
                </a:lnTo>
                <a:lnTo>
                  <a:pt x="412707" y="626833"/>
                </a:lnTo>
                <a:close/>
              </a:path>
              <a:path w="444995" h="656463">
                <a:moveTo>
                  <a:pt x="414968" y="626313"/>
                </a:moveTo>
                <a:lnTo>
                  <a:pt x="415492" y="625792"/>
                </a:lnTo>
                <a:lnTo>
                  <a:pt x="416006" y="625792"/>
                </a:lnTo>
                <a:lnTo>
                  <a:pt x="416532" y="625271"/>
                </a:lnTo>
                <a:lnTo>
                  <a:pt x="416666" y="625139"/>
                </a:lnTo>
                <a:lnTo>
                  <a:pt x="416343" y="625271"/>
                </a:lnTo>
                <a:lnTo>
                  <a:pt x="415671" y="625614"/>
                </a:lnTo>
                <a:lnTo>
                  <a:pt x="415238" y="625792"/>
                </a:lnTo>
                <a:lnTo>
                  <a:pt x="414045" y="626313"/>
                </a:lnTo>
                <a:lnTo>
                  <a:pt x="414057" y="626186"/>
                </a:lnTo>
                <a:lnTo>
                  <a:pt x="415074" y="625792"/>
                </a:lnTo>
                <a:lnTo>
                  <a:pt x="416280" y="625271"/>
                </a:lnTo>
                <a:lnTo>
                  <a:pt x="414108" y="626135"/>
                </a:lnTo>
                <a:lnTo>
                  <a:pt x="413748" y="626313"/>
                </a:lnTo>
                <a:lnTo>
                  <a:pt x="413899" y="626343"/>
                </a:lnTo>
                <a:lnTo>
                  <a:pt x="414444" y="626833"/>
                </a:lnTo>
                <a:lnTo>
                  <a:pt x="414968" y="626313"/>
                </a:lnTo>
                <a:close/>
              </a:path>
              <a:path w="444995" h="656463">
                <a:moveTo>
                  <a:pt x="424180" y="95186"/>
                </a:moveTo>
                <a:lnTo>
                  <a:pt x="424179" y="92715"/>
                </a:lnTo>
                <a:lnTo>
                  <a:pt x="424047" y="92582"/>
                </a:lnTo>
                <a:lnTo>
                  <a:pt x="423659" y="92074"/>
                </a:lnTo>
                <a:lnTo>
                  <a:pt x="421970" y="91554"/>
                </a:lnTo>
                <a:lnTo>
                  <a:pt x="420014" y="91033"/>
                </a:lnTo>
                <a:lnTo>
                  <a:pt x="419366" y="90512"/>
                </a:lnTo>
                <a:lnTo>
                  <a:pt x="418985" y="89992"/>
                </a:lnTo>
                <a:lnTo>
                  <a:pt x="418985" y="89150"/>
                </a:lnTo>
                <a:lnTo>
                  <a:pt x="419760" y="89471"/>
                </a:lnTo>
                <a:lnTo>
                  <a:pt x="420014" y="89992"/>
                </a:lnTo>
                <a:lnTo>
                  <a:pt x="420408" y="89992"/>
                </a:lnTo>
                <a:lnTo>
                  <a:pt x="420014" y="89598"/>
                </a:lnTo>
                <a:lnTo>
                  <a:pt x="419761" y="89345"/>
                </a:lnTo>
                <a:lnTo>
                  <a:pt x="418985" y="89023"/>
                </a:lnTo>
                <a:lnTo>
                  <a:pt x="417309" y="88455"/>
                </a:lnTo>
                <a:lnTo>
                  <a:pt x="417525" y="88672"/>
                </a:lnTo>
                <a:lnTo>
                  <a:pt x="417677" y="88950"/>
                </a:lnTo>
                <a:lnTo>
                  <a:pt x="417283" y="89471"/>
                </a:lnTo>
                <a:lnTo>
                  <a:pt x="416902" y="89471"/>
                </a:lnTo>
                <a:lnTo>
                  <a:pt x="416902" y="91033"/>
                </a:lnTo>
                <a:lnTo>
                  <a:pt x="418985" y="91033"/>
                </a:lnTo>
                <a:lnTo>
                  <a:pt x="417804" y="89992"/>
                </a:lnTo>
                <a:lnTo>
                  <a:pt x="418325" y="89471"/>
                </a:lnTo>
                <a:lnTo>
                  <a:pt x="417804" y="88950"/>
                </a:lnTo>
                <a:lnTo>
                  <a:pt x="418198" y="88950"/>
                </a:lnTo>
                <a:lnTo>
                  <a:pt x="418325" y="89471"/>
                </a:lnTo>
                <a:lnTo>
                  <a:pt x="418845" y="89992"/>
                </a:lnTo>
                <a:lnTo>
                  <a:pt x="418985" y="90131"/>
                </a:lnTo>
                <a:lnTo>
                  <a:pt x="418985" y="92075"/>
                </a:lnTo>
                <a:lnTo>
                  <a:pt x="420014" y="92075"/>
                </a:lnTo>
                <a:lnTo>
                  <a:pt x="420014" y="92582"/>
                </a:lnTo>
                <a:lnTo>
                  <a:pt x="423659" y="92583"/>
                </a:lnTo>
                <a:lnTo>
                  <a:pt x="423659" y="95186"/>
                </a:lnTo>
                <a:lnTo>
                  <a:pt x="424180" y="95186"/>
                </a:lnTo>
                <a:close/>
              </a:path>
              <a:path w="444995" h="656463">
                <a:moveTo>
                  <a:pt x="417677" y="88950"/>
                </a:moveTo>
                <a:lnTo>
                  <a:pt x="417525" y="88672"/>
                </a:lnTo>
                <a:lnTo>
                  <a:pt x="417156" y="88950"/>
                </a:lnTo>
                <a:lnTo>
                  <a:pt x="417283" y="89471"/>
                </a:lnTo>
                <a:lnTo>
                  <a:pt x="417677" y="88950"/>
                </a:lnTo>
                <a:close/>
              </a:path>
              <a:path w="444995" h="656463">
                <a:moveTo>
                  <a:pt x="412483" y="626833"/>
                </a:moveTo>
                <a:lnTo>
                  <a:pt x="413675" y="626313"/>
                </a:lnTo>
                <a:lnTo>
                  <a:pt x="416115" y="625271"/>
                </a:lnTo>
                <a:lnTo>
                  <a:pt x="417707" y="624618"/>
                </a:lnTo>
                <a:lnTo>
                  <a:pt x="417546" y="624778"/>
                </a:lnTo>
                <a:lnTo>
                  <a:pt x="417047" y="625271"/>
                </a:lnTo>
                <a:lnTo>
                  <a:pt x="416520" y="625792"/>
                </a:lnTo>
                <a:lnTo>
                  <a:pt x="415994" y="626313"/>
                </a:lnTo>
                <a:lnTo>
                  <a:pt x="417042" y="626313"/>
                </a:lnTo>
                <a:lnTo>
                  <a:pt x="417566" y="625792"/>
                </a:lnTo>
                <a:lnTo>
                  <a:pt x="418089" y="625271"/>
                </a:lnTo>
                <a:lnTo>
                  <a:pt x="418851" y="624243"/>
                </a:lnTo>
                <a:lnTo>
                  <a:pt x="418198" y="624243"/>
                </a:lnTo>
                <a:lnTo>
                  <a:pt x="417753" y="624573"/>
                </a:lnTo>
                <a:lnTo>
                  <a:pt x="413524" y="626313"/>
                </a:lnTo>
                <a:lnTo>
                  <a:pt x="411695" y="627125"/>
                </a:lnTo>
                <a:lnTo>
                  <a:pt x="412483" y="626833"/>
                </a:lnTo>
                <a:close/>
              </a:path>
              <a:path w="444995" h="656463">
                <a:moveTo>
                  <a:pt x="419760" y="623201"/>
                </a:moveTo>
                <a:lnTo>
                  <a:pt x="422280" y="622160"/>
                </a:lnTo>
                <a:lnTo>
                  <a:pt x="422242" y="623201"/>
                </a:lnTo>
                <a:lnTo>
                  <a:pt x="422757" y="623201"/>
                </a:lnTo>
                <a:lnTo>
                  <a:pt x="423810" y="622160"/>
                </a:lnTo>
                <a:lnTo>
                  <a:pt x="423481" y="621969"/>
                </a:lnTo>
                <a:lnTo>
                  <a:pt x="423540" y="621639"/>
                </a:lnTo>
                <a:lnTo>
                  <a:pt x="424002" y="621449"/>
                </a:lnTo>
                <a:lnTo>
                  <a:pt x="424337" y="621639"/>
                </a:lnTo>
                <a:lnTo>
                  <a:pt x="427824" y="622160"/>
                </a:lnTo>
                <a:lnTo>
                  <a:pt x="427824" y="620077"/>
                </a:lnTo>
                <a:lnTo>
                  <a:pt x="427443" y="619556"/>
                </a:lnTo>
                <a:lnTo>
                  <a:pt x="427634" y="618858"/>
                </a:lnTo>
                <a:lnTo>
                  <a:pt x="427824" y="618667"/>
                </a:lnTo>
                <a:lnTo>
                  <a:pt x="428155" y="618337"/>
                </a:lnTo>
                <a:lnTo>
                  <a:pt x="429065" y="615403"/>
                </a:lnTo>
                <a:lnTo>
                  <a:pt x="428612" y="615403"/>
                </a:lnTo>
                <a:lnTo>
                  <a:pt x="429387" y="614629"/>
                </a:lnTo>
                <a:lnTo>
                  <a:pt x="429655" y="614362"/>
                </a:lnTo>
                <a:lnTo>
                  <a:pt x="432661" y="614362"/>
                </a:lnTo>
                <a:lnTo>
                  <a:pt x="433362" y="613130"/>
                </a:lnTo>
                <a:lnTo>
                  <a:pt x="434593" y="612419"/>
                </a:lnTo>
                <a:lnTo>
                  <a:pt x="434594" y="611911"/>
                </a:lnTo>
                <a:lnTo>
                  <a:pt x="434924" y="611581"/>
                </a:lnTo>
                <a:lnTo>
                  <a:pt x="435114" y="611390"/>
                </a:lnTo>
                <a:lnTo>
                  <a:pt x="436156" y="614362"/>
                </a:lnTo>
                <a:lnTo>
                  <a:pt x="436156" y="609828"/>
                </a:lnTo>
                <a:lnTo>
                  <a:pt x="436486" y="608977"/>
                </a:lnTo>
                <a:lnTo>
                  <a:pt x="437197" y="607261"/>
                </a:lnTo>
                <a:lnTo>
                  <a:pt x="437527" y="607415"/>
                </a:lnTo>
                <a:lnTo>
                  <a:pt x="438048" y="606374"/>
                </a:lnTo>
                <a:lnTo>
                  <a:pt x="438238" y="606184"/>
                </a:lnTo>
                <a:lnTo>
                  <a:pt x="439280" y="605672"/>
                </a:lnTo>
                <a:lnTo>
                  <a:pt x="439801" y="605155"/>
                </a:lnTo>
                <a:lnTo>
                  <a:pt x="439800" y="604631"/>
                </a:lnTo>
                <a:lnTo>
                  <a:pt x="439280" y="605149"/>
                </a:lnTo>
                <a:lnTo>
                  <a:pt x="438238" y="605915"/>
                </a:lnTo>
                <a:lnTo>
                  <a:pt x="438238" y="604748"/>
                </a:lnTo>
                <a:lnTo>
                  <a:pt x="437984" y="597738"/>
                </a:lnTo>
                <a:lnTo>
                  <a:pt x="437197" y="606310"/>
                </a:lnTo>
                <a:lnTo>
                  <a:pt x="436156" y="608823"/>
                </a:lnTo>
                <a:lnTo>
                  <a:pt x="435965" y="610019"/>
                </a:lnTo>
                <a:lnTo>
                  <a:pt x="435444" y="610539"/>
                </a:lnTo>
                <a:lnTo>
                  <a:pt x="436156" y="607872"/>
                </a:lnTo>
                <a:lnTo>
                  <a:pt x="439026" y="585787"/>
                </a:lnTo>
                <a:lnTo>
                  <a:pt x="435114" y="608914"/>
                </a:lnTo>
                <a:lnTo>
                  <a:pt x="435114" y="610385"/>
                </a:lnTo>
                <a:lnTo>
                  <a:pt x="434594" y="611642"/>
                </a:lnTo>
                <a:lnTo>
                  <a:pt x="434403" y="612101"/>
                </a:lnTo>
                <a:lnTo>
                  <a:pt x="433882" y="612622"/>
                </a:lnTo>
                <a:lnTo>
                  <a:pt x="433509" y="612776"/>
                </a:lnTo>
                <a:lnTo>
                  <a:pt x="430428" y="614043"/>
                </a:lnTo>
                <a:lnTo>
                  <a:pt x="429657" y="614360"/>
                </a:lnTo>
                <a:lnTo>
                  <a:pt x="430428" y="613587"/>
                </a:lnTo>
                <a:lnTo>
                  <a:pt x="427824" y="615670"/>
                </a:lnTo>
                <a:lnTo>
                  <a:pt x="424446" y="619556"/>
                </a:lnTo>
                <a:lnTo>
                  <a:pt x="427824" y="616185"/>
                </a:lnTo>
                <a:lnTo>
                  <a:pt x="427824" y="618473"/>
                </a:lnTo>
                <a:lnTo>
                  <a:pt x="427126" y="619366"/>
                </a:lnTo>
                <a:lnTo>
                  <a:pt x="426934" y="619556"/>
                </a:lnTo>
                <a:lnTo>
                  <a:pt x="426411" y="620077"/>
                </a:lnTo>
                <a:lnTo>
                  <a:pt x="425364" y="621118"/>
                </a:lnTo>
                <a:lnTo>
                  <a:pt x="424840" y="621639"/>
                </a:lnTo>
                <a:lnTo>
                  <a:pt x="424863" y="621118"/>
                </a:lnTo>
                <a:lnTo>
                  <a:pt x="422884" y="621118"/>
                </a:lnTo>
                <a:lnTo>
                  <a:pt x="422591" y="621639"/>
                </a:lnTo>
                <a:lnTo>
                  <a:pt x="421322" y="622160"/>
                </a:lnTo>
                <a:lnTo>
                  <a:pt x="422617" y="609955"/>
                </a:lnTo>
                <a:lnTo>
                  <a:pt x="417423" y="615149"/>
                </a:lnTo>
                <a:lnTo>
                  <a:pt x="415861" y="616191"/>
                </a:lnTo>
                <a:lnTo>
                  <a:pt x="415594" y="613841"/>
                </a:lnTo>
                <a:lnTo>
                  <a:pt x="414338" y="614362"/>
                </a:lnTo>
                <a:lnTo>
                  <a:pt x="411962" y="615403"/>
                </a:lnTo>
                <a:lnTo>
                  <a:pt x="410785" y="615924"/>
                </a:lnTo>
                <a:lnTo>
                  <a:pt x="411695" y="622947"/>
                </a:lnTo>
                <a:lnTo>
                  <a:pt x="414566" y="614362"/>
                </a:lnTo>
                <a:lnTo>
                  <a:pt x="417677" y="624243"/>
                </a:lnTo>
                <a:lnTo>
                  <a:pt x="419760" y="623201"/>
                </a:lnTo>
                <a:close/>
              </a:path>
              <a:path w="444995" h="656463">
                <a:moveTo>
                  <a:pt x="430428" y="613587"/>
                </a:moveTo>
                <a:lnTo>
                  <a:pt x="434593" y="609434"/>
                </a:lnTo>
                <a:lnTo>
                  <a:pt x="432181" y="593255"/>
                </a:lnTo>
                <a:lnTo>
                  <a:pt x="431660" y="594283"/>
                </a:lnTo>
                <a:lnTo>
                  <a:pt x="431236" y="594707"/>
                </a:lnTo>
                <a:lnTo>
                  <a:pt x="430948" y="594995"/>
                </a:lnTo>
                <a:lnTo>
                  <a:pt x="430923" y="596062"/>
                </a:lnTo>
                <a:lnTo>
                  <a:pt x="431084" y="595900"/>
                </a:lnTo>
                <a:lnTo>
                  <a:pt x="430428" y="613587"/>
                </a:lnTo>
                <a:close/>
              </a:path>
              <a:path w="444995" h="656463">
                <a:moveTo>
                  <a:pt x="420281" y="611251"/>
                </a:moveTo>
                <a:lnTo>
                  <a:pt x="418594" y="611250"/>
                </a:lnTo>
                <a:lnTo>
                  <a:pt x="418465" y="611111"/>
                </a:lnTo>
                <a:lnTo>
                  <a:pt x="418325" y="611250"/>
                </a:lnTo>
                <a:lnTo>
                  <a:pt x="418465" y="611304"/>
                </a:lnTo>
                <a:lnTo>
                  <a:pt x="418134" y="611441"/>
                </a:lnTo>
                <a:lnTo>
                  <a:pt x="417423" y="612152"/>
                </a:lnTo>
                <a:lnTo>
                  <a:pt x="416763" y="612292"/>
                </a:lnTo>
                <a:lnTo>
                  <a:pt x="416572" y="612482"/>
                </a:lnTo>
                <a:lnTo>
                  <a:pt x="416242" y="612292"/>
                </a:lnTo>
                <a:lnTo>
                  <a:pt x="416052" y="613003"/>
                </a:lnTo>
                <a:lnTo>
                  <a:pt x="417423" y="612435"/>
                </a:lnTo>
                <a:lnTo>
                  <a:pt x="417423" y="612292"/>
                </a:lnTo>
                <a:lnTo>
                  <a:pt x="417768" y="612292"/>
                </a:lnTo>
                <a:lnTo>
                  <a:pt x="418464" y="612003"/>
                </a:lnTo>
                <a:lnTo>
                  <a:pt x="418718" y="612292"/>
                </a:lnTo>
                <a:lnTo>
                  <a:pt x="418464" y="613587"/>
                </a:lnTo>
                <a:lnTo>
                  <a:pt x="420281" y="611251"/>
                </a:lnTo>
                <a:close/>
              </a:path>
              <a:path w="444995" h="656463">
                <a:moveTo>
                  <a:pt x="418465" y="611304"/>
                </a:moveTo>
                <a:lnTo>
                  <a:pt x="418325" y="611250"/>
                </a:lnTo>
                <a:lnTo>
                  <a:pt x="418465" y="611111"/>
                </a:lnTo>
                <a:lnTo>
                  <a:pt x="419366" y="610209"/>
                </a:lnTo>
                <a:lnTo>
                  <a:pt x="418464" y="610590"/>
                </a:lnTo>
                <a:lnTo>
                  <a:pt x="417804" y="611251"/>
                </a:lnTo>
                <a:lnTo>
                  <a:pt x="418134" y="611441"/>
                </a:lnTo>
                <a:lnTo>
                  <a:pt x="418465" y="611304"/>
                </a:lnTo>
                <a:close/>
              </a:path>
              <a:path w="444995" h="656463">
                <a:moveTo>
                  <a:pt x="419366" y="610209"/>
                </a:moveTo>
                <a:close/>
              </a:path>
              <a:path w="444995" h="656463">
                <a:moveTo>
                  <a:pt x="419887" y="609688"/>
                </a:moveTo>
                <a:lnTo>
                  <a:pt x="420738" y="609358"/>
                </a:lnTo>
                <a:lnTo>
                  <a:pt x="421198" y="609168"/>
                </a:lnTo>
                <a:lnTo>
                  <a:pt x="422617" y="609168"/>
                </a:lnTo>
                <a:lnTo>
                  <a:pt x="422617" y="608579"/>
                </a:lnTo>
                <a:lnTo>
                  <a:pt x="421982" y="608126"/>
                </a:lnTo>
                <a:lnTo>
                  <a:pt x="422503" y="607606"/>
                </a:lnTo>
                <a:lnTo>
                  <a:pt x="421449" y="608126"/>
                </a:lnTo>
                <a:lnTo>
                  <a:pt x="421779" y="608330"/>
                </a:lnTo>
                <a:lnTo>
                  <a:pt x="421259" y="608838"/>
                </a:lnTo>
                <a:lnTo>
                  <a:pt x="420928" y="609168"/>
                </a:lnTo>
                <a:lnTo>
                  <a:pt x="420408" y="609168"/>
                </a:lnTo>
                <a:lnTo>
                  <a:pt x="419887" y="609688"/>
                </a:lnTo>
                <a:lnTo>
                  <a:pt x="419467" y="610108"/>
                </a:lnTo>
                <a:lnTo>
                  <a:pt x="419887" y="609688"/>
                </a:lnTo>
                <a:close/>
              </a:path>
              <a:path w="444995" h="656463">
                <a:moveTo>
                  <a:pt x="418084" y="625792"/>
                </a:moveTo>
                <a:lnTo>
                  <a:pt x="418607" y="625271"/>
                </a:lnTo>
                <a:lnTo>
                  <a:pt x="419124" y="624243"/>
                </a:lnTo>
                <a:lnTo>
                  <a:pt x="418851" y="624243"/>
                </a:lnTo>
                <a:lnTo>
                  <a:pt x="418089" y="625271"/>
                </a:lnTo>
                <a:lnTo>
                  <a:pt x="417566" y="625792"/>
                </a:lnTo>
                <a:lnTo>
                  <a:pt x="418084" y="625792"/>
                </a:lnTo>
                <a:close/>
              </a:path>
              <a:path w="444995" h="656463">
                <a:moveTo>
                  <a:pt x="418985" y="90131"/>
                </a:moveTo>
                <a:lnTo>
                  <a:pt x="418845" y="89992"/>
                </a:lnTo>
                <a:lnTo>
                  <a:pt x="418325" y="89471"/>
                </a:lnTo>
                <a:lnTo>
                  <a:pt x="417804" y="89992"/>
                </a:lnTo>
                <a:lnTo>
                  <a:pt x="418985" y="91033"/>
                </a:lnTo>
                <a:lnTo>
                  <a:pt x="418985" y="90131"/>
                </a:lnTo>
                <a:close/>
              </a:path>
              <a:path w="444995" h="656463">
                <a:moveTo>
                  <a:pt x="416636" y="88950"/>
                </a:moveTo>
                <a:lnTo>
                  <a:pt x="415721" y="88950"/>
                </a:lnTo>
                <a:lnTo>
                  <a:pt x="416242" y="89471"/>
                </a:lnTo>
                <a:lnTo>
                  <a:pt x="416902" y="89471"/>
                </a:lnTo>
                <a:lnTo>
                  <a:pt x="416636" y="88950"/>
                </a:lnTo>
                <a:close/>
              </a:path>
              <a:path w="444995" h="656463">
                <a:moveTo>
                  <a:pt x="422821" y="91363"/>
                </a:moveTo>
                <a:lnTo>
                  <a:pt x="423659" y="91402"/>
                </a:lnTo>
                <a:lnTo>
                  <a:pt x="423405" y="91033"/>
                </a:lnTo>
                <a:lnTo>
                  <a:pt x="421449" y="91033"/>
                </a:lnTo>
                <a:lnTo>
                  <a:pt x="420014" y="90512"/>
                </a:lnTo>
                <a:lnTo>
                  <a:pt x="420014" y="89992"/>
                </a:lnTo>
                <a:lnTo>
                  <a:pt x="419239" y="89471"/>
                </a:lnTo>
                <a:lnTo>
                  <a:pt x="419760" y="89471"/>
                </a:lnTo>
                <a:lnTo>
                  <a:pt x="418985" y="89150"/>
                </a:lnTo>
                <a:lnTo>
                  <a:pt x="418985" y="89992"/>
                </a:lnTo>
                <a:lnTo>
                  <a:pt x="419366" y="90512"/>
                </a:lnTo>
                <a:lnTo>
                  <a:pt x="420014" y="91033"/>
                </a:lnTo>
                <a:lnTo>
                  <a:pt x="421970" y="91554"/>
                </a:lnTo>
                <a:lnTo>
                  <a:pt x="422821" y="91363"/>
                </a:lnTo>
                <a:close/>
              </a:path>
              <a:path w="444995" h="656463">
                <a:moveTo>
                  <a:pt x="418464" y="612003"/>
                </a:moveTo>
                <a:lnTo>
                  <a:pt x="417768" y="612292"/>
                </a:lnTo>
                <a:lnTo>
                  <a:pt x="418718" y="612292"/>
                </a:lnTo>
              </a:path>
              <a:path w="444995" h="656463">
                <a:moveTo>
                  <a:pt x="417768" y="612292"/>
                </a:moveTo>
                <a:lnTo>
                  <a:pt x="418198" y="612292"/>
                </a:lnTo>
              </a:path>
              <a:path w="444995" h="656463">
                <a:moveTo>
                  <a:pt x="418198" y="612292"/>
                </a:moveTo>
                <a:lnTo>
                  <a:pt x="418464" y="612292"/>
                </a:lnTo>
                <a:lnTo>
                  <a:pt x="418698" y="612397"/>
                </a:lnTo>
              </a:path>
              <a:path w="444995" h="656463">
                <a:moveTo>
                  <a:pt x="417423" y="612292"/>
                </a:moveTo>
                <a:lnTo>
                  <a:pt x="417423" y="612292"/>
                </a:lnTo>
                <a:lnTo>
                  <a:pt x="417768" y="612292"/>
                </a:lnTo>
              </a:path>
              <a:path w="444995" h="656463">
                <a:moveTo>
                  <a:pt x="417423" y="612292"/>
                </a:moveTo>
                <a:lnTo>
                  <a:pt x="418465" y="612397"/>
                </a:lnTo>
                <a:lnTo>
                  <a:pt x="418198" y="612292"/>
                </a:lnTo>
              </a:path>
              <a:path w="444995" h="656463">
                <a:moveTo>
                  <a:pt x="416242" y="612292"/>
                </a:moveTo>
                <a:lnTo>
                  <a:pt x="415861" y="612673"/>
                </a:lnTo>
                <a:lnTo>
                  <a:pt x="415861" y="613003"/>
                </a:lnTo>
                <a:lnTo>
                  <a:pt x="416052" y="613003"/>
                </a:lnTo>
                <a:lnTo>
                  <a:pt x="416140" y="612673"/>
                </a:lnTo>
              </a:path>
              <a:path w="444995" h="656463">
                <a:moveTo>
                  <a:pt x="417423" y="612397"/>
                </a:moveTo>
                <a:lnTo>
                  <a:pt x="416472" y="612829"/>
                </a:lnTo>
                <a:lnTo>
                  <a:pt x="418613" y="612829"/>
                </a:lnTo>
                <a:lnTo>
                  <a:pt x="418690" y="612435"/>
                </a:lnTo>
              </a:path>
              <a:path w="444995" h="656463">
                <a:moveTo>
                  <a:pt x="416472" y="612829"/>
                </a:moveTo>
                <a:lnTo>
                  <a:pt x="416052" y="613003"/>
                </a:lnTo>
                <a:lnTo>
                  <a:pt x="417002" y="613003"/>
                </a:lnTo>
                <a:lnTo>
                  <a:pt x="417423" y="612829"/>
                </a:lnTo>
              </a:path>
              <a:path w="444995" h="656463">
                <a:moveTo>
                  <a:pt x="417423" y="612829"/>
                </a:moveTo>
                <a:lnTo>
                  <a:pt x="418464" y="613587"/>
                </a:lnTo>
                <a:lnTo>
                  <a:pt x="418613" y="612829"/>
                </a:lnTo>
              </a:path>
              <a:path w="444995" h="656463">
                <a:moveTo>
                  <a:pt x="415861" y="613003"/>
                </a:moveTo>
                <a:lnTo>
                  <a:pt x="415861" y="613321"/>
                </a:lnTo>
                <a:lnTo>
                  <a:pt x="416236" y="613321"/>
                </a:lnTo>
                <a:lnTo>
                  <a:pt x="417002" y="613003"/>
                </a:lnTo>
              </a:path>
              <a:path w="444995" h="656463">
                <a:moveTo>
                  <a:pt x="418464" y="610590"/>
                </a:moveTo>
                <a:lnTo>
                  <a:pt x="418846" y="610209"/>
                </a:lnTo>
                <a:lnTo>
                  <a:pt x="419887" y="609688"/>
                </a:lnTo>
                <a:lnTo>
                  <a:pt x="420408" y="609168"/>
                </a:lnTo>
                <a:lnTo>
                  <a:pt x="420928" y="609168"/>
                </a:lnTo>
                <a:lnTo>
                  <a:pt x="421259" y="608838"/>
                </a:lnTo>
                <a:lnTo>
                  <a:pt x="421779" y="608330"/>
                </a:lnTo>
                <a:lnTo>
                  <a:pt x="421449" y="608126"/>
                </a:lnTo>
                <a:lnTo>
                  <a:pt x="422503" y="607606"/>
                </a:lnTo>
                <a:lnTo>
                  <a:pt x="418464" y="607606"/>
                </a:lnTo>
                <a:lnTo>
                  <a:pt x="418464" y="609688"/>
                </a:lnTo>
                <a:lnTo>
                  <a:pt x="417283" y="611251"/>
                </a:lnTo>
                <a:lnTo>
                  <a:pt x="417804" y="611251"/>
                </a:lnTo>
                <a:lnTo>
                  <a:pt x="418464" y="610590"/>
                </a:lnTo>
                <a:close/>
              </a:path>
              <a:path w="444995" h="656463">
                <a:moveTo>
                  <a:pt x="419366" y="610209"/>
                </a:moveTo>
                <a:lnTo>
                  <a:pt x="419887" y="609688"/>
                </a:lnTo>
                <a:lnTo>
                  <a:pt x="418846" y="610209"/>
                </a:lnTo>
                <a:lnTo>
                  <a:pt x="418464" y="610590"/>
                </a:lnTo>
                <a:lnTo>
                  <a:pt x="419366" y="610209"/>
                </a:lnTo>
                <a:close/>
              </a:path>
              <a:path w="444995" h="656463">
                <a:moveTo>
                  <a:pt x="430949" y="86093"/>
                </a:moveTo>
                <a:lnTo>
                  <a:pt x="430949" y="85572"/>
                </a:lnTo>
                <a:lnTo>
                  <a:pt x="429653" y="83235"/>
                </a:lnTo>
                <a:lnTo>
                  <a:pt x="430174" y="83756"/>
                </a:lnTo>
                <a:lnTo>
                  <a:pt x="430949" y="84531"/>
                </a:lnTo>
                <a:lnTo>
                  <a:pt x="430949" y="83756"/>
                </a:lnTo>
                <a:lnTo>
                  <a:pt x="430389" y="83235"/>
                </a:lnTo>
                <a:lnTo>
                  <a:pt x="429133" y="82715"/>
                </a:lnTo>
                <a:lnTo>
                  <a:pt x="428866" y="83489"/>
                </a:lnTo>
                <a:lnTo>
                  <a:pt x="428866" y="85051"/>
                </a:lnTo>
                <a:lnTo>
                  <a:pt x="422960" y="79273"/>
                </a:lnTo>
                <a:lnTo>
                  <a:pt x="422737" y="79050"/>
                </a:lnTo>
                <a:lnTo>
                  <a:pt x="421843" y="78562"/>
                </a:lnTo>
                <a:lnTo>
                  <a:pt x="422363" y="78562"/>
                </a:lnTo>
                <a:lnTo>
                  <a:pt x="422528" y="78843"/>
                </a:lnTo>
                <a:lnTo>
                  <a:pt x="422737" y="79050"/>
                </a:lnTo>
                <a:lnTo>
                  <a:pt x="422935" y="79133"/>
                </a:lnTo>
                <a:lnTo>
                  <a:pt x="424522" y="79794"/>
                </a:lnTo>
                <a:lnTo>
                  <a:pt x="425620" y="80111"/>
                </a:lnTo>
                <a:lnTo>
                  <a:pt x="428866" y="80111"/>
                </a:lnTo>
                <a:lnTo>
                  <a:pt x="429006" y="80632"/>
                </a:lnTo>
                <a:lnTo>
                  <a:pt x="428866" y="80632"/>
                </a:lnTo>
                <a:lnTo>
                  <a:pt x="428675" y="81343"/>
                </a:lnTo>
                <a:lnTo>
                  <a:pt x="426959" y="80632"/>
                </a:lnTo>
                <a:lnTo>
                  <a:pt x="426085" y="80302"/>
                </a:lnTo>
                <a:lnTo>
                  <a:pt x="425703" y="80111"/>
                </a:lnTo>
                <a:lnTo>
                  <a:pt x="425488" y="80111"/>
                </a:lnTo>
                <a:lnTo>
                  <a:pt x="426008" y="80632"/>
                </a:lnTo>
                <a:lnTo>
                  <a:pt x="427570" y="81673"/>
                </a:lnTo>
                <a:lnTo>
                  <a:pt x="430568" y="81673"/>
                </a:lnTo>
                <a:lnTo>
                  <a:pt x="430949" y="82054"/>
                </a:lnTo>
                <a:lnTo>
                  <a:pt x="430949" y="79590"/>
                </a:lnTo>
                <a:lnTo>
                  <a:pt x="424446" y="79590"/>
                </a:lnTo>
                <a:lnTo>
                  <a:pt x="424297" y="79569"/>
                </a:lnTo>
                <a:lnTo>
                  <a:pt x="423811" y="79082"/>
                </a:lnTo>
                <a:lnTo>
                  <a:pt x="422884" y="79082"/>
                </a:lnTo>
                <a:lnTo>
                  <a:pt x="423112" y="79082"/>
                </a:lnTo>
                <a:lnTo>
                  <a:pt x="423290" y="78562"/>
                </a:lnTo>
                <a:lnTo>
                  <a:pt x="422757" y="78028"/>
                </a:lnTo>
                <a:lnTo>
                  <a:pt x="420281" y="78028"/>
                </a:lnTo>
                <a:lnTo>
                  <a:pt x="421185" y="77508"/>
                </a:lnTo>
                <a:lnTo>
                  <a:pt x="420674" y="77000"/>
                </a:lnTo>
                <a:lnTo>
                  <a:pt x="419239" y="77508"/>
                </a:lnTo>
                <a:lnTo>
                  <a:pt x="419393" y="77788"/>
                </a:lnTo>
                <a:lnTo>
                  <a:pt x="418718" y="77508"/>
                </a:lnTo>
                <a:lnTo>
                  <a:pt x="418604" y="77000"/>
                </a:lnTo>
                <a:lnTo>
                  <a:pt x="417677" y="77000"/>
                </a:lnTo>
                <a:lnTo>
                  <a:pt x="420357" y="78752"/>
                </a:lnTo>
                <a:lnTo>
                  <a:pt x="418985" y="85572"/>
                </a:lnTo>
                <a:lnTo>
                  <a:pt x="420014" y="86093"/>
                </a:lnTo>
                <a:lnTo>
                  <a:pt x="423659" y="89730"/>
                </a:lnTo>
                <a:lnTo>
                  <a:pt x="423659" y="88696"/>
                </a:lnTo>
                <a:lnTo>
                  <a:pt x="429653" y="94665"/>
                </a:lnTo>
                <a:lnTo>
                  <a:pt x="430949" y="86093"/>
                </a:lnTo>
                <a:close/>
              </a:path>
              <a:path w="444995" h="656463">
                <a:moveTo>
                  <a:pt x="421195" y="624243"/>
                </a:moveTo>
                <a:lnTo>
                  <a:pt x="422242" y="623201"/>
                </a:lnTo>
                <a:lnTo>
                  <a:pt x="422280" y="622160"/>
                </a:lnTo>
                <a:lnTo>
                  <a:pt x="419760" y="623201"/>
                </a:lnTo>
                <a:lnTo>
                  <a:pt x="417677" y="624243"/>
                </a:lnTo>
                <a:lnTo>
                  <a:pt x="420197" y="623201"/>
                </a:lnTo>
                <a:lnTo>
                  <a:pt x="421919" y="622490"/>
                </a:lnTo>
                <a:lnTo>
                  <a:pt x="421386" y="623011"/>
                </a:lnTo>
                <a:lnTo>
                  <a:pt x="420197" y="623201"/>
                </a:lnTo>
                <a:lnTo>
                  <a:pt x="421195" y="623201"/>
                </a:lnTo>
                <a:lnTo>
                  <a:pt x="420357" y="623531"/>
                </a:lnTo>
                <a:lnTo>
                  <a:pt x="419315" y="624052"/>
                </a:lnTo>
                <a:lnTo>
                  <a:pt x="419642" y="624243"/>
                </a:lnTo>
                <a:lnTo>
                  <a:pt x="421195" y="624243"/>
                </a:lnTo>
                <a:close/>
              </a:path>
              <a:path w="444995" h="656463">
                <a:moveTo>
                  <a:pt x="419239" y="77508"/>
                </a:moveTo>
                <a:lnTo>
                  <a:pt x="420674" y="77000"/>
                </a:lnTo>
                <a:lnTo>
                  <a:pt x="418604" y="77000"/>
                </a:lnTo>
                <a:lnTo>
                  <a:pt x="418718" y="77508"/>
                </a:lnTo>
                <a:lnTo>
                  <a:pt x="419393" y="77788"/>
                </a:lnTo>
                <a:lnTo>
                  <a:pt x="419239" y="77508"/>
                </a:lnTo>
                <a:close/>
              </a:path>
              <a:path w="444995" h="656463">
                <a:moveTo>
                  <a:pt x="420014" y="89450"/>
                </a:moveTo>
                <a:lnTo>
                  <a:pt x="419761" y="89345"/>
                </a:lnTo>
                <a:lnTo>
                  <a:pt x="420014" y="89598"/>
                </a:lnTo>
                <a:lnTo>
                  <a:pt x="420408" y="89992"/>
                </a:lnTo>
                <a:lnTo>
                  <a:pt x="420014" y="89450"/>
                </a:lnTo>
                <a:close/>
              </a:path>
              <a:path w="444995" h="656463">
                <a:moveTo>
                  <a:pt x="422591" y="621639"/>
                </a:moveTo>
                <a:lnTo>
                  <a:pt x="422884" y="621118"/>
                </a:lnTo>
                <a:lnTo>
                  <a:pt x="423926" y="620077"/>
                </a:lnTo>
                <a:lnTo>
                  <a:pt x="425404" y="620077"/>
                </a:lnTo>
                <a:lnTo>
                  <a:pt x="425191" y="619556"/>
                </a:lnTo>
                <a:lnTo>
                  <a:pt x="427787" y="618488"/>
                </a:lnTo>
                <a:lnTo>
                  <a:pt x="427824" y="616185"/>
                </a:lnTo>
                <a:lnTo>
                  <a:pt x="424446" y="619556"/>
                </a:lnTo>
                <a:lnTo>
                  <a:pt x="427824" y="615670"/>
                </a:lnTo>
                <a:lnTo>
                  <a:pt x="421843" y="621639"/>
                </a:lnTo>
                <a:lnTo>
                  <a:pt x="421322" y="622160"/>
                </a:lnTo>
                <a:lnTo>
                  <a:pt x="422591" y="621639"/>
                </a:lnTo>
                <a:close/>
              </a:path>
              <a:path w="444995" h="656463">
                <a:moveTo>
                  <a:pt x="430428" y="613587"/>
                </a:moveTo>
                <a:lnTo>
                  <a:pt x="431139" y="595845"/>
                </a:lnTo>
                <a:lnTo>
                  <a:pt x="430428" y="597484"/>
                </a:lnTo>
                <a:lnTo>
                  <a:pt x="429907" y="598512"/>
                </a:lnTo>
                <a:lnTo>
                  <a:pt x="429907" y="597867"/>
                </a:lnTo>
                <a:lnTo>
                  <a:pt x="429577" y="598449"/>
                </a:lnTo>
                <a:lnTo>
                  <a:pt x="429386" y="598119"/>
                </a:lnTo>
                <a:lnTo>
                  <a:pt x="428345" y="598639"/>
                </a:lnTo>
                <a:lnTo>
                  <a:pt x="428345" y="599160"/>
                </a:lnTo>
                <a:lnTo>
                  <a:pt x="429386" y="598639"/>
                </a:lnTo>
                <a:lnTo>
                  <a:pt x="429387" y="600075"/>
                </a:lnTo>
                <a:lnTo>
                  <a:pt x="430174" y="602411"/>
                </a:lnTo>
                <a:lnTo>
                  <a:pt x="429133" y="603453"/>
                </a:lnTo>
                <a:lnTo>
                  <a:pt x="423138" y="609434"/>
                </a:lnTo>
                <a:lnTo>
                  <a:pt x="422946" y="609168"/>
                </a:lnTo>
                <a:lnTo>
                  <a:pt x="423138" y="608363"/>
                </a:lnTo>
                <a:lnTo>
                  <a:pt x="423138" y="607606"/>
                </a:lnTo>
                <a:lnTo>
                  <a:pt x="422821" y="607288"/>
                </a:lnTo>
                <a:lnTo>
                  <a:pt x="423138" y="606437"/>
                </a:lnTo>
                <a:lnTo>
                  <a:pt x="424180" y="605396"/>
                </a:lnTo>
                <a:lnTo>
                  <a:pt x="425221" y="604361"/>
                </a:lnTo>
                <a:lnTo>
                  <a:pt x="425221" y="606831"/>
                </a:lnTo>
                <a:lnTo>
                  <a:pt x="426262" y="605269"/>
                </a:lnTo>
                <a:lnTo>
                  <a:pt x="426262" y="603453"/>
                </a:lnTo>
                <a:lnTo>
                  <a:pt x="426631" y="603453"/>
                </a:lnTo>
                <a:lnTo>
                  <a:pt x="426986" y="602602"/>
                </a:lnTo>
                <a:lnTo>
                  <a:pt x="427177" y="602411"/>
                </a:lnTo>
                <a:lnTo>
                  <a:pt x="427017" y="603453"/>
                </a:lnTo>
                <a:lnTo>
                  <a:pt x="427304" y="602763"/>
                </a:lnTo>
                <a:lnTo>
                  <a:pt x="427304" y="602411"/>
                </a:lnTo>
                <a:lnTo>
                  <a:pt x="427450" y="602411"/>
                </a:lnTo>
                <a:lnTo>
                  <a:pt x="427825" y="601511"/>
                </a:lnTo>
                <a:lnTo>
                  <a:pt x="427824" y="601243"/>
                </a:lnTo>
                <a:lnTo>
                  <a:pt x="427494" y="601573"/>
                </a:lnTo>
                <a:lnTo>
                  <a:pt x="427304" y="601763"/>
                </a:lnTo>
                <a:lnTo>
                  <a:pt x="427304" y="601237"/>
                </a:lnTo>
                <a:lnTo>
                  <a:pt x="426262" y="602284"/>
                </a:lnTo>
                <a:lnTo>
                  <a:pt x="426262" y="603323"/>
                </a:lnTo>
                <a:lnTo>
                  <a:pt x="426466" y="603123"/>
                </a:lnTo>
                <a:lnTo>
                  <a:pt x="426263" y="603324"/>
                </a:lnTo>
                <a:lnTo>
                  <a:pt x="426134" y="603453"/>
                </a:lnTo>
                <a:lnTo>
                  <a:pt x="425538" y="604045"/>
                </a:lnTo>
                <a:lnTo>
                  <a:pt x="425221" y="604360"/>
                </a:lnTo>
                <a:lnTo>
                  <a:pt x="425221" y="603834"/>
                </a:lnTo>
                <a:lnTo>
                  <a:pt x="422617" y="603453"/>
                </a:lnTo>
                <a:lnTo>
                  <a:pt x="422617" y="607491"/>
                </a:lnTo>
                <a:lnTo>
                  <a:pt x="422617" y="609168"/>
                </a:lnTo>
                <a:lnTo>
                  <a:pt x="422363" y="609688"/>
                </a:lnTo>
                <a:lnTo>
                  <a:pt x="421107" y="610209"/>
                </a:lnTo>
                <a:lnTo>
                  <a:pt x="421843" y="610209"/>
                </a:lnTo>
                <a:lnTo>
                  <a:pt x="422617" y="609955"/>
                </a:lnTo>
                <a:lnTo>
                  <a:pt x="427824" y="615670"/>
                </a:lnTo>
                <a:lnTo>
                  <a:pt x="430428" y="613587"/>
                </a:lnTo>
                <a:close/>
              </a:path>
              <a:path w="444995" h="656463">
                <a:moveTo>
                  <a:pt x="422617" y="608126"/>
                </a:moveTo>
                <a:lnTo>
                  <a:pt x="422617" y="607606"/>
                </a:lnTo>
                <a:lnTo>
                  <a:pt x="421982" y="608126"/>
                </a:lnTo>
                <a:lnTo>
                  <a:pt x="422617" y="608579"/>
                </a:lnTo>
                <a:lnTo>
                  <a:pt x="422617" y="608126"/>
                </a:lnTo>
                <a:close/>
              </a:path>
              <a:path w="444995" h="656463">
                <a:moveTo>
                  <a:pt x="422300" y="90843"/>
                </a:moveTo>
                <a:lnTo>
                  <a:pt x="422490" y="91033"/>
                </a:lnTo>
                <a:lnTo>
                  <a:pt x="422763" y="91033"/>
                </a:lnTo>
                <a:lnTo>
                  <a:pt x="422363" y="90512"/>
                </a:lnTo>
                <a:lnTo>
                  <a:pt x="420928" y="90512"/>
                </a:lnTo>
                <a:lnTo>
                  <a:pt x="420014" y="89992"/>
                </a:lnTo>
                <a:lnTo>
                  <a:pt x="420014" y="90512"/>
                </a:lnTo>
                <a:lnTo>
                  <a:pt x="421449" y="91033"/>
                </a:lnTo>
                <a:lnTo>
                  <a:pt x="422300" y="90843"/>
                </a:lnTo>
                <a:close/>
              </a:path>
              <a:path w="444995" h="656463">
                <a:moveTo>
                  <a:pt x="423659" y="90246"/>
                </a:moveTo>
                <a:lnTo>
                  <a:pt x="420014" y="86601"/>
                </a:lnTo>
                <a:lnTo>
                  <a:pt x="420014" y="87642"/>
                </a:lnTo>
                <a:lnTo>
                  <a:pt x="422884" y="90512"/>
                </a:lnTo>
                <a:lnTo>
                  <a:pt x="423659" y="90246"/>
                </a:lnTo>
                <a:close/>
              </a:path>
              <a:path w="444995" h="656463">
                <a:moveTo>
                  <a:pt x="423926" y="91033"/>
                </a:moveTo>
                <a:lnTo>
                  <a:pt x="423659" y="90923"/>
                </a:lnTo>
                <a:lnTo>
                  <a:pt x="424029" y="91554"/>
                </a:lnTo>
                <a:lnTo>
                  <a:pt x="423926" y="91033"/>
                </a:lnTo>
                <a:close/>
              </a:path>
              <a:path w="444995" h="656463">
                <a:moveTo>
                  <a:pt x="423138" y="606437"/>
                </a:moveTo>
                <a:lnTo>
                  <a:pt x="422821" y="607288"/>
                </a:lnTo>
                <a:lnTo>
                  <a:pt x="423138" y="607606"/>
                </a:lnTo>
                <a:lnTo>
                  <a:pt x="423138" y="606437"/>
                </a:lnTo>
                <a:close/>
              </a:path>
              <a:path w="444995" h="656463">
                <a:moveTo>
                  <a:pt x="423659" y="91554"/>
                </a:moveTo>
                <a:lnTo>
                  <a:pt x="423659" y="92197"/>
                </a:lnTo>
                <a:lnTo>
                  <a:pt x="423536" y="710247"/>
                </a:lnTo>
                <a:lnTo>
                  <a:pt x="423659" y="91554"/>
                </a:lnTo>
                <a:close/>
              </a:path>
              <a:path w="444995" h="656463">
                <a:moveTo>
                  <a:pt x="424858" y="79082"/>
                </a:moveTo>
                <a:lnTo>
                  <a:pt x="426402" y="79082"/>
                </a:lnTo>
                <a:lnTo>
                  <a:pt x="428866" y="78562"/>
                </a:lnTo>
                <a:lnTo>
                  <a:pt x="424335" y="78562"/>
                </a:lnTo>
                <a:lnTo>
                  <a:pt x="423799" y="78028"/>
                </a:lnTo>
                <a:lnTo>
                  <a:pt x="422757" y="78028"/>
                </a:lnTo>
                <a:lnTo>
                  <a:pt x="423290" y="78562"/>
                </a:lnTo>
                <a:lnTo>
                  <a:pt x="423112" y="79082"/>
                </a:lnTo>
                <a:lnTo>
                  <a:pt x="423811" y="79082"/>
                </a:lnTo>
                <a:lnTo>
                  <a:pt x="424297" y="79569"/>
                </a:lnTo>
                <a:lnTo>
                  <a:pt x="424858" y="79082"/>
                </a:lnTo>
                <a:close/>
              </a:path>
              <a:path w="444995" h="656463">
                <a:moveTo>
                  <a:pt x="424700" y="92229"/>
                </a:moveTo>
                <a:lnTo>
                  <a:pt x="424325" y="92074"/>
                </a:lnTo>
                <a:lnTo>
                  <a:pt x="424179" y="91616"/>
                </a:lnTo>
                <a:lnTo>
                  <a:pt x="424029" y="91554"/>
                </a:lnTo>
                <a:lnTo>
                  <a:pt x="424180" y="92015"/>
                </a:lnTo>
                <a:lnTo>
                  <a:pt x="424383" y="92405"/>
                </a:lnTo>
                <a:lnTo>
                  <a:pt x="424562" y="92582"/>
                </a:lnTo>
                <a:lnTo>
                  <a:pt x="424700" y="92720"/>
                </a:lnTo>
                <a:lnTo>
                  <a:pt x="424700" y="92229"/>
                </a:lnTo>
                <a:close/>
              </a:path>
              <a:path w="444995" h="656463">
                <a:moveTo>
                  <a:pt x="423405" y="609168"/>
                </a:moveTo>
                <a:lnTo>
                  <a:pt x="424180" y="608393"/>
                </a:lnTo>
                <a:lnTo>
                  <a:pt x="424179" y="607932"/>
                </a:lnTo>
                <a:lnTo>
                  <a:pt x="423710" y="608126"/>
                </a:lnTo>
                <a:lnTo>
                  <a:pt x="423381" y="608126"/>
                </a:lnTo>
                <a:lnTo>
                  <a:pt x="423312" y="608291"/>
                </a:lnTo>
                <a:lnTo>
                  <a:pt x="423138" y="608708"/>
                </a:lnTo>
                <a:lnTo>
                  <a:pt x="423138" y="609168"/>
                </a:lnTo>
                <a:lnTo>
                  <a:pt x="423405" y="609168"/>
                </a:lnTo>
                <a:close/>
              </a:path>
              <a:path w="444995" h="656463">
                <a:moveTo>
                  <a:pt x="424446" y="608126"/>
                </a:moveTo>
                <a:lnTo>
                  <a:pt x="424179" y="607932"/>
                </a:lnTo>
                <a:lnTo>
                  <a:pt x="424180" y="608393"/>
                </a:lnTo>
                <a:lnTo>
                  <a:pt x="424446" y="608126"/>
                </a:lnTo>
                <a:close/>
              </a:path>
              <a:path w="444995" h="656463">
                <a:moveTo>
                  <a:pt x="424179" y="605929"/>
                </a:moveTo>
                <a:lnTo>
                  <a:pt x="424383" y="605726"/>
                </a:lnTo>
                <a:lnTo>
                  <a:pt x="424967" y="607606"/>
                </a:lnTo>
                <a:lnTo>
                  <a:pt x="429130" y="603453"/>
                </a:lnTo>
                <a:lnTo>
                  <a:pt x="427304" y="603719"/>
                </a:lnTo>
                <a:lnTo>
                  <a:pt x="427304" y="603453"/>
                </a:lnTo>
                <a:lnTo>
                  <a:pt x="427824" y="602678"/>
                </a:lnTo>
                <a:lnTo>
                  <a:pt x="427824" y="602463"/>
                </a:lnTo>
                <a:lnTo>
                  <a:pt x="428345" y="601207"/>
                </a:lnTo>
                <a:lnTo>
                  <a:pt x="429056" y="599490"/>
                </a:lnTo>
                <a:lnTo>
                  <a:pt x="428345" y="600190"/>
                </a:lnTo>
                <a:lnTo>
                  <a:pt x="428015" y="601052"/>
                </a:lnTo>
                <a:lnTo>
                  <a:pt x="427824" y="600714"/>
                </a:lnTo>
                <a:lnTo>
                  <a:pt x="427304" y="601237"/>
                </a:lnTo>
                <a:lnTo>
                  <a:pt x="427304" y="601763"/>
                </a:lnTo>
                <a:lnTo>
                  <a:pt x="427494" y="601573"/>
                </a:lnTo>
                <a:lnTo>
                  <a:pt x="427824" y="601243"/>
                </a:lnTo>
                <a:lnTo>
                  <a:pt x="427824" y="602411"/>
                </a:lnTo>
                <a:lnTo>
                  <a:pt x="427304" y="602411"/>
                </a:lnTo>
                <a:lnTo>
                  <a:pt x="427304" y="602763"/>
                </a:lnTo>
                <a:lnTo>
                  <a:pt x="427017" y="603453"/>
                </a:lnTo>
                <a:lnTo>
                  <a:pt x="427177" y="602411"/>
                </a:lnTo>
                <a:lnTo>
                  <a:pt x="426986" y="602602"/>
                </a:lnTo>
                <a:lnTo>
                  <a:pt x="426631" y="603453"/>
                </a:lnTo>
                <a:lnTo>
                  <a:pt x="426262" y="604336"/>
                </a:lnTo>
                <a:lnTo>
                  <a:pt x="426262" y="605269"/>
                </a:lnTo>
                <a:lnTo>
                  <a:pt x="425221" y="606831"/>
                </a:lnTo>
                <a:lnTo>
                  <a:pt x="425221" y="604361"/>
                </a:lnTo>
                <a:lnTo>
                  <a:pt x="424179" y="605399"/>
                </a:lnTo>
                <a:lnTo>
                  <a:pt x="423862" y="606247"/>
                </a:lnTo>
                <a:lnTo>
                  <a:pt x="423598" y="607606"/>
                </a:lnTo>
                <a:lnTo>
                  <a:pt x="424179" y="607606"/>
                </a:lnTo>
                <a:lnTo>
                  <a:pt x="424179" y="605929"/>
                </a:lnTo>
                <a:close/>
              </a:path>
              <a:path w="444995" h="656463">
                <a:moveTo>
                  <a:pt x="423862" y="606247"/>
                </a:moveTo>
                <a:lnTo>
                  <a:pt x="424179" y="605399"/>
                </a:lnTo>
                <a:lnTo>
                  <a:pt x="423341" y="606767"/>
                </a:lnTo>
                <a:lnTo>
                  <a:pt x="423598" y="607606"/>
                </a:lnTo>
                <a:lnTo>
                  <a:pt x="423862" y="606247"/>
                </a:lnTo>
                <a:close/>
              </a:path>
              <a:path w="444995" h="656463">
                <a:moveTo>
                  <a:pt x="425538" y="604045"/>
                </a:moveTo>
                <a:lnTo>
                  <a:pt x="426134" y="603453"/>
                </a:lnTo>
                <a:lnTo>
                  <a:pt x="426263" y="603324"/>
                </a:lnTo>
                <a:lnTo>
                  <a:pt x="426466" y="603123"/>
                </a:lnTo>
                <a:lnTo>
                  <a:pt x="426262" y="603323"/>
                </a:lnTo>
                <a:lnTo>
                  <a:pt x="426132" y="603453"/>
                </a:lnTo>
                <a:lnTo>
                  <a:pt x="422617" y="603453"/>
                </a:lnTo>
                <a:lnTo>
                  <a:pt x="425221" y="603834"/>
                </a:lnTo>
                <a:lnTo>
                  <a:pt x="425221" y="604360"/>
                </a:lnTo>
                <a:lnTo>
                  <a:pt x="425538" y="604045"/>
                </a:lnTo>
                <a:close/>
              </a:path>
              <a:path w="444995" h="656463">
                <a:moveTo>
                  <a:pt x="427304" y="95321"/>
                </a:moveTo>
                <a:lnTo>
                  <a:pt x="427172" y="95186"/>
                </a:lnTo>
                <a:lnTo>
                  <a:pt x="426986" y="94996"/>
                </a:lnTo>
                <a:lnTo>
                  <a:pt x="426783" y="94793"/>
                </a:lnTo>
                <a:lnTo>
                  <a:pt x="425609" y="93624"/>
                </a:lnTo>
                <a:lnTo>
                  <a:pt x="426783" y="93086"/>
                </a:lnTo>
                <a:lnTo>
                  <a:pt x="425560" y="92583"/>
                </a:lnTo>
                <a:lnTo>
                  <a:pt x="424700" y="92075"/>
                </a:lnTo>
                <a:lnTo>
                  <a:pt x="424700" y="91830"/>
                </a:lnTo>
                <a:lnTo>
                  <a:pt x="424179" y="91554"/>
                </a:lnTo>
                <a:lnTo>
                  <a:pt x="424180" y="90766"/>
                </a:lnTo>
                <a:lnTo>
                  <a:pt x="423659" y="90246"/>
                </a:lnTo>
                <a:lnTo>
                  <a:pt x="422884" y="90512"/>
                </a:lnTo>
                <a:lnTo>
                  <a:pt x="420014" y="87642"/>
                </a:lnTo>
                <a:lnTo>
                  <a:pt x="419696" y="89281"/>
                </a:lnTo>
                <a:lnTo>
                  <a:pt x="420014" y="89412"/>
                </a:lnTo>
                <a:lnTo>
                  <a:pt x="421322" y="89992"/>
                </a:lnTo>
                <a:lnTo>
                  <a:pt x="422669" y="90512"/>
                </a:lnTo>
                <a:lnTo>
                  <a:pt x="423659" y="90923"/>
                </a:lnTo>
                <a:lnTo>
                  <a:pt x="423926" y="91033"/>
                </a:lnTo>
                <a:lnTo>
                  <a:pt x="424029" y="91554"/>
                </a:lnTo>
                <a:lnTo>
                  <a:pt x="424179" y="91616"/>
                </a:lnTo>
                <a:lnTo>
                  <a:pt x="424325" y="92074"/>
                </a:lnTo>
                <a:lnTo>
                  <a:pt x="424700" y="92229"/>
                </a:lnTo>
                <a:lnTo>
                  <a:pt x="424700" y="92722"/>
                </a:lnTo>
                <a:lnTo>
                  <a:pt x="424562" y="92582"/>
                </a:lnTo>
                <a:lnTo>
                  <a:pt x="424383" y="92405"/>
                </a:lnTo>
                <a:lnTo>
                  <a:pt x="424180" y="92074"/>
                </a:lnTo>
                <a:lnTo>
                  <a:pt x="424029" y="91554"/>
                </a:lnTo>
                <a:lnTo>
                  <a:pt x="423862" y="91884"/>
                </a:lnTo>
                <a:lnTo>
                  <a:pt x="424052" y="92075"/>
                </a:lnTo>
                <a:lnTo>
                  <a:pt x="424180" y="92201"/>
                </a:lnTo>
                <a:lnTo>
                  <a:pt x="424180" y="92582"/>
                </a:lnTo>
                <a:lnTo>
                  <a:pt x="425094" y="93624"/>
                </a:lnTo>
                <a:lnTo>
                  <a:pt x="426783" y="95186"/>
                </a:lnTo>
                <a:lnTo>
                  <a:pt x="427304" y="95707"/>
                </a:lnTo>
                <a:lnTo>
                  <a:pt x="427304" y="95321"/>
                </a:lnTo>
                <a:close/>
              </a:path>
              <a:path w="444995" h="656463">
                <a:moveTo>
                  <a:pt x="427824" y="94841"/>
                </a:moveTo>
                <a:lnTo>
                  <a:pt x="427751" y="94665"/>
                </a:lnTo>
                <a:lnTo>
                  <a:pt x="427320" y="93624"/>
                </a:lnTo>
                <a:lnTo>
                  <a:pt x="426783" y="93624"/>
                </a:lnTo>
                <a:lnTo>
                  <a:pt x="426656" y="94665"/>
                </a:lnTo>
                <a:lnTo>
                  <a:pt x="427304" y="94665"/>
                </a:lnTo>
                <a:lnTo>
                  <a:pt x="427304" y="95186"/>
                </a:lnTo>
                <a:lnTo>
                  <a:pt x="427494" y="95516"/>
                </a:lnTo>
                <a:lnTo>
                  <a:pt x="427685" y="95707"/>
                </a:lnTo>
                <a:lnTo>
                  <a:pt x="427824" y="95846"/>
                </a:lnTo>
                <a:lnTo>
                  <a:pt x="427824" y="94841"/>
                </a:lnTo>
                <a:close/>
              </a:path>
              <a:path w="444995" h="656463">
                <a:moveTo>
                  <a:pt x="424180" y="90766"/>
                </a:moveTo>
                <a:lnTo>
                  <a:pt x="424180" y="91287"/>
                </a:lnTo>
                <a:lnTo>
                  <a:pt x="424179" y="91554"/>
                </a:lnTo>
                <a:lnTo>
                  <a:pt x="424700" y="91830"/>
                </a:lnTo>
                <a:lnTo>
                  <a:pt x="424700" y="92075"/>
                </a:lnTo>
                <a:lnTo>
                  <a:pt x="425560" y="92582"/>
                </a:lnTo>
                <a:lnTo>
                  <a:pt x="426529" y="92582"/>
                </a:lnTo>
                <a:lnTo>
                  <a:pt x="425294" y="92075"/>
                </a:lnTo>
                <a:lnTo>
                  <a:pt x="425141" y="91830"/>
                </a:lnTo>
                <a:lnTo>
                  <a:pt x="424967" y="91554"/>
                </a:lnTo>
                <a:lnTo>
                  <a:pt x="424700" y="91287"/>
                </a:lnTo>
              </a:path>
              <a:path w="444995" h="656463">
                <a:moveTo>
                  <a:pt x="426783" y="92329"/>
                </a:moveTo>
                <a:lnTo>
                  <a:pt x="426529" y="92582"/>
                </a:lnTo>
                <a:lnTo>
                  <a:pt x="427037" y="92582"/>
                </a:lnTo>
              </a:path>
              <a:path w="444995" h="656463">
                <a:moveTo>
                  <a:pt x="425560" y="92582"/>
                </a:moveTo>
                <a:lnTo>
                  <a:pt x="426208" y="92849"/>
                </a:lnTo>
                <a:lnTo>
                  <a:pt x="426783" y="93086"/>
                </a:lnTo>
                <a:lnTo>
                  <a:pt x="427161" y="93241"/>
                </a:lnTo>
                <a:lnTo>
                  <a:pt x="427304" y="93300"/>
                </a:lnTo>
                <a:lnTo>
                  <a:pt x="427833" y="93370"/>
                </a:lnTo>
                <a:lnTo>
                  <a:pt x="427702" y="93241"/>
                </a:lnTo>
                <a:lnTo>
                  <a:pt x="427544" y="93086"/>
                </a:lnTo>
                <a:lnTo>
                  <a:pt x="427304" y="92849"/>
                </a:lnTo>
                <a:lnTo>
                  <a:pt x="427037" y="92583"/>
                </a:lnTo>
              </a:path>
              <a:path w="444995" h="656463">
                <a:moveTo>
                  <a:pt x="427307" y="93370"/>
                </a:moveTo>
                <a:lnTo>
                  <a:pt x="427314" y="93514"/>
                </a:lnTo>
                <a:lnTo>
                  <a:pt x="427969" y="93514"/>
                </a:lnTo>
                <a:lnTo>
                  <a:pt x="427824" y="93370"/>
                </a:lnTo>
              </a:path>
              <a:path w="444995" h="656463">
                <a:moveTo>
                  <a:pt x="427824" y="93370"/>
                </a:moveTo>
                <a:lnTo>
                  <a:pt x="428072" y="93616"/>
                </a:lnTo>
                <a:lnTo>
                  <a:pt x="427833" y="93370"/>
                </a:lnTo>
              </a:path>
              <a:path w="444995" h="656463">
                <a:moveTo>
                  <a:pt x="427314" y="93514"/>
                </a:moveTo>
                <a:lnTo>
                  <a:pt x="427751" y="94665"/>
                </a:lnTo>
                <a:lnTo>
                  <a:pt x="427824" y="94841"/>
                </a:lnTo>
                <a:lnTo>
                  <a:pt x="427824" y="95186"/>
                </a:lnTo>
                <a:lnTo>
                  <a:pt x="429123" y="95186"/>
                </a:lnTo>
                <a:lnTo>
                  <a:pt x="428608" y="94841"/>
                </a:lnTo>
                <a:lnTo>
                  <a:pt x="428345" y="94665"/>
                </a:lnTo>
                <a:lnTo>
                  <a:pt x="427824" y="94665"/>
                </a:lnTo>
                <a:lnTo>
                  <a:pt x="427824" y="93624"/>
                </a:lnTo>
              </a:path>
              <a:path w="444995" h="656463">
                <a:moveTo>
                  <a:pt x="427824" y="93514"/>
                </a:moveTo>
                <a:lnTo>
                  <a:pt x="428061" y="93616"/>
                </a:lnTo>
              </a:path>
              <a:path w="444995" h="656463">
                <a:moveTo>
                  <a:pt x="428062" y="93616"/>
                </a:moveTo>
              </a:path>
              <a:path w="444995" h="656463">
                <a:moveTo>
                  <a:pt x="428072" y="93616"/>
                </a:moveTo>
              </a:path>
              <a:path w="444995" h="656463">
                <a:moveTo>
                  <a:pt x="428080" y="93624"/>
                </a:moveTo>
                <a:lnTo>
                  <a:pt x="428345" y="93888"/>
                </a:lnTo>
                <a:lnTo>
                  <a:pt x="429125" y="94665"/>
                </a:lnTo>
                <a:lnTo>
                  <a:pt x="429645" y="95186"/>
                </a:lnTo>
                <a:lnTo>
                  <a:pt x="429646" y="95707"/>
                </a:lnTo>
                <a:lnTo>
                  <a:pt x="429387" y="96494"/>
                </a:lnTo>
                <a:lnTo>
                  <a:pt x="429752" y="97523"/>
                </a:lnTo>
                <a:lnTo>
                  <a:pt x="431688" y="97523"/>
                </a:lnTo>
                <a:lnTo>
                  <a:pt x="430827" y="96494"/>
                </a:lnTo>
                <a:lnTo>
                  <a:pt x="430167" y="95707"/>
                </a:lnTo>
                <a:lnTo>
                  <a:pt x="429648" y="95186"/>
                </a:lnTo>
                <a:lnTo>
                  <a:pt x="429649" y="94665"/>
                </a:lnTo>
                <a:lnTo>
                  <a:pt x="428487" y="93888"/>
                </a:lnTo>
                <a:lnTo>
                  <a:pt x="428091" y="93624"/>
                </a:lnTo>
              </a:path>
              <a:path w="444995" h="656463">
                <a:moveTo>
                  <a:pt x="427824" y="95186"/>
                </a:moveTo>
                <a:lnTo>
                  <a:pt x="427824" y="95707"/>
                </a:lnTo>
                <a:lnTo>
                  <a:pt x="427824" y="96037"/>
                </a:lnTo>
                <a:lnTo>
                  <a:pt x="427824" y="97396"/>
                </a:lnTo>
                <a:lnTo>
                  <a:pt x="427824" y="98450"/>
                </a:lnTo>
                <a:lnTo>
                  <a:pt x="428866" y="98450"/>
                </a:lnTo>
                <a:lnTo>
                  <a:pt x="428345" y="97396"/>
                </a:lnTo>
                <a:lnTo>
                  <a:pt x="428015" y="96037"/>
                </a:lnTo>
                <a:lnTo>
                  <a:pt x="428183" y="95707"/>
                </a:lnTo>
                <a:lnTo>
                  <a:pt x="427967" y="95186"/>
                </a:lnTo>
                <a:lnTo>
                  <a:pt x="428345" y="95186"/>
                </a:lnTo>
              </a:path>
              <a:path w="444995" h="656463">
                <a:moveTo>
                  <a:pt x="428345" y="95186"/>
                </a:moveTo>
                <a:lnTo>
                  <a:pt x="428866" y="95453"/>
                </a:lnTo>
                <a:lnTo>
                  <a:pt x="428866" y="95707"/>
                </a:lnTo>
                <a:lnTo>
                  <a:pt x="428866" y="98437"/>
                </a:lnTo>
                <a:lnTo>
                  <a:pt x="429382" y="98450"/>
                </a:lnTo>
                <a:lnTo>
                  <a:pt x="428971" y="95707"/>
                </a:lnTo>
                <a:lnTo>
                  <a:pt x="429045" y="95453"/>
                </a:lnTo>
                <a:lnTo>
                  <a:pt x="429123" y="95186"/>
                </a:lnTo>
              </a:path>
              <a:path w="444995" h="656463">
                <a:moveTo>
                  <a:pt x="429752" y="97523"/>
                </a:moveTo>
                <a:lnTo>
                  <a:pt x="429832" y="97747"/>
                </a:lnTo>
                <a:lnTo>
                  <a:pt x="429984" y="97747"/>
                </a:lnTo>
                <a:lnTo>
                  <a:pt x="429907" y="97523"/>
                </a:lnTo>
              </a:path>
              <a:path w="444995" h="656463">
                <a:moveTo>
                  <a:pt x="429907" y="97523"/>
                </a:moveTo>
                <a:lnTo>
                  <a:pt x="430339" y="98564"/>
                </a:lnTo>
                <a:lnTo>
                  <a:pt x="432560" y="98564"/>
                </a:lnTo>
                <a:lnTo>
                  <a:pt x="431688" y="97523"/>
                </a:lnTo>
              </a:path>
              <a:path w="444995" h="656463">
                <a:moveTo>
                  <a:pt x="429832" y="97747"/>
                </a:moveTo>
                <a:lnTo>
                  <a:pt x="429907" y="97958"/>
                </a:lnTo>
                <a:lnTo>
                  <a:pt x="429907" y="97747"/>
                </a:lnTo>
              </a:path>
              <a:path w="444995" h="656463">
                <a:moveTo>
                  <a:pt x="429907" y="97747"/>
                </a:moveTo>
                <a:lnTo>
                  <a:pt x="430358" y="98831"/>
                </a:lnTo>
                <a:lnTo>
                  <a:pt x="429984" y="97747"/>
                </a:lnTo>
              </a:path>
              <a:path w="444995" h="656463">
                <a:moveTo>
                  <a:pt x="427824" y="98450"/>
                </a:moveTo>
                <a:lnTo>
                  <a:pt x="427824" y="98831"/>
                </a:lnTo>
                <a:lnTo>
                  <a:pt x="429249" y="98831"/>
                </a:lnTo>
                <a:lnTo>
                  <a:pt x="429382" y="98450"/>
                </a:lnTo>
              </a:path>
              <a:path w="444995" h="656463">
                <a:moveTo>
                  <a:pt x="430339" y="98564"/>
                </a:moveTo>
                <a:lnTo>
                  <a:pt x="430428" y="98779"/>
                </a:lnTo>
                <a:lnTo>
                  <a:pt x="430428" y="99211"/>
                </a:lnTo>
                <a:lnTo>
                  <a:pt x="430288" y="99339"/>
                </a:lnTo>
                <a:lnTo>
                  <a:pt x="430318" y="99479"/>
                </a:lnTo>
                <a:lnTo>
                  <a:pt x="430428" y="100003"/>
                </a:lnTo>
                <a:lnTo>
                  <a:pt x="430428" y="100380"/>
                </a:lnTo>
                <a:lnTo>
                  <a:pt x="430428" y="100520"/>
                </a:lnTo>
                <a:lnTo>
                  <a:pt x="430949" y="101041"/>
                </a:lnTo>
                <a:lnTo>
                  <a:pt x="430837" y="100520"/>
                </a:lnTo>
                <a:lnTo>
                  <a:pt x="430807" y="100380"/>
                </a:lnTo>
                <a:lnTo>
                  <a:pt x="430648" y="100003"/>
                </a:lnTo>
                <a:lnTo>
                  <a:pt x="430428" y="99479"/>
                </a:lnTo>
                <a:lnTo>
                  <a:pt x="430428" y="99339"/>
                </a:lnTo>
                <a:lnTo>
                  <a:pt x="430569" y="99339"/>
                </a:lnTo>
                <a:lnTo>
                  <a:pt x="430539" y="99211"/>
                </a:lnTo>
                <a:lnTo>
                  <a:pt x="430449" y="98831"/>
                </a:lnTo>
                <a:lnTo>
                  <a:pt x="430428" y="98564"/>
                </a:lnTo>
              </a:path>
              <a:path w="444995" h="656463">
                <a:moveTo>
                  <a:pt x="430428" y="98564"/>
                </a:moveTo>
                <a:lnTo>
                  <a:pt x="432783" y="98831"/>
                </a:lnTo>
                <a:lnTo>
                  <a:pt x="432560" y="98564"/>
                </a:lnTo>
              </a:path>
              <a:path w="444995" h="656463">
                <a:moveTo>
                  <a:pt x="423138" y="608990"/>
                </a:moveTo>
                <a:lnTo>
                  <a:pt x="423138" y="609168"/>
                </a:lnTo>
                <a:lnTo>
                  <a:pt x="423405" y="609168"/>
                </a:lnTo>
                <a:lnTo>
                  <a:pt x="424180" y="608393"/>
                </a:lnTo>
                <a:lnTo>
                  <a:pt x="424446" y="608126"/>
                </a:lnTo>
                <a:lnTo>
                  <a:pt x="424237" y="607974"/>
                </a:lnTo>
                <a:lnTo>
                  <a:pt x="423138" y="608990"/>
                </a:lnTo>
                <a:lnTo>
                  <a:pt x="423138" y="608708"/>
                </a:lnTo>
                <a:lnTo>
                  <a:pt x="423312" y="608291"/>
                </a:lnTo>
                <a:lnTo>
                  <a:pt x="423381" y="608126"/>
                </a:lnTo>
                <a:lnTo>
                  <a:pt x="423710" y="608126"/>
                </a:lnTo>
                <a:lnTo>
                  <a:pt x="424179" y="607932"/>
                </a:lnTo>
                <a:lnTo>
                  <a:pt x="424893" y="607368"/>
                </a:lnTo>
                <a:lnTo>
                  <a:pt x="424967" y="607606"/>
                </a:lnTo>
                <a:lnTo>
                  <a:pt x="429130" y="603453"/>
                </a:lnTo>
                <a:lnTo>
                  <a:pt x="430174" y="602411"/>
                </a:lnTo>
                <a:lnTo>
                  <a:pt x="428345" y="601637"/>
                </a:lnTo>
                <a:lnTo>
                  <a:pt x="428345" y="601422"/>
                </a:lnTo>
                <a:lnTo>
                  <a:pt x="429386" y="598909"/>
                </a:lnTo>
                <a:lnTo>
                  <a:pt x="429386" y="598639"/>
                </a:lnTo>
                <a:lnTo>
                  <a:pt x="428345" y="599681"/>
                </a:lnTo>
                <a:lnTo>
                  <a:pt x="427824" y="600201"/>
                </a:lnTo>
                <a:lnTo>
                  <a:pt x="427304" y="600722"/>
                </a:lnTo>
                <a:lnTo>
                  <a:pt x="427304" y="601237"/>
                </a:lnTo>
                <a:lnTo>
                  <a:pt x="427824" y="600714"/>
                </a:lnTo>
                <a:lnTo>
                  <a:pt x="428015" y="601052"/>
                </a:lnTo>
                <a:lnTo>
                  <a:pt x="428345" y="600190"/>
                </a:lnTo>
                <a:lnTo>
                  <a:pt x="428536" y="599998"/>
                </a:lnTo>
                <a:lnTo>
                  <a:pt x="429056" y="599490"/>
                </a:lnTo>
                <a:lnTo>
                  <a:pt x="428345" y="601207"/>
                </a:lnTo>
                <a:lnTo>
                  <a:pt x="427935" y="602411"/>
                </a:lnTo>
                <a:lnTo>
                  <a:pt x="427824" y="602678"/>
                </a:lnTo>
                <a:lnTo>
                  <a:pt x="427414" y="603453"/>
                </a:lnTo>
                <a:lnTo>
                  <a:pt x="427304" y="603719"/>
                </a:lnTo>
                <a:lnTo>
                  <a:pt x="429130" y="603453"/>
                </a:lnTo>
                <a:lnTo>
                  <a:pt x="424893" y="607368"/>
                </a:lnTo>
                <a:lnTo>
                  <a:pt x="424383" y="605726"/>
                </a:lnTo>
                <a:lnTo>
                  <a:pt x="424179" y="605929"/>
                </a:lnTo>
                <a:lnTo>
                  <a:pt x="424179" y="607606"/>
                </a:lnTo>
                <a:lnTo>
                  <a:pt x="423598" y="607606"/>
                </a:lnTo>
                <a:lnTo>
                  <a:pt x="423341" y="606767"/>
                </a:lnTo>
                <a:lnTo>
                  <a:pt x="424179" y="605399"/>
                </a:lnTo>
                <a:lnTo>
                  <a:pt x="425221" y="604361"/>
                </a:lnTo>
                <a:lnTo>
                  <a:pt x="424180" y="605396"/>
                </a:lnTo>
                <a:lnTo>
                  <a:pt x="423138" y="606437"/>
                </a:lnTo>
                <a:lnTo>
                  <a:pt x="423138" y="608363"/>
                </a:lnTo>
                <a:lnTo>
                  <a:pt x="422946" y="609168"/>
                </a:lnTo>
                <a:lnTo>
                  <a:pt x="423138" y="608990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4866551" y="2660573"/>
            <a:ext cx="474675" cy="54361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4866552" y="2660574"/>
            <a:ext cx="474675" cy="543608"/>
          </a:xfrm>
          <a:custGeom>
            <a:avLst/>
            <a:gdLst/>
            <a:ahLst/>
            <a:cxnLst/>
            <a:rect l="l" t="t" r="r" b="b"/>
            <a:pathLst>
              <a:path w="474675" h="543608">
                <a:moveTo>
                  <a:pt x="384107" y="506704"/>
                </a:moveTo>
                <a:lnTo>
                  <a:pt x="179039" y="543608"/>
                </a:lnTo>
                <a:lnTo>
                  <a:pt x="93682" y="515029"/>
                </a:lnTo>
                <a:lnTo>
                  <a:pt x="93682" y="503075"/>
                </a:lnTo>
                <a:lnTo>
                  <a:pt x="161868" y="490080"/>
                </a:lnTo>
                <a:lnTo>
                  <a:pt x="161868" y="463569"/>
                </a:lnTo>
                <a:lnTo>
                  <a:pt x="18212" y="489039"/>
                </a:lnTo>
                <a:lnTo>
                  <a:pt x="0" y="481767"/>
                </a:lnTo>
                <a:lnTo>
                  <a:pt x="0" y="80558"/>
                </a:lnTo>
                <a:lnTo>
                  <a:pt x="455941" y="0"/>
                </a:lnTo>
                <a:lnTo>
                  <a:pt x="474675" y="7284"/>
                </a:lnTo>
                <a:lnTo>
                  <a:pt x="474675" y="407452"/>
                </a:lnTo>
                <a:lnTo>
                  <a:pt x="281058" y="442262"/>
                </a:lnTo>
                <a:lnTo>
                  <a:pt x="281058" y="468772"/>
                </a:lnTo>
                <a:lnTo>
                  <a:pt x="297708" y="465130"/>
                </a:lnTo>
                <a:lnTo>
                  <a:pt x="384107" y="495790"/>
                </a:lnTo>
                <a:lnTo>
                  <a:pt x="384107" y="506704"/>
                </a:lnTo>
                <a:close/>
              </a:path>
            </a:pathLst>
          </a:custGeom>
          <a:ln w="520">
            <a:solidFill>
              <a:srgbClr val="7F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4959197" y="3160534"/>
            <a:ext cx="85356" cy="44691"/>
          </a:xfrm>
          <a:custGeom>
            <a:avLst/>
            <a:gdLst/>
            <a:ahLst/>
            <a:cxnLst/>
            <a:rect l="l" t="t" r="r" b="b"/>
            <a:pathLst>
              <a:path w="85356" h="44691">
                <a:moveTo>
                  <a:pt x="85356" y="44691"/>
                </a:moveTo>
                <a:lnTo>
                  <a:pt x="85356" y="32219"/>
                </a:lnTo>
                <a:lnTo>
                  <a:pt x="0" y="0"/>
                </a:lnTo>
                <a:lnTo>
                  <a:pt x="0" y="12979"/>
                </a:lnTo>
                <a:lnTo>
                  <a:pt x="85356" y="4469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045595" y="3156369"/>
            <a:ext cx="203504" cy="46774"/>
          </a:xfrm>
          <a:custGeom>
            <a:avLst/>
            <a:gdLst/>
            <a:ahLst/>
            <a:cxnLst/>
            <a:rect l="l" t="t" r="r" b="b"/>
            <a:pathLst>
              <a:path w="203504" h="46774">
                <a:moveTo>
                  <a:pt x="203504" y="9359"/>
                </a:moveTo>
                <a:lnTo>
                  <a:pt x="203504" y="0"/>
                </a:lnTo>
                <a:lnTo>
                  <a:pt x="0" y="36385"/>
                </a:lnTo>
                <a:lnTo>
                  <a:pt x="0" y="46774"/>
                </a:lnTo>
                <a:lnTo>
                  <a:pt x="203504" y="935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027904" y="3112719"/>
            <a:ext cx="24980" cy="50926"/>
          </a:xfrm>
          <a:custGeom>
            <a:avLst/>
            <a:gdLst/>
            <a:ahLst/>
            <a:cxnLst/>
            <a:rect l="l" t="t" r="r" b="b"/>
            <a:pathLst>
              <a:path w="24980" h="50926">
                <a:moveTo>
                  <a:pt x="24980" y="50926"/>
                </a:moveTo>
                <a:lnTo>
                  <a:pt x="24980" y="6235"/>
                </a:lnTo>
                <a:lnTo>
                  <a:pt x="0" y="0"/>
                </a:lnTo>
                <a:lnTo>
                  <a:pt x="0" y="44170"/>
                </a:lnTo>
                <a:lnTo>
                  <a:pt x="24980" y="50926"/>
                </a:lnTo>
                <a:close/>
              </a:path>
            </a:pathLst>
          </a:custGeom>
          <a:solidFill>
            <a:srgbClr val="8EA3B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866551" y="2741650"/>
            <a:ext cx="24980" cy="406920"/>
          </a:xfrm>
          <a:custGeom>
            <a:avLst/>
            <a:gdLst/>
            <a:ahLst/>
            <a:cxnLst/>
            <a:rect l="l" t="t" r="r" b="b"/>
            <a:pathLst>
              <a:path w="24980" h="406920">
                <a:moveTo>
                  <a:pt x="24980" y="406920"/>
                </a:moveTo>
                <a:lnTo>
                  <a:pt x="24980" y="9867"/>
                </a:lnTo>
                <a:lnTo>
                  <a:pt x="0" y="0"/>
                </a:lnTo>
                <a:lnTo>
                  <a:pt x="0" y="397052"/>
                </a:lnTo>
                <a:lnTo>
                  <a:pt x="24980" y="40692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4885283" y="2670962"/>
            <a:ext cx="456984" cy="476046"/>
          </a:xfrm>
          <a:custGeom>
            <a:avLst/>
            <a:gdLst/>
            <a:ahLst/>
            <a:cxnLst/>
            <a:rect l="l" t="t" r="r" b="b"/>
            <a:pathLst>
              <a:path w="456984" h="476046">
                <a:moveTo>
                  <a:pt x="456984" y="394982"/>
                </a:moveTo>
                <a:lnTo>
                  <a:pt x="456984" y="0"/>
                </a:lnTo>
                <a:lnTo>
                  <a:pt x="0" y="80556"/>
                </a:lnTo>
                <a:lnTo>
                  <a:pt x="0" y="476046"/>
                </a:lnTo>
                <a:lnTo>
                  <a:pt x="456984" y="394982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4882426" y="2667558"/>
            <a:ext cx="462699" cy="482866"/>
          </a:xfrm>
          <a:custGeom>
            <a:avLst/>
            <a:gdLst/>
            <a:ahLst/>
            <a:cxnLst/>
            <a:rect l="l" t="t" r="r" b="b"/>
            <a:pathLst>
              <a:path w="462699" h="482866">
                <a:moveTo>
                  <a:pt x="2362" y="476643"/>
                </a:moveTo>
                <a:lnTo>
                  <a:pt x="3352" y="86779"/>
                </a:lnTo>
                <a:lnTo>
                  <a:pt x="5727" y="83959"/>
                </a:lnTo>
                <a:lnTo>
                  <a:pt x="456971" y="3403"/>
                </a:lnTo>
                <a:lnTo>
                  <a:pt x="462699" y="0"/>
                </a:lnTo>
                <a:lnTo>
                  <a:pt x="0" y="81572"/>
                </a:lnTo>
                <a:lnTo>
                  <a:pt x="2362" y="476643"/>
                </a:lnTo>
                <a:close/>
              </a:path>
              <a:path w="462699" h="482866">
                <a:moveTo>
                  <a:pt x="462699" y="400786"/>
                </a:moveTo>
                <a:lnTo>
                  <a:pt x="462699" y="0"/>
                </a:lnTo>
                <a:lnTo>
                  <a:pt x="456971" y="3403"/>
                </a:lnTo>
                <a:lnTo>
                  <a:pt x="5727" y="83959"/>
                </a:lnTo>
                <a:lnTo>
                  <a:pt x="3352" y="86779"/>
                </a:lnTo>
                <a:lnTo>
                  <a:pt x="2362" y="476643"/>
                </a:lnTo>
                <a:lnTo>
                  <a:pt x="0" y="81572"/>
                </a:lnTo>
                <a:lnTo>
                  <a:pt x="0" y="482866"/>
                </a:lnTo>
                <a:lnTo>
                  <a:pt x="462699" y="400786"/>
                </a:lnTo>
                <a:lnTo>
                  <a:pt x="5727" y="479450"/>
                </a:lnTo>
                <a:lnTo>
                  <a:pt x="5727" y="86360"/>
                </a:lnTo>
                <a:lnTo>
                  <a:pt x="456971" y="6818"/>
                </a:lnTo>
                <a:lnTo>
                  <a:pt x="460349" y="6223"/>
                </a:lnTo>
                <a:lnTo>
                  <a:pt x="459346" y="395566"/>
                </a:lnTo>
                <a:lnTo>
                  <a:pt x="456971" y="398386"/>
                </a:lnTo>
                <a:lnTo>
                  <a:pt x="462699" y="400786"/>
                </a:lnTo>
                <a:close/>
              </a:path>
              <a:path w="462699" h="482866">
                <a:moveTo>
                  <a:pt x="460349" y="6223"/>
                </a:moveTo>
                <a:lnTo>
                  <a:pt x="456971" y="6818"/>
                </a:lnTo>
                <a:lnTo>
                  <a:pt x="456971" y="395988"/>
                </a:lnTo>
                <a:lnTo>
                  <a:pt x="5727" y="476046"/>
                </a:lnTo>
                <a:lnTo>
                  <a:pt x="5727" y="479450"/>
                </a:lnTo>
                <a:lnTo>
                  <a:pt x="462699" y="400786"/>
                </a:lnTo>
                <a:lnTo>
                  <a:pt x="456971" y="398386"/>
                </a:lnTo>
                <a:lnTo>
                  <a:pt x="459346" y="395566"/>
                </a:lnTo>
                <a:lnTo>
                  <a:pt x="460349" y="6223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4931092" y="2715666"/>
            <a:ext cx="373697" cy="383539"/>
          </a:xfrm>
          <a:custGeom>
            <a:avLst/>
            <a:gdLst/>
            <a:ahLst/>
            <a:cxnLst/>
            <a:rect l="l" t="t" r="r" b="b"/>
            <a:pathLst>
              <a:path w="373697" h="383539">
                <a:moveTo>
                  <a:pt x="373697" y="317017"/>
                </a:moveTo>
                <a:lnTo>
                  <a:pt x="373697" y="0"/>
                </a:lnTo>
                <a:lnTo>
                  <a:pt x="0" y="66001"/>
                </a:lnTo>
                <a:lnTo>
                  <a:pt x="0" y="383539"/>
                </a:lnTo>
                <a:lnTo>
                  <a:pt x="373697" y="317017"/>
                </a:lnTo>
                <a:close/>
              </a:path>
            </a:pathLst>
          </a:custGeom>
          <a:solidFill>
            <a:srgbClr val="1B3D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115344" y="3078416"/>
            <a:ext cx="24980" cy="24942"/>
          </a:xfrm>
          <a:custGeom>
            <a:avLst/>
            <a:gdLst/>
            <a:ahLst/>
            <a:cxnLst/>
            <a:rect l="l" t="t" r="r" b="b"/>
            <a:pathLst>
              <a:path w="24980" h="24942">
                <a:moveTo>
                  <a:pt x="0" y="14554"/>
                </a:moveTo>
                <a:lnTo>
                  <a:pt x="1041" y="18707"/>
                </a:lnTo>
                <a:lnTo>
                  <a:pt x="3644" y="22339"/>
                </a:lnTo>
                <a:lnTo>
                  <a:pt x="7289" y="24942"/>
                </a:lnTo>
                <a:lnTo>
                  <a:pt x="12484" y="24942"/>
                </a:lnTo>
                <a:lnTo>
                  <a:pt x="17170" y="22339"/>
                </a:lnTo>
                <a:lnTo>
                  <a:pt x="20815" y="19748"/>
                </a:lnTo>
                <a:lnTo>
                  <a:pt x="24980" y="16103"/>
                </a:lnTo>
                <a:lnTo>
                  <a:pt x="24980" y="6235"/>
                </a:lnTo>
                <a:lnTo>
                  <a:pt x="20815" y="2082"/>
                </a:lnTo>
                <a:lnTo>
                  <a:pt x="17170" y="0"/>
                </a:lnTo>
                <a:lnTo>
                  <a:pt x="12484" y="0"/>
                </a:lnTo>
                <a:lnTo>
                  <a:pt x="7289" y="2082"/>
                </a:lnTo>
                <a:lnTo>
                  <a:pt x="3644" y="6235"/>
                </a:lnTo>
                <a:lnTo>
                  <a:pt x="1041" y="9867"/>
                </a:lnTo>
                <a:lnTo>
                  <a:pt x="0" y="14554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5048719" y="3100247"/>
            <a:ext cx="96812" cy="63398"/>
          </a:xfrm>
          <a:custGeom>
            <a:avLst/>
            <a:gdLst/>
            <a:ahLst/>
            <a:cxnLst/>
            <a:rect l="l" t="t" r="r" b="b"/>
            <a:pathLst>
              <a:path w="96812" h="63398">
                <a:moveTo>
                  <a:pt x="96812" y="45719"/>
                </a:moveTo>
                <a:lnTo>
                  <a:pt x="96812" y="0"/>
                </a:lnTo>
                <a:lnTo>
                  <a:pt x="0" y="18186"/>
                </a:lnTo>
                <a:lnTo>
                  <a:pt x="0" y="63398"/>
                </a:lnTo>
                <a:lnTo>
                  <a:pt x="96812" y="45719"/>
                </a:lnTo>
                <a:close/>
              </a:path>
            </a:pathLst>
          </a:custGeom>
          <a:solidFill>
            <a:srgbClr val="E8EC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4860569" y="2654401"/>
            <a:ext cx="486638" cy="555929"/>
          </a:xfrm>
          <a:custGeom>
            <a:avLst/>
            <a:gdLst/>
            <a:ahLst/>
            <a:cxnLst/>
            <a:rect l="l" t="t" r="r" b="b"/>
            <a:pathLst>
              <a:path w="486638" h="555929">
                <a:moveTo>
                  <a:pt x="303345" y="477524"/>
                </a:moveTo>
                <a:lnTo>
                  <a:pt x="294068" y="474941"/>
                </a:lnTo>
                <a:lnTo>
                  <a:pt x="286715" y="469125"/>
                </a:lnTo>
                <a:lnTo>
                  <a:pt x="282092" y="443445"/>
                </a:lnTo>
                <a:lnTo>
                  <a:pt x="282092" y="482473"/>
                </a:lnTo>
                <a:lnTo>
                  <a:pt x="303345" y="477524"/>
                </a:lnTo>
                <a:close/>
              </a:path>
              <a:path w="486638" h="555929">
                <a:moveTo>
                  <a:pt x="396074" y="497751"/>
                </a:moveTo>
                <a:lnTo>
                  <a:pt x="304050" y="465086"/>
                </a:lnTo>
                <a:lnTo>
                  <a:pt x="294068" y="467412"/>
                </a:lnTo>
                <a:lnTo>
                  <a:pt x="301688" y="476935"/>
                </a:lnTo>
                <a:lnTo>
                  <a:pt x="305054" y="477126"/>
                </a:lnTo>
                <a:lnTo>
                  <a:pt x="384111" y="501967"/>
                </a:lnTo>
                <a:lnTo>
                  <a:pt x="387812" y="507217"/>
                </a:lnTo>
                <a:lnTo>
                  <a:pt x="389039" y="506996"/>
                </a:lnTo>
                <a:lnTo>
                  <a:pt x="396074" y="517880"/>
                </a:lnTo>
                <a:lnTo>
                  <a:pt x="396074" y="497751"/>
                </a:lnTo>
                <a:close/>
              </a:path>
              <a:path w="486638" h="555929">
                <a:moveTo>
                  <a:pt x="105651" y="521195"/>
                </a:moveTo>
                <a:lnTo>
                  <a:pt x="101574" y="515531"/>
                </a:lnTo>
                <a:lnTo>
                  <a:pt x="100838" y="515112"/>
                </a:lnTo>
                <a:lnTo>
                  <a:pt x="93675" y="504342"/>
                </a:lnTo>
                <a:lnTo>
                  <a:pt x="93675" y="525500"/>
                </a:lnTo>
                <a:lnTo>
                  <a:pt x="105651" y="521195"/>
                </a:lnTo>
                <a:close/>
              </a:path>
              <a:path w="486638" h="555929">
                <a:moveTo>
                  <a:pt x="294068" y="453428"/>
                </a:moveTo>
                <a:lnTo>
                  <a:pt x="486638" y="418604"/>
                </a:lnTo>
                <a:lnTo>
                  <a:pt x="474675" y="413626"/>
                </a:lnTo>
                <a:lnTo>
                  <a:pt x="294068" y="448437"/>
                </a:lnTo>
                <a:lnTo>
                  <a:pt x="289153" y="454317"/>
                </a:lnTo>
                <a:lnTo>
                  <a:pt x="294068" y="467412"/>
                </a:lnTo>
                <a:lnTo>
                  <a:pt x="294068" y="453428"/>
                </a:lnTo>
                <a:close/>
              </a:path>
              <a:path w="486638" h="555929">
                <a:moveTo>
                  <a:pt x="479590" y="407733"/>
                </a:moveTo>
                <a:lnTo>
                  <a:pt x="486638" y="9359"/>
                </a:lnTo>
                <a:lnTo>
                  <a:pt x="462965" y="12052"/>
                </a:lnTo>
                <a:lnTo>
                  <a:pt x="474675" y="13449"/>
                </a:lnTo>
                <a:lnTo>
                  <a:pt x="478485" y="19024"/>
                </a:lnTo>
                <a:lnTo>
                  <a:pt x="474675" y="17544"/>
                </a:lnTo>
                <a:lnTo>
                  <a:pt x="474675" y="408622"/>
                </a:lnTo>
                <a:lnTo>
                  <a:pt x="479590" y="407733"/>
                </a:lnTo>
                <a:close/>
              </a:path>
              <a:path w="486638" h="555929">
                <a:moveTo>
                  <a:pt x="11963" y="482204"/>
                </a:moveTo>
                <a:lnTo>
                  <a:pt x="11963" y="91735"/>
                </a:lnTo>
                <a:lnTo>
                  <a:pt x="7023" y="92608"/>
                </a:lnTo>
                <a:lnTo>
                  <a:pt x="11963" y="86728"/>
                </a:lnTo>
                <a:lnTo>
                  <a:pt x="459752" y="11747"/>
                </a:lnTo>
                <a:lnTo>
                  <a:pt x="461296" y="12347"/>
                </a:lnTo>
                <a:lnTo>
                  <a:pt x="474675" y="17544"/>
                </a:lnTo>
                <a:lnTo>
                  <a:pt x="478485" y="19024"/>
                </a:lnTo>
                <a:lnTo>
                  <a:pt x="474675" y="13449"/>
                </a:lnTo>
                <a:lnTo>
                  <a:pt x="462965" y="12052"/>
                </a:lnTo>
                <a:lnTo>
                  <a:pt x="486638" y="9359"/>
                </a:lnTo>
                <a:lnTo>
                  <a:pt x="462534" y="0"/>
                </a:lnTo>
                <a:lnTo>
                  <a:pt x="254" y="81679"/>
                </a:lnTo>
                <a:lnTo>
                  <a:pt x="254" y="93334"/>
                </a:lnTo>
                <a:lnTo>
                  <a:pt x="8724" y="480542"/>
                </a:lnTo>
                <a:lnTo>
                  <a:pt x="11963" y="485851"/>
                </a:lnTo>
                <a:lnTo>
                  <a:pt x="11963" y="482204"/>
                </a:lnTo>
                <a:close/>
              </a:path>
              <a:path w="486638" h="555929">
                <a:moveTo>
                  <a:pt x="11963" y="91735"/>
                </a:moveTo>
                <a:lnTo>
                  <a:pt x="461296" y="12347"/>
                </a:lnTo>
                <a:lnTo>
                  <a:pt x="459752" y="11747"/>
                </a:lnTo>
                <a:lnTo>
                  <a:pt x="11963" y="86728"/>
                </a:lnTo>
                <a:lnTo>
                  <a:pt x="7023" y="92608"/>
                </a:lnTo>
                <a:lnTo>
                  <a:pt x="11963" y="91735"/>
                </a:lnTo>
                <a:close/>
              </a:path>
              <a:path w="486638" h="555929">
                <a:moveTo>
                  <a:pt x="171234" y="501154"/>
                </a:moveTo>
                <a:lnTo>
                  <a:pt x="159258" y="496252"/>
                </a:lnTo>
                <a:lnTo>
                  <a:pt x="164084" y="490385"/>
                </a:lnTo>
                <a:lnTo>
                  <a:pt x="166293" y="476148"/>
                </a:lnTo>
                <a:lnTo>
                  <a:pt x="171234" y="463130"/>
                </a:lnTo>
                <a:lnTo>
                  <a:pt x="25138" y="488966"/>
                </a:lnTo>
                <a:lnTo>
                  <a:pt x="11963" y="482204"/>
                </a:lnTo>
                <a:lnTo>
                  <a:pt x="11963" y="485851"/>
                </a:lnTo>
                <a:lnTo>
                  <a:pt x="8724" y="480542"/>
                </a:lnTo>
                <a:lnTo>
                  <a:pt x="254" y="93334"/>
                </a:lnTo>
                <a:lnTo>
                  <a:pt x="254" y="489639"/>
                </a:lnTo>
                <a:lnTo>
                  <a:pt x="23253" y="501446"/>
                </a:lnTo>
                <a:lnTo>
                  <a:pt x="23152" y="489318"/>
                </a:lnTo>
                <a:lnTo>
                  <a:pt x="26936" y="489889"/>
                </a:lnTo>
                <a:lnTo>
                  <a:pt x="159258" y="470268"/>
                </a:lnTo>
                <a:lnTo>
                  <a:pt x="159258" y="491341"/>
                </a:lnTo>
                <a:lnTo>
                  <a:pt x="105651" y="509244"/>
                </a:lnTo>
                <a:lnTo>
                  <a:pt x="105651" y="514157"/>
                </a:lnTo>
                <a:lnTo>
                  <a:pt x="171234" y="501154"/>
                </a:lnTo>
                <a:close/>
              </a:path>
              <a:path w="486638" h="555929">
                <a:moveTo>
                  <a:pt x="396074" y="517880"/>
                </a:moveTo>
                <a:lnTo>
                  <a:pt x="389039" y="506996"/>
                </a:lnTo>
                <a:lnTo>
                  <a:pt x="387812" y="507217"/>
                </a:lnTo>
                <a:lnTo>
                  <a:pt x="384111" y="501967"/>
                </a:lnTo>
                <a:lnTo>
                  <a:pt x="305054" y="477126"/>
                </a:lnTo>
                <a:lnTo>
                  <a:pt x="301688" y="476935"/>
                </a:lnTo>
                <a:lnTo>
                  <a:pt x="294068" y="467412"/>
                </a:lnTo>
                <a:lnTo>
                  <a:pt x="289153" y="454317"/>
                </a:lnTo>
                <a:lnTo>
                  <a:pt x="294068" y="448437"/>
                </a:lnTo>
                <a:lnTo>
                  <a:pt x="474675" y="413626"/>
                </a:lnTo>
                <a:lnTo>
                  <a:pt x="486638" y="418604"/>
                </a:lnTo>
                <a:lnTo>
                  <a:pt x="486638" y="9359"/>
                </a:lnTo>
                <a:lnTo>
                  <a:pt x="479590" y="407733"/>
                </a:lnTo>
                <a:lnTo>
                  <a:pt x="474675" y="408622"/>
                </a:lnTo>
                <a:lnTo>
                  <a:pt x="282092" y="443445"/>
                </a:lnTo>
                <a:lnTo>
                  <a:pt x="286715" y="469125"/>
                </a:lnTo>
                <a:lnTo>
                  <a:pt x="294068" y="474941"/>
                </a:lnTo>
                <a:lnTo>
                  <a:pt x="303345" y="477524"/>
                </a:lnTo>
                <a:lnTo>
                  <a:pt x="384111" y="506195"/>
                </a:lnTo>
                <a:lnTo>
                  <a:pt x="387267" y="507315"/>
                </a:lnTo>
                <a:lnTo>
                  <a:pt x="388086" y="507606"/>
                </a:lnTo>
                <a:lnTo>
                  <a:pt x="384111" y="512876"/>
                </a:lnTo>
                <a:lnTo>
                  <a:pt x="186931" y="544118"/>
                </a:lnTo>
                <a:lnTo>
                  <a:pt x="183959" y="543890"/>
                </a:lnTo>
                <a:lnTo>
                  <a:pt x="185448" y="543622"/>
                </a:lnTo>
                <a:lnTo>
                  <a:pt x="105651" y="516896"/>
                </a:lnTo>
                <a:lnTo>
                  <a:pt x="105651" y="509244"/>
                </a:lnTo>
                <a:lnTo>
                  <a:pt x="159258" y="491341"/>
                </a:lnTo>
                <a:lnTo>
                  <a:pt x="93675" y="504342"/>
                </a:lnTo>
                <a:lnTo>
                  <a:pt x="100838" y="515112"/>
                </a:lnTo>
                <a:lnTo>
                  <a:pt x="101574" y="515531"/>
                </a:lnTo>
                <a:lnTo>
                  <a:pt x="105651" y="521195"/>
                </a:lnTo>
                <a:lnTo>
                  <a:pt x="93675" y="525500"/>
                </a:lnTo>
                <a:lnTo>
                  <a:pt x="184569" y="555929"/>
                </a:lnTo>
                <a:lnTo>
                  <a:pt x="396074" y="517880"/>
                </a:lnTo>
                <a:close/>
              </a:path>
              <a:path w="486638" h="555929">
                <a:moveTo>
                  <a:pt x="171234" y="463130"/>
                </a:moveTo>
                <a:lnTo>
                  <a:pt x="166293" y="476148"/>
                </a:lnTo>
                <a:lnTo>
                  <a:pt x="164084" y="490385"/>
                </a:lnTo>
                <a:lnTo>
                  <a:pt x="159258" y="496252"/>
                </a:lnTo>
                <a:lnTo>
                  <a:pt x="171234" y="501154"/>
                </a:lnTo>
                <a:lnTo>
                  <a:pt x="171234" y="463130"/>
                </a:lnTo>
                <a:close/>
              </a:path>
              <a:path w="486638" h="555929">
                <a:moveTo>
                  <a:pt x="159258" y="477392"/>
                </a:moveTo>
                <a:lnTo>
                  <a:pt x="159258" y="470268"/>
                </a:lnTo>
                <a:lnTo>
                  <a:pt x="26936" y="489889"/>
                </a:lnTo>
                <a:lnTo>
                  <a:pt x="23152" y="489318"/>
                </a:lnTo>
                <a:lnTo>
                  <a:pt x="23253" y="501446"/>
                </a:lnTo>
                <a:lnTo>
                  <a:pt x="159258" y="477392"/>
                </a:lnTo>
                <a:close/>
              </a:path>
              <a:path w="486638" h="555929">
                <a:moveTo>
                  <a:pt x="384111" y="512876"/>
                </a:moveTo>
                <a:lnTo>
                  <a:pt x="388086" y="507606"/>
                </a:lnTo>
                <a:lnTo>
                  <a:pt x="387267" y="507315"/>
                </a:lnTo>
                <a:lnTo>
                  <a:pt x="384111" y="506195"/>
                </a:lnTo>
                <a:lnTo>
                  <a:pt x="384111" y="507883"/>
                </a:lnTo>
                <a:lnTo>
                  <a:pt x="185448" y="543622"/>
                </a:lnTo>
                <a:lnTo>
                  <a:pt x="183959" y="543890"/>
                </a:lnTo>
                <a:lnTo>
                  <a:pt x="186931" y="544118"/>
                </a:lnTo>
                <a:lnTo>
                  <a:pt x="384111" y="512876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4935258" y="2728137"/>
            <a:ext cx="360171" cy="36690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4996268" y="3292043"/>
            <a:ext cx="492150" cy="81457"/>
          </a:xfrm>
          <a:custGeom>
            <a:avLst/>
            <a:gdLst/>
            <a:ahLst/>
            <a:cxnLst/>
            <a:rect l="l" t="t" r="r" b="b"/>
            <a:pathLst>
              <a:path w="492150" h="81457">
                <a:moveTo>
                  <a:pt x="422135" y="64401"/>
                </a:moveTo>
                <a:lnTo>
                  <a:pt x="419849" y="53085"/>
                </a:lnTo>
                <a:lnTo>
                  <a:pt x="411010" y="53098"/>
                </a:lnTo>
                <a:lnTo>
                  <a:pt x="395147" y="64401"/>
                </a:lnTo>
                <a:lnTo>
                  <a:pt x="422135" y="64401"/>
                </a:lnTo>
                <a:close/>
              </a:path>
              <a:path w="492150" h="81457">
                <a:moveTo>
                  <a:pt x="476516" y="81457"/>
                </a:moveTo>
                <a:lnTo>
                  <a:pt x="481825" y="75247"/>
                </a:lnTo>
                <a:lnTo>
                  <a:pt x="485749" y="68859"/>
                </a:lnTo>
                <a:lnTo>
                  <a:pt x="488314" y="62293"/>
                </a:lnTo>
                <a:lnTo>
                  <a:pt x="490867" y="55727"/>
                </a:lnTo>
                <a:lnTo>
                  <a:pt x="492150" y="48539"/>
                </a:lnTo>
                <a:lnTo>
                  <a:pt x="492150" y="32918"/>
                </a:lnTo>
                <a:lnTo>
                  <a:pt x="490867" y="25730"/>
                </a:lnTo>
                <a:lnTo>
                  <a:pt x="488314" y="19164"/>
                </a:lnTo>
                <a:lnTo>
                  <a:pt x="485749" y="12598"/>
                </a:lnTo>
                <a:lnTo>
                  <a:pt x="481825" y="6210"/>
                </a:lnTo>
                <a:lnTo>
                  <a:pt x="476516" y="0"/>
                </a:lnTo>
                <a:lnTo>
                  <a:pt x="460870" y="0"/>
                </a:lnTo>
                <a:lnTo>
                  <a:pt x="460870" y="1206"/>
                </a:lnTo>
                <a:lnTo>
                  <a:pt x="463105" y="3213"/>
                </a:lnTo>
                <a:lnTo>
                  <a:pt x="465239" y="5499"/>
                </a:lnTo>
                <a:lnTo>
                  <a:pt x="467271" y="8051"/>
                </a:lnTo>
                <a:lnTo>
                  <a:pt x="469303" y="10604"/>
                </a:lnTo>
                <a:lnTo>
                  <a:pt x="471195" y="13588"/>
                </a:lnTo>
                <a:lnTo>
                  <a:pt x="472935" y="17005"/>
                </a:lnTo>
                <a:lnTo>
                  <a:pt x="474599" y="20294"/>
                </a:lnTo>
                <a:lnTo>
                  <a:pt x="475945" y="23939"/>
                </a:lnTo>
                <a:lnTo>
                  <a:pt x="476986" y="27939"/>
                </a:lnTo>
                <a:lnTo>
                  <a:pt x="478027" y="31940"/>
                </a:lnTo>
                <a:lnTo>
                  <a:pt x="478548" y="36194"/>
                </a:lnTo>
                <a:lnTo>
                  <a:pt x="478548" y="45453"/>
                </a:lnTo>
                <a:lnTo>
                  <a:pt x="478040" y="49720"/>
                </a:lnTo>
                <a:lnTo>
                  <a:pt x="477024" y="53555"/>
                </a:lnTo>
                <a:lnTo>
                  <a:pt x="476008" y="57391"/>
                </a:lnTo>
                <a:lnTo>
                  <a:pt x="474649" y="61023"/>
                </a:lnTo>
                <a:lnTo>
                  <a:pt x="472935" y="64439"/>
                </a:lnTo>
                <a:lnTo>
                  <a:pt x="471309" y="67729"/>
                </a:lnTo>
                <a:lnTo>
                  <a:pt x="469442" y="70688"/>
                </a:lnTo>
                <a:lnTo>
                  <a:pt x="467334" y="73342"/>
                </a:lnTo>
                <a:lnTo>
                  <a:pt x="465226" y="75996"/>
                </a:lnTo>
                <a:lnTo>
                  <a:pt x="463080" y="78295"/>
                </a:lnTo>
                <a:lnTo>
                  <a:pt x="460870" y="80251"/>
                </a:lnTo>
                <a:lnTo>
                  <a:pt x="460870" y="81457"/>
                </a:lnTo>
                <a:lnTo>
                  <a:pt x="476516" y="81457"/>
                </a:lnTo>
                <a:close/>
              </a:path>
              <a:path w="492150" h="81457">
                <a:moveTo>
                  <a:pt x="114947" y="37020"/>
                </a:moveTo>
                <a:lnTo>
                  <a:pt x="116014" y="33591"/>
                </a:lnTo>
                <a:lnTo>
                  <a:pt x="118160" y="31064"/>
                </a:lnTo>
                <a:lnTo>
                  <a:pt x="120294" y="28536"/>
                </a:lnTo>
                <a:lnTo>
                  <a:pt x="123355" y="27279"/>
                </a:lnTo>
                <a:lnTo>
                  <a:pt x="129120" y="27279"/>
                </a:lnTo>
                <a:lnTo>
                  <a:pt x="130708" y="27482"/>
                </a:lnTo>
                <a:lnTo>
                  <a:pt x="132054" y="27876"/>
                </a:lnTo>
                <a:lnTo>
                  <a:pt x="133413" y="28282"/>
                </a:lnTo>
                <a:lnTo>
                  <a:pt x="134645" y="28778"/>
                </a:lnTo>
                <a:lnTo>
                  <a:pt x="135788" y="29387"/>
                </a:lnTo>
                <a:lnTo>
                  <a:pt x="136969" y="30022"/>
                </a:lnTo>
                <a:lnTo>
                  <a:pt x="137972" y="30670"/>
                </a:lnTo>
                <a:lnTo>
                  <a:pt x="138798" y="31330"/>
                </a:lnTo>
                <a:lnTo>
                  <a:pt x="139598" y="31991"/>
                </a:lnTo>
                <a:lnTo>
                  <a:pt x="140309" y="32575"/>
                </a:lnTo>
                <a:lnTo>
                  <a:pt x="140881" y="33070"/>
                </a:lnTo>
                <a:lnTo>
                  <a:pt x="142989" y="33070"/>
                </a:lnTo>
                <a:lnTo>
                  <a:pt x="142989" y="20370"/>
                </a:lnTo>
                <a:lnTo>
                  <a:pt x="140665" y="19253"/>
                </a:lnTo>
                <a:lnTo>
                  <a:pt x="138163" y="18364"/>
                </a:lnTo>
                <a:lnTo>
                  <a:pt x="135483" y="17665"/>
                </a:lnTo>
                <a:lnTo>
                  <a:pt x="132803" y="16992"/>
                </a:lnTo>
                <a:lnTo>
                  <a:pt x="129870" y="16636"/>
                </a:lnTo>
                <a:lnTo>
                  <a:pt x="123151" y="16636"/>
                </a:lnTo>
                <a:lnTo>
                  <a:pt x="119722" y="17094"/>
                </a:lnTo>
                <a:lnTo>
                  <a:pt x="116433" y="18008"/>
                </a:lnTo>
                <a:lnTo>
                  <a:pt x="113144" y="18910"/>
                </a:lnTo>
                <a:lnTo>
                  <a:pt x="110235" y="20345"/>
                </a:lnTo>
                <a:lnTo>
                  <a:pt x="107721" y="22313"/>
                </a:lnTo>
                <a:lnTo>
                  <a:pt x="105117" y="24383"/>
                </a:lnTo>
                <a:lnTo>
                  <a:pt x="103085" y="26987"/>
                </a:lnTo>
                <a:lnTo>
                  <a:pt x="101625" y="30137"/>
                </a:lnTo>
                <a:lnTo>
                  <a:pt x="100190" y="33273"/>
                </a:lnTo>
                <a:lnTo>
                  <a:pt x="99466" y="37020"/>
                </a:lnTo>
                <a:lnTo>
                  <a:pt x="99466" y="45453"/>
                </a:lnTo>
                <a:lnTo>
                  <a:pt x="100126" y="49047"/>
                </a:lnTo>
                <a:lnTo>
                  <a:pt x="101485" y="52108"/>
                </a:lnTo>
                <a:lnTo>
                  <a:pt x="102844" y="55168"/>
                </a:lnTo>
                <a:lnTo>
                  <a:pt x="104749" y="57708"/>
                </a:lnTo>
                <a:lnTo>
                  <a:pt x="107213" y="59728"/>
                </a:lnTo>
                <a:lnTo>
                  <a:pt x="109702" y="61734"/>
                </a:lnTo>
                <a:lnTo>
                  <a:pt x="112636" y="63233"/>
                </a:lnTo>
                <a:lnTo>
                  <a:pt x="116001" y="64198"/>
                </a:lnTo>
                <a:lnTo>
                  <a:pt x="119367" y="65163"/>
                </a:lnTo>
                <a:lnTo>
                  <a:pt x="123075" y="65646"/>
                </a:lnTo>
                <a:lnTo>
                  <a:pt x="130251" y="65646"/>
                </a:lnTo>
                <a:lnTo>
                  <a:pt x="133070" y="65316"/>
                </a:lnTo>
                <a:lnTo>
                  <a:pt x="135623" y="64668"/>
                </a:lnTo>
                <a:lnTo>
                  <a:pt x="138188" y="64020"/>
                </a:lnTo>
                <a:lnTo>
                  <a:pt x="140639" y="63144"/>
                </a:lnTo>
                <a:lnTo>
                  <a:pt x="142989" y="62039"/>
                </a:lnTo>
                <a:lnTo>
                  <a:pt x="142989" y="49339"/>
                </a:lnTo>
                <a:lnTo>
                  <a:pt x="140881" y="49339"/>
                </a:lnTo>
                <a:lnTo>
                  <a:pt x="140284" y="49910"/>
                </a:lnTo>
                <a:lnTo>
                  <a:pt x="139611" y="50507"/>
                </a:lnTo>
                <a:lnTo>
                  <a:pt x="138887" y="51117"/>
                </a:lnTo>
                <a:lnTo>
                  <a:pt x="138188" y="51727"/>
                </a:lnTo>
                <a:lnTo>
                  <a:pt x="137350" y="52298"/>
                </a:lnTo>
                <a:lnTo>
                  <a:pt x="136397" y="52857"/>
                </a:lnTo>
                <a:lnTo>
                  <a:pt x="135420" y="53428"/>
                </a:lnTo>
                <a:lnTo>
                  <a:pt x="134162" y="53936"/>
                </a:lnTo>
                <a:lnTo>
                  <a:pt x="132651" y="54368"/>
                </a:lnTo>
                <a:lnTo>
                  <a:pt x="131152" y="54787"/>
                </a:lnTo>
                <a:lnTo>
                  <a:pt x="129451" y="55003"/>
                </a:lnTo>
                <a:lnTo>
                  <a:pt x="123545" y="55003"/>
                </a:lnTo>
                <a:lnTo>
                  <a:pt x="120434" y="53847"/>
                </a:lnTo>
                <a:lnTo>
                  <a:pt x="118237" y="51523"/>
                </a:lnTo>
                <a:lnTo>
                  <a:pt x="116039" y="49212"/>
                </a:lnTo>
                <a:lnTo>
                  <a:pt x="114947" y="45821"/>
                </a:lnTo>
                <a:lnTo>
                  <a:pt x="114947" y="37020"/>
                </a:lnTo>
                <a:close/>
              </a:path>
              <a:path w="492150" h="81457">
                <a:moveTo>
                  <a:pt x="62928" y="2768"/>
                </a:moveTo>
                <a:lnTo>
                  <a:pt x="46621" y="2768"/>
                </a:lnTo>
                <a:lnTo>
                  <a:pt x="31686" y="46037"/>
                </a:lnTo>
                <a:lnTo>
                  <a:pt x="16751" y="2768"/>
                </a:lnTo>
                <a:lnTo>
                  <a:pt x="0" y="2768"/>
                </a:lnTo>
                <a:lnTo>
                  <a:pt x="22542" y="64401"/>
                </a:lnTo>
                <a:lnTo>
                  <a:pt x="40398" y="64401"/>
                </a:lnTo>
                <a:lnTo>
                  <a:pt x="62928" y="2768"/>
                </a:lnTo>
                <a:close/>
              </a:path>
              <a:path w="492150" h="81457">
                <a:moveTo>
                  <a:pt x="72927" y="17922"/>
                </a:moveTo>
                <a:lnTo>
                  <a:pt x="72927" y="64401"/>
                </a:lnTo>
                <a:lnTo>
                  <a:pt x="87909" y="64401"/>
                </a:lnTo>
                <a:lnTo>
                  <a:pt x="87909" y="17922"/>
                </a:lnTo>
                <a:lnTo>
                  <a:pt x="72927" y="17922"/>
                </a:lnTo>
                <a:close/>
              </a:path>
              <a:path w="492150" h="81457">
                <a:moveTo>
                  <a:pt x="72513" y="1"/>
                </a:moveTo>
                <a:lnTo>
                  <a:pt x="72513" y="11302"/>
                </a:lnTo>
                <a:lnTo>
                  <a:pt x="88328" y="11302"/>
                </a:lnTo>
                <a:lnTo>
                  <a:pt x="88328" y="1"/>
                </a:lnTo>
                <a:lnTo>
                  <a:pt x="72513" y="1"/>
                </a:lnTo>
                <a:close/>
              </a:path>
              <a:path w="492150" h="81457">
                <a:moveTo>
                  <a:pt x="170243" y="47574"/>
                </a:moveTo>
                <a:lnTo>
                  <a:pt x="170230" y="28016"/>
                </a:lnTo>
                <a:lnTo>
                  <a:pt x="184175" y="28016"/>
                </a:lnTo>
                <a:lnTo>
                  <a:pt x="184175" y="17919"/>
                </a:lnTo>
                <a:lnTo>
                  <a:pt x="170230" y="17919"/>
                </a:lnTo>
                <a:lnTo>
                  <a:pt x="170230" y="4635"/>
                </a:lnTo>
                <a:lnTo>
                  <a:pt x="155232" y="4635"/>
                </a:lnTo>
                <a:lnTo>
                  <a:pt x="155232" y="17919"/>
                </a:lnTo>
                <a:lnTo>
                  <a:pt x="149085" y="17919"/>
                </a:lnTo>
                <a:lnTo>
                  <a:pt x="149085" y="28016"/>
                </a:lnTo>
                <a:lnTo>
                  <a:pt x="155232" y="28016"/>
                </a:lnTo>
                <a:lnTo>
                  <a:pt x="155232" y="55435"/>
                </a:lnTo>
                <a:lnTo>
                  <a:pt x="156667" y="59448"/>
                </a:lnTo>
                <a:lnTo>
                  <a:pt x="159499" y="61798"/>
                </a:lnTo>
                <a:lnTo>
                  <a:pt x="162331" y="64134"/>
                </a:lnTo>
                <a:lnTo>
                  <a:pt x="166662" y="65316"/>
                </a:lnTo>
                <a:lnTo>
                  <a:pt x="175069" y="65316"/>
                </a:lnTo>
                <a:lnTo>
                  <a:pt x="177266" y="65201"/>
                </a:lnTo>
                <a:lnTo>
                  <a:pt x="179070" y="64960"/>
                </a:lnTo>
                <a:lnTo>
                  <a:pt x="180860" y="64731"/>
                </a:lnTo>
                <a:lnTo>
                  <a:pt x="182575" y="64401"/>
                </a:lnTo>
                <a:lnTo>
                  <a:pt x="184175" y="63995"/>
                </a:lnTo>
                <a:lnTo>
                  <a:pt x="184175" y="53809"/>
                </a:lnTo>
                <a:lnTo>
                  <a:pt x="182930" y="53809"/>
                </a:lnTo>
                <a:lnTo>
                  <a:pt x="182435" y="54089"/>
                </a:lnTo>
                <a:lnTo>
                  <a:pt x="181559" y="54381"/>
                </a:lnTo>
                <a:lnTo>
                  <a:pt x="180301" y="54724"/>
                </a:lnTo>
                <a:lnTo>
                  <a:pt x="179044" y="55041"/>
                </a:lnTo>
                <a:lnTo>
                  <a:pt x="178028" y="55219"/>
                </a:lnTo>
                <a:lnTo>
                  <a:pt x="175387" y="55219"/>
                </a:lnTo>
                <a:lnTo>
                  <a:pt x="173951" y="54927"/>
                </a:lnTo>
                <a:lnTo>
                  <a:pt x="172986" y="54356"/>
                </a:lnTo>
                <a:lnTo>
                  <a:pt x="171996" y="53797"/>
                </a:lnTo>
                <a:lnTo>
                  <a:pt x="171310" y="53035"/>
                </a:lnTo>
                <a:lnTo>
                  <a:pt x="170929" y="52069"/>
                </a:lnTo>
                <a:lnTo>
                  <a:pt x="170510" y="51092"/>
                </a:lnTo>
                <a:lnTo>
                  <a:pt x="170294" y="50012"/>
                </a:lnTo>
                <a:lnTo>
                  <a:pt x="170268" y="48780"/>
                </a:lnTo>
                <a:lnTo>
                  <a:pt x="170243" y="47574"/>
                </a:lnTo>
                <a:close/>
              </a:path>
              <a:path w="492150" h="81457">
                <a:moveTo>
                  <a:pt x="194263" y="17922"/>
                </a:moveTo>
                <a:lnTo>
                  <a:pt x="194263" y="64401"/>
                </a:lnTo>
                <a:lnTo>
                  <a:pt x="209245" y="64401"/>
                </a:lnTo>
                <a:lnTo>
                  <a:pt x="209245" y="17922"/>
                </a:lnTo>
                <a:lnTo>
                  <a:pt x="194263" y="17922"/>
                </a:lnTo>
                <a:close/>
              </a:path>
              <a:path w="492150" h="81457">
                <a:moveTo>
                  <a:pt x="193848" y="1"/>
                </a:moveTo>
                <a:lnTo>
                  <a:pt x="193848" y="11302"/>
                </a:lnTo>
                <a:lnTo>
                  <a:pt x="209664" y="11302"/>
                </a:lnTo>
                <a:lnTo>
                  <a:pt x="209664" y="1"/>
                </a:lnTo>
                <a:lnTo>
                  <a:pt x="193848" y="1"/>
                </a:lnTo>
                <a:close/>
              </a:path>
              <a:path w="492150" h="81457">
                <a:moveTo>
                  <a:pt x="271437" y="30467"/>
                </a:moveTo>
                <a:lnTo>
                  <a:pt x="272884" y="29756"/>
                </a:lnTo>
                <a:lnTo>
                  <a:pt x="274078" y="29324"/>
                </a:lnTo>
                <a:lnTo>
                  <a:pt x="275272" y="28892"/>
                </a:lnTo>
                <a:lnTo>
                  <a:pt x="276479" y="28689"/>
                </a:lnTo>
                <a:lnTo>
                  <a:pt x="279577" y="28689"/>
                </a:lnTo>
                <a:lnTo>
                  <a:pt x="281025" y="28917"/>
                </a:lnTo>
                <a:lnTo>
                  <a:pt x="282041" y="29362"/>
                </a:lnTo>
                <a:lnTo>
                  <a:pt x="283070" y="29819"/>
                </a:lnTo>
                <a:lnTo>
                  <a:pt x="283819" y="30543"/>
                </a:lnTo>
                <a:lnTo>
                  <a:pt x="284289" y="31534"/>
                </a:lnTo>
                <a:lnTo>
                  <a:pt x="284797" y="32537"/>
                </a:lnTo>
                <a:lnTo>
                  <a:pt x="285076" y="33820"/>
                </a:lnTo>
                <a:lnTo>
                  <a:pt x="285178" y="35382"/>
                </a:lnTo>
                <a:lnTo>
                  <a:pt x="285280" y="36956"/>
                </a:lnTo>
                <a:lnTo>
                  <a:pt x="285318" y="38900"/>
                </a:lnTo>
                <a:lnTo>
                  <a:pt x="285318" y="64401"/>
                </a:lnTo>
                <a:lnTo>
                  <a:pt x="300316" y="64401"/>
                </a:lnTo>
                <a:lnTo>
                  <a:pt x="300316" y="28486"/>
                </a:lnTo>
                <a:lnTo>
                  <a:pt x="299008" y="24155"/>
                </a:lnTo>
                <a:lnTo>
                  <a:pt x="296392" y="21145"/>
                </a:lnTo>
                <a:lnTo>
                  <a:pt x="293776" y="18148"/>
                </a:lnTo>
                <a:lnTo>
                  <a:pt x="289966" y="16636"/>
                </a:lnTo>
                <a:lnTo>
                  <a:pt x="282219" y="16636"/>
                </a:lnTo>
                <a:lnTo>
                  <a:pt x="279450" y="17348"/>
                </a:lnTo>
                <a:lnTo>
                  <a:pt x="276644" y="18795"/>
                </a:lnTo>
                <a:lnTo>
                  <a:pt x="273824" y="20231"/>
                </a:lnTo>
                <a:lnTo>
                  <a:pt x="270916" y="22199"/>
                </a:lnTo>
                <a:lnTo>
                  <a:pt x="267931" y="24714"/>
                </a:lnTo>
                <a:lnTo>
                  <a:pt x="266611" y="22059"/>
                </a:lnTo>
                <a:lnTo>
                  <a:pt x="264782" y="20053"/>
                </a:lnTo>
                <a:lnTo>
                  <a:pt x="262432" y="18681"/>
                </a:lnTo>
                <a:lnTo>
                  <a:pt x="260083" y="17322"/>
                </a:lnTo>
                <a:lnTo>
                  <a:pt x="257365" y="16636"/>
                </a:lnTo>
                <a:lnTo>
                  <a:pt x="251447" y="16636"/>
                </a:lnTo>
                <a:lnTo>
                  <a:pt x="248856" y="17208"/>
                </a:lnTo>
                <a:lnTo>
                  <a:pt x="246506" y="18338"/>
                </a:lnTo>
                <a:lnTo>
                  <a:pt x="244157" y="19469"/>
                </a:lnTo>
                <a:lnTo>
                  <a:pt x="241693" y="21043"/>
                </a:lnTo>
                <a:lnTo>
                  <a:pt x="239128" y="23050"/>
                </a:lnTo>
                <a:lnTo>
                  <a:pt x="239128" y="17919"/>
                </a:lnTo>
                <a:lnTo>
                  <a:pt x="224142" y="17919"/>
                </a:lnTo>
                <a:lnTo>
                  <a:pt x="224142" y="64401"/>
                </a:lnTo>
                <a:lnTo>
                  <a:pt x="239128" y="64401"/>
                </a:lnTo>
                <a:lnTo>
                  <a:pt x="239128" y="31457"/>
                </a:lnTo>
                <a:lnTo>
                  <a:pt x="240233" y="30797"/>
                </a:lnTo>
                <a:lnTo>
                  <a:pt x="241477" y="30162"/>
                </a:lnTo>
                <a:lnTo>
                  <a:pt x="242862" y="29578"/>
                </a:lnTo>
                <a:lnTo>
                  <a:pt x="244246" y="28981"/>
                </a:lnTo>
                <a:lnTo>
                  <a:pt x="245668" y="28689"/>
                </a:lnTo>
                <a:lnTo>
                  <a:pt x="248958" y="28689"/>
                </a:lnTo>
                <a:lnTo>
                  <a:pt x="250380" y="28917"/>
                </a:lnTo>
                <a:lnTo>
                  <a:pt x="251396" y="29362"/>
                </a:lnTo>
                <a:lnTo>
                  <a:pt x="252412" y="29819"/>
                </a:lnTo>
                <a:lnTo>
                  <a:pt x="253161" y="30543"/>
                </a:lnTo>
                <a:lnTo>
                  <a:pt x="253657" y="31534"/>
                </a:lnTo>
                <a:lnTo>
                  <a:pt x="254139" y="32537"/>
                </a:lnTo>
                <a:lnTo>
                  <a:pt x="254457" y="33820"/>
                </a:lnTo>
                <a:lnTo>
                  <a:pt x="254558" y="35407"/>
                </a:lnTo>
                <a:lnTo>
                  <a:pt x="254673" y="36995"/>
                </a:lnTo>
                <a:lnTo>
                  <a:pt x="254723" y="38912"/>
                </a:lnTo>
                <a:lnTo>
                  <a:pt x="254723" y="64401"/>
                </a:lnTo>
                <a:lnTo>
                  <a:pt x="269709" y="64401"/>
                </a:lnTo>
                <a:lnTo>
                  <a:pt x="269709" y="31457"/>
                </a:lnTo>
                <a:lnTo>
                  <a:pt x="271437" y="30467"/>
                </a:lnTo>
                <a:close/>
              </a:path>
              <a:path w="492150" h="81457">
                <a:moveTo>
                  <a:pt x="361327" y="36194"/>
                </a:moveTo>
                <a:lnTo>
                  <a:pt x="361835" y="31940"/>
                </a:lnTo>
                <a:lnTo>
                  <a:pt x="362877" y="27939"/>
                </a:lnTo>
                <a:lnTo>
                  <a:pt x="363918" y="23939"/>
                </a:lnTo>
                <a:lnTo>
                  <a:pt x="365277" y="20294"/>
                </a:lnTo>
                <a:lnTo>
                  <a:pt x="366928" y="17005"/>
                </a:lnTo>
                <a:lnTo>
                  <a:pt x="368668" y="13588"/>
                </a:lnTo>
                <a:lnTo>
                  <a:pt x="370560" y="10604"/>
                </a:lnTo>
                <a:lnTo>
                  <a:pt x="372592" y="8051"/>
                </a:lnTo>
                <a:lnTo>
                  <a:pt x="374624" y="5499"/>
                </a:lnTo>
                <a:lnTo>
                  <a:pt x="376770" y="3213"/>
                </a:lnTo>
                <a:lnTo>
                  <a:pt x="379006" y="1206"/>
                </a:lnTo>
                <a:lnTo>
                  <a:pt x="379006" y="0"/>
                </a:lnTo>
                <a:lnTo>
                  <a:pt x="363359" y="0"/>
                </a:lnTo>
                <a:lnTo>
                  <a:pt x="358051" y="6210"/>
                </a:lnTo>
                <a:lnTo>
                  <a:pt x="354114" y="12598"/>
                </a:lnTo>
                <a:lnTo>
                  <a:pt x="351548" y="19164"/>
                </a:lnTo>
                <a:lnTo>
                  <a:pt x="348983" y="25730"/>
                </a:lnTo>
                <a:lnTo>
                  <a:pt x="347713" y="32918"/>
                </a:lnTo>
                <a:lnTo>
                  <a:pt x="347713" y="48539"/>
                </a:lnTo>
                <a:lnTo>
                  <a:pt x="348983" y="55727"/>
                </a:lnTo>
                <a:lnTo>
                  <a:pt x="351548" y="62293"/>
                </a:lnTo>
                <a:lnTo>
                  <a:pt x="354114" y="68859"/>
                </a:lnTo>
                <a:lnTo>
                  <a:pt x="358051" y="75247"/>
                </a:lnTo>
                <a:lnTo>
                  <a:pt x="363359" y="81457"/>
                </a:lnTo>
                <a:lnTo>
                  <a:pt x="379006" y="81457"/>
                </a:lnTo>
                <a:lnTo>
                  <a:pt x="379006" y="80251"/>
                </a:lnTo>
                <a:lnTo>
                  <a:pt x="376796" y="78295"/>
                </a:lnTo>
                <a:lnTo>
                  <a:pt x="374637" y="75984"/>
                </a:lnTo>
                <a:lnTo>
                  <a:pt x="372554" y="73317"/>
                </a:lnTo>
                <a:lnTo>
                  <a:pt x="370459" y="70662"/>
                </a:lnTo>
                <a:lnTo>
                  <a:pt x="368579" y="67703"/>
                </a:lnTo>
                <a:lnTo>
                  <a:pt x="366928" y="64439"/>
                </a:lnTo>
                <a:lnTo>
                  <a:pt x="365213" y="61023"/>
                </a:lnTo>
                <a:lnTo>
                  <a:pt x="363842" y="57391"/>
                </a:lnTo>
                <a:lnTo>
                  <a:pt x="362839" y="53555"/>
                </a:lnTo>
                <a:lnTo>
                  <a:pt x="361823" y="49720"/>
                </a:lnTo>
                <a:lnTo>
                  <a:pt x="361327" y="45453"/>
                </a:lnTo>
                <a:lnTo>
                  <a:pt x="361327" y="36194"/>
                </a:lnTo>
                <a:close/>
              </a:path>
              <a:path w="492150" h="81457">
                <a:moveTo>
                  <a:pt x="423100" y="26619"/>
                </a:moveTo>
                <a:lnTo>
                  <a:pt x="421703" y="26898"/>
                </a:lnTo>
                <a:lnTo>
                  <a:pt x="419938" y="26987"/>
                </a:lnTo>
                <a:lnTo>
                  <a:pt x="418160" y="27063"/>
                </a:lnTo>
                <a:lnTo>
                  <a:pt x="416013" y="27114"/>
                </a:lnTo>
                <a:lnTo>
                  <a:pt x="416864" y="37744"/>
                </a:lnTo>
                <a:lnTo>
                  <a:pt x="419150" y="37757"/>
                </a:lnTo>
                <a:lnTo>
                  <a:pt x="421322" y="37782"/>
                </a:lnTo>
                <a:lnTo>
                  <a:pt x="423506" y="37820"/>
                </a:lnTo>
                <a:lnTo>
                  <a:pt x="425221" y="38011"/>
                </a:lnTo>
                <a:lnTo>
                  <a:pt x="426453" y="38366"/>
                </a:lnTo>
                <a:lnTo>
                  <a:pt x="426504" y="24701"/>
                </a:lnTo>
                <a:lnTo>
                  <a:pt x="425564" y="25526"/>
                </a:lnTo>
                <a:lnTo>
                  <a:pt x="424129" y="26161"/>
                </a:lnTo>
                <a:lnTo>
                  <a:pt x="423100" y="26619"/>
                </a:lnTo>
                <a:close/>
              </a:path>
              <a:path w="492150" h="81457">
                <a:moveTo>
                  <a:pt x="445020" y="55867"/>
                </a:moveTo>
                <a:lnTo>
                  <a:pt x="446227" y="53517"/>
                </a:lnTo>
                <a:lnTo>
                  <a:pt x="447433" y="51168"/>
                </a:lnTo>
                <a:lnTo>
                  <a:pt x="448043" y="48513"/>
                </a:lnTo>
                <a:lnTo>
                  <a:pt x="448043" y="41414"/>
                </a:lnTo>
                <a:lnTo>
                  <a:pt x="446862" y="38100"/>
                </a:lnTo>
                <a:lnTo>
                  <a:pt x="444474" y="35598"/>
                </a:lnTo>
                <a:lnTo>
                  <a:pt x="442112" y="33083"/>
                </a:lnTo>
                <a:lnTo>
                  <a:pt x="438924" y="31432"/>
                </a:lnTo>
                <a:lnTo>
                  <a:pt x="434873" y="30632"/>
                </a:lnTo>
                <a:lnTo>
                  <a:pt x="434873" y="30302"/>
                </a:lnTo>
                <a:lnTo>
                  <a:pt x="437756" y="29032"/>
                </a:lnTo>
                <a:lnTo>
                  <a:pt x="439978" y="27254"/>
                </a:lnTo>
                <a:lnTo>
                  <a:pt x="441553" y="24980"/>
                </a:lnTo>
                <a:lnTo>
                  <a:pt x="443128" y="22707"/>
                </a:lnTo>
                <a:lnTo>
                  <a:pt x="443928" y="20065"/>
                </a:lnTo>
                <a:lnTo>
                  <a:pt x="443928" y="14528"/>
                </a:lnTo>
                <a:lnTo>
                  <a:pt x="443356" y="12242"/>
                </a:lnTo>
                <a:lnTo>
                  <a:pt x="442201" y="10248"/>
                </a:lnTo>
                <a:lnTo>
                  <a:pt x="441058" y="8242"/>
                </a:lnTo>
                <a:lnTo>
                  <a:pt x="439305" y="6642"/>
                </a:lnTo>
                <a:lnTo>
                  <a:pt x="436943" y="5460"/>
                </a:lnTo>
                <a:lnTo>
                  <a:pt x="434682" y="4330"/>
                </a:lnTo>
                <a:lnTo>
                  <a:pt x="432384" y="3606"/>
                </a:lnTo>
                <a:lnTo>
                  <a:pt x="430072" y="3263"/>
                </a:lnTo>
                <a:lnTo>
                  <a:pt x="427774" y="2933"/>
                </a:lnTo>
                <a:lnTo>
                  <a:pt x="424129" y="2768"/>
                </a:lnTo>
                <a:lnTo>
                  <a:pt x="395147" y="2768"/>
                </a:lnTo>
                <a:lnTo>
                  <a:pt x="395147" y="64401"/>
                </a:lnTo>
                <a:lnTo>
                  <a:pt x="411010" y="53098"/>
                </a:lnTo>
                <a:lnTo>
                  <a:pt x="411010" y="37744"/>
                </a:lnTo>
                <a:lnTo>
                  <a:pt x="416864" y="37744"/>
                </a:lnTo>
                <a:lnTo>
                  <a:pt x="416013" y="27114"/>
                </a:lnTo>
                <a:lnTo>
                  <a:pt x="411010" y="27114"/>
                </a:lnTo>
                <a:lnTo>
                  <a:pt x="411010" y="14071"/>
                </a:lnTo>
                <a:lnTo>
                  <a:pt x="415632" y="14071"/>
                </a:lnTo>
                <a:lnTo>
                  <a:pt x="418058" y="14096"/>
                </a:lnTo>
                <a:lnTo>
                  <a:pt x="419785" y="14135"/>
                </a:lnTo>
                <a:lnTo>
                  <a:pt x="421525" y="14173"/>
                </a:lnTo>
                <a:lnTo>
                  <a:pt x="422960" y="14414"/>
                </a:lnTo>
                <a:lnTo>
                  <a:pt x="424129" y="14858"/>
                </a:lnTo>
                <a:lnTo>
                  <a:pt x="425424" y="15354"/>
                </a:lnTo>
                <a:lnTo>
                  <a:pt x="426326" y="16116"/>
                </a:lnTo>
                <a:lnTo>
                  <a:pt x="426847" y="17132"/>
                </a:lnTo>
                <a:lnTo>
                  <a:pt x="427354" y="18160"/>
                </a:lnTo>
                <a:lnTo>
                  <a:pt x="427609" y="19176"/>
                </a:lnTo>
                <a:lnTo>
                  <a:pt x="427609" y="21526"/>
                </a:lnTo>
                <a:lnTo>
                  <a:pt x="427380" y="22682"/>
                </a:lnTo>
                <a:lnTo>
                  <a:pt x="426948" y="23698"/>
                </a:lnTo>
                <a:lnTo>
                  <a:pt x="426504" y="24701"/>
                </a:lnTo>
                <a:lnTo>
                  <a:pt x="426453" y="38366"/>
                </a:lnTo>
                <a:lnTo>
                  <a:pt x="428282" y="38900"/>
                </a:lnTo>
                <a:lnTo>
                  <a:pt x="429577" y="39687"/>
                </a:lnTo>
                <a:lnTo>
                  <a:pt x="430326" y="40754"/>
                </a:lnTo>
                <a:lnTo>
                  <a:pt x="431101" y="41808"/>
                </a:lnTo>
                <a:lnTo>
                  <a:pt x="431469" y="43319"/>
                </a:lnTo>
                <a:lnTo>
                  <a:pt x="431469" y="46774"/>
                </a:lnTo>
                <a:lnTo>
                  <a:pt x="431164" y="48082"/>
                </a:lnTo>
                <a:lnTo>
                  <a:pt x="430542" y="49237"/>
                </a:lnTo>
                <a:lnTo>
                  <a:pt x="429920" y="50380"/>
                </a:lnTo>
                <a:lnTo>
                  <a:pt x="428777" y="51295"/>
                </a:lnTo>
                <a:lnTo>
                  <a:pt x="427126" y="51981"/>
                </a:lnTo>
                <a:lnTo>
                  <a:pt x="425500" y="52679"/>
                </a:lnTo>
                <a:lnTo>
                  <a:pt x="423710" y="53035"/>
                </a:lnTo>
                <a:lnTo>
                  <a:pt x="421779" y="53060"/>
                </a:lnTo>
                <a:lnTo>
                  <a:pt x="419849" y="53085"/>
                </a:lnTo>
                <a:lnTo>
                  <a:pt x="422135" y="64401"/>
                </a:lnTo>
                <a:lnTo>
                  <a:pt x="426618" y="64401"/>
                </a:lnTo>
                <a:lnTo>
                  <a:pt x="430314" y="64020"/>
                </a:lnTo>
                <a:lnTo>
                  <a:pt x="433235" y="63245"/>
                </a:lnTo>
                <a:lnTo>
                  <a:pt x="436156" y="62471"/>
                </a:lnTo>
                <a:lnTo>
                  <a:pt x="438835" y="61175"/>
                </a:lnTo>
                <a:lnTo>
                  <a:pt x="441274" y="59347"/>
                </a:lnTo>
                <a:lnTo>
                  <a:pt x="443369" y="57810"/>
                </a:lnTo>
                <a:lnTo>
                  <a:pt x="445020" y="558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069196" y="3333205"/>
            <a:ext cx="14982" cy="0"/>
          </a:xfrm>
          <a:custGeom>
            <a:avLst/>
            <a:gdLst/>
            <a:ahLst/>
            <a:cxnLst/>
            <a:rect l="l" t="t" r="r" b="b"/>
            <a:pathLst>
              <a:path w="14982">
                <a:moveTo>
                  <a:pt x="0" y="0"/>
                </a:moveTo>
                <a:lnTo>
                  <a:pt x="14982" y="0"/>
                </a:lnTo>
              </a:path>
            </a:pathLst>
          </a:custGeom>
          <a:ln w="477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068781" y="3297695"/>
            <a:ext cx="15815" cy="0"/>
          </a:xfrm>
          <a:custGeom>
            <a:avLst/>
            <a:gdLst/>
            <a:ahLst/>
            <a:cxnLst/>
            <a:rect l="l" t="t" r="r" b="b"/>
            <a:pathLst>
              <a:path w="15815">
                <a:moveTo>
                  <a:pt x="0" y="0"/>
                </a:moveTo>
                <a:lnTo>
                  <a:pt x="15815" y="0"/>
                </a:lnTo>
              </a:path>
            </a:pathLst>
          </a:custGeom>
          <a:ln w="125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5190532" y="3333205"/>
            <a:ext cx="14982" cy="0"/>
          </a:xfrm>
          <a:custGeom>
            <a:avLst/>
            <a:gdLst/>
            <a:ahLst/>
            <a:cxnLst/>
            <a:rect l="l" t="t" r="r" b="b"/>
            <a:pathLst>
              <a:path w="14982">
                <a:moveTo>
                  <a:pt x="0" y="0"/>
                </a:moveTo>
                <a:lnTo>
                  <a:pt x="14982" y="0"/>
                </a:lnTo>
              </a:path>
            </a:pathLst>
          </a:custGeom>
          <a:ln w="477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190117" y="3297695"/>
            <a:ext cx="15815" cy="0"/>
          </a:xfrm>
          <a:custGeom>
            <a:avLst/>
            <a:gdLst/>
            <a:ahLst/>
            <a:cxnLst/>
            <a:rect l="l" t="t" r="r" b="b"/>
            <a:pathLst>
              <a:path w="15815">
                <a:moveTo>
                  <a:pt x="0" y="0"/>
                </a:moveTo>
                <a:lnTo>
                  <a:pt x="15815" y="0"/>
                </a:lnTo>
              </a:path>
            </a:pathLst>
          </a:custGeom>
          <a:ln w="125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607808" y="2502408"/>
            <a:ext cx="371855" cy="37185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5673852" y="2945891"/>
            <a:ext cx="436752" cy="51435"/>
          </a:xfrm>
          <a:custGeom>
            <a:avLst/>
            <a:gdLst/>
            <a:ahLst/>
            <a:cxnLst/>
            <a:rect l="l" t="t" r="r" b="b"/>
            <a:pathLst>
              <a:path w="436752" h="51435">
                <a:moveTo>
                  <a:pt x="0" y="0"/>
                </a:moveTo>
                <a:lnTo>
                  <a:pt x="436752" y="51435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-76200" y="1200911"/>
            <a:ext cx="1981200" cy="381000"/>
          </a:xfrm>
          <a:custGeom>
            <a:avLst/>
            <a:gdLst/>
            <a:ahLst/>
            <a:cxnLst/>
            <a:rect l="l" t="t" r="r" b="b"/>
            <a:pathLst>
              <a:path w="1981200" h="381000">
                <a:moveTo>
                  <a:pt x="1918754" y="380991"/>
                </a:moveTo>
                <a:lnTo>
                  <a:pt x="1957844" y="366691"/>
                </a:lnTo>
                <a:lnTo>
                  <a:pt x="1979554" y="331913"/>
                </a:lnTo>
                <a:lnTo>
                  <a:pt x="1981200" y="317500"/>
                </a:lnTo>
                <a:lnTo>
                  <a:pt x="1981191" y="62445"/>
                </a:lnTo>
                <a:lnTo>
                  <a:pt x="1966891" y="23355"/>
                </a:lnTo>
                <a:lnTo>
                  <a:pt x="1932113" y="1645"/>
                </a:lnTo>
                <a:lnTo>
                  <a:pt x="19177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19187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0893" y="1283208"/>
            <a:ext cx="8034313" cy="6507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221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ARP</a:t>
            </a:r>
            <a:r>
              <a:rPr sz="2700" spc="-54" baseline="3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3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  <a:p>
            <a:pPr marL="183083">
              <a:lnSpc>
                <a:spcPct val="95825"/>
              </a:lnSpc>
              <a:spcBef>
                <a:spcPts val="708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3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atu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ous</a:t>
            </a:r>
            <a:r>
              <a:rPr sz="2000" spc="-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ket</a:t>
            </a:r>
            <a:r>
              <a:rPr sz="2000" spc="-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nt,</a:t>
            </a:r>
            <a:r>
              <a:rPr sz="2000" spc="-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’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ac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-9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gets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poiso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276" y="1946846"/>
            <a:ext cx="3457153" cy="59689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85"/>
              </a:lnSpc>
              <a:spcBef>
                <a:spcPts val="114"/>
              </a:spcBef>
            </a:pPr>
            <a:r>
              <a:rPr sz="3000" spc="4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3000" spc="0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3000" spc="9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3000" spc="0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3000" spc="144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3000" spc="360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-4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3000" spc="0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nt</a:t>
            </a:r>
            <a:r>
              <a:rPr sz="3000" spc="9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3000" spc="0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y:</a:t>
            </a:r>
            <a:r>
              <a:rPr sz="3000" spc="243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4413" dirty="0">
                <a:solidFill>
                  <a:srgbClr val="C00000"/>
                </a:solidFill>
                <a:latin typeface="Courier New"/>
                <a:cs typeface="Courier New"/>
              </a:rPr>
              <a:t>IP_</a:t>
            </a:r>
            <a:r>
              <a:rPr sz="3000" spc="-4" baseline="4413" dirty="0">
                <a:solidFill>
                  <a:srgbClr val="C00000"/>
                </a:solidFill>
                <a:latin typeface="Courier New"/>
                <a:cs typeface="Courier New"/>
              </a:rPr>
              <a:t>A-</a:t>
            </a:r>
            <a:r>
              <a:rPr sz="3000" spc="0" baseline="4413" dirty="0">
                <a:solidFill>
                  <a:srgbClr val="C00000"/>
                </a:solidFill>
                <a:latin typeface="Courier New"/>
                <a:cs typeface="Courier New"/>
              </a:rPr>
              <a:t>&gt;MAC_M</a:t>
            </a:r>
            <a:r>
              <a:rPr sz="3000" spc="0" baseline="4348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40342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000" spc="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-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fo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66519" y="1946846"/>
            <a:ext cx="4619939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xt</a:t>
            </a:r>
            <a:r>
              <a:rPr sz="2000" spc="2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me</a:t>
            </a:r>
            <a:r>
              <a:rPr sz="2000" spc="3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-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ants</a:t>
            </a:r>
            <a:r>
              <a:rPr sz="2000" spc="-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packet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2050" y="2648839"/>
            <a:ext cx="1375503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b="1" spc="4" baseline="2275" dirty="0">
                <a:latin typeface="Calibri"/>
                <a:cs typeface="Calibri"/>
              </a:rPr>
              <a:t>A</a:t>
            </a:r>
            <a:r>
              <a:rPr sz="1800" b="1" spc="-4" baseline="2275" dirty="0">
                <a:latin typeface="Calibri"/>
                <a:cs typeface="Calibri"/>
              </a:rPr>
              <a:t>R</a:t>
            </a:r>
            <a:r>
              <a:rPr sz="1800" b="1" spc="0" baseline="2275" dirty="0">
                <a:latin typeface="Calibri"/>
                <a:cs typeface="Calibri"/>
              </a:rPr>
              <a:t>P</a:t>
            </a:r>
            <a:r>
              <a:rPr sz="1800" b="1" spc="-19" baseline="2415" dirty="0">
                <a:latin typeface="Times New Roman"/>
                <a:cs typeface="Times New Roman"/>
              </a:rPr>
              <a:t> </a:t>
            </a:r>
            <a:r>
              <a:rPr sz="1800" b="1" spc="0" baseline="2275" dirty="0">
                <a:latin typeface="Calibri"/>
                <a:cs typeface="Calibri"/>
              </a:rPr>
              <a:t>C</a:t>
            </a:r>
            <a:r>
              <a:rPr sz="1800" b="1" spc="-4" baseline="2275" dirty="0">
                <a:latin typeface="Calibri"/>
                <a:cs typeface="Calibri"/>
              </a:rPr>
              <a:t>a</a:t>
            </a:r>
            <a:r>
              <a:rPr sz="1800" b="1" spc="0" baseline="2275" dirty="0">
                <a:latin typeface="Calibri"/>
                <a:cs typeface="Calibri"/>
              </a:rPr>
              <a:t>c</a:t>
            </a:r>
            <a:r>
              <a:rPr sz="1800" b="1" spc="4" baseline="2275" dirty="0">
                <a:latin typeface="Calibri"/>
                <a:cs typeface="Calibri"/>
              </a:rPr>
              <a:t>h</a:t>
            </a:r>
            <a:r>
              <a:rPr sz="1800" b="1" spc="0" baseline="2275" dirty="0">
                <a:latin typeface="Calibri"/>
                <a:cs typeface="Calibri"/>
              </a:rPr>
              <a:t>e</a:t>
            </a:r>
            <a:r>
              <a:rPr sz="1800" b="1" spc="-29" baseline="2415" dirty="0">
                <a:latin typeface="Times New Roman"/>
                <a:cs typeface="Times New Roman"/>
              </a:rPr>
              <a:t> </a:t>
            </a:r>
            <a:r>
              <a:rPr sz="1800" b="1" spc="0" baseline="2275" dirty="0">
                <a:latin typeface="Calibri"/>
                <a:cs typeface="Calibri"/>
              </a:rPr>
              <a:t>V</a:t>
            </a:r>
            <a:r>
              <a:rPr sz="1800" b="1" spc="4" baseline="2275" dirty="0">
                <a:latin typeface="Calibri"/>
                <a:cs typeface="Calibri"/>
              </a:rPr>
              <a:t>i</a:t>
            </a:r>
            <a:r>
              <a:rPr sz="1800" b="1" spc="0" baseline="2275" dirty="0">
                <a:latin typeface="Calibri"/>
                <a:cs typeface="Calibri"/>
              </a:rPr>
              <a:t>c</a:t>
            </a:r>
            <a:r>
              <a:rPr sz="1800" b="1" spc="4" baseline="2275" dirty="0">
                <a:latin typeface="Calibri"/>
                <a:cs typeface="Calibri"/>
              </a:rPr>
              <a:t>ti</a:t>
            </a:r>
            <a:r>
              <a:rPr sz="1800" b="1" spc="0" baseline="2275" dirty="0">
                <a:latin typeface="Calibri"/>
                <a:cs typeface="Calibri"/>
              </a:rPr>
              <a:t>m</a:t>
            </a:r>
            <a:r>
              <a:rPr sz="1800" b="1" spc="-39" baseline="2415" dirty="0">
                <a:latin typeface="Times New Roman"/>
                <a:cs typeface="Times New Roman"/>
              </a:rPr>
              <a:t> </a:t>
            </a:r>
            <a:r>
              <a:rPr sz="1800" b="1" spc="0" baseline="2275" dirty="0">
                <a:latin typeface="Calibri"/>
                <a:cs typeface="Calibri"/>
              </a:rPr>
              <a:t>(B)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9366" y="3858641"/>
            <a:ext cx="1459211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800" b="1" spc="0" baseline="2275" dirty="0">
                <a:latin typeface="Calibri"/>
                <a:cs typeface="Calibri"/>
              </a:rPr>
              <a:t>G</a:t>
            </a:r>
            <a:r>
              <a:rPr sz="1800" b="1" spc="-19" baseline="2275" dirty="0">
                <a:latin typeface="Calibri"/>
                <a:cs typeface="Calibri"/>
              </a:rPr>
              <a:t>ra</a:t>
            </a:r>
            <a:r>
              <a:rPr sz="1800" b="1" spc="0" baseline="2275" dirty="0">
                <a:latin typeface="Calibri"/>
                <a:cs typeface="Calibri"/>
              </a:rPr>
              <a:t>t</a:t>
            </a:r>
            <a:r>
              <a:rPr sz="1800" b="1" spc="4" baseline="2275" dirty="0">
                <a:latin typeface="Calibri"/>
                <a:cs typeface="Calibri"/>
              </a:rPr>
              <a:t>ui</a:t>
            </a:r>
            <a:r>
              <a:rPr sz="1800" b="1" spc="-9" baseline="2275" dirty="0">
                <a:latin typeface="Calibri"/>
                <a:cs typeface="Calibri"/>
              </a:rPr>
              <a:t>t</a:t>
            </a:r>
            <a:r>
              <a:rPr sz="1800" b="1" spc="0" baseline="2275" dirty="0">
                <a:latin typeface="Calibri"/>
                <a:cs typeface="Calibri"/>
              </a:rPr>
              <a:t>ous</a:t>
            </a:r>
            <a:r>
              <a:rPr sz="1800" b="1" spc="-39" baseline="2415" dirty="0">
                <a:latin typeface="Times New Roman"/>
                <a:cs typeface="Times New Roman"/>
              </a:rPr>
              <a:t> </a:t>
            </a:r>
            <a:r>
              <a:rPr sz="1800" b="1" spc="0" baseline="2275" dirty="0">
                <a:latin typeface="Calibri"/>
                <a:cs typeface="Calibri"/>
              </a:rPr>
              <a:t>ARP</a:t>
            </a:r>
            <a:r>
              <a:rPr sz="1800" b="1" spc="-39" baseline="2415" dirty="0">
                <a:latin typeface="Times New Roman"/>
                <a:cs typeface="Times New Roman"/>
              </a:rPr>
              <a:t> </a:t>
            </a:r>
            <a:r>
              <a:rPr sz="1800" b="1" spc="-29" baseline="2275" dirty="0">
                <a:latin typeface="Calibri"/>
                <a:cs typeface="Calibri"/>
              </a:rPr>
              <a:t>P</a:t>
            </a:r>
            <a:r>
              <a:rPr sz="1800" b="1" spc="-4" baseline="2275" dirty="0">
                <a:latin typeface="Calibri"/>
                <a:cs typeface="Calibri"/>
              </a:rPr>
              <a:t>a</a:t>
            </a:r>
            <a:r>
              <a:rPr sz="1800" b="1" spc="0" baseline="2275" dirty="0">
                <a:latin typeface="Calibri"/>
                <a:cs typeface="Calibri"/>
              </a:rPr>
              <a:t>c</a:t>
            </a:r>
            <a:r>
              <a:rPr sz="1800" b="1" spc="-34" baseline="2275" dirty="0">
                <a:latin typeface="Calibri"/>
                <a:cs typeface="Calibri"/>
              </a:rPr>
              <a:t>k</a:t>
            </a:r>
            <a:r>
              <a:rPr sz="1800" b="1" spc="-14" baseline="2275" dirty="0">
                <a:latin typeface="Calibri"/>
                <a:cs typeface="Calibri"/>
              </a:rPr>
              <a:t>e</a:t>
            </a:r>
            <a:r>
              <a:rPr sz="1800" b="1" spc="0" baseline="2275" dirty="0"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65575" y="4538800"/>
            <a:ext cx="229232" cy="1518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15"/>
              </a:lnSpc>
              <a:spcBef>
                <a:spcPts val="55"/>
              </a:spcBef>
            </a:pPr>
            <a:r>
              <a:rPr sz="1500" spc="0" baseline="2730" dirty="0">
                <a:latin typeface="Calibri"/>
                <a:cs typeface="Calibri"/>
              </a:rPr>
              <a:t>(M)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3236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74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99991" y="4070211"/>
            <a:ext cx="1643674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074" marR="357149">
              <a:lnSpc>
                <a:spcPts val="1440"/>
              </a:lnSpc>
              <a:spcBef>
                <a:spcPts val="417"/>
              </a:spcBef>
            </a:pPr>
            <a:r>
              <a:rPr sz="1200" spc="4" dirty="0">
                <a:latin typeface="Calibri"/>
                <a:cs typeface="Calibri"/>
              </a:rPr>
              <a:t>M</a:t>
            </a:r>
            <a:r>
              <a:rPr sz="1200" spc="-9" dirty="0">
                <a:latin typeface="Calibri"/>
                <a:cs typeface="Calibri"/>
              </a:rPr>
              <a:t>A</a:t>
            </a:r>
            <a:r>
              <a:rPr sz="1200" spc="-4" dirty="0">
                <a:latin typeface="Calibri"/>
                <a:cs typeface="Calibri"/>
              </a:rPr>
              <a:t>C</a:t>
            </a:r>
            <a:r>
              <a:rPr sz="1200" spc="0" dirty="0">
                <a:latin typeface="Calibri"/>
                <a:cs typeface="Calibri"/>
              </a:rPr>
              <a:t>:</a:t>
            </a:r>
            <a:r>
              <a:rPr sz="1200" spc="0" dirty="0">
                <a:latin typeface="Times New Roman"/>
                <a:cs typeface="Times New Roman"/>
              </a:rPr>
              <a:t>       </a:t>
            </a:r>
            <a:r>
              <a:rPr sz="1200" spc="139" dirty="0">
                <a:latin typeface="Times New Roman"/>
                <a:cs typeface="Times New Roman"/>
              </a:rPr>
              <a:t> </a:t>
            </a:r>
            <a:r>
              <a:rPr sz="1200" spc="4" dirty="0">
                <a:latin typeface="Calibri"/>
                <a:cs typeface="Calibri"/>
              </a:rPr>
              <a:t>M</a:t>
            </a:r>
            <a:r>
              <a:rPr sz="1200" spc="-9" dirty="0">
                <a:latin typeface="Calibri"/>
                <a:cs typeface="Calibri"/>
              </a:rPr>
              <a:t>A</a:t>
            </a:r>
            <a:r>
              <a:rPr sz="1200" spc="-4" dirty="0">
                <a:latin typeface="Calibri"/>
                <a:cs typeface="Calibri"/>
              </a:rPr>
              <a:t>C</a:t>
            </a:r>
            <a:r>
              <a:rPr sz="1200" spc="0" dirty="0">
                <a:latin typeface="Calibri"/>
                <a:cs typeface="Calibri"/>
              </a:rPr>
              <a:t>_M</a:t>
            </a:r>
            <a:r>
              <a:rPr sz="1200" spc="0" dirty="0">
                <a:latin typeface="Times New Roman"/>
                <a:cs typeface="Times New Roman"/>
              </a:rPr>
              <a:t> </a:t>
            </a:r>
            <a:r>
              <a:rPr sz="1200" spc="0" dirty="0">
                <a:latin typeface="Calibri"/>
                <a:cs typeface="Calibri"/>
              </a:rPr>
              <a:t>IP:</a:t>
            </a:r>
            <a:r>
              <a:rPr sz="1200" spc="0" dirty="0">
                <a:latin typeface="Times New Roman"/>
                <a:cs typeface="Times New Roman"/>
              </a:rPr>
              <a:t>            </a:t>
            </a:r>
            <a:r>
              <a:rPr sz="1200" spc="69" dirty="0">
                <a:latin typeface="Times New Roman"/>
                <a:cs typeface="Times New Roman"/>
              </a:rPr>
              <a:t> </a:t>
            </a:r>
            <a:r>
              <a:rPr sz="1200" spc="0" dirty="0">
                <a:latin typeface="Calibri"/>
                <a:cs typeface="Calibri"/>
              </a:rPr>
              <a:t>IP_A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096889" y="2860421"/>
            <a:ext cx="1643632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2328">
              <a:lnSpc>
                <a:spcPct val="101725"/>
              </a:lnSpc>
              <a:spcBef>
                <a:spcPts val="350"/>
              </a:spcBef>
            </a:pPr>
            <a:r>
              <a:rPr sz="1200" spc="0" dirty="0">
                <a:solidFill>
                  <a:srgbClr val="C00000"/>
                </a:solidFill>
                <a:latin typeface="Calibri"/>
                <a:cs typeface="Calibri"/>
              </a:rPr>
              <a:t>IP_A:</a:t>
            </a:r>
            <a:r>
              <a:rPr sz="1200" spc="0" dirty="0">
                <a:solidFill>
                  <a:srgbClr val="C00000"/>
                </a:solidFill>
                <a:latin typeface="Times New Roman"/>
                <a:cs typeface="Times New Roman"/>
              </a:rPr>
              <a:t>              </a:t>
            </a:r>
            <a:r>
              <a:rPr sz="1200" spc="28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200" spc="-9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200" spc="-4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200" spc="0" dirty="0">
                <a:solidFill>
                  <a:srgbClr val="C00000"/>
                </a:solidFill>
                <a:latin typeface="Calibri"/>
                <a:cs typeface="Calibri"/>
              </a:rPr>
              <a:t>_M</a:t>
            </a:r>
            <a:endParaRPr sz="1200">
              <a:latin typeface="Calibri"/>
              <a:cs typeface="Calibri"/>
            </a:endParaRPr>
          </a:p>
          <a:p>
            <a:pPr marL="92328">
              <a:lnSpc>
                <a:spcPts val="1440"/>
              </a:lnSpc>
              <a:spcBef>
                <a:spcPts val="72"/>
              </a:spcBef>
            </a:pPr>
            <a:r>
              <a:rPr sz="1800" spc="0" baseline="2275" dirty="0">
                <a:latin typeface="Calibri"/>
                <a:cs typeface="Calibri"/>
              </a:rPr>
              <a:t>IP_G:</a:t>
            </a:r>
            <a:r>
              <a:rPr sz="1800" spc="0" baseline="2415" dirty="0">
                <a:latin typeface="Times New Roman"/>
                <a:cs typeface="Times New Roman"/>
              </a:rPr>
              <a:t>              </a:t>
            </a:r>
            <a:r>
              <a:rPr sz="1800" spc="225" baseline="2415" dirty="0">
                <a:latin typeface="Times New Roman"/>
                <a:cs typeface="Times New Roman"/>
              </a:rPr>
              <a:t> </a:t>
            </a:r>
            <a:r>
              <a:rPr sz="1800" spc="4" baseline="2275" dirty="0">
                <a:latin typeface="Calibri"/>
                <a:cs typeface="Calibri"/>
              </a:rPr>
              <a:t>M</a:t>
            </a:r>
            <a:r>
              <a:rPr sz="1800" spc="-9" baseline="2275" dirty="0">
                <a:latin typeface="Calibri"/>
                <a:cs typeface="Calibri"/>
              </a:rPr>
              <a:t>A</a:t>
            </a:r>
            <a:r>
              <a:rPr sz="1800" spc="-4" baseline="2275" dirty="0">
                <a:latin typeface="Calibri"/>
                <a:cs typeface="Calibri"/>
              </a:rPr>
              <a:t>C</a:t>
            </a:r>
            <a:r>
              <a:rPr sz="1800" spc="0" baseline="2275" dirty="0">
                <a:latin typeface="Calibri"/>
                <a:cs typeface="Calibri"/>
              </a:rPr>
              <a:t>_G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72456" y="2926016"/>
            <a:ext cx="1175004" cy="106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15890" y="2961894"/>
            <a:ext cx="1080134" cy="0"/>
          </a:xfrm>
          <a:custGeom>
            <a:avLst/>
            <a:gdLst/>
            <a:ahLst/>
            <a:cxnLst/>
            <a:rect l="l" t="t" r="r" b="b"/>
            <a:pathLst>
              <a:path w="1080134">
                <a:moveTo>
                  <a:pt x="0" y="0"/>
                </a:moveTo>
                <a:lnTo>
                  <a:pt x="108013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38143" y="2856014"/>
            <a:ext cx="1167371" cy="2378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59302" y="2944368"/>
            <a:ext cx="1008126" cy="51818"/>
          </a:xfrm>
          <a:custGeom>
            <a:avLst/>
            <a:gdLst/>
            <a:ahLst/>
            <a:cxnLst/>
            <a:rect l="l" t="t" r="r" b="b"/>
            <a:pathLst>
              <a:path w="1008126" h="51818">
                <a:moveTo>
                  <a:pt x="77723" y="25910"/>
                </a:moveTo>
                <a:lnTo>
                  <a:pt x="1008126" y="25910"/>
                </a:lnTo>
                <a:lnTo>
                  <a:pt x="1008126" y="0"/>
                </a:lnTo>
                <a:lnTo>
                  <a:pt x="64773" y="0"/>
                </a:lnTo>
                <a:lnTo>
                  <a:pt x="64773" y="25910"/>
                </a:lnTo>
                <a:lnTo>
                  <a:pt x="77723" y="25910"/>
                </a:lnTo>
                <a:close/>
              </a:path>
              <a:path w="1008126" h="51818">
                <a:moveTo>
                  <a:pt x="77723" y="0"/>
                </a:moveTo>
                <a:lnTo>
                  <a:pt x="77724" y="-25908"/>
                </a:lnTo>
                <a:lnTo>
                  <a:pt x="0" y="12953"/>
                </a:lnTo>
                <a:lnTo>
                  <a:pt x="77724" y="51815"/>
                </a:lnTo>
                <a:lnTo>
                  <a:pt x="77723" y="25910"/>
                </a:lnTo>
                <a:lnTo>
                  <a:pt x="64773" y="25910"/>
                </a:lnTo>
                <a:lnTo>
                  <a:pt x="64773" y="0"/>
                </a:lnTo>
                <a:lnTo>
                  <a:pt x="7772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28032" y="2985516"/>
            <a:ext cx="237832" cy="10561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10328" y="3086861"/>
            <a:ext cx="77723" cy="896440"/>
          </a:xfrm>
          <a:custGeom>
            <a:avLst/>
            <a:gdLst/>
            <a:ahLst/>
            <a:cxnLst/>
            <a:rect l="l" t="t" r="r" b="b"/>
            <a:pathLst>
              <a:path w="77723" h="896440">
                <a:moveTo>
                  <a:pt x="25910" y="896440"/>
                </a:moveTo>
                <a:lnTo>
                  <a:pt x="51815" y="896440"/>
                </a:lnTo>
                <a:lnTo>
                  <a:pt x="51815" y="64769"/>
                </a:lnTo>
                <a:lnTo>
                  <a:pt x="77723" y="77724"/>
                </a:lnTo>
                <a:lnTo>
                  <a:pt x="38862" y="0"/>
                </a:lnTo>
                <a:lnTo>
                  <a:pt x="25910" y="64769"/>
                </a:lnTo>
                <a:lnTo>
                  <a:pt x="25910" y="896440"/>
                </a:lnTo>
                <a:close/>
              </a:path>
              <a:path w="77723" h="896440">
                <a:moveTo>
                  <a:pt x="25910" y="64769"/>
                </a:moveTo>
                <a:lnTo>
                  <a:pt x="38862" y="0"/>
                </a:lnTo>
                <a:lnTo>
                  <a:pt x="0" y="77724"/>
                </a:lnTo>
                <a:lnTo>
                  <a:pt x="25909" y="77724"/>
                </a:lnTo>
                <a:lnTo>
                  <a:pt x="25910" y="64769"/>
                </a:lnTo>
                <a:close/>
              </a:path>
              <a:path w="77723" h="896440">
                <a:moveTo>
                  <a:pt x="77723" y="77724"/>
                </a:moveTo>
                <a:lnTo>
                  <a:pt x="51815" y="64769"/>
                </a:lnTo>
                <a:lnTo>
                  <a:pt x="51815" y="77724"/>
                </a:lnTo>
                <a:lnTo>
                  <a:pt x="77723" y="7772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66844" y="2734055"/>
            <a:ext cx="920496" cy="3962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84966" y="3925281"/>
            <a:ext cx="72593" cy="398547"/>
          </a:xfrm>
          <a:custGeom>
            <a:avLst/>
            <a:gdLst/>
            <a:ahLst/>
            <a:cxnLst/>
            <a:rect l="l" t="t" r="r" b="b"/>
            <a:pathLst>
              <a:path w="72593" h="398547">
                <a:moveTo>
                  <a:pt x="72593" y="398547"/>
                </a:moveTo>
                <a:lnTo>
                  <a:pt x="17183" y="0"/>
                </a:lnTo>
                <a:lnTo>
                  <a:pt x="0" y="1285"/>
                </a:lnTo>
                <a:lnTo>
                  <a:pt x="54762" y="388247"/>
                </a:lnTo>
                <a:lnTo>
                  <a:pt x="72593" y="3985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98339" y="3837711"/>
            <a:ext cx="556513" cy="483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94364" y="3833596"/>
            <a:ext cx="564451" cy="491760"/>
          </a:xfrm>
          <a:custGeom>
            <a:avLst/>
            <a:gdLst/>
            <a:ahLst/>
            <a:cxnLst/>
            <a:rect l="l" t="t" r="r" b="b"/>
            <a:pathLst>
              <a:path w="564451" h="491760">
                <a:moveTo>
                  <a:pt x="559892" y="397244"/>
                </a:moveTo>
                <a:lnTo>
                  <a:pt x="505485" y="0"/>
                </a:lnTo>
                <a:lnTo>
                  <a:pt x="503161" y="7607"/>
                </a:lnTo>
                <a:lnTo>
                  <a:pt x="499084" y="4635"/>
                </a:lnTo>
                <a:lnTo>
                  <a:pt x="505485" y="0"/>
                </a:lnTo>
                <a:lnTo>
                  <a:pt x="0" y="90088"/>
                </a:lnTo>
                <a:lnTo>
                  <a:pt x="59613" y="491760"/>
                </a:lnTo>
                <a:lnTo>
                  <a:pt x="61950" y="484164"/>
                </a:lnTo>
                <a:lnTo>
                  <a:pt x="66014" y="487136"/>
                </a:lnTo>
                <a:lnTo>
                  <a:pt x="557022" y="401252"/>
                </a:lnTo>
                <a:lnTo>
                  <a:pt x="564451" y="403639"/>
                </a:lnTo>
                <a:lnTo>
                  <a:pt x="505485" y="0"/>
                </a:lnTo>
                <a:lnTo>
                  <a:pt x="559892" y="397244"/>
                </a:lnTo>
                <a:lnTo>
                  <a:pt x="556522" y="397832"/>
                </a:lnTo>
                <a:lnTo>
                  <a:pt x="65482" y="483548"/>
                </a:lnTo>
                <a:lnTo>
                  <a:pt x="7935" y="95860"/>
                </a:lnTo>
                <a:lnTo>
                  <a:pt x="4584" y="96457"/>
                </a:lnTo>
                <a:lnTo>
                  <a:pt x="7429" y="92449"/>
                </a:lnTo>
                <a:lnTo>
                  <a:pt x="7935" y="95860"/>
                </a:lnTo>
                <a:lnTo>
                  <a:pt x="499611" y="8239"/>
                </a:lnTo>
                <a:lnTo>
                  <a:pt x="556522" y="397832"/>
                </a:lnTo>
                <a:lnTo>
                  <a:pt x="559892" y="397244"/>
                </a:lnTo>
                <a:close/>
              </a:path>
              <a:path w="564451" h="491760">
                <a:moveTo>
                  <a:pt x="66014" y="487136"/>
                </a:moveTo>
                <a:lnTo>
                  <a:pt x="61950" y="484164"/>
                </a:lnTo>
                <a:lnTo>
                  <a:pt x="59613" y="491760"/>
                </a:lnTo>
                <a:lnTo>
                  <a:pt x="564451" y="403639"/>
                </a:lnTo>
                <a:lnTo>
                  <a:pt x="557022" y="401252"/>
                </a:lnTo>
                <a:lnTo>
                  <a:pt x="66014" y="487136"/>
                </a:lnTo>
                <a:close/>
              </a:path>
              <a:path w="564451" h="491760">
                <a:moveTo>
                  <a:pt x="7935" y="95860"/>
                </a:moveTo>
                <a:lnTo>
                  <a:pt x="7429" y="92449"/>
                </a:lnTo>
                <a:lnTo>
                  <a:pt x="4584" y="96457"/>
                </a:lnTo>
                <a:lnTo>
                  <a:pt x="7935" y="95860"/>
                </a:lnTo>
                <a:close/>
              </a:path>
              <a:path w="564451" h="491760">
                <a:moveTo>
                  <a:pt x="505485" y="0"/>
                </a:moveTo>
                <a:lnTo>
                  <a:pt x="499084" y="4635"/>
                </a:lnTo>
                <a:lnTo>
                  <a:pt x="503161" y="7607"/>
                </a:lnTo>
                <a:lnTo>
                  <a:pt x="505485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49279" y="3886647"/>
            <a:ext cx="455904" cy="388891"/>
          </a:xfrm>
          <a:custGeom>
            <a:avLst/>
            <a:gdLst/>
            <a:ahLst/>
            <a:cxnLst/>
            <a:rect l="l" t="t" r="r" b="b"/>
            <a:pathLst>
              <a:path w="455904" h="388891">
                <a:moveTo>
                  <a:pt x="455904" y="314205"/>
                </a:moveTo>
                <a:lnTo>
                  <a:pt x="411340" y="0"/>
                </a:lnTo>
                <a:lnTo>
                  <a:pt x="0" y="70826"/>
                </a:lnTo>
                <a:lnTo>
                  <a:pt x="46481" y="388891"/>
                </a:lnTo>
                <a:lnTo>
                  <a:pt x="455904" y="314205"/>
                </a:lnTo>
                <a:close/>
              </a:path>
            </a:pathLst>
          </a:custGeom>
          <a:solidFill>
            <a:srgbClr val="1B3D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98885" y="4325763"/>
            <a:ext cx="494118" cy="1113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57559" y="4234333"/>
            <a:ext cx="740537" cy="1764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758867" y="4230846"/>
            <a:ext cx="496595" cy="93896"/>
          </a:xfrm>
          <a:custGeom>
            <a:avLst/>
            <a:gdLst/>
            <a:ahLst/>
            <a:cxnLst/>
            <a:rect l="l" t="t" r="r" b="b"/>
            <a:pathLst>
              <a:path w="496595" h="93896">
                <a:moveTo>
                  <a:pt x="0" y="86925"/>
                </a:moveTo>
                <a:lnTo>
                  <a:pt x="1193" y="93896"/>
                </a:lnTo>
                <a:lnTo>
                  <a:pt x="496595" y="6974"/>
                </a:lnTo>
                <a:lnTo>
                  <a:pt x="495388" y="0"/>
                </a:lnTo>
                <a:lnTo>
                  <a:pt x="0" y="86925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28235" y="4316105"/>
            <a:ext cx="79590" cy="18672"/>
          </a:xfrm>
          <a:custGeom>
            <a:avLst/>
            <a:gdLst/>
            <a:ahLst/>
            <a:cxnLst/>
            <a:rect l="l" t="t" r="r" b="b"/>
            <a:pathLst>
              <a:path w="79590" h="18672">
                <a:moveTo>
                  <a:pt x="42659" y="0"/>
                </a:moveTo>
                <a:lnTo>
                  <a:pt x="0" y="4504"/>
                </a:lnTo>
                <a:lnTo>
                  <a:pt x="36931" y="18672"/>
                </a:lnTo>
                <a:lnTo>
                  <a:pt x="79590" y="13517"/>
                </a:lnTo>
                <a:lnTo>
                  <a:pt x="42659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94453" y="4304516"/>
            <a:ext cx="78320" cy="19312"/>
          </a:xfrm>
          <a:custGeom>
            <a:avLst/>
            <a:gdLst/>
            <a:ahLst/>
            <a:cxnLst/>
            <a:rect l="l" t="t" r="r" b="b"/>
            <a:pathLst>
              <a:path w="78320" h="19312">
                <a:moveTo>
                  <a:pt x="40754" y="0"/>
                </a:moveTo>
                <a:lnTo>
                  <a:pt x="0" y="7724"/>
                </a:lnTo>
                <a:lnTo>
                  <a:pt x="35661" y="19312"/>
                </a:lnTo>
                <a:lnTo>
                  <a:pt x="78320" y="13517"/>
                </a:lnTo>
                <a:lnTo>
                  <a:pt x="40754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58765" y="4292927"/>
            <a:ext cx="78955" cy="19958"/>
          </a:xfrm>
          <a:custGeom>
            <a:avLst/>
            <a:gdLst/>
            <a:ahLst/>
            <a:cxnLst/>
            <a:rect l="l" t="t" r="r" b="b"/>
            <a:pathLst>
              <a:path w="78955" h="19958">
                <a:moveTo>
                  <a:pt x="42659" y="0"/>
                </a:moveTo>
                <a:lnTo>
                  <a:pt x="0" y="7078"/>
                </a:lnTo>
                <a:lnTo>
                  <a:pt x="36931" y="19958"/>
                </a:lnTo>
                <a:lnTo>
                  <a:pt x="78955" y="12233"/>
                </a:lnTo>
                <a:lnTo>
                  <a:pt x="42659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23713" y="4283268"/>
            <a:ext cx="79603" cy="19958"/>
          </a:xfrm>
          <a:custGeom>
            <a:avLst/>
            <a:gdLst/>
            <a:ahLst/>
            <a:cxnLst/>
            <a:rect l="l" t="t" r="r" b="b"/>
            <a:pathLst>
              <a:path w="79603" h="19958">
                <a:moveTo>
                  <a:pt x="42659" y="0"/>
                </a:moveTo>
                <a:lnTo>
                  <a:pt x="0" y="5149"/>
                </a:lnTo>
                <a:lnTo>
                  <a:pt x="36931" y="19958"/>
                </a:lnTo>
                <a:lnTo>
                  <a:pt x="79603" y="10944"/>
                </a:lnTo>
                <a:lnTo>
                  <a:pt x="42659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87391" y="4271035"/>
            <a:ext cx="81508" cy="19312"/>
          </a:xfrm>
          <a:custGeom>
            <a:avLst/>
            <a:gdLst/>
            <a:ahLst/>
            <a:cxnLst/>
            <a:rect l="l" t="t" r="r" b="b"/>
            <a:pathLst>
              <a:path w="81508" h="19312">
                <a:moveTo>
                  <a:pt x="42659" y="0"/>
                </a:moveTo>
                <a:lnTo>
                  <a:pt x="0" y="5148"/>
                </a:lnTo>
                <a:lnTo>
                  <a:pt x="38201" y="19312"/>
                </a:lnTo>
                <a:lnTo>
                  <a:pt x="81508" y="13517"/>
                </a:lnTo>
                <a:lnTo>
                  <a:pt x="42659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53609" y="4259446"/>
            <a:ext cx="78955" cy="19956"/>
          </a:xfrm>
          <a:custGeom>
            <a:avLst/>
            <a:gdLst/>
            <a:ahLst/>
            <a:cxnLst/>
            <a:rect l="l" t="t" r="r" b="b"/>
            <a:pathLst>
              <a:path w="78955" h="19956">
                <a:moveTo>
                  <a:pt x="40754" y="0"/>
                </a:moveTo>
                <a:lnTo>
                  <a:pt x="0" y="8368"/>
                </a:lnTo>
                <a:lnTo>
                  <a:pt x="38214" y="19956"/>
                </a:lnTo>
                <a:lnTo>
                  <a:pt x="78955" y="14163"/>
                </a:lnTo>
                <a:lnTo>
                  <a:pt x="40754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18557" y="4248496"/>
            <a:ext cx="80873" cy="19963"/>
          </a:xfrm>
          <a:custGeom>
            <a:avLst/>
            <a:gdLst/>
            <a:ahLst/>
            <a:cxnLst/>
            <a:rect l="l" t="t" r="r" b="b"/>
            <a:pathLst>
              <a:path w="80873" h="19963">
                <a:moveTo>
                  <a:pt x="42036" y="0"/>
                </a:moveTo>
                <a:lnTo>
                  <a:pt x="0" y="7085"/>
                </a:lnTo>
                <a:lnTo>
                  <a:pt x="38214" y="19963"/>
                </a:lnTo>
                <a:lnTo>
                  <a:pt x="80873" y="12233"/>
                </a:lnTo>
                <a:lnTo>
                  <a:pt x="42036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82362" y="4334777"/>
            <a:ext cx="78955" cy="19958"/>
          </a:xfrm>
          <a:custGeom>
            <a:avLst/>
            <a:gdLst/>
            <a:ahLst/>
            <a:cxnLst/>
            <a:rect l="l" t="t" r="r" b="b"/>
            <a:pathLst>
              <a:path w="78955" h="19958">
                <a:moveTo>
                  <a:pt x="42011" y="0"/>
                </a:moveTo>
                <a:lnTo>
                  <a:pt x="0" y="5149"/>
                </a:lnTo>
                <a:lnTo>
                  <a:pt x="36283" y="19958"/>
                </a:lnTo>
                <a:lnTo>
                  <a:pt x="78955" y="12233"/>
                </a:lnTo>
                <a:lnTo>
                  <a:pt x="42011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878565" y="4333791"/>
            <a:ext cx="86639" cy="21941"/>
          </a:xfrm>
          <a:custGeom>
            <a:avLst/>
            <a:gdLst/>
            <a:ahLst/>
            <a:cxnLst/>
            <a:rect l="l" t="t" r="r" b="b"/>
            <a:pathLst>
              <a:path w="86639" h="21941">
                <a:moveTo>
                  <a:pt x="78844" y="12943"/>
                </a:moveTo>
                <a:lnTo>
                  <a:pt x="45935" y="1949"/>
                </a:lnTo>
                <a:lnTo>
                  <a:pt x="45516" y="1904"/>
                </a:lnTo>
                <a:lnTo>
                  <a:pt x="45910" y="0"/>
                </a:lnTo>
                <a:lnTo>
                  <a:pt x="0" y="5629"/>
                </a:lnTo>
                <a:lnTo>
                  <a:pt x="39992" y="21941"/>
                </a:lnTo>
                <a:lnTo>
                  <a:pt x="39916" y="19992"/>
                </a:lnTo>
                <a:lnTo>
                  <a:pt x="40436" y="20052"/>
                </a:lnTo>
                <a:lnTo>
                  <a:pt x="82448" y="14137"/>
                </a:lnTo>
                <a:lnTo>
                  <a:pt x="86639" y="13493"/>
                </a:lnTo>
                <a:lnTo>
                  <a:pt x="45910" y="0"/>
                </a:lnTo>
                <a:lnTo>
                  <a:pt x="82575" y="12268"/>
                </a:lnTo>
                <a:lnTo>
                  <a:pt x="78844" y="12943"/>
                </a:lnTo>
                <a:lnTo>
                  <a:pt x="40175" y="19945"/>
                </a:lnTo>
                <a:lnTo>
                  <a:pt x="7593" y="6646"/>
                </a:lnTo>
                <a:lnTo>
                  <a:pt x="3911" y="7098"/>
                </a:lnTo>
                <a:lnTo>
                  <a:pt x="4152" y="5242"/>
                </a:lnTo>
                <a:lnTo>
                  <a:pt x="7593" y="6646"/>
                </a:lnTo>
                <a:lnTo>
                  <a:pt x="45727" y="1974"/>
                </a:lnTo>
                <a:lnTo>
                  <a:pt x="78844" y="12943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24082" y="4333791"/>
            <a:ext cx="37058" cy="12943"/>
          </a:xfrm>
          <a:custGeom>
            <a:avLst/>
            <a:gdLst/>
            <a:ahLst/>
            <a:cxnLst/>
            <a:rect l="l" t="t" r="r" b="b"/>
            <a:pathLst>
              <a:path w="37058" h="12943">
                <a:moveTo>
                  <a:pt x="419" y="1949"/>
                </a:moveTo>
                <a:lnTo>
                  <a:pt x="33327" y="12943"/>
                </a:lnTo>
                <a:lnTo>
                  <a:pt x="37058" y="12268"/>
                </a:lnTo>
                <a:lnTo>
                  <a:pt x="393" y="0"/>
                </a:lnTo>
                <a:lnTo>
                  <a:pt x="0" y="1904"/>
                </a:lnTo>
                <a:lnTo>
                  <a:pt x="419" y="1949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18481" y="4347284"/>
            <a:ext cx="46723" cy="8448"/>
          </a:xfrm>
          <a:custGeom>
            <a:avLst/>
            <a:gdLst/>
            <a:ahLst/>
            <a:cxnLst/>
            <a:rect l="l" t="t" r="r" b="b"/>
            <a:pathLst>
              <a:path w="46723" h="8448">
                <a:moveTo>
                  <a:pt x="76" y="8448"/>
                </a:moveTo>
                <a:lnTo>
                  <a:pt x="46723" y="0"/>
                </a:lnTo>
                <a:lnTo>
                  <a:pt x="42532" y="643"/>
                </a:lnTo>
                <a:lnTo>
                  <a:pt x="520" y="6558"/>
                </a:lnTo>
                <a:lnTo>
                  <a:pt x="0" y="6498"/>
                </a:lnTo>
                <a:lnTo>
                  <a:pt x="76" y="8448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82476" y="4339033"/>
            <a:ext cx="3682" cy="1855"/>
          </a:xfrm>
          <a:custGeom>
            <a:avLst/>
            <a:gdLst/>
            <a:ahLst/>
            <a:cxnLst/>
            <a:rect l="l" t="t" r="r" b="b"/>
            <a:pathLst>
              <a:path w="3682" h="1855">
                <a:moveTo>
                  <a:pt x="3682" y="1404"/>
                </a:moveTo>
                <a:lnTo>
                  <a:pt x="241" y="0"/>
                </a:lnTo>
                <a:lnTo>
                  <a:pt x="0" y="1855"/>
                </a:lnTo>
                <a:lnTo>
                  <a:pt x="3682" y="1404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948580" y="4323829"/>
            <a:ext cx="77050" cy="19963"/>
          </a:xfrm>
          <a:custGeom>
            <a:avLst/>
            <a:gdLst/>
            <a:ahLst/>
            <a:cxnLst/>
            <a:rect l="l" t="t" r="r" b="b"/>
            <a:pathLst>
              <a:path w="77050" h="19963">
                <a:moveTo>
                  <a:pt x="40754" y="0"/>
                </a:moveTo>
                <a:lnTo>
                  <a:pt x="0" y="5153"/>
                </a:lnTo>
                <a:lnTo>
                  <a:pt x="35013" y="19963"/>
                </a:lnTo>
                <a:lnTo>
                  <a:pt x="77050" y="14168"/>
                </a:lnTo>
                <a:lnTo>
                  <a:pt x="40754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944910" y="4322841"/>
            <a:ext cx="84518" cy="21943"/>
          </a:xfrm>
          <a:custGeom>
            <a:avLst/>
            <a:gdLst/>
            <a:ahLst/>
            <a:cxnLst/>
            <a:rect l="l" t="t" r="r" b="b"/>
            <a:pathLst>
              <a:path w="84518" h="21943">
                <a:moveTo>
                  <a:pt x="80594" y="14203"/>
                </a:moveTo>
                <a:lnTo>
                  <a:pt x="44538" y="0"/>
                </a:lnTo>
                <a:lnTo>
                  <a:pt x="44538" y="1950"/>
                </a:lnTo>
                <a:lnTo>
                  <a:pt x="44068" y="1891"/>
                </a:lnTo>
                <a:lnTo>
                  <a:pt x="44538" y="0"/>
                </a:lnTo>
                <a:lnTo>
                  <a:pt x="0" y="5636"/>
                </a:lnTo>
                <a:lnTo>
                  <a:pt x="38569" y="21943"/>
                </a:lnTo>
                <a:lnTo>
                  <a:pt x="38569" y="19998"/>
                </a:lnTo>
                <a:lnTo>
                  <a:pt x="39052" y="20057"/>
                </a:lnTo>
                <a:lnTo>
                  <a:pt x="80365" y="16054"/>
                </a:lnTo>
                <a:lnTo>
                  <a:pt x="84518" y="15603"/>
                </a:lnTo>
                <a:lnTo>
                  <a:pt x="44538" y="0"/>
                </a:lnTo>
                <a:lnTo>
                  <a:pt x="80594" y="14203"/>
                </a:lnTo>
                <a:lnTo>
                  <a:pt x="76921" y="14710"/>
                </a:lnTo>
                <a:lnTo>
                  <a:pt x="38829" y="19962"/>
                </a:lnTo>
                <a:lnTo>
                  <a:pt x="7340" y="6650"/>
                </a:lnTo>
                <a:lnTo>
                  <a:pt x="3784" y="7099"/>
                </a:lnTo>
                <a:lnTo>
                  <a:pt x="4025" y="5248"/>
                </a:lnTo>
                <a:lnTo>
                  <a:pt x="7340" y="6650"/>
                </a:lnTo>
                <a:lnTo>
                  <a:pt x="44299" y="1980"/>
                </a:lnTo>
                <a:lnTo>
                  <a:pt x="76921" y="14710"/>
                </a:lnTo>
                <a:lnTo>
                  <a:pt x="80594" y="14203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983480" y="4338444"/>
            <a:ext cx="45948" cy="6339"/>
          </a:xfrm>
          <a:custGeom>
            <a:avLst/>
            <a:gdLst/>
            <a:ahLst/>
            <a:cxnLst/>
            <a:rect l="l" t="t" r="r" b="b"/>
            <a:pathLst>
              <a:path w="45948" h="6339">
                <a:moveTo>
                  <a:pt x="0" y="6339"/>
                </a:moveTo>
                <a:lnTo>
                  <a:pt x="45948" y="0"/>
                </a:lnTo>
                <a:lnTo>
                  <a:pt x="41795" y="450"/>
                </a:lnTo>
                <a:lnTo>
                  <a:pt x="482" y="4453"/>
                </a:lnTo>
                <a:lnTo>
                  <a:pt x="0" y="4395"/>
                </a:lnTo>
                <a:lnTo>
                  <a:pt x="0" y="6339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948694" y="4328090"/>
            <a:ext cx="3555" cy="1850"/>
          </a:xfrm>
          <a:custGeom>
            <a:avLst/>
            <a:gdLst/>
            <a:ahLst/>
            <a:cxnLst/>
            <a:rect l="l" t="t" r="r" b="b"/>
            <a:pathLst>
              <a:path w="3555" h="1850">
                <a:moveTo>
                  <a:pt x="3555" y="1401"/>
                </a:moveTo>
                <a:lnTo>
                  <a:pt x="241" y="0"/>
                </a:lnTo>
                <a:lnTo>
                  <a:pt x="0" y="1850"/>
                </a:lnTo>
                <a:lnTo>
                  <a:pt x="3555" y="1401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988979" y="4322841"/>
            <a:ext cx="469" cy="1950"/>
          </a:xfrm>
          <a:custGeom>
            <a:avLst/>
            <a:gdLst/>
            <a:ahLst/>
            <a:cxnLst/>
            <a:rect l="l" t="t" r="r" b="b"/>
            <a:pathLst>
              <a:path w="469" h="1950">
                <a:moveTo>
                  <a:pt x="469" y="0"/>
                </a:moveTo>
                <a:lnTo>
                  <a:pt x="0" y="1891"/>
                </a:lnTo>
                <a:lnTo>
                  <a:pt x="469" y="1950"/>
                </a:lnTo>
                <a:lnTo>
                  <a:pt x="469" y="0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012893" y="4312885"/>
            <a:ext cx="78320" cy="18027"/>
          </a:xfrm>
          <a:custGeom>
            <a:avLst/>
            <a:gdLst/>
            <a:ahLst/>
            <a:cxnLst/>
            <a:rect l="l" t="t" r="r" b="b"/>
            <a:pathLst>
              <a:path w="78320" h="18027">
                <a:moveTo>
                  <a:pt x="42659" y="0"/>
                </a:moveTo>
                <a:lnTo>
                  <a:pt x="0" y="6438"/>
                </a:lnTo>
                <a:lnTo>
                  <a:pt x="36931" y="18027"/>
                </a:lnTo>
                <a:lnTo>
                  <a:pt x="78320" y="12232"/>
                </a:lnTo>
                <a:lnTo>
                  <a:pt x="42659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008613" y="4311897"/>
            <a:ext cx="86728" cy="20002"/>
          </a:xfrm>
          <a:custGeom>
            <a:avLst/>
            <a:gdLst/>
            <a:ahLst/>
            <a:cxnLst/>
            <a:rect l="l" t="t" r="r" b="b"/>
            <a:pathLst>
              <a:path w="86728" h="20002">
                <a:moveTo>
                  <a:pt x="78475" y="12828"/>
                </a:moveTo>
                <a:lnTo>
                  <a:pt x="47078" y="1940"/>
                </a:lnTo>
                <a:lnTo>
                  <a:pt x="46634" y="1905"/>
                </a:lnTo>
                <a:lnTo>
                  <a:pt x="47028" y="0"/>
                </a:lnTo>
                <a:lnTo>
                  <a:pt x="0" y="7089"/>
                </a:lnTo>
                <a:lnTo>
                  <a:pt x="41135" y="20002"/>
                </a:lnTo>
                <a:lnTo>
                  <a:pt x="41084" y="18063"/>
                </a:lnTo>
                <a:lnTo>
                  <a:pt x="41490" y="18097"/>
                </a:lnTo>
                <a:lnTo>
                  <a:pt x="82296" y="14138"/>
                </a:lnTo>
                <a:lnTo>
                  <a:pt x="86728" y="13618"/>
                </a:lnTo>
                <a:lnTo>
                  <a:pt x="47028" y="0"/>
                </a:lnTo>
                <a:lnTo>
                  <a:pt x="82473" y="12268"/>
                </a:lnTo>
                <a:lnTo>
                  <a:pt x="78475" y="12828"/>
                </a:lnTo>
                <a:lnTo>
                  <a:pt x="41289" y="18034"/>
                </a:lnTo>
                <a:lnTo>
                  <a:pt x="8539" y="7757"/>
                </a:lnTo>
                <a:lnTo>
                  <a:pt x="4419" y="8379"/>
                </a:lnTo>
                <a:lnTo>
                  <a:pt x="4559" y="6508"/>
                </a:lnTo>
                <a:lnTo>
                  <a:pt x="8539" y="7757"/>
                </a:lnTo>
                <a:lnTo>
                  <a:pt x="46842" y="1976"/>
                </a:lnTo>
                <a:lnTo>
                  <a:pt x="78475" y="12828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055247" y="4311897"/>
            <a:ext cx="35839" cy="12828"/>
          </a:xfrm>
          <a:custGeom>
            <a:avLst/>
            <a:gdLst/>
            <a:ahLst/>
            <a:cxnLst/>
            <a:rect l="l" t="t" r="r" b="b"/>
            <a:pathLst>
              <a:path w="35839" h="12828">
                <a:moveTo>
                  <a:pt x="444" y="1940"/>
                </a:moveTo>
                <a:lnTo>
                  <a:pt x="31840" y="12828"/>
                </a:lnTo>
                <a:lnTo>
                  <a:pt x="35839" y="12268"/>
                </a:lnTo>
                <a:lnTo>
                  <a:pt x="393" y="0"/>
                </a:lnTo>
                <a:lnTo>
                  <a:pt x="0" y="1905"/>
                </a:lnTo>
                <a:lnTo>
                  <a:pt x="444" y="1940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049697" y="4325515"/>
            <a:ext cx="45643" cy="6384"/>
          </a:xfrm>
          <a:custGeom>
            <a:avLst/>
            <a:gdLst/>
            <a:ahLst/>
            <a:cxnLst/>
            <a:rect l="l" t="t" r="r" b="b"/>
            <a:pathLst>
              <a:path w="45643" h="6384">
                <a:moveTo>
                  <a:pt x="50" y="6384"/>
                </a:moveTo>
                <a:lnTo>
                  <a:pt x="45643" y="0"/>
                </a:lnTo>
                <a:lnTo>
                  <a:pt x="41211" y="520"/>
                </a:lnTo>
                <a:lnTo>
                  <a:pt x="406" y="4479"/>
                </a:lnTo>
                <a:lnTo>
                  <a:pt x="0" y="4445"/>
                </a:lnTo>
                <a:lnTo>
                  <a:pt x="50" y="6384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13032" y="4318406"/>
            <a:ext cx="4119" cy="1870"/>
          </a:xfrm>
          <a:custGeom>
            <a:avLst/>
            <a:gdLst/>
            <a:ahLst/>
            <a:cxnLst/>
            <a:rect l="l" t="t" r="r" b="b"/>
            <a:pathLst>
              <a:path w="4119" h="1870">
                <a:moveTo>
                  <a:pt x="4119" y="1248"/>
                </a:moveTo>
                <a:lnTo>
                  <a:pt x="139" y="0"/>
                </a:lnTo>
                <a:lnTo>
                  <a:pt x="0" y="1870"/>
                </a:lnTo>
                <a:lnTo>
                  <a:pt x="4119" y="1248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077841" y="4300006"/>
            <a:ext cx="79590" cy="19963"/>
          </a:xfrm>
          <a:custGeom>
            <a:avLst/>
            <a:gdLst/>
            <a:ahLst/>
            <a:cxnLst/>
            <a:rect l="l" t="t" r="r" b="b"/>
            <a:pathLst>
              <a:path w="79590" h="19963">
                <a:moveTo>
                  <a:pt x="42659" y="0"/>
                </a:moveTo>
                <a:lnTo>
                  <a:pt x="0" y="8369"/>
                </a:lnTo>
                <a:lnTo>
                  <a:pt x="36931" y="19963"/>
                </a:lnTo>
                <a:lnTo>
                  <a:pt x="79590" y="14168"/>
                </a:lnTo>
                <a:lnTo>
                  <a:pt x="42659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140871" y="4290348"/>
            <a:ext cx="81508" cy="19961"/>
          </a:xfrm>
          <a:custGeom>
            <a:avLst/>
            <a:gdLst/>
            <a:ahLst/>
            <a:cxnLst/>
            <a:rect l="l" t="t" r="r" b="b"/>
            <a:pathLst>
              <a:path w="81508" h="19961">
                <a:moveTo>
                  <a:pt x="43942" y="0"/>
                </a:moveTo>
                <a:lnTo>
                  <a:pt x="0" y="5153"/>
                </a:lnTo>
                <a:lnTo>
                  <a:pt x="38214" y="19961"/>
                </a:lnTo>
                <a:lnTo>
                  <a:pt x="81508" y="12232"/>
                </a:lnTo>
                <a:lnTo>
                  <a:pt x="43942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207736" y="4279403"/>
            <a:ext cx="78955" cy="19317"/>
          </a:xfrm>
          <a:custGeom>
            <a:avLst/>
            <a:gdLst/>
            <a:ahLst/>
            <a:cxnLst/>
            <a:rect l="l" t="t" r="r" b="b"/>
            <a:pathLst>
              <a:path w="78955" h="19317">
                <a:moveTo>
                  <a:pt x="40754" y="0"/>
                </a:moveTo>
                <a:lnTo>
                  <a:pt x="0" y="5149"/>
                </a:lnTo>
                <a:lnTo>
                  <a:pt x="38201" y="19317"/>
                </a:lnTo>
                <a:lnTo>
                  <a:pt x="78955" y="13524"/>
                </a:lnTo>
                <a:lnTo>
                  <a:pt x="40754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272049" y="4268459"/>
            <a:ext cx="81495" cy="17383"/>
          </a:xfrm>
          <a:custGeom>
            <a:avLst/>
            <a:gdLst/>
            <a:ahLst/>
            <a:cxnLst/>
            <a:rect l="l" t="t" r="r" b="b"/>
            <a:pathLst>
              <a:path w="81495" h="17383">
                <a:moveTo>
                  <a:pt x="42659" y="0"/>
                </a:moveTo>
                <a:lnTo>
                  <a:pt x="0" y="6438"/>
                </a:lnTo>
                <a:lnTo>
                  <a:pt x="38201" y="17383"/>
                </a:lnTo>
                <a:lnTo>
                  <a:pt x="81495" y="11588"/>
                </a:lnTo>
                <a:lnTo>
                  <a:pt x="42659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062562" y="4305801"/>
            <a:ext cx="273799" cy="66962"/>
          </a:xfrm>
          <a:custGeom>
            <a:avLst/>
            <a:gdLst/>
            <a:ahLst/>
            <a:cxnLst/>
            <a:rect l="l" t="t" r="r" b="b"/>
            <a:pathLst>
              <a:path w="273799" h="66962">
                <a:moveTo>
                  <a:pt x="273799" y="33481"/>
                </a:moveTo>
                <a:lnTo>
                  <a:pt x="182740" y="0"/>
                </a:lnTo>
                <a:lnTo>
                  <a:pt x="0" y="31550"/>
                </a:lnTo>
                <a:lnTo>
                  <a:pt x="91681" y="66962"/>
                </a:lnTo>
                <a:lnTo>
                  <a:pt x="273799" y="33481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756277" y="4321253"/>
            <a:ext cx="245783" cy="117182"/>
          </a:xfrm>
          <a:custGeom>
            <a:avLst/>
            <a:gdLst/>
            <a:ahLst/>
            <a:cxnLst/>
            <a:rect l="l" t="t" r="r" b="b"/>
            <a:pathLst>
              <a:path w="245783" h="117182">
                <a:moveTo>
                  <a:pt x="0" y="26398"/>
                </a:moveTo>
                <a:lnTo>
                  <a:pt x="245783" y="117182"/>
                </a:lnTo>
                <a:lnTo>
                  <a:pt x="245783" y="88855"/>
                </a:lnTo>
                <a:lnTo>
                  <a:pt x="0" y="0"/>
                </a:lnTo>
                <a:lnTo>
                  <a:pt x="0" y="26398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676673" y="3829862"/>
            <a:ext cx="827468" cy="616214"/>
          </a:xfrm>
          <a:custGeom>
            <a:avLst/>
            <a:gdLst/>
            <a:ahLst/>
            <a:cxnLst/>
            <a:rect l="l" t="t" r="r" b="b"/>
            <a:pathLst>
              <a:path w="827468" h="616214">
                <a:moveTo>
                  <a:pt x="503034" y="16433"/>
                </a:moveTo>
                <a:lnTo>
                  <a:pt x="513626" y="8889"/>
                </a:lnTo>
                <a:lnTo>
                  <a:pt x="526003" y="769"/>
                </a:lnTo>
                <a:lnTo>
                  <a:pt x="515797" y="769"/>
                </a:lnTo>
                <a:lnTo>
                  <a:pt x="500888" y="1777"/>
                </a:lnTo>
                <a:lnTo>
                  <a:pt x="502259" y="16535"/>
                </a:lnTo>
                <a:lnTo>
                  <a:pt x="503034" y="16433"/>
                </a:lnTo>
                <a:close/>
              </a:path>
              <a:path w="827468" h="616214">
                <a:moveTo>
                  <a:pt x="72847" y="487090"/>
                </a:moveTo>
                <a:lnTo>
                  <a:pt x="68364" y="481321"/>
                </a:lnTo>
                <a:lnTo>
                  <a:pt x="58966" y="493425"/>
                </a:lnTo>
                <a:lnTo>
                  <a:pt x="72288" y="498936"/>
                </a:lnTo>
                <a:lnTo>
                  <a:pt x="76835" y="500816"/>
                </a:lnTo>
                <a:lnTo>
                  <a:pt x="72847" y="487090"/>
                </a:lnTo>
                <a:close/>
              </a:path>
              <a:path w="827468" h="616214">
                <a:moveTo>
                  <a:pt x="16576" y="102757"/>
                </a:moveTo>
                <a:lnTo>
                  <a:pt x="15532" y="95623"/>
                </a:lnTo>
                <a:lnTo>
                  <a:pt x="9563" y="104001"/>
                </a:lnTo>
                <a:lnTo>
                  <a:pt x="16576" y="102757"/>
                </a:lnTo>
                <a:close/>
              </a:path>
              <a:path w="827468" h="616214">
                <a:moveTo>
                  <a:pt x="521360" y="15239"/>
                </a:moveTo>
                <a:lnTo>
                  <a:pt x="514577" y="15700"/>
                </a:lnTo>
                <a:lnTo>
                  <a:pt x="568985" y="405329"/>
                </a:lnTo>
                <a:lnTo>
                  <a:pt x="521360" y="15239"/>
                </a:lnTo>
                <a:close/>
              </a:path>
              <a:path w="827468" h="616214">
                <a:moveTo>
                  <a:pt x="527284" y="769"/>
                </a:moveTo>
                <a:lnTo>
                  <a:pt x="578243" y="393045"/>
                </a:lnTo>
                <a:lnTo>
                  <a:pt x="582287" y="394600"/>
                </a:lnTo>
                <a:lnTo>
                  <a:pt x="527284" y="769"/>
                </a:lnTo>
                <a:close/>
              </a:path>
              <a:path w="827468" h="616214">
                <a:moveTo>
                  <a:pt x="322881" y="600937"/>
                </a:moveTo>
                <a:lnTo>
                  <a:pt x="86918" y="513262"/>
                </a:lnTo>
                <a:lnTo>
                  <a:pt x="320941" y="601281"/>
                </a:lnTo>
                <a:lnTo>
                  <a:pt x="322881" y="600937"/>
                </a:lnTo>
                <a:close/>
              </a:path>
              <a:path w="827468" h="616214">
                <a:moveTo>
                  <a:pt x="526003" y="769"/>
                </a:moveTo>
                <a:lnTo>
                  <a:pt x="513626" y="8889"/>
                </a:lnTo>
                <a:lnTo>
                  <a:pt x="504710" y="15239"/>
                </a:lnTo>
                <a:lnTo>
                  <a:pt x="529157" y="15239"/>
                </a:lnTo>
                <a:lnTo>
                  <a:pt x="528332" y="8889"/>
                </a:lnTo>
                <a:lnTo>
                  <a:pt x="527276" y="769"/>
                </a:lnTo>
              </a:path>
              <a:path w="827468" h="616214">
                <a:moveTo>
                  <a:pt x="500888" y="1777"/>
                </a:moveTo>
                <a:lnTo>
                  <a:pt x="417725" y="16535"/>
                </a:lnTo>
                <a:lnTo>
                  <a:pt x="502259" y="16535"/>
                </a:lnTo>
              </a:path>
              <a:path w="827468" h="616214">
                <a:moveTo>
                  <a:pt x="504710" y="15239"/>
                </a:moveTo>
                <a:lnTo>
                  <a:pt x="504064" y="15700"/>
                </a:lnTo>
                <a:lnTo>
                  <a:pt x="503034" y="16433"/>
                </a:lnTo>
                <a:lnTo>
                  <a:pt x="502429" y="16513"/>
                </a:lnTo>
                <a:lnTo>
                  <a:pt x="502259" y="16535"/>
                </a:lnTo>
                <a:lnTo>
                  <a:pt x="502461" y="16535"/>
                </a:lnTo>
                <a:lnTo>
                  <a:pt x="503757" y="16433"/>
                </a:lnTo>
                <a:lnTo>
                  <a:pt x="514577" y="15700"/>
                </a:lnTo>
                <a:lnTo>
                  <a:pt x="521360" y="15239"/>
                </a:lnTo>
              </a:path>
              <a:path w="827468" h="616214">
                <a:moveTo>
                  <a:pt x="521360" y="15239"/>
                </a:moveTo>
                <a:lnTo>
                  <a:pt x="567485" y="393045"/>
                </a:lnTo>
                <a:lnTo>
                  <a:pt x="567675" y="394600"/>
                </a:lnTo>
                <a:lnTo>
                  <a:pt x="568203" y="398924"/>
                </a:lnTo>
                <a:lnTo>
                  <a:pt x="593535" y="398924"/>
                </a:lnTo>
                <a:lnTo>
                  <a:pt x="582287" y="394600"/>
                </a:lnTo>
                <a:lnTo>
                  <a:pt x="578243" y="393045"/>
                </a:lnTo>
                <a:lnTo>
                  <a:pt x="529157" y="15239"/>
                </a:lnTo>
              </a:path>
              <a:path w="827468" h="616214">
                <a:moveTo>
                  <a:pt x="417725" y="16535"/>
                </a:moveTo>
                <a:lnTo>
                  <a:pt x="1282" y="90433"/>
                </a:lnTo>
                <a:lnTo>
                  <a:pt x="1282" y="95623"/>
                </a:lnTo>
                <a:lnTo>
                  <a:pt x="56776" y="95623"/>
                </a:lnTo>
                <a:lnTo>
                  <a:pt x="86021" y="90433"/>
                </a:lnTo>
                <a:lnTo>
                  <a:pt x="502461" y="16535"/>
                </a:lnTo>
              </a:path>
              <a:path w="827468" h="616214">
                <a:moveTo>
                  <a:pt x="1282" y="95623"/>
                </a:moveTo>
                <a:lnTo>
                  <a:pt x="1282" y="99422"/>
                </a:lnTo>
                <a:lnTo>
                  <a:pt x="1953" y="104001"/>
                </a:lnTo>
                <a:lnTo>
                  <a:pt x="9563" y="104001"/>
                </a:lnTo>
                <a:lnTo>
                  <a:pt x="12825" y="99422"/>
                </a:lnTo>
                <a:lnTo>
                  <a:pt x="15532" y="95623"/>
                </a:lnTo>
              </a:path>
              <a:path w="827468" h="616214">
                <a:moveTo>
                  <a:pt x="15532" y="95623"/>
                </a:moveTo>
                <a:lnTo>
                  <a:pt x="16576" y="102757"/>
                </a:lnTo>
                <a:lnTo>
                  <a:pt x="9563" y="104001"/>
                </a:lnTo>
                <a:lnTo>
                  <a:pt x="16758" y="104001"/>
                </a:lnTo>
                <a:lnTo>
                  <a:pt x="16576" y="102757"/>
                </a:lnTo>
                <a:lnTo>
                  <a:pt x="56776" y="95623"/>
                </a:lnTo>
              </a:path>
              <a:path w="827468" h="616214">
                <a:moveTo>
                  <a:pt x="1953" y="104001"/>
                </a:moveTo>
                <a:lnTo>
                  <a:pt x="57193" y="481321"/>
                </a:lnTo>
                <a:lnTo>
                  <a:pt x="72002" y="481321"/>
                </a:lnTo>
                <a:lnTo>
                  <a:pt x="16758" y="104001"/>
                </a:lnTo>
              </a:path>
              <a:path w="827468" h="616214">
                <a:moveTo>
                  <a:pt x="568203" y="398924"/>
                </a:moveTo>
                <a:lnTo>
                  <a:pt x="568985" y="405329"/>
                </a:lnTo>
                <a:lnTo>
                  <a:pt x="582891" y="398924"/>
                </a:lnTo>
              </a:path>
              <a:path w="827468" h="616214">
                <a:moveTo>
                  <a:pt x="582891" y="398924"/>
                </a:moveTo>
                <a:lnTo>
                  <a:pt x="800473" y="488861"/>
                </a:lnTo>
                <a:lnTo>
                  <a:pt x="812825" y="493966"/>
                </a:lnTo>
                <a:lnTo>
                  <a:pt x="827468" y="488861"/>
                </a:lnTo>
                <a:lnTo>
                  <a:pt x="593535" y="398924"/>
                </a:lnTo>
              </a:path>
              <a:path w="827468" h="616214">
                <a:moveTo>
                  <a:pt x="57193" y="481321"/>
                </a:moveTo>
                <a:lnTo>
                  <a:pt x="58966" y="493425"/>
                </a:lnTo>
                <a:lnTo>
                  <a:pt x="68364" y="481321"/>
                </a:lnTo>
              </a:path>
              <a:path w="827468" h="616214">
                <a:moveTo>
                  <a:pt x="68364" y="481321"/>
                </a:moveTo>
                <a:lnTo>
                  <a:pt x="69608" y="482923"/>
                </a:lnTo>
                <a:lnTo>
                  <a:pt x="72847" y="487090"/>
                </a:lnTo>
                <a:lnTo>
                  <a:pt x="73400" y="488995"/>
                </a:lnTo>
                <a:lnTo>
                  <a:pt x="76835" y="500816"/>
                </a:lnTo>
                <a:lnTo>
                  <a:pt x="86918" y="500816"/>
                </a:lnTo>
                <a:lnTo>
                  <a:pt x="86918" y="488995"/>
                </a:lnTo>
                <a:lnTo>
                  <a:pt x="82313" y="487090"/>
                </a:lnTo>
                <a:lnTo>
                  <a:pt x="72237" y="482923"/>
                </a:lnTo>
                <a:lnTo>
                  <a:pt x="72002" y="481321"/>
                </a:lnTo>
              </a:path>
              <a:path w="827468" h="616214">
                <a:moveTo>
                  <a:pt x="72288" y="498936"/>
                </a:moveTo>
                <a:lnTo>
                  <a:pt x="72288" y="500816"/>
                </a:lnTo>
                <a:lnTo>
                  <a:pt x="76835" y="500816"/>
                </a:lnTo>
              </a:path>
              <a:path w="827468" h="616214">
                <a:moveTo>
                  <a:pt x="72288" y="500816"/>
                </a:moveTo>
                <a:lnTo>
                  <a:pt x="72288" y="511483"/>
                </a:lnTo>
                <a:lnTo>
                  <a:pt x="86918" y="511483"/>
                </a:lnTo>
                <a:lnTo>
                  <a:pt x="86918" y="500816"/>
                </a:lnTo>
              </a:path>
              <a:path w="827468" h="616214">
                <a:moveTo>
                  <a:pt x="72288" y="511483"/>
                </a:moveTo>
                <a:lnTo>
                  <a:pt x="72288" y="518433"/>
                </a:lnTo>
                <a:lnTo>
                  <a:pt x="72288" y="523603"/>
                </a:lnTo>
                <a:lnTo>
                  <a:pt x="321525" y="616214"/>
                </a:lnTo>
                <a:lnTo>
                  <a:pt x="99323" y="523603"/>
                </a:lnTo>
                <a:lnTo>
                  <a:pt x="86918" y="518433"/>
                </a:lnTo>
                <a:lnTo>
                  <a:pt x="82130" y="511483"/>
                </a:lnTo>
              </a:path>
              <a:path w="827468" h="616214">
                <a:moveTo>
                  <a:pt x="82130" y="511483"/>
                </a:moveTo>
                <a:lnTo>
                  <a:pt x="86918" y="513262"/>
                </a:lnTo>
                <a:lnTo>
                  <a:pt x="86918" y="511483"/>
                </a:lnTo>
              </a:path>
              <a:path w="827468" h="616214">
                <a:moveTo>
                  <a:pt x="827468" y="526588"/>
                </a:moveTo>
                <a:lnTo>
                  <a:pt x="324726" y="601623"/>
                </a:lnTo>
                <a:lnTo>
                  <a:pt x="812825" y="514144"/>
                </a:lnTo>
                <a:lnTo>
                  <a:pt x="322881" y="600937"/>
                </a:lnTo>
                <a:lnTo>
                  <a:pt x="320941" y="601281"/>
                </a:lnTo>
                <a:lnTo>
                  <a:pt x="86918" y="513262"/>
                </a:lnTo>
                <a:lnTo>
                  <a:pt x="82130" y="511483"/>
                </a:lnTo>
                <a:lnTo>
                  <a:pt x="86918" y="518433"/>
                </a:lnTo>
                <a:lnTo>
                  <a:pt x="321525" y="616214"/>
                </a:lnTo>
                <a:lnTo>
                  <a:pt x="827468" y="526588"/>
                </a:lnTo>
                <a:close/>
              </a:path>
              <a:path w="827468" h="616214">
                <a:moveTo>
                  <a:pt x="827468" y="526588"/>
                </a:moveTo>
                <a:lnTo>
                  <a:pt x="827468" y="488861"/>
                </a:lnTo>
                <a:lnTo>
                  <a:pt x="812825" y="493966"/>
                </a:lnTo>
                <a:lnTo>
                  <a:pt x="582891" y="398924"/>
                </a:lnTo>
                <a:lnTo>
                  <a:pt x="568985" y="405329"/>
                </a:lnTo>
                <a:lnTo>
                  <a:pt x="812825" y="499075"/>
                </a:lnTo>
                <a:lnTo>
                  <a:pt x="817537" y="500886"/>
                </a:lnTo>
                <a:lnTo>
                  <a:pt x="818883" y="513071"/>
                </a:lnTo>
                <a:lnTo>
                  <a:pt x="812825" y="520368"/>
                </a:lnTo>
                <a:lnTo>
                  <a:pt x="812825" y="514144"/>
                </a:lnTo>
                <a:lnTo>
                  <a:pt x="324726" y="601623"/>
                </a:lnTo>
                <a:lnTo>
                  <a:pt x="827468" y="526588"/>
                </a:lnTo>
                <a:close/>
              </a:path>
              <a:path w="827468" h="616214">
                <a:moveTo>
                  <a:pt x="818883" y="513071"/>
                </a:moveTo>
                <a:lnTo>
                  <a:pt x="817537" y="500886"/>
                </a:lnTo>
                <a:lnTo>
                  <a:pt x="812825" y="499075"/>
                </a:lnTo>
                <a:lnTo>
                  <a:pt x="812825" y="520368"/>
                </a:lnTo>
                <a:lnTo>
                  <a:pt x="818883" y="513071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750549" y="3896950"/>
            <a:ext cx="446354" cy="3773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282412" y="4608790"/>
            <a:ext cx="37096" cy="51424"/>
          </a:xfrm>
          <a:custGeom>
            <a:avLst/>
            <a:gdLst/>
            <a:ahLst/>
            <a:cxnLst/>
            <a:rect l="l" t="t" r="r" b="b"/>
            <a:pathLst>
              <a:path w="37096" h="51424">
                <a:moveTo>
                  <a:pt x="28524" y="510"/>
                </a:moveTo>
                <a:lnTo>
                  <a:pt x="25869" y="1527"/>
                </a:lnTo>
                <a:lnTo>
                  <a:pt x="23190" y="2550"/>
                </a:lnTo>
                <a:lnTo>
                  <a:pt x="20053" y="4608"/>
                </a:lnTo>
                <a:lnTo>
                  <a:pt x="16446" y="7708"/>
                </a:lnTo>
                <a:lnTo>
                  <a:pt x="16446" y="182"/>
                </a:lnTo>
                <a:lnTo>
                  <a:pt x="0" y="182"/>
                </a:lnTo>
                <a:lnTo>
                  <a:pt x="0" y="51424"/>
                </a:lnTo>
                <a:lnTo>
                  <a:pt x="16446" y="51424"/>
                </a:lnTo>
                <a:lnTo>
                  <a:pt x="16446" y="17109"/>
                </a:lnTo>
                <a:lnTo>
                  <a:pt x="18503" y="16380"/>
                </a:lnTo>
                <a:lnTo>
                  <a:pt x="20434" y="15864"/>
                </a:lnTo>
                <a:lnTo>
                  <a:pt x="22225" y="15557"/>
                </a:lnTo>
                <a:lnTo>
                  <a:pt x="24002" y="15253"/>
                </a:lnTo>
                <a:lnTo>
                  <a:pt x="26060" y="15105"/>
                </a:lnTo>
                <a:lnTo>
                  <a:pt x="29438" y="15105"/>
                </a:lnTo>
                <a:lnTo>
                  <a:pt x="30721" y="15165"/>
                </a:lnTo>
                <a:lnTo>
                  <a:pt x="32270" y="15284"/>
                </a:lnTo>
                <a:lnTo>
                  <a:pt x="33807" y="15408"/>
                </a:lnTo>
                <a:lnTo>
                  <a:pt x="34937" y="15591"/>
                </a:lnTo>
                <a:lnTo>
                  <a:pt x="35623" y="15834"/>
                </a:lnTo>
                <a:lnTo>
                  <a:pt x="37096" y="15834"/>
                </a:lnTo>
                <a:lnTo>
                  <a:pt x="37096" y="182"/>
                </a:lnTo>
                <a:lnTo>
                  <a:pt x="36550" y="123"/>
                </a:lnTo>
                <a:lnTo>
                  <a:pt x="35902" y="78"/>
                </a:lnTo>
                <a:lnTo>
                  <a:pt x="35166" y="44"/>
                </a:lnTo>
                <a:lnTo>
                  <a:pt x="34455" y="13"/>
                </a:lnTo>
                <a:lnTo>
                  <a:pt x="33794" y="0"/>
                </a:lnTo>
                <a:lnTo>
                  <a:pt x="30975" y="0"/>
                </a:lnTo>
                <a:lnTo>
                  <a:pt x="28524" y="5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093792" y="4607560"/>
            <a:ext cx="47802" cy="54024"/>
          </a:xfrm>
          <a:custGeom>
            <a:avLst/>
            <a:gdLst/>
            <a:ahLst/>
            <a:cxnLst/>
            <a:rect l="l" t="t" r="r" b="b"/>
            <a:pathLst>
              <a:path w="47802" h="54024">
                <a:moveTo>
                  <a:pt x="749" y="35728"/>
                </a:moveTo>
                <a:lnTo>
                  <a:pt x="2222" y="39102"/>
                </a:lnTo>
                <a:lnTo>
                  <a:pt x="3721" y="42480"/>
                </a:lnTo>
                <a:lnTo>
                  <a:pt x="5803" y="45278"/>
                </a:lnTo>
                <a:lnTo>
                  <a:pt x="8521" y="47500"/>
                </a:lnTo>
                <a:lnTo>
                  <a:pt x="11252" y="49717"/>
                </a:lnTo>
                <a:lnTo>
                  <a:pt x="14465" y="51360"/>
                </a:lnTo>
                <a:lnTo>
                  <a:pt x="18148" y="52426"/>
                </a:lnTo>
                <a:lnTo>
                  <a:pt x="21844" y="53488"/>
                </a:lnTo>
                <a:lnTo>
                  <a:pt x="25920" y="54024"/>
                </a:lnTo>
                <a:lnTo>
                  <a:pt x="33794" y="54024"/>
                </a:lnTo>
                <a:lnTo>
                  <a:pt x="36906" y="53667"/>
                </a:lnTo>
                <a:lnTo>
                  <a:pt x="39712" y="52952"/>
                </a:lnTo>
                <a:lnTo>
                  <a:pt x="42519" y="52238"/>
                </a:lnTo>
                <a:lnTo>
                  <a:pt x="45224" y="51271"/>
                </a:lnTo>
                <a:lnTo>
                  <a:pt x="47802" y="50050"/>
                </a:lnTo>
                <a:lnTo>
                  <a:pt x="47802" y="36046"/>
                </a:lnTo>
                <a:lnTo>
                  <a:pt x="45478" y="36046"/>
                </a:lnTo>
                <a:lnTo>
                  <a:pt x="44805" y="36686"/>
                </a:lnTo>
                <a:lnTo>
                  <a:pt x="44081" y="37340"/>
                </a:lnTo>
                <a:lnTo>
                  <a:pt x="43294" y="38006"/>
                </a:lnTo>
                <a:lnTo>
                  <a:pt x="42506" y="38675"/>
                </a:lnTo>
                <a:lnTo>
                  <a:pt x="41592" y="39315"/>
                </a:lnTo>
                <a:lnTo>
                  <a:pt x="40563" y="39924"/>
                </a:lnTo>
                <a:lnTo>
                  <a:pt x="39471" y="40559"/>
                </a:lnTo>
                <a:lnTo>
                  <a:pt x="38100" y="41116"/>
                </a:lnTo>
                <a:lnTo>
                  <a:pt x="36449" y="41587"/>
                </a:lnTo>
                <a:lnTo>
                  <a:pt x="34798" y="42058"/>
                </a:lnTo>
                <a:lnTo>
                  <a:pt x="32943" y="42297"/>
                </a:lnTo>
                <a:lnTo>
                  <a:pt x="26441" y="42297"/>
                </a:lnTo>
                <a:lnTo>
                  <a:pt x="23012" y="41017"/>
                </a:lnTo>
                <a:lnTo>
                  <a:pt x="20612" y="38467"/>
                </a:lnTo>
                <a:lnTo>
                  <a:pt x="18199" y="35906"/>
                </a:lnTo>
                <a:lnTo>
                  <a:pt x="16992" y="32166"/>
                </a:lnTo>
                <a:lnTo>
                  <a:pt x="16992" y="22462"/>
                </a:lnTo>
                <a:lnTo>
                  <a:pt x="18161" y="18682"/>
                </a:lnTo>
                <a:lnTo>
                  <a:pt x="20523" y="15900"/>
                </a:lnTo>
                <a:lnTo>
                  <a:pt x="22872" y="13116"/>
                </a:lnTo>
                <a:lnTo>
                  <a:pt x="26225" y="11727"/>
                </a:lnTo>
                <a:lnTo>
                  <a:pt x="32575" y="11727"/>
                </a:lnTo>
                <a:lnTo>
                  <a:pt x="34290" y="11945"/>
                </a:lnTo>
                <a:lnTo>
                  <a:pt x="35788" y="12387"/>
                </a:lnTo>
                <a:lnTo>
                  <a:pt x="37274" y="12829"/>
                </a:lnTo>
                <a:lnTo>
                  <a:pt x="38646" y="13384"/>
                </a:lnTo>
                <a:lnTo>
                  <a:pt x="39878" y="14053"/>
                </a:lnTo>
                <a:lnTo>
                  <a:pt x="41198" y="14753"/>
                </a:lnTo>
                <a:lnTo>
                  <a:pt x="42290" y="15468"/>
                </a:lnTo>
                <a:lnTo>
                  <a:pt x="43180" y="16197"/>
                </a:lnTo>
                <a:lnTo>
                  <a:pt x="44081" y="16926"/>
                </a:lnTo>
                <a:lnTo>
                  <a:pt x="44843" y="17566"/>
                </a:lnTo>
                <a:lnTo>
                  <a:pt x="45478" y="18112"/>
                </a:lnTo>
                <a:lnTo>
                  <a:pt x="47802" y="18112"/>
                </a:lnTo>
                <a:lnTo>
                  <a:pt x="47802" y="4107"/>
                </a:lnTo>
                <a:lnTo>
                  <a:pt x="45250" y="2886"/>
                </a:lnTo>
                <a:lnTo>
                  <a:pt x="42506" y="1899"/>
                </a:lnTo>
                <a:lnTo>
                  <a:pt x="39547" y="1140"/>
                </a:lnTo>
                <a:lnTo>
                  <a:pt x="36601" y="382"/>
                </a:lnTo>
                <a:lnTo>
                  <a:pt x="33375" y="0"/>
                </a:lnTo>
                <a:lnTo>
                  <a:pt x="25996" y="0"/>
                </a:lnTo>
                <a:lnTo>
                  <a:pt x="22263" y="501"/>
                </a:lnTo>
                <a:lnTo>
                  <a:pt x="18643" y="1503"/>
                </a:lnTo>
                <a:lnTo>
                  <a:pt x="15024" y="2510"/>
                </a:lnTo>
                <a:lnTo>
                  <a:pt x="11836" y="4093"/>
                </a:lnTo>
                <a:lnTo>
                  <a:pt x="9055" y="6250"/>
                </a:lnTo>
                <a:lnTo>
                  <a:pt x="6210" y="8533"/>
                </a:lnTo>
                <a:lnTo>
                  <a:pt x="3975" y="11404"/>
                </a:lnTo>
                <a:lnTo>
                  <a:pt x="2387" y="14872"/>
                </a:lnTo>
                <a:lnTo>
                  <a:pt x="787" y="18340"/>
                </a:lnTo>
                <a:lnTo>
                  <a:pt x="0" y="22462"/>
                </a:lnTo>
                <a:lnTo>
                  <a:pt x="0" y="31770"/>
                </a:lnTo>
                <a:lnTo>
                  <a:pt x="749" y="357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029492" y="4607515"/>
            <a:ext cx="51079" cy="54068"/>
          </a:xfrm>
          <a:custGeom>
            <a:avLst/>
            <a:gdLst/>
            <a:ahLst/>
            <a:cxnLst/>
            <a:rect l="l" t="t" r="r" b="b"/>
            <a:pathLst>
              <a:path w="51079" h="54068">
                <a:moveTo>
                  <a:pt x="16675" y="35048"/>
                </a:moveTo>
                <a:lnTo>
                  <a:pt x="17119" y="33754"/>
                </a:lnTo>
                <a:lnTo>
                  <a:pt x="17970" y="32772"/>
                </a:lnTo>
                <a:lnTo>
                  <a:pt x="20916" y="20304"/>
                </a:lnTo>
                <a:lnTo>
                  <a:pt x="16408" y="20880"/>
                </a:lnTo>
                <a:lnTo>
                  <a:pt x="12649" y="21852"/>
                </a:lnTo>
                <a:lnTo>
                  <a:pt x="9613" y="23221"/>
                </a:lnTo>
                <a:lnTo>
                  <a:pt x="6540" y="24591"/>
                </a:lnTo>
                <a:lnTo>
                  <a:pt x="4178" y="26461"/>
                </a:lnTo>
                <a:lnTo>
                  <a:pt x="2501" y="28837"/>
                </a:lnTo>
                <a:lnTo>
                  <a:pt x="838" y="31208"/>
                </a:lnTo>
                <a:lnTo>
                  <a:pt x="0" y="34264"/>
                </a:lnTo>
                <a:lnTo>
                  <a:pt x="0" y="42688"/>
                </a:lnTo>
                <a:lnTo>
                  <a:pt x="1638" y="46537"/>
                </a:lnTo>
                <a:lnTo>
                  <a:pt x="4927" y="49549"/>
                </a:lnTo>
                <a:lnTo>
                  <a:pt x="8204" y="52561"/>
                </a:lnTo>
                <a:lnTo>
                  <a:pt x="12268" y="54068"/>
                </a:lnTo>
                <a:lnTo>
                  <a:pt x="19189" y="54068"/>
                </a:lnTo>
                <a:lnTo>
                  <a:pt x="21094" y="53889"/>
                </a:lnTo>
                <a:lnTo>
                  <a:pt x="22821" y="53543"/>
                </a:lnTo>
                <a:lnTo>
                  <a:pt x="24561" y="53191"/>
                </a:lnTo>
                <a:lnTo>
                  <a:pt x="26225" y="52655"/>
                </a:lnTo>
                <a:lnTo>
                  <a:pt x="27838" y="51921"/>
                </a:lnTo>
                <a:lnTo>
                  <a:pt x="29006" y="51375"/>
                </a:lnTo>
                <a:lnTo>
                  <a:pt x="30225" y="50631"/>
                </a:lnTo>
                <a:lnTo>
                  <a:pt x="31534" y="49688"/>
                </a:lnTo>
                <a:lnTo>
                  <a:pt x="32829" y="48746"/>
                </a:lnTo>
                <a:lnTo>
                  <a:pt x="33934" y="47937"/>
                </a:lnTo>
                <a:lnTo>
                  <a:pt x="34810" y="47268"/>
                </a:lnTo>
                <a:lnTo>
                  <a:pt x="34810" y="52699"/>
                </a:lnTo>
                <a:lnTo>
                  <a:pt x="51079" y="52699"/>
                </a:lnTo>
                <a:lnTo>
                  <a:pt x="51079" y="11692"/>
                </a:lnTo>
                <a:lnTo>
                  <a:pt x="49009" y="7183"/>
                </a:lnTo>
                <a:lnTo>
                  <a:pt x="44856" y="4310"/>
                </a:lnTo>
                <a:lnTo>
                  <a:pt x="40716" y="1438"/>
                </a:lnTo>
                <a:lnTo>
                  <a:pt x="33972" y="0"/>
                </a:lnTo>
                <a:lnTo>
                  <a:pt x="20726" y="0"/>
                </a:lnTo>
                <a:lnTo>
                  <a:pt x="16827" y="312"/>
                </a:lnTo>
                <a:lnTo>
                  <a:pt x="12915" y="932"/>
                </a:lnTo>
                <a:lnTo>
                  <a:pt x="9016" y="1557"/>
                </a:lnTo>
                <a:lnTo>
                  <a:pt x="6197" y="2098"/>
                </a:lnTo>
                <a:lnTo>
                  <a:pt x="4470" y="2555"/>
                </a:lnTo>
                <a:lnTo>
                  <a:pt x="4470" y="14917"/>
                </a:lnTo>
                <a:lnTo>
                  <a:pt x="5968" y="14917"/>
                </a:lnTo>
                <a:lnTo>
                  <a:pt x="7302" y="14401"/>
                </a:lnTo>
                <a:lnTo>
                  <a:pt x="9499" y="13662"/>
                </a:lnTo>
                <a:lnTo>
                  <a:pt x="12573" y="12705"/>
                </a:lnTo>
                <a:lnTo>
                  <a:pt x="15633" y="11747"/>
                </a:lnTo>
                <a:lnTo>
                  <a:pt x="18529" y="11271"/>
                </a:lnTo>
                <a:lnTo>
                  <a:pt x="25717" y="11271"/>
                </a:lnTo>
                <a:lnTo>
                  <a:pt x="29121" y="11807"/>
                </a:lnTo>
                <a:lnTo>
                  <a:pt x="31445" y="12887"/>
                </a:lnTo>
                <a:lnTo>
                  <a:pt x="33743" y="13970"/>
                </a:lnTo>
                <a:lnTo>
                  <a:pt x="34899" y="15924"/>
                </a:lnTo>
                <a:lnTo>
                  <a:pt x="34899" y="19024"/>
                </a:lnTo>
                <a:lnTo>
                  <a:pt x="30073" y="19297"/>
                </a:lnTo>
                <a:lnTo>
                  <a:pt x="25412" y="19724"/>
                </a:lnTo>
                <a:lnTo>
                  <a:pt x="23063" y="30092"/>
                </a:lnTo>
                <a:lnTo>
                  <a:pt x="25031" y="29720"/>
                </a:lnTo>
                <a:lnTo>
                  <a:pt x="27609" y="29403"/>
                </a:lnTo>
                <a:lnTo>
                  <a:pt x="30187" y="29085"/>
                </a:lnTo>
                <a:lnTo>
                  <a:pt x="32588" y="28837"/>
                </a:lnTo>
                <a:lnTo>
                  <a:pt x="34810" y="28653"/>
                </a:lnTo>
                <a:lnTo>
                  <a:pt x="34810" y="39295"/>
                </a:lnTo>
                <a:lnTo>
                  <a:pt x="33527" y="40387"/>
                </a:lnTo>
                <a:lnTo>
                  <a:pt x="32054" y="41264"/>
                </a:lnTo>
                <a:lnTo>
                  <a:pt x="30378" y="41934"/>
                </a:lnTo>
                <a:lnTo>
                  <a:pt x="28676" y="42599"/>
                </a:lnTo>
                <a:lnTo>
                  <a:pt x="27012" y="42932"/>
                </a:lnTo>
                <a:lnTo>
                  <a:pt x="23317" y="42932"/>
                </a:lnTo>
                <a:lnTo>
                  <a:pt x="21793" y="42787"/>
                </a:lnTo>
                <a:lnTo>
                  <a:pt x="20827" y="42505"/>
                </a:lnTo>
                <a:lnTo>
                  <a:pt x="19850" y="42212"/>
                </a:lnTo>
                <a:lnTo>
                  <a:pt x="19011" y="41766"/>
                </a:lnTo>
                <a:lnTo>
                  <a:pt x="18326" y="41160"/>
                </a:lnTo>
                <a:lnTo>
                  <a:pt x="17589" y="40554"/>
                </a:lnTo>
                <a:lnTo>
                  <a:pt x="17132" y="39916"/>
                </a:lnTo>
                <a:lnTo>
                  <a:pt x="16941" y="39250"/>
                </a:lnTo>
                <a:lnTo>
                  <a:pt x="16763" y="38581"/>
                </a:lnTo>
                <a:lnTo>
                  <a:pt x="16675" y="37717"/>
                </a:lnTo>
                <a:lnTo>
                  <a:pt x="16675" y="350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64442" y="4592275"/>
            <a:ext cx="70256" cy="67939"/>
          </a:xfrm>
          <a:custGeom>
            <a:avLst/>
            <a:gdLst/>
            <a:ahLst/>
            <a:cxnLst/>
            <a:rect l="l" t="t" r="r" b="b"/>
            <a:pathLst>
              <a:path w="70256" h="67939">
                <a:moveTo>
                  <a:pt x="26555" y="41746"/>
                </a:moveTo>
                <a:lnTo>
                  <a:pt x="47459" y="54203"/>
                </a:lnTo>
                <a:lnTo>
                  <a:pt x="52196" y="67939"/>
                </a:lnTo>
                <a:lnTo>
                  <a:pt x="70256" y="67939"/>
                </a:lnTo>
                <a:lnTo>
                  <a:pt x="45186" y="0"/>
                </a:lnTo>
                <a:lnTo>
                  <a:pt x="25044" y="0"/>
                </a:lnTo>
                <a:lnTo>
                  <a:pt x="0" y="67939"/>
                </a:lnTo>
                <a:lnTo>
                  <a:pt x="17614" y="67939"/>
                </a:lnTo>
                <a:lnTo>
                  <a:pt x="22351" y="54203"/>
                </a:lnTo>
                <a:lnTo>
                  <a:pt x="47459" y="54203"/>
                </a:lnTo>
                <a:lnTo>
                  <a:pt x="26555" y="41746"/>
                </a:lnTo>
                <a:lnTo>
                  <a:pt x="34899" y="17407"/>
                </a:lnTo>
                <a:lnTo>
                  <a:pt x="43243" y="41746"/>
                </a:lnTo>
                <a:lnTo>
                  <a:pt x="26555" y="417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939931" y="4594329"/>
            <a:ext cx="38519" cy="66888"/>
          </a:xfrm>
          <a:custGeom>
            <a:avLst/>
            <a:gdLst/>
            <a:ahLst/>
            <a:cxnLst/>
            <a:rect l="l" t="t" r="r" b="b"/>
            <a:pathLst>
              <a:path w="38519" h="66888">
                <a:moveTo>
                  <a:pt x="19291" y="66888"/>
                </a:moveTo>
                <a:lnTo>
                  <a:pt x="28524" y="66888"/>
                </a:lnTo>
                <a:lnTo>
                  <a:pt x="30937" y="66758"/>
                </a:lnTo>
                <a:lnTo>
                  <a:pt x="32918" y="66501"/>
                </a:lnTo>
                <a:lnTo>
                  <a:pt x="34886" y="66243"/>
                </a:lnTo>
                <a:lnTo>
                  <a:pt x="36766" y="65886"/>
                </a:lnTo>
                <a:lnTo>
                  <a:pt x="38519" y="65434"/>
                </a:lnTo>
                <a:lnTo>
                  <a:pt x="38519" y="54203"/>
                </a:lnTo>
                <a:lnTo>
                  <a:pt x="37160" y="54203"/>
                </a:lnTo>
                <a:lnTo>
                  <a:pt x="36614" y="54505"/>
                </a:lnTo>
                <a:lnTo>
                  <a:pt x="35648" y="54843"/>
                </a:lnTo>
                <a:lnTo>
                  <a:pt x="34277" y="55210"/>
                </a:lnTo>
                <a:lnTo>
                  <a:pt x="32893" y="55572"/>
                </a:lnTo>
                <a:lnTo>
                  <a:pt x="31775" y="55755"/>
                </a:lnTo>
                <a:lnTo>
                  <a:pt x="28879" y="55755"/>
                </a:lnTo>
                <a:lnTo>
                  <a:pt x="27305" y="55443"/>
                </a:lnTo>
                <a:lnTo>
                  <a:pt x="26238" y="54818"/>
                </a:lnTo>
                <a:lnTo>
                  <a:pt x="25146" y="54193"/>
                </a:lnTo>
                <a:lnTo>
                  <a:pt x="24396" y="53350"/>
                </a:lnTo>
                <a:lnTo>
                  <a:pt x="23977" y="52283"/>
                </a:lnTo>
                <a:lnTo>
                  <a:pt x="23520" y="51216"/>
                </a:lnTo>
                <a:lnTo>
                  <a:pt x="23291" y="50011"/>
                </a:lnTo>
                <a:lnTo>
                  <a:pt x="23253" y="48671"/>
                </a:lnTo>
                <a:lnTo>
                  <a:pt x="23228" y="47332"/>
                </a:lnTo>
                <a:lnTo>
                  <a:pt x="23215" y="45764"/>
                </a:lnTo>
                <a:lnTo>
                  <a:pt x="23215" y="25777"/>
                </a:lnTo>
                <a:lnTo>
                  <a:pt x="38519" y="25777"/>
                </a:lnTo>
                <a:lnTo>
                  <a:pt x="38519" y="14644"/>
                </a:lnTo>
                <a:lnTo>
                  <a:pt x="23215" y="14644"/>
                </a:lnTo>
                <a:lnTo>
                  <a:pt x="23215" y="0"/>
                </a:lnTo>
                <a:lnTo>
                  <a:pt x="6743" y="0"/>
                </a:lnTo>
                <a:lnTo>
                  <a:pt x="6743" y="14644"/>
                </a:lnTo>
                <a:lnTo>
                  <a:pt x="0" y="14644"/>
                </a:lnTo>
                <a:lnTo>
                  <a:pt x="0" y="25777"/>
                </a:lnTo>
                <a:lnTo>
                  <a:pt x="6743" y="25777"/>
                </a:lnTo>
                <a:lnTo>
                  <a:pt x="6743" y="55999"/>
                </a:lnTo>
                <a:lnTo>
                  <a:pt x="8305" y="60424"/>
                </a:lnTo>
                <a:lnTo>
                  <a:pt x="11430" y="63008"/>
                </a:lnTo>
                <a:lnTo>
                  <a:pt x="14541" y="65598"/>
                </a:lnTo>
                <a:lnTo>
                  <a:pt x="19291" y="66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983746" y="4594329"/>
            <a:ext cx="38493" cy="66888"/>
          </a:xfrm>
          <a:custGeom>
            <a:avLst/>
            <a:gdLst/>
            <a:ahLst/>
            <a:cxnLst/>
            <a:rect l="l" t="t" r="r" b="b"/>
            <a:pathLst>
              <a:path w="38493" h="66888">
                <a:moveTo>
                  <a:pt x="19265" y="66888"/>
                </a:moveTo>
                <a:lnTo>
                  <a:pt x="28498" y="66888"/>
                </a:lnTo>
                <a:lnTo>
                  <a:pt x="30911" y="66758"/>
                </a:lnTo>
                <a:lnTo>
                  <a:pt x="32892" y="66501"/>
                </a:lnTo>
                <a:lnTo>
                  <a:pt x="34861" y="66243"/>
                </a:lnTo>
                <a:lnTo>
                  <a:pt x="36741" y="65886"/>
                </a:lnTo>
                <a:lnTo>
                  <a:pt x="38493" y="65434"/>
                </a:lnTo>
                <a:lnTo>
                  <a:pt x="38493" y="54203"/>
                </a:lnTo>
                <a:lnTo>
                  <a:pt x="37134" y="54203"/>
                </a:lnTo>
                <a:lnTo>
                  <a:pt x="36588" y="54505"/>
                </a:lnTo>
                <a:lnTo>
                  <a:pt x="35623" y="54843"/>
                </a:lnTo>
                <a:lnTo>
                  <a:pt x="34251" y="55210"/>
                </a:lnTo>
                <a:lnTo>
                  <a:pt x="32867" y="55572"/>
                </a:lnTo>
                <a:lnTo>
                  <a:pt x="31750" y="55755"/>
                </a:lnTo>
                <a:lnTo>
                  <a:pt x="28854" y="55755"/>
                </a:lnTo>
                <a:lnTo>
                  <a:pt x="27279" y="55443"/>
                </a:lnTo>
                <a:lnTo>
                  <a:pt x="26212" y="54818"/>
                </a:lnTo>
                <a:lnTo>
                  <a:pt x="25133" y="54193"/>
                </a:lnTo>
                <a:lnTo>
                  <a:pt x="24383" y="53350"/>
                </a:lnTo>
                <a:lnTo>
                  <a:pt x="23952" y="52283"/>
                </a:lnTo>
                <a:lnTo>
                  <a:pt x="23507" y="51216"/>
                </a:lnTo>
                <a:lnTo>
                  <a:pt x="23266" y="50011"/>
                </a:lnTo>
                <a:lnTo>
                  <a:pt x="23228" y="48671"/>
                </a:lnTo>
                <a:lnTo>
                  <a:pt x="23202" y="47332"/>
                </a:lnTo>
                <a:lnTo>
                  <a:pt x="23190" y="45764"/>
                </a:lnTo>
                <a:lnTo>
                  <a:pt x="23190" y="25777"/>
                </a:lnTo>
                <a:lnTo>
                  <a:pt x="38493" y="25777"/>
                </a:lnTo>
                <a:lnTo>
                  <a:pt x="38493" y="14644"/>
                </a:lnTo>
                <a:lnTo>
                  <a:pt x="23190" y="14644"/>
                </a:lnTo>
                <a:lnTo>
                  <a:pt x="23190" y="0"/>
                </a:lnTo>
                <a:lnTo>
                  <a:pt x="6743" y="0"/>
                </a:lnTo>
                <a:lnTo>
                  <a:pt x="6743" y="14644"/>
                </a:lnTo>
                <a:lnTo>
                  <a:pt x="0" y="14644"/>
                </a:lnTo>
                <a:lnTo>
                  <a:pt x="0" y="25777"/>
                </a:lnTo>
                <a:lnTo>
                  <a:pt x="6743" y="25777"/>
                </a:lnTo>
                <a:lnTo>
                  <a:pt x="6743" y="55999"/>
                </a:lnTo>
                <a:lnTo>
                  <a:pt x="8293" y="60424"/>
                </a:lnTo>
                <a:lnTo>
                  <a:pt x="11404" y="63008"/>
                </a:lnTo>
                <a:lnTo>
                  <a:pt x="14516" y="65598"/>
                </a:lnTo>
                <a:lnTo>
                  <a:pt x="19265" y="668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047462" y="4627239"/>
            <a:ext cx="7442" cy="13047"/>
          </a:xfrm>
          <a:custGeom>
            <a:avLst/>
            <a:gdLst/>
            <a:ahLst/>
            <a:cxnLst/>
            <a:rect l="l" t="t" r="r" b="b"/>
            <a:pathLst>
              <a:path w="7442" h="13047">
                <a:moveTo>
                  <a:pt x="863" y="12059"/>
                </a:moveTo>
                <a:lnTo>
                  <a:pt x="2120" y="11310"/>
                </a:lnTo>
                <a:lnTo>
                  <a:pt x="3771" y="10794"/>
                </a:lnTo>
                <a:lnTo>
                  <a:pt x="5092" y="10368"/>
                </a:lnTo>
                <a:lnTo>
                  <a:pt x="7442" y="0"/>
                </a:lnTo>
                <a:lnTo>
                  <a:pt x="2946" y="580"/>
                </a:lnTo>
                <a:lnTo>
                  <a:pt x="0" y="13047"/>
                </a:lnTo>
                <a:lnTo>
                  <a:pt x="863" y="12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154066" y="4589219"/>
            <a:ext cx="54330" cy="70995"/>
          </a:xfrm>
          <a:custGeom>
            <a:avLst/>
            <a:gdLst/>
            <a:ahLst/>
            <a:cxnLst/>
            <a:rect l="l" t="t" r="r" b="b"/>
            <a:pathLst>
              <a:path w="54330" h="70995">
                <a:moveTo>
                  <a:pt x="54330" y="70995"/>
                </a:moveTo>
                <a:lnTo>
                  <a:pt x="34632" y="41840"/>
                </a:lnTo>
                <a:lnTo>
                  <a:pt x="53022" y="19753"/>
                </a:lnTo>
                <a:lnTo>
                  <a:pt x="34086" y="19753"/>
                </a:lnTo>
                <a:lnTo>
                  <a:pt x="16471" y="42345"/>
                </a:lnTo>
                <a:lnTo>
                  <a:pt x="16471" y="0"/>
                </a:lnTo>
                <a:lnTo>
                  <a:pt x="0" y="0"/>
                </a:lnTo>
                <a:lnTo>
                  <a:pt x="0" y="70995"/>
                </a:lnTo>
                <a:lnTo>
                  <a:pt x="16471" y="70995"/>
                </a:lnTo>
                <a:lnTo>
                  <a:pt x="16471" y="54173"/>
                </a:lnTo>
                <a:lnTo>
                  <a:pt x="20891" y="48715"/>
                </a:lnTo>
                <a:lnTo>
                  <a:pt x="35242" y="70995"/>
                </a:lnTo>
                <a:lnTo>
                  <a:pt x="54330" y="70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232742" y="4607375"/>
            <a:ext cx="11150" cy="14372"/>
          </a:xfrm>
          <a:custGeom>
            <a:avLst/>
            <a:gdLst/>
            <a:ahLst/>
            <a:cxnLst/>
            <a:rect l="l" t="t" r="r" b="b"/>
            <a:pathLst>
              <a:path w="11150" h="14372">
                <a:moveTo>
                  <a:pt x="0" y="14372"/>
                </a:moveTo>
                <a:lnTo>
                  <a:pt x="2044" y="12730"/>
                </a:lnTo>
                <a:lnTo>
                  <a:pt x="4076" y="11088"/>
                </a:lnTo>
                <a:lnTo>
                  <a:pt x="6667" y="10269"/>
                </a:lnTo>
                <a:lnTo>
                  <a:pt x="11150" y="0"/>
                </a:lnTo>
                <a:lnTo>
                  <a:pt x="2146" y="0"/>
                </a:lnTo>
                <a:lnTo>
                  <a:pt x="0" y="143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214823" y="4607375"/>
            <a:ext cx="54152" cy="54208"/>
          </a:xfrm>
          <a:custGeom>
            <a:avLst/>
            <a:gdLst/>
            <a:ahLst/>
            <a:cxnLst/>
            <a:rect l="l" t="t" r="r" b="b"/>
            <a:pathLst>
              <a:path w="54152" h="54208">
                <a:moveTo>
                  <a:pt x="2743" y="42649"/>
                </a:moveTo>
                <a:lnTo>
                  <a:pt x="8204" y="47273"/>
                </a:lnTo>
                <a:lnTo>
                  <a:pt x="13665" y="51897"/>
                </a:lnTo>
                <a:lnTo>
                  <a:pt x="21539" y="54208"/>
                </a:lnTo>
                <a:lnTo>
                  <a:pt x="35788" y="54208"/>
                </a:lnTo>
                <a:lnTo>
                  <a:pt x="39420" y="53870"/>
                </a:lnTo>
                <a:lnTo>
                  <a:pt x="42710" y="53201"/>
                </a:lnTo>
                <a:lnTo>
                  <a:pt x="45986" y="52537"/>
                </a:lnTo>
                <a:lnTo>
                  <a:pt x="49479" y="51455"/>
                </a:lnTo>
                <a:lnTo>
                  <a:pt x="53187" y="49961"/>
                </a:lnTo>
                <a:lnTo>
                  <a:pt x="53187" y="36775"/>
                </a:lnTo>
                <a:lnTo>
                  <a:pt x="51358" y="36775"/>
                </a:lnTo>
                <a:lnTo>
                  <a:pt x="49479" y="38209"/>
                </a:lnTo>
                <a:lnTo>
                  <a:pt x="46913" y="39543"/>
                </a:lnTo>
                <a:lnTo>
                  <a:pt x="43662" y="40794"/>
                </a:lnTo>
                <a:lnTo>
                  <a:pt x="40411" y="42039"/>
                </a:lnTo>
                <a:lnTo>
                  <a:pt x="37058" y="42664"/>
                </a:lnTo>
                <a:lnTo>
                  <a:pt x="28117" y="42664"/>
                </a:lnTo>
                <a:lnTo>
                  <a:pt x="23977" y="41597"/>
                </a:lnTo>
                <a:lnTo>
                  <a:pt x="21170" y="39470"/>
                </a:lnTo>
                <a:lnTo>
                  <a:pt x="18364" y="37341"/>
                </a:lnTo>
                <a:lnTo>
                  <a:pt x="16827" y="34265"/>
                </a:lnTo>
                <a:lnTo>
                  <a:pt x="16598" y="30252"/>
                </a:lnTo>
                <a:lnTo>
                  <a:pt x="54152" y="30252"/>
                </a:lnTo>
                <a:lnTo>
                  <a:pt x="54152" y="16595"/>
                </a:lnTo>
                <a:lnTo>
                  <a:pt x="52044" y="10532"/>
                </a:lnTo>
                <a:lnTo>
                  <a:pt x="47840" y="6320"/>
                </a:lnTo>
                <a:lnTo>
                  <a:pt x="43662" y="2109"/>
                </a:lnTo>
                <a:lnTo>
                  <a:pt x="37401" y="0"/>
                </a:lnTo>
                <a:lnTo>
                  <a:pt x="29070" y="0"/>
                </a:lnTo>
                <a:lnTo>
                  <a:pt x="24587" y="10269"/>
                </a:lnTo>
                <a:lnTo>
                  <a:pt x="31153" y="10269"/>
                </a:lnTo>
                <a:lnTo>
                  <a:pt x="33667" y="11132"/>
                </a:lnTo>
                <a:lnTo>
                  <a:pt x="35267" y="12868"/>
                </a:lnTo>
                <a:lnTo>
                  <a:pt x="36893" y="14601"/>
                </a:lnTo>
                <a:lnTo>
                  <a:pt x="37731" y="17190"/>
                </a:lnTo>
                <a:lnTo>
                  <a:pt x="37820" y="20623"/>
                </a:lnTo>
                <a:lnTo>
                  <a:pt x="16548" y="20623"/>
                </a:lnTo>
                <a:lnTo>
                  <a:pt x="16789" y="17006"/>
                </a:lnTo>
                <a:lnTo>
                  <a:pt x="17919" y="14372"/>
                </a:lnTo>
                <a:lnTo>
                  <a:pt x="20066" y="0"/>
                </a:lnTo>
                <a:lnTo>
                  <a:pt x="12953" y="2471"/>
                </a:lnTo>
                <a:lnTo>
                  <a:pt x="7785" y="7416"/>
                </a:lnTo>
                <a:lnTo>
                  <a:pt x="2590" y="12358"/>
                </a:lnTo>
                <a:lnTo>
                  <a:pt x="0" y="19060"/>
                </a:lnTo>
                <a:lnTo>
                  <a:pt x="0" y="36061"/>
                </a:lnTo>
                <a:lnTo>
                  <a:pt x="2743" y="426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836418" y="4093552"/>
            <a:ext cx="661496" cy="457200"/>
          </a:xfrm>
          <a:custGeom>
            <a:avLst/>
            <a:gdLst/>
            <a:ahLst/>
            <a:cxnLst/>
            <a:rect l="l" t="t" r="r" b="b"/>
            <a:pathLst>
              <a:path w="661496" h="457200">
                <a:moveTo>
                  <a:pt x="0" y="457200"/>
                </a:moveTo>
                <a:lnTo>
                  <a:pt x="661496" y="457200"/>
                </a:lnTo>
                <a:lnTo>
                  <a:pt x="661496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497834" y="4093552"/>
            <a:ext cx="982131" cy="457200"/>
          </a:xfrm>
          <a:custGeom>
            <a:avLst/>
            <a:gdLst/>
            <a:ahLst/>
            <a:cxnLst/>
            <a:rect l="l" t="t" r="r" b="b"/>
            <a:pathLst>
              <a:path w="982131" h="457200">
                <a:moveTo>
                  <a:pt x="0" y="457200"/>
                </a:moveTo>
                <a:lnTo>
                  <a:pt x="982131" y="457200"/>
                </a:lnTo>
                <a:lnTo>
                  <a:pt x="982131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836418" y="4093552"/>
            <a:ext cx="1643633" cy="0"/>
          </a:xfrm>
          <a:custGeom>
            <a:avLst/>
            <a:gdLst/>
            <a:ahLst/>
            <a:cxnLst/>
            <a:rect l="l" t="t" r="r" b="b"/>
            <a:pathLst>
              <a:path w="1643633">
                <a:moveTo>
                  <a:pt x="0" y="0"/>
                </a:moveTo>
                <a:lnTo>
                  <a:pt x="16436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836418" y="3819271"/>
            <a:ext cx="1643633" cy="0"/>
          </a:xfrm>
          <a:custGeom>
            <a:avLst/>
            <a:gdLst/>
            <a:ahLst/>
            <a:cxnLst/>
            <a:rect l="l" t="t" r="r" b="b"/>
            <a:pathLst>
              <a:path w="1643633">
                <a:moveTo>
                  <a:pt x="0" y="0"/>
                </a:moveTo>
                <a:lnTo>
                  <a:pt x="16436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836418" y="4550752"/>
            <a:ext cx="1643633" cy="0"/>
          </a:xfrm>
          <a:custGeom>
            <a:avLst/>
            <a:gdLst/>
            <a:ahLst/>
            <a:cxnLst/>
            <a:rect l="l" t="t" r="r" b="b"/>
            <a:pathLst>
              <a:path w="1643633">
                <a:moveTo>
                  <a:pt x="0" y="0"/>
                </a:moveTo>
                <a:lnTo>
                  <a:pt x="16436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300728" y="3579876"/>
            <a:ext cx="646429" cy="231775"/>
          </a:xfrm>
          <a:custGeom>
            <a:avLst/>
            <a:gdLst/>
            <a:ahLst/>
            <a:cxnLst/>
            <a:rect l="l" t="t" r="r" b="b"/>
            <a:pathLst>
              <a:path w="646429" h="231775">
                <a:moveTo>
                  <a:pt x="646429" y="0"/>
                </a:moveTo>
                <a:lnTo>
                  <a:pt x="0" y="231775"/>
                </a:lnTo>
              </a:path>
            </a:pathLst>
          </a:custGeom>
          <a:ln w="9144">
            <a:solidFill>
              <a:srgbClr val="C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989111" y="3128391"/>
            <a:ext cx="930275" cy="457200"/>
          </a:xfrm>
          <a:custGeom>
            <a:avLst/>
            <a:gdLst/>
            <a:ahLst/>
            <a:cxnLst/>
            <a:rect l="l" t="t" r="r" b="b"/>
            <a:pathLst>
              <a:path w="930275" h="457200">
                <a:moveTo>
                  <a:pt x="0" y="457200"/>
                </a:moveTo>
                <a:lnTo>
                  <a:pt x="930275" y="457200"/>
                </a:lnTo>
                <a:lnTo>
                  <a:pt x="930275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919351" y="3128391"/>
            <a:ext cx="713357" cy="457200"/>
          </a:xfrm>
          <a:custGeom>
            <a:avLst/>
            <a:gdLst/>
            <a:ahLst/>
            <a:cxnLst/>
            <a:rect l="l" t="t" r="r" b="b"/>
            <a:pathLst>
              <a:path w="713357" h="457200">
                <a:moveTo>
                  <a:pt x="0" y="457200"/>
                </a:moveTo>
                <a:lnTo>
                  <a:pt x="713357" y="457200"/>
                </a:lnTo>
                <a:lnTo>
                  <a:pt x="713357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989111" y="3128391"/>
            <a:ext cx="1643598" cy="0"/>
          </a:xfrm>
          <a:custGeom>
            <a:avLst/>
            <a:gdLst/>
            <a:ahLst/>
            <a:cxnLst/>
            <a:rect l="l" t="t" r="r" b="b"/>
            <a:pathLst>
              <a:path w="1643598">
                <a:moveTo>
                  <a:pt x="0" y="0"/>
                </a:moveTo>
                <a:lnTo>
                  <a:pt x="16435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89111" y="2854071"/>
            <a:ext cx="1643598" cy="0"/>
          </a:xfrm>
          <a:custGeom>
            <a:avLst/>
            <a:gdLst/>
            <a:ahLst/>
            <a:cxnLst/>
            <a:rect l="l" t="t" r="r" b="b"/>
            <a:pathLst>
              <a:path w="1643598">
                <a:moveTo>
                  <a:pt x="0" y="0"/>
                </a:moveTo>
                <a:lnTo>
                  <a:pt x="16435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989111" y="3585591"/>
            <a:ext cx="1643598" cy="0"/>
          </a:xfrm>
          <a:custGeom>
            <a:avLst/>
            <a:gdLst/>
            <a:ahLst/>
            <a:cxnLst/>
            <a:rect l="l" t="t" r="r" b="b"/>
            <a:pathLst>
              <a:path w="1643598">
                <a:moveTo>
                  <a:pt x="0" y="0"/>
                </a:moveTo>
                <a:lnTo>
                  <a:pt x="16435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798841" y="2743387"/>
            <a:ext cx="153773" cy="54046"/>
          </a:xfrm>
          <a:custGeom>
            <a:avLst/>
            <a:gdLst/>
            <a:ahLst/>
            <a:cxnLst/>
            <a:rect l="l" t="t" r="r" b="b"/>
            <a:pathLst>
              <a:path w="153773" h="54046">
                <a:moveTo>
                  <a:pt x="0" y="54046"/>
                </a:moveTo>
                <a:lnTo>
                  <a:pt x="153773" y="26496"/>
                </a:lnTo>
                <a:lnTo>
                  <a:pt x="153773" y="0"/>
                </a:lnTo>
                <a:lnTo>
                  <a:pt x="0" y="27016"/>
                </a:lnTo>
                <a:lnTo>
                  <a:pt x="0" y="54046"/>
                </a:lnTo>
                <a:close/>
              </a:path>
            </a:pathLst>
          </a:custGeom>
          <a:ln w="519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801954" y="2744419"/>
            <a:ext cx="147548" cy="40525"/>
          </a:xfrm>
          <a:custGeom>
            <a:avLst/>
            <a:gdLst/>
            <a:ahLst/>
            <a:cxnLst/>
            <a:rect l="l" t="t" r="r" b="b"/>
            <a:pathLst>
              <a:path w="147548" h="40525">
                <a:moveTo>
                  <a:pt x="0" y="40525"/>
                </a:moveTo>
                <a:lnTo>
                  <a:pt x="147548" y="13512"/>
                </a:lnTo>
                <a:lnTo>
                  <a:pt x="147548" y="0"/>
                </a:lnTo>
                <a:lnTo>
                  <a:pt x="0" y="25984"/>
                </a:lnTo>
                <a:lnTo>
                  <a:pt x="0" y="40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798843" y="2767279"/>
            <a:ext cx="153771" cy="30149"/>
          </a:xfrm>
          <a:custGeom>
            <a:avLst/>
            <a:gdLst/>
            <a:ahLst/>
            <a:cxnLst/>
            <a:rect l="l" t="t" r="r" b="b"/>
            <a:pathLst>
              <a:path w="153771" h="30149">
                <a:moveTo>
                  <a:pt x="0" y="30149"/>
                </a:moveTo>
                <a:lnTo>
                  <a:pt x="153771" y="2082"/>
                </a:lnTo>
                <a:lnTo>
                  <a:pt x="150660" y="0"/>
                </a:lnTo>
                <a:lnTo>
                  <a:pt x="0" y="27025"/>
                </a:lnTo>
                <a:lnTo>
                  <a:pt x="0" y="301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793635" y="2813019"/>
            <a:ext cx="165214" cy="29112"/>
          </a:xfrm>
          <a:custGeom>
            <a:avLst/>
            <a:gdLst/>
            <a:ahLst/>
            <a:cxnLst/>
            <a:rect l="l" t="t" r="r" b="b"/>
            <a:pathLst>
              <a:path w="165214" h="29112">
                <a:moveTo>
                  <a:pt x="0" y="29112"/>
                </a:moveTo>
                <a:lnTo>
                  <a:pt x="165214" y="0"/>
                </a:lnTo>
              </a:path>
            </a:pathLst>
          </a:custGeom>
          <a:ln w="5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6793635" y="2695577"/>
            <a:ext cx="165214" cy="29100"/>
          </a:xfrm>
          <a:custGeom>
            <a:avLst/>
            <a:gdLst/>
            <a:ahLst/>
            <a:cxnLst/>
            <a:rect l="l" t="t" r="r" b="b"/>
            <a:pathLst>
              <a:path w="165214" h="29100">
                <a:moveTo>
                  <a:pt x="0" y="29100"/>
                </a:moveTo>
                <a:lnTo>
                  <a:pt x="165214" y="0"/>
                </a:lnTo>
              </a:path>
            </a:pathLst>
          </a:custGeom>
          <a:ln w="5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6796759" y="2723636"/>
            <a:ext cx="0" cy="118496"/>
          </a:xfrm>
          <a:custGeom>
            <a:avLst/>
            <a:gdLst/>
            <a:ahLst/>
            <a:cxnLst/>
            <a:rect l="l" t="t" r="r" b="b"/>
            <a:pathLst>
              <a:path h="118496">
                <a:moveTo>
                  <a:pt x="0" y="0"/>
                </a:moveTo>
                <a:lnTo>
                  <a:pt x="0" y="118496"/>
                </a:lnTo>
              </a:path>
            </a:pathLst>
          </a:custGeom>
          <a:ln w="5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559854" y="2526144"/>
            <a:ext cx="411467" cy="6402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558546" y="2524836"/>
            <a:ext cx="417271" cy="643445"/>
          </a:xfrm>
          <a:custGeom>
            <a:avLst/>
            <a:gdLst/>
            <a:ahLst/>
            <a:cxnLst/>
            <a:rect l="l" t="t" r="r" b="b"/>
            <a:pathLst>
              <a:path w="417271" h="643445">
                <a:moveTo>
                  <a:pt x="24764" y="28130"/>
                </a:moveTo>
                <a:lnTo>
                  <a:pt x="18859" y="31356"/>
                </a:lnTo>
                <a:lnTo>
                  <a:pt x="15887" y="35801"/>
                </a:lnTo>
                <a:lnTo>
                  <a:pt x="15443" y="36220"/>
                </a:lnTo>
                <a:lnTo>
                  <a:pt x="13906" y="34099"/>
                </a:lnTo>
                <a:lnTo>
                  <a:pt x="10783" y="38790"/>
                </a:lnTo>
                <a:lnTo>
                  <a:pt x="8127" y="40386"/>
                </a:lnTo>
                <a:lnTo>
                  <a:pt x="10617" y="39039"/>
                </a:lnTo>
                <a:lnTo>
                  <a:pt x="11023" y="38646"/>
                </a:lnTo>
                <a:lnTo>
                  <a:pt x="12611" y="40728"/>
                </a:lnTo>
                <a:lnTo>
                  <a:pt x="15705" y="36074"/>
                </a:lnTo>
                <a:lnTo>
                  <a:pt x="20116" y="33629"/>
                </a:lnTo>
                <a:lnTo>
                  <a:pt x="25450" y="30645"/>
                </a:lnTo>
                <a:lnTo>
                  <a:pt x="33274" y="26543"/>
                </a:lnTo>
                <a:lnTo>
                  <a:pt x="24764" y="28130"/>
                </a:lnTo>
                <a:close/>
              </a:path>
              <a:path w="417271" h="643445">
                <a:moveTo>
                  <a:pt x="16128" y="559993"/>
                </a:moveTo>
                <a:lnTo>
                  <a:pt x="125920" y="600862"/>
                </a:lnTo>
                <a:lnTo>
                  <a:pt x="15973" y="559873"/>
                </a:lnTo>
                <a:lnTo>
                  <a:pt x="15786" y="559803"/>
                </a:lnTo>
                <a:lnTo>
                  <a:pt x="16128" y="559993"/>
                </a:lnTo>
                <a:close/>
              </a:path>
              <a:path w="417271" h="643445">
                <a:moveTo>
                  <a:pt x="18859" y="31356"/>
                </a:moveTo>
                <a:lnTo>
                  <a:pt x="13906" y="34099"/>
                </a:lnTo>
                <a:lnTo>
                  <a:pt x="15443" y="36220"/>
                </a:lnTo>
                <a:lnTo>
                  <a:pt x="15887" y="35801"/>
                </a:lnTo>
                <a:lnTo>
                  <a:pt x="18859" y="31356"/>
                </a:lnTo>
                <a:close/>
              </a:path>
              <a:path w="417271" h="643445">
                <a:moveTo>
                  <a:pt x="181241" y="3117"/>
                </a:moveTo>
                <a:lnTo>
                  <a:pt x="188343" y="2609"/>
                </a:lnTo>
                <a:lnTo>
                  <a:pt x="181279" y="3111"/>
                </a:lnTo>
                <a:lnTo>
                  <a:pt x="96634" y="17132"/>
                </a:lnTo>
                <a:lnTo>
                  <a:pt x="181241" y="3117"/>
                </a:lnTo>
                <a:close/>
              </a:path>
              <a:path w="417271" h="643445">
                <a:moveTo>
                  <a:pt x="188429" y="2603"/>
                </a:moveTo>
                <a:lnTo>
                  <a:pt x="195770" y="3073"/>
                </a:lnTo>
                <a:lnTo>
                  <a:pt x="196354" y="533"/>
                </a:lnTo>
                <a:lnTo>
                  <a:pt x="188341" y="0"/>
                </a:lnTo>
                <a:lnTo>
                  <a:pt x="188252" y="2603"/>
                </a:lnTo>
                <a:lnTo>
                  <a:pt x="188429" y="2603"/>
                </a:lnTo>
                <a:close/>
              </a:path>
              <a:path w="417271" h="643445">
                <a:moveTo>
                  <a:pt x="219582" y="9804"/>
                </a:moveTo>
                <a:lnTo>
                  <a:pt x="220433" y="7340"/>
                </a:lnTo>
                <a:lnTo>
                  <a:pt x="207391" y="3683"/>
                </a:lnTo>
                <a:lnTo>
                  <a:pt x="219582" y="9804"/>
                </a:lnTo>
                <a:close/>
              </a:path>
              <a:path w="417271" h="643445">
                <a:moveTo>
                  <a:pt x="33756" y="29083"/>
                </a:moveTo>
                <a:lnTo>
                  <a:pt x="25831" y="30518"/>
                </a:lnTo>
                <a:lnTo>
                  <a:pt x="25676" y="30602"/>
                </a:lnTo>
                <a:lnTo>
                  <a:pt x="33756" y="29083"/>
                </a:lnTo>
                <a:close/>
              </a:path>
              <a:path w="417271" h="643445">
                <a:moveTo>
                  <a:pt x="206692" y="6197"/>
                </a:moveTo>
                <a:lnTo>
                  <a:pt x="196049" y="3124"/>
                </a:lnTo>
                <a:lnTo>
                  <a:pt x="195917" y="3115"/>
                </a:lnTo>
                <a:lnTo>
                  <a:pt x="206692" y="6197"/>
                </a:lnTo>
                <a:close/>
              </a:path>
              <a:path w="417271" h="643445">
                <a:moveTo>
                  <a:pt x="50418" y="23418"/>
                </a:moveTo>
                <a:lnTo>
                  <a:pt x="33274" y="26543"/>
                </a:lnTo>
                <a:lnTo>
                  <a:pt x="25450" y="30645"/>
                </a:lnTo>
                <a:lnTo>
                  <a:pt x="20116" y="33629"/>
                </a:lnTo>
                <a:lnTo>
                  <a:pt x="25676" y="30602"/>
                </a:lnTo>
                <a:lnTo>
                  <a:pt x="25831" y="30518"/>
                </a:lnTo>
                <a:lnTo>
                  <a:pt x="33756" y="29083"/>
                </a:lnTo>
                <a:lnTo>
                  <a:pt x="50901" y="25971"/>
                </a:lnTo>
                <a:lnTo>
                  <a:pt x="96634" y="17132"/>
                </a:lnTo>
                <a:lnTo>
                  <a:pt x="181152" y="3124"/>
                </a:lnTo>
                <a:lnTo>
                  <a:pt x="188343" y="2609"/>
                </a:lnTo>
                <a:lnTo>
                  <a:pt x="195917" y="3115"/>
                </a:lnTo>
                <a:lnTo>
                  <a:pt x="196049" y="3124"/>
                </a:lnTo>
                <a:lnTo>
                  <a:pt x="206692" y="6197"/>
                </a:lnTo>
                <a:lnTo>
                  <a:pt x="219588" y="9806"/>
                </a:lnTo>
                <a:lnTo>
                  <a:pt x="408300" y="79511"/>
                </a:lnTo>
                <a:lnTo>
                  <a:pt x="412483" y="78524"/>
                </a:lnTo>
                <a:lnTo>
                  <a:pt x="412330" y="81000"/>
                </a:lnTo>
                <a:lnTo>
                  <a:pt x="408300" y="79511"/>
                </a:lnTo>
                <a:lnTo>
                  <a:pt x="227037" y="123939"/>
                </a:lnTo>
                <a:lnTo>
                  <a:pt x="227050" y="124985"/>
                </a:lnTo>
                <a:lnTo>
                  <a:pt x="417271" y="80060"/>
                </a:lnTo>
                <a:lnTo>
                  <a:pt x="220433" y="7340"/>
                </a:lnTo>
                <a:lnTo>
                  <a:pt x="219671" y="9829"/>
                </a:lnTo>
                <a:lnTo>
                  <a:pt x="207391" y="3695"/>
                </a:lnTo>
                <a:lnTo>
                  <a:pt x="196354" y="533"/>
                </a:lnTo>
                <a:lnTo>
                  <a:pt x="195770" y="3073"/>
                </a:lnTo>
                <a:lnTo>
                  <a:pt x="188429" y="2603"/>
                </a:lnTo>
                <a:lnTo>
                  <a:pt x="188252" y="2603"/>
                </a:lnTo>
                <a:lnTo>
                  <a:pt x="188341" y="0"/>
                </a:lnTo>
                <a:lnTo>
                  <a:pt x="180911" y="533"/>
                </a:lnTo>
                <a:lnTo>
                  <a:pt x="96151" y="14579"/>
                </a:lnTo>
                <a:lnTo>
                  <a:pt x="50406" y="23418"/>
                </a:lnTo>
                <a:close/>
              </a:path>
              <a:path w="417271" h="643445">
                <a:moveTo>
                  <a:pt x="125920" y="600862"/>
                </a:moveTo>
                <a:lnTo>
                  <a:pt x="230670" y="641591"/>
                </a:lnTo>
                <a:lnTo>
                  <a:pt x="230647" y="639696"/>
                </a:lnTo>
                <a:lnTo>
                  <a:pt x="125920" y="600862"/>
                </a:lnTo>
                <a:close/>
              </a:path>
              <a:path w="417271" h="643445">
                <a:moveTo>
                  <a:pt x="230647" y="639696"/>
                </a:moveTo>
                <a:lnTo>
                  <a:pt x="226047" y="125222"/>
                </a:lnTo>
                <a:lnTo>
                  <a:pt x="224434" y="122936"/>
                </a:lnTo>
                <a:lnTo>
                  <a:pt x="230647" y="639696"/>
                </a:lnTo>
                <a:close/>
              </a:path>
              <a:path w="417271" h="643445">
                <a:moveTo>
                  <a:pt x="227050" y="124985"/>
                </a:moveTo>
                <a:lnTo>
                  <a:pt x="232435" y="640359"/>
                </a:lnTo>
                <a:lnTo>
                  <a:pt x="233299" y="643445"/>
                </a:lnTo>
                <a:lnTo>
                  <a:pt x="227050" y="124985"/>
                </a:lnTo>
                <a:close/>
              </a:path>
              <a:path w="417271" h="643445">
                <a:moveTo>
                  <a:pt x="412483" y="78524"/>
                </a:moveTo>
                <a:lnTo>
                  <a:pt x="408300" y="79511"/>
                </a:lnTo>
                <a:lnTo>
                  <a:pt x="412330" y="81000"/>
                </a:lnTo>
                <a:lnTo>
                  <a:pt x="412483" y="78524"/>
                </a:lnTo>
                <a:close/>
              </a:path>
              <a:path w="417271" h="643445">
                <a:moveTo>
                  <a:pt x="8572" y="554520"/>
                </a:moveTo>
                <a:lnTo>
                  <a:pt x="11417" y="556336"/>
                </a:lnTo>
                <a:lnTo>
                  <a:pt x="8451" y="554359"/>
                </a:lnTo>
                <a:lnTo>
                  <a:pt x="8572" y="554520"/>
                </a:lnTo>
                <a:close/>
              </a:path>
              <a:path w="417271" h="643445">
                <a:moveTo>
                  <a:pt x="546" y="56095"/>
                </a:moveTo>
                <a:lnTo>
                  <a:pt x="0" y="60998"/>
                </a:lnTo>
                <a:lnTo>
                  <a:pt x="0" y="535089"/>
                </a:lnTo>
                <a:lnTo>
                  <a:pt x="546" y="541019"/>
                </a:lnTo>
                <a:lnTo>
                  <a:pt x="2095" y="545617"/>
                </a:lnTo>
                <a:lnTo>
                  <a:pt x="2184" y="51714"/>
                </a:lnTo>
                <a:lnTo>
                  <a:pt x="546" y="56095"/>
                </a:lnTo>
                <a:close/>
              </a:path>
              <a:path w="417271" h="643445">
                <a:moveTo>
                  <a:pt x="3060" y="540346"/>
                </a:moveTo>
                <a:lnTo>
                  <a:pt x="3124" y="540638"/>
                </a:lnTo>
                <a:lnTo>
                  <a:pt x="3111" y="540500"/>
                </a:lnTo>
                <a:lnTo>
                  <a:pt x="2603" y="534924"/>
                </a:lnTo>
                <a:lnTo>
                  <a:pt x="3060" y="540346"/>
                </a:lnTo>
                <a:close/>
              </a:path>
              <a:path w="417271" h="643445">
                <a:moveTo>
                  <a:pt x="2146" y="545845"/>
                </a:moveTo>
                <a:lnTo>
                  <a:pt x="2628" y="549313"/>
                </a:lnTo>
                <a:lnTo>
                  <a:pt x="2603" y="535038"/>
                </a:lnTo>
                <a:lnTo>
                  <a:pt x="2146" y="545845"/>
                </a:lnTo>
                <a:close/>
              </a:path>
              <a:path w="417271" h="643445">
                <a:moveTo>
                  <a:pt x="3111" y="56540"/>
                </a:moveTo>
                <a:lnTo>
                  <a:pt x="3090" y="56732"/>
                </a:lnTo>
                <a:lnTo>
                  <a:pt x="4560" y="52792"/>
                </a:lnTo>
                <a:lnTo>
                  <a:pt x="3111" y="56540"/>
                </a:lnTo>
                <a:close/>
              </a:path>
              <a:path w="417271" h="643445">
                <a:moveTo>
                  <a:pt x="2184" y="51714"/>
                </a:moveTo>
                <a:lnTo>
                  <a:pt x="2590" y="61213"/>
                </a:lnTo>
                <a:lnTo>
                  <a:pt x="2603" y="61074"/>
                </a:lnTo>
                <a:lnTo>
                  <a:pt x="3047" y="56845"/>
                </a:lnTo>
                <a:lnTo>
                  <a:pt x="4825" y="46431"/>
                </a:lnTo>
                <a:lnTo>
                  <a:pt x="2184" y="51714"/>
                </a:lnTo>
                <a:close/>
              </a:path>
              <a:path w="417271" h="643445">
                <a:moveTo>
                  <a:pt x="9893" y="558436"/>
                </a:moveTo>
                <a:lnTo>
                  <a:pt x="14693" y="562165"/>
                </a:lnTo>
                <a:lnTo>
                  <a:pt x="125018" y="603300"/>
                </a:lnTo>
                <a:lnTo>
                  <a:pt x="233299" y="643445"/>
                </a:lnTo>
                <a:lnTo>
                  <a:pt x="232435" y="640359"/>
                </a:lnTo>
                <a:lnTo>
                  <a:pt x="227050" y="124985"/>
                </a:lnTo>
                <a:lnTo>
                  <a:pt x="227037" y="123939"/>
                </a:lnTo>
                <a:lnTo>
                  <a:pt x="408300" y="79511"/>
                </a:lnTo>
                <a:lnTo>
                  <a:pt x="224434" y="122936"/>
                </a:lnTo>
                <a:lnTo>
                  <a:pt x="226047" y="125222"/>
                </a:lnTo>
                <a:lnTo>
                  <a:pt x="230647" y="639696"/>
                </a:lnTo>
                <a:lnTo>
                  <a:pt x="230670" y="641591"/>
                </a:lnTo>
                <a:lnTo>
                  <a:pt x="125920" y="600862"/>
                </a:lnTo>
                <a:lnTo>
                  <a:pt x="16128" y="559993"/>
                </a:lnTo>
                <a:lnTo>
                  <a:pt x="15786" y="559803"/>
                </a:lnTo>
                <a:lnTo>
                  <a:pt x="15973" y="559873"/>
                </a:lnTo>
                <a:lnTo>
                  <a:pt x="11417" y="556336"/>
                </a:lnTo>
                <a:lnTo>
                  <a:pt x="8572" y="554520"/>
                </a:lnTo>
                <a:lnTo>
                  <a:pt x="8451" y="554359"/>
                </a:lnTo>
                <a:lnTo>
                  <a:pt x="5608" y="550564"/>
                </a:lnTo>
                <a:lnTo>
                  <a:pt x="5156" y="548754"/>
                </a:lnTo>
                <a:lnTo>
                  <a:pt x="4648" y="545134"/>
                </a:lnTo>
                <a:lnTo>
                  <a:pt x="3111" y="540500"/>
                </a:lnTo>
                <a:lnTo>
                  <a:pt x="3124" y="540638"/>
                </a:lnTo>
                <a:lnTo>
                  <a:pt x="3060" y="540346"/>
                </a:lnTo>
                <a:lnTo>
                  <a:pt x="2603" y="534924"/>
                </a:lnTo>
                <a:lnTo>
                  <a:pt x="2603" y="61099"/>
                </a:lnTo>
                <a:lnTo>
                  <a:pt x="3090" y="56732"/>
                </a:lnTo>
                <a:lnTo>
                  <a:pt x="3111" y="56540"/>
                </a:lnTo>
                <a:lnTo>
                  <a:pt x="4546" y="52819"/>
                </a:lnTo>
                <a:lnTo>
                  <a:pt x="7150" y="47625"/>
                </a:lnTo>
                <a:lnTo>
                  <a:pt x="4597" y="52692"/>
                </a:lnTo>
                <a:lnTo>
                  <a:pt x="4825" y="46431"/>
                </a:lnTo>
                <a:lnTo>
                  <a:pt x="3047" y="56845"/>
                </a:lnTo>
                <a:lnTo>
                  <a:pt x="2603" y="61074"/>
                </a:lnTo>
                <a:lnTo>
                  <a:pt x="2590" y="61213"/>
                </a:lnTo>
                <a:lnTo>
                  <a:pt x="2184" y="51714"/>
                </a:lnTo>
                <a:lnTo>
                  <a:pt x="2095" y="545617"/>
                </a:lnTo>
                <a:lnTo>
                  <a:pt x="546" y="541019"/>
                </a:lnTo>
                <a:lnTo>
                  <a:pt x="2114" y="545750"/>
                </a:lnTo>
                <a:lnTo>
                  <a:pt x="2603" y="535038"/>
                </a:lnTo>
                <a:lnTo>
                  <a:pt x="2628" y="549313"/>
                </a:lnTo>
                <a:lnTo>
                  <a:pt x="3225" y="551713"/>
                </a:lnTo>
                <a:lnTo>
                  <a:pt x="5460" y="550367"/>
                </a:lnTo>
                <a:lnTo>
                  <a:pt x="5676" y="550837"/>
                </a:lnTo>
                <a:lnTo>
                  <a:pt x="8254" y="554228"/>
                </a:lnTo>
                <a:lnTo>
                  <a:pt x="9855" y="558406"/>
                </a:lnTo>
                <a:close/>
              </a:path>
              <a:path w="417271" h="643445">
                <a:moveTo>
                  <a:pt x="10064" y="42263"/>
                </a:moveTo>
                <a:lnTo>
                  <a:pt x="12611" y="40728"/>
                </a:lnTo>
                <a:lnTo>
                  <a:pt x="11023" y="38646"/>
                </a:lnTo>
                <a:lnTo>
                  <a:pt x="10617" y="39039"/>
                </a:lnTo>
                <a:lnTo>
                  <a:pt x="8127" y="40386"/>
                </a:lnTo>
                <a:lnTo>
                  <a:pt x="4825" y="46431"/>
                </a:lnTo>
                <a:lnTo>
                  <a:pt x="4597" y="52692"/>
                </a:lnTo>
                <a:lnTo>
                  <a:pt x="7124" y="47663"/>
                </a:lnTo>
                <a:lnTo>
                  <a:pt x="9766" y="42443"/>
                </a:lnTo>
                <a:lnTo>
                  <a:pt x="10236" y="41948"/>
                </a:lnTo>
                <a:lnTo>
                  <a:pt x="10064" y="42263"/>
                </a:lnTo>
                <a:close/>
              </a:path>
              <a:path w="417271" h="643445">
                <a:moveTo>
                  <a:pt x="6629" y="556260"/>
                </a:moveTo>
                <a:lnTo>
                  <a:pt x="9893" y="558436"/>
                </a:lnTo>
                <a:lnTo>
                  <a:pt x="8254" y="554228"/>
                </a:lnTo>
                <a:lnTo>
                  <a:pt x="5676" y="550837"/>
                </a:lnTo>
                <a:lnTo>
                  <a:pt x="5460" y="550367"/>
                </a:lnTo>
                <a:lnTo>
                  <a:pt x="3225" y="551713"/>
                </a:lnTo>
                <a:lnTo>
                  <a:pt x="6629" y="556260"/>
                </a:lnTo>
                <a:close/>
              </a:path>
              <a:path w="417271" h="643445">
                <a:moveTo>
                  <a:pt x="9766" y="42443"/>
                </a:moveTo>
                <a:lnTo>
                  <a:pt x="7124" y="47663"/>
                </a:lnTo>
                <a:lnTo>
                  <a:pt x="10064" y="42263"/>
                </a:lnTo>
                <a:lnTo>
                  <a:pt x="10236" y="41948"/>
                </a:lnTo>
                <a:lnTo>
                  <a:pt x="9766" y="42443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772859" y="2604096"/>
            <a:ext cx="216128" cy="562317"/>
          </a:xfrm>
          <a:custGeom>
            <a:avLst/>
            <a:gdLst/>
            <a:ahLst/>
            <a:cxnLst/>
            <a:rect l="l" t="t" r="r" b="b"/>
            <a:pathLst>
              <a:path w="216128" h="562317">
                <a:moveTo>
                  <a:pt x="0" y="535812"/>
                </a:moveTo>
                <a:lnTo>
                  <a:pt x="1041" y="543610"/>
                </a:lnTo>
                <a:lnTo>
                  <a:pt x="4673" y="552957"/>
                </a:lnTo>
                <a:lnTo>
                  <a:pt x="13512" y="559714"/>
                </a:lnTo>
                <a:lnTo>
                  <a:pt x="18707" y="562317"/>
                </a:lnTo>
                <a:lnTo>
                  <a:pt x="30657" y="562317"/>
                </a:lnTo>
                <a:lnTo>
                  <a:pt x="185991" y="534250"/>
                </a:lnTo>
                <a:lnTo>
                  <a:pt x="192747" y="532168"/>
                </a:lnTo>
                <a:lnTo>
                  <a:pt x="203657" y="525411"/>
                </a:lnTo>
                <a:lnTo>
                  <a:pt x="211454" y="515023"/>
                </a:lnTo>
                <a:lnTo>
                  <a:pt x="214566" y="510870"/>
                </a:lnTo>
                <a:lnTo>
                  <a:pt x="216128" y="504634"/>
                </a:lnTo>
                <a:lnTo>
                  <a:pt x="216128" y="19227"/>
                </a:lnTo>
                <a:lnTo>
                  <a:pt x="203657" y="2082"/>
                </a:lnTo>
                <a:lnTo>
                  <a:pt x="198462" y="0"/>
                </a:lnTo>
                <a:lnTo>
                  <a:pt x="185991" y="0"/>
                </a:lnTo>
                <a:lnTo>
                  <a:pt x="30657" y="28066"/>
                </a:lnTo>
                <a:lnTo>
                  <a:pt x="24422" y="29629"/>
                </a:lnTo>
                <a:lnTo>
                  <a:pt x="18707" y="32219"/>
                </a:lnTo>
                <a:lnTo>
                  <a:pt x="13512" y="36893"/>
                </a:lnTo>
                <a:lnTo>
                  <a:pt x="8318" y="40538"/>
                </a:lnTo>
                <a:lnTo>
                  <a:pt x="4673" y="46774"/>
                </a:lnTo>
                <a:lnTo>
                  <a:pt x="2603" y="51968"/>
                </a:lnTo>
                <a:lnTo>
                  <a:pt x="1041" y="57683"/>
                </a:lnTo>
                <a:lnTo>
                  <a:pt x="0" y="64439"/>
                </a:lnTo>
                <a:lnTo>
                  <a:pt x="0" y="535812"/>
                </a:lnTo>
                <a:close/>
              </a:path>
            </a:pathLst>
          </a:custGeom>
          <a:solidFill>
            <a:srgbClr val="B2C0D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770001" y="2601239"/>
            <a:ext cx="221843" cy="568032"/>
          </a:xfrm>
          <a:custGeom>
            <a:avLst/>
            <a:gdLst/>
            <a:ahLst/>
            <a:cxnLst/>
            <a:rect l="l" t="t" r="r" b="b"/>
            <a:pathLst>
              <a:path w="221843" h="568032">
                <a:moveTo>
                  <a:pt x="26327" y="29768"/>
                </a:moveTo>
                <a:lnTo>
                  <a:pt x="19977" y="32664"/>
                </a:lnTo>
                <a:lnTo>
                  <a:pt x="22745" y="37680"/>
                </a:lnTo>
                <a:lnTo>
                  <a:pt x="23482" y="37210"/>
                </a:lnTo>
                <a:lnTo>
                  <a:pt x="27965" y="35255"/>
                </a:lnTo>
                <a:lnTo>
                  <a:pt x="32918" y="28117"/>
                </a:lnTo>
                <a:lnTo>
                  <a:pt x="26327" y="29768"/>
                </a:lnTo>
                <a:close/>
              </a:path>
              <a:path w="221843" h="568032">
                <a:moveTo>
                  <a:pt x="189146" y="5715"/>
                </a:moveTo>
                <a:lnTo>
                  <a:pt x="189357" y="5676"/>
                </a:lnTo>
                <a:lnTo>
                  <a:pt x="188849" y="5714"/>
                </a:lnTo>
                <a:lnTo>
                  <a:pt x="34201" y="33693"/>
                </a:lnTo>
                <a:lnTo>
                  <a:pt x="34023" y="33743"/>
                </a:lnTo>
                <a:lnTo>
                  <a:pt x="189146" y="5715"/>
                </a:lnTo>
                <a:close/>
              </a:path>
              <a:path w="221843" h="568032">
                <a:moveTo>
                  <a:pt x="188353" y="534301"/>
                </a:moveTo>
                <a:lnTo>
                  <a:pt x="194487" y="532393"/>
                </a:lnTo>
                <a:lnTo>
                  <a:pt x="188124" y="534343"/>
                </a:lnTo>
                <a:lnTo>
                  <a:pt x="188353" y="534301"/>
                </a:lnTo>
                <a:close/>
              </a:path>
              <a:path w="221843" h="568032">
                <a:moveTo>
                  <a:pt x="196634" y="537705"/>
                </a:moveTo>
                <a:lnTo>
                  <a:pt x="202819" y="534885"/>
                </a:lnTo>
                <a:lnTo>
                  <a:pt x="199529" y="530199"/>
                </a:lnTo>
                <a:lnTo>
                  <a:pt x="194767" y="532307"/>
                </a:lnTo>
                <a:lnTo>
                  <a:pt x="194424" y="532422"/>
                </a:lnTo>
                <a:lnTo>
                  <a:pt x="189534" y="539889"/>
                </a:lnTo>
                <a:lnTo>
                  <a:pt x="196634" y="537705"/>
                </a:lnTo>
                <a:close/>
              </a:path>
              <a:path w="221843" h="568032">
                <a:moveTo>
                  <a:pt x="201866" y="0"/>
                </a:moveTo>
                <a:lnTo>
                  <a:pt x="195605" y="0"/>
                </a:lnTo>
                <a:lnTo>
                  <a:pt x="200266" y="5511"/>
                </a:lnTo>
                <a:lnTo>
                  <a:pt x="201320" y="5714"/>
                </a:lnTo>
                <a:lnTo>
                  <a:pt x="204660" y="7111"/>
                </a:lnTo>
                <a:lnTo>
                  <a:pt x="208025" y="2463"/>
                </a:lnTo>
                <a:lnTo>
                  <a:pt x="201866" y="0"/>
                </a:lnTo>
                <a:close/>
              </a:path>
              <a:path w="221843" h="568032">
                <a:moveTo>
                  <a:pt x="204540" y="526193"/>
                </a:moveTo>
                <a:lnTo>
                  <a:pt x="199795" y="529987"/>
                </a:lnTo>
                <a:lnTo>
                  <a:pt x="200139" y="529831"/>
                </a:lnTo>
                <a:lnTo>
                  <a:pt x="204368" y="526389"/>
                </a:lnTo>
                <a:lnTo>
                  <a:pt x="204724" y="526046"/>
                </a:lnTo>
                <a:lnTo>
                  <a:pt x="207871" y="522398"/>
                </a:lnTo>
                <a:lnTo>
                  <a:pt x="204540" y="526193"/>
                </a:lnTo>
                <a:close/>
              </a:path>
              <a:path w="221843" h="568032">
                <a:moveTo>
                  <a:pt x="208305" y="10223"/>
                </a:moveTo>
                <a:lnTo>
                  <a:pt x="212079" y="13533"/>
                </a:lnTo>
                <a:lnTo>
                  <a:pt x="211861" y="13169"/>
                </a:lnTo>
                <a:lnTo>
                  <a:pt x="208305" y="10223"/>
                </a:lnTo>
                <a:close/>
              </a:path>
              <a:path w="221843" h="568032">
                <a:moveTo>
                  <a:pt x="214802" y="18080"/>
                </a:moveTo>
                <a:lnTo>
                  <a:pt x="216128" y="22488"/>
                </a:lnTo>
                <a:lnTo>
                  <a:pt x="216128" y="22085"/>
                </a:lnTo>
                <a:lnTo>
                  <a:pt x="216255" y="22910"/>
                </a:lnTo>
                <a:lnTo>
                  <a:pt x="216217" y="506793"/>
                </a:lnTo>
                <a:lnTo>
                  <a:pt x="216128" y="507148"/>
                </a:lnTo>
                <a:lnTo>
                  <a:pt x="214799" y="512452"/>
                </a:lnTo>
                <a:lnTo>
                  <a:pt x="211975" y="516229"/>
                </a:lnTo>
                <a:lnTo>
                  <a:pt x="207871" y="522398"/>
                </a:lnTo>
                <a:lnTo>
                  <a:pt x="204724" y="526046"/>
                </a:lnTo>
                <a:lnTo>
                  <a:pt x="204368" y="526389"/>
                </a:lnTo>
                <a:lnTo>
                  <a:pt x="200139" y="529831"/>
                </a:lnTo>
                <a:lnTo>
                  <a:pt x="199795" y="529987"/>
                </a:lnTo>
                <a:lnTo>
                  <a:pt x="194487" y="532393"/>
                </a:lnTo>
                <a:lnTo>
                  <a:pt x="188353" y="534301"/>
                </a:lnTo>
                <a:lnTo>
                  <a:pt x="188010" y="534377"/>
                </a:lnTo>
                <a:lnTo>
                  <a:pt x="33218" y="562317"/>
                </a:lnTo>
                <a:lnTo>
                  <a:pt x="22249" y="562317"/>
                </a:lnTo>
                <a:lnTo>
                  <a:pt x="22834" y="562609"/>
                </a:lnTo>
                <a:lnTo>
                  <a:pt x="21564" y="562317"/>
                </a:lnTo>
                <a:lnTo>
                  <a:pt x="17830" y="560120"/>
                </a:lnTo>
                <a:lnTo>
                  <a:pt x="12953" y="557186"/>
                </a:lnTo>
                <a:lnTo>
                  <a:pt x="10185" y="554761"/>
                </a:lnTo>
                <a:lnTo>
                  <a:pt x="9550" y="553796"/>
                </a:lnTo>
                <a:lnTo>
                  <a:pt x="8127" y="549617"/>
                </a:lnTo>
                <a:lnTo>
                  <a:pt x="6684" y="545735"/>
                </a:lnTo>
                <a:lnTo>
                  <a:pt x="5715" y="538479"/>
                </a:lnTo>
                <a:lnTo>
                  <a:pt x="5689" y="538289"/>
                </a:lnTo>
                <a:lnTo>
                  <a:pt x="5689" y="67741"/>
                </a:lnTo>
                <a:lnTo>
                  <a:pt x="5715" y="67297"/>
                </a:lnTo>
                <a:lnTo>
                  <a:pt x="6654" y="61302"/>
                </a:lnTo>
                <a:lnTo>
                  <a:pt x="6718" y="60985"/>
                </a:lnTo>
                <a:lnTo>
                  <a:pt x="8115" y="55892"/>
                </a:lnTo>
                <a:lnTo>
                  <a:pt x="9017" y="41414"/>
                </a:lnTo>
                <a:lnTo>
                  <a:pt x="4952" y="48374"/>
                </a:lnTo>
                <a:lnTo>
                  <a:pt x="2743" y="53924"/>
                </a:lnTo>
                <a:lnTo>
                  <a:pt x="1104" y="59956"/>
                </a:lnTo>
                <a:lnTo>
                  <a:pt x="0" y="67081"/>
                </a:lnTo>
                <a:lnTo>
                  <a:pt x="0" y="538860"/>
                </a:lnTo>
                <a:lnTo>
                  <a:pt x="1104" y="547166"/>
                </a:lnTo>
                <a:lnTo>
                  <a:pt x="2794" y="551649"/>
                </a:lnTo>
                <a:lnTo>
                  <a:pt x="5092" y="557428"/>
                </a:lnTo>
                <a:lnTo>
                  <a:pt x="5715" y="538670"/>
                </a:lnTo>
                <a:lnTo>
                  <a:pt x="6578" y="545452"/>
                </a:lnTo>
                <a:lnTo>
                  <a:pt x="6730" y="546087"/>
                </a:lnTo>
                <a:lnTo>
                  <a:pt x="9398" y="561720"/>
                </a:lnTo>
                <a:lnTo>
                  <a:pt x="14986" y="565073"/>
                </a:lnTo>
                <a:lnTo>
                  <a:pt x="12636" y="556996"/>
                </a:lnTo>
                <a:lnTo>
                  <a:pt x="13195" y="557428"/>
                </a:lnTo>
                <a:lnTo>
                  <a:pt x="17640" y="560019"/>
                </a:lnTo>
                <a:lnTo>
                  <a:pt x="20891" y="568032"/>
                </a:lnTo>
                <a:lnTo>
                  <a:pt x="33769" y="568032"/>
                </a:lnTo>
                <a:lnTo>
                  <a:pt x="33007" y="562355"/>
                </a:lnTo>
                <a:lnTo>
                  <a:pt x="33515" y="562317"/>
                </a:lnTo>
                <a:lnTo>
                  <a:pt x="33769" y="568032"/>
                </a:lnTo>
                <a:lnTo>
                  <a:pt x="189534" y="539889"/>
                </a:lnTo>
                <a:lnTo>
                  <a:pt x="194424" y="532422"/>
                </a:lnTo>
                <a:lnTo>
                  <a:pt x="194767" y="532307"/>
                </a:lnTo>
                <a:lnTo>
                  <a:pt x="199529" y="530199"/>
                </a:lnTo>
                <a:lnTo>
                  <a:pt x="202819" y="534885"/>
                </a:lnTo>
                <a:lnTo>
                  <a:pt x="208495" y="530351"/>
                </a:lnTo>
                <a:lnTo>
                  <a:pt x="207784" y="522528"/>
                </a:lnTo>
                <a:lnTo>
                  <a:pt x="208013" y="522236"/>
                </a:lnTo>
                <a:lnTo>
                  <a:pt x="208495" y="530351"/>
                </a:lnTo>
                <a:lnTo>
                  <a:pt x="212432" y="525856"/>
                </a:lnTo>
                <a:lnTo>
                  <a:pt x="214655" y="513029"/>
                </a:lnTo>
                <a:lnTo>
                  <a:pt x="215137" y="512000"/>
                </a:lnTo>
                <a:lnTo>
                  <a:pt x="216128" y="507491"/>
                </a:lnTo>
                <a:lnTo>
                  <a:pt x="216598" y="519595"/>
                </a:lnTo>
                <a:lnTo>
                  <a:pt x="216522" y="9829"/>
                </a:lnTo>
                <a:lnTo>
                  <a:pt x="214972" y="18364"/>
                </a:lnTo>
                <a:lnTo>
                  <a:pt x="214802" y="18080"/>
                </a:lnTo>
                <a:close/>
              </a:path>
              <a:path w="221843" h="568032">
                <a:moveTo>
                  <a:pt x="214693" y="17716"/>
                </a:moveTo>
                <a:lnTo>
                  <a:pt x="214802" y="18080"/>
                </a:lnTo>
                <a:lnTo>
                  <a:pt x="214972" y="18364"/>
                </a:lnTo>
                <a:lnTo>
                  <a:pt x="216522" y="9829"/>
                </a:lnTo>
                <a:lnTo>
                  <a:pt x="212026" y="5892"/>
                </a:lnTo>
                <a:lnTo>
                  <a:pt x="212432" y="13842"/>
                </a:lnTo>
                <a:lnTo>
                  <a:pt x="214802" y="18080"/>
                </a:lnTo>
                <a:lnTo>
                  <a:pt x="214693" y="17716"/>
                </a:lnTo>
                <a:close/>
              </a:path>
              <a:path w="221843" h="568032">
                <a:moveTo>
                  <a:pt x="216217" y="506793"/>
                </a:moveTo>
                <a:lnTo>
                  <a:pt x="216255" y="22910"/>
                </a:lnTo>
                <a:lnTo>
                  <a:pt x="216128" y="22085"/>
                </a:lnTo>
                <a:lnTo>
                  <a:pt x="216128" y="507148"/>
                </a:lnTo>
                <a:lnTo>
                  <a:pt x="216217" y="506793"/>
                </a:lnTo>
                <a:close/>
              </a:path>
              <a:path w="221843" h="568032">
                <a:moveTo>
                  <a:pt x="216598" y="519595"/>
                </a:moveTo>
                <a:lnTo>
                  <a:pt x="216128" y="507491"/>
                </a:lnTo>
                <a:lnTo>
                  <a:pt x="215137" y="512000"/>
                </a:lnTo>
                <a:lnTo>
                  <a:pt x="214655" y="513029"/>
                </a:lnTo>
                <a:lnTo>
                  <a:pt x="212432" y="525856"/>
                </a:lnTo>
                <a:lnTo>
                  <a:pt x="216637" y="519543"/>
                </a:lnTo>
                <a:lnTo>
                  <a:pt x="220065" y="514972"/>
                </a:lnTo>
                <a:lnTo>
                  <a:pt x="216687" y="519468"/>
                </a:lnTo>
                <a:lnTo>
                  <a:pt x="220065" y="15722"/>
                </a:lnTo>
                <a:lnTo>
                  <a:pt x="216522" y="9829"/>
                </a:lnTo>
                <a:lnTo>
                  <a:pt x="216598" y="519595"/>
                </a:lnTo>
                <a:close/>
              </a:path>
              <a:path w="221843" h="568032">
                <a:moveTo>
                  <a:pt x="216687" y="519468"/>
                </a:moveTo>
                <a:lnTo>
                  <a:pt x="220065" y="514972"/>
                </a:lnTo>
                <a:lnTo>
                  <a:pt x="221843" y="507834"/>
                </a:lnTo>
                <a:lnTo>
                  <a:pt x="221843" y="21666"/>
                </a:lnTo>
                <a:lnTo>
                  <a:pt x="220065" y="15722"/>
                </a:lnTo>
                <a:lnTo>
                  <a:pt x="216687" y="519468"/>
                </a:lnTo>
                <a:close/>
              </a:path>
              <a:path w="221843" h="568032">
                <a:moveTo>
                  <a:pt x="6578" y="545452"/>
                </a:moveTo>
                <a:lnTo>
                  <a:pt x="5715" y="538670"/>
                </a:lnTo>
                <a:lnTo>
                  <a:pt x="5092" y="557428"/>
                </a:lnTo>
                <a:lnTo>
                  <a:pt x="9398" y="561720"/>
                </a:lnTo>
                <a:lnTo>
                  <a:pt x="6730" y="546087"/>
                </a:lnTo>
                <a:lnTo>
                  <a:pt x="6578" y="545452"/>
                </a:lnTo>
                <a:close/>
              </a:path>
              <a:path w="221843" h="568032">
                <a:moveTo>
                  <a:pt x="33007" y="562355"/>
                </a:moveTo>
                <a:lnTo>
                  <a:pt x="33769" y="568032"/>
                </a:lnTo>
                <a:lnTo>
                  <a:pt x="33515" y="562317"/>
                </a:lnTo>
                <a:lnTo>
                  <a:pt x="33007" y="562355"/>
                </a:lnTo>
                <a:close/>
              </a:path>
              <a:path w="221843" h="568032">
                <a:moveTo>
                  <a:pt x="207784" y="522528"/>
                </a:moveTo>
                <a:lnTo>
                  <a:pt x="208495" y="530351"/>
                </a:lnTo>
                <a:lnTo>
                  <a:pt x="208013" y="522236"/>
                </a:lnTo>
                <a:lnTo>
                  <a:pt x="207784" y="522528"/>
                </a:lnTo>
                <a:close/>
              </a:path>
              <a:path w="221843" h="568032">
                <a:moveTo>
                  <a:pt x="208305" y="10223"/>
                </a:moveTo>
                <a:lnTo>
                  <a:pt x="205460" y="7594"/>
                </a:lnTo>
                <a:lnTo>
                  <a:pt x="205017" y="7417"/>
                </a:lnTo>
                <a:lnTo>
                  <a:pt x="208305" y="10223"/>
                </a:lnTo>
                <a:close/>
              </a:path>
              <a:path w="221843" h="568032">
                <a:moveTo>
                  <a:pt x="34201" y="33693"/>
                </a:moveTo>
                <a:lnTo>
                  <a:pt x="28460" y="35090"/>
                </a:lnTo>
                <a:lnTo>
                  <a:pt x="28258" y="35181"/>
                </a:lnTo>
                <a:lnTo>
                  <a:pt x="34201" y="33693"/>
                </a:lnTo>
                <a:close/>
              </a:path>
              <a:path w="221843" h="568032">
                <a:moveTo>
                  <a:pt x="9017" y="41414"/>
                </a:moveTo>
                <a:lnTo>
                  <a:pt x="14452" y="37630"/>
                </a:lnTo>
                <a:lnTo>
                  <a:pt x="14598" y="37498"/>
                </a:lnTo>
                <a:lnTo>
                  <a:pt x="9017" y="41414"/>
                </a:lnTo>
                <a:close/>
              </a:path>
              <a:path w="221843" h="568032">
                <a:moveTo>
                  <a:pt x="14452" y="37630"/>
                </a:moveTo>
                <a:lnTo>
                  <a:pt x="12814" y="45732"/>
                </a:lnTo>
                <a:lnTo>
                  <a:pt x="13639" y="44830"/>
                </a:lnTo>
                <a:lnTo>
                  <a:pt x="14452" y="37630"/>
                </a:lnTo>
                <a:close/>
              </a:path>
              <a:path w="221843" h="568032">
                <a:moveTo>
                  <a:pt x="5689" y="538289"/>
                </a:moveTo>
                <a:lnTo>
                  <a:pt x="5715" y="538479"/>
                </a:lnTo>
                <a:lnTo>
                  <a:pt x="5715" y="67574"/>
                </a:lnTo>
                <a:lnTo>
                  <a:pt x="6689" y="61177"/>
                </a:lnTo>
                <a:lnTo>
                  <a:pt x="5715" y="67297"/>
                </a:lnTo>
                <a:lnTo>
                  <a:pt x="5689" y="67741"/>
                </a:lnTo>
                <a:lnTo>
                  <a:pt x="5689" y="538289"/>
                </a:lnTo>
                <a:close/>
              </a:path>
              <a:path w="221843" h="568032">
                <a:moveTo>
                  <a:pt x="19977" y="32664"/>
                </a:moveTo>
                <a:lnTo>
                  <a:pt x="14598" y="37498"/>
                </a:lnTo>
                <a:lnTo>
                  <a:pt x="14452" y="37630"/>
                </a:lnTo>
                <a:lnTo>
                  <a:pt x="13639" y="44830"/>
                </a:lnTo>
                <a:lnTo>
                  <a:pt x="12814" y="45732"/>
                </a:lnTo>
                <a:lnTo>
                  <a:pt x="14452" y="37630"/>
                </a:lnTo>
                <a:lnTo>
                  <a:pt x="9017" y="41414"/>
                </a:lnTo>
                <a:lnTo>
                  <a:pt x="8115" y="55892"/>
                </a:lnTo>
                <a:lnTo>
                  <a:pt x="6718" y="60985"/>
                </a:lnTo>
                <a:lnTo>
                  <a:pt x="6689" y="61177"/>
                </a:lnTo>
                <a:lnTo>
                  <a:pt x="8173" y="55746"/>
                </a:lnTo>
                <a:lnTo>
                  <a:pt x="10007" y="51066"/>
                </a:lnTo>
                <a:lnTo>
                  <a:pt x="13321" y="45377"/>
                </a:lnTo>
                <a:lnTo>
                  <a:pt x="18148" y="41998"/>
                </a:lnTo>
                <a:lnTo>
                  <a:pt x="14719" y="37414"/>
                </a:lnTo>
                <a:lnTo>
                  <a:pt x="19977" y="32664"/>
                </a:lnTo>
                <a:close/>
              </a:path>
              <a:path w="221843" h="568032">
                <a:moveTo>
                  <a:pt x="9965" y="554209"/>
                </a:moveTo>
                <a:lnTo>
                  <a:pt x="8115" y="549567"/>
                </a:lnTo>
                <a:lnTo>
                  <a:pt x="9550" y="553796"/>
                </a:lnTo>
                <a:lnTo>
                  <a:pt x="10185" y="554761"/>
                </a:lnTo>
                <a:lnTo>
                  <a:pt x="12953" y="557186"/>
                </a:lnTo>
                <a:lnTo>
                  <a:pt x="9965" y="554209"/>
                </a:lnTo>
                <a:close/>
              </a:path>
              <a:path w="221843" h="568032">
                <a:moveTo>
                  <a:pt x="10105" y="50898"/>
                </a:moveTo>
                <a:lnTo>
                  <a:pt x="13321" y="45377"/>
                </a:lnTo>
                <a:lnTo>
                  <a:pt x="10185" y="50698"/>
                </a:lnTo>
                <a:lnTo>
                  <a:pt x="10007" y="51066"/>
                </a:lnTo>
                <a:lnTo>
                  <a:pt x="8216" y="55587"/>
                </a:lnTo>
                <a:lnTo>
                  <a:pt x="8173" y="55746"/>
                </a:lnTo>
                <a:lnTo>
                  <a:pt x="10105" y="50898"/>
                </a:lnTo>
                <a:close/>
              </a:path>
              <a:path w="221843" h="568032">
                <a:moveTo>
                  <a:pt x="14986" y="565073"/>
                </a:moveTo>
                <a:lnTo>
                  <a:pt x="20891" y="568032"/>
                </a:lnTo>
                <a:lnTo>
                  <a:pt x="17640" y="560019"/>
                </a:lnTo>
                <a:lnTo>
                  <a:pt x="13195" y="557428"/>
                </a:lnTo>
                <a:lnTo>
                  <a:pt x="12636" y="556996"/>
                </a:lnTo>
                <a:lnTo>
                  <a:pt x="14986" y="565073"/>
                </a:lnTo>
                <a:close/>
              </a:path>
              <a:path w="221843" h="568032">
                <a:moveTo>
                  <a:pt x="22249" y="562317"/>
                </a:moveTo>
                <a:lnTo>
                  <a:pt x="17766" y="560082"/>
                </a:lnTo>
                <a:lnTo>
                  <a:pt x="21564" y="562317"/>
                </a:lnTo>
                <a:lnTo>
                  <a:pt x="22834" y="562609"/>
                </a:lnTo>
                <a:lnTo>
                  <a:pt x="22249" y="562317"/>
                </a:lnTo>
                <a:close/>
              </a:path>
              <a:path w="221843" h="568032">
                <a:moveTo>
                  <a:pt x="189146" y="5715"/>
                </a:moveTo>
                <a:lnTo>
                  <a:pt x="200772" y="5715"/>
                </a:lnTo>
                <a:lnTo>
                  <a:pt x="205017" y="7417"/>
                </a:lnTo>
                <a:lnTo>
                  <a:pt x="205460" y="7594"/>
                </a:lnTo>
                <a:lnTo>
                  <a:pt x="208305" y="10223"/>
                </a:lnTo>
                <a:lnTo>
                  <a:pt x="211861" y="13169"/>
                </a:lnTo>
                <a:lnTo>
                  <a:pt x="212079" y="13533"/>
                </a:lnTo>
                <a:lnTo>
                  <a:pt x="214802" y="18080"/>
                </a:lnTo>
                <a:lnTo>
                  <a:pt x="212432" y="13842"/>
                </a:lnTo>
                <a:lnTo>
                  <a:pt x="212026" y="5892"/>
                </a:lnTo>
                <a:lnTo>
                  <a:pt x="208025" y="2463"/>
                </a:lnTo>
                <a:lnTo>
                  <a:pt x="204660" y="7111"/>
                </a:lnTo>
                <a:lnTo>
                  <a:pt x="201320" y="5714"/>
                </a:lnTo>
                <a:lnTo>
                  <a:pt x="200266" y="5511"/>
                </a:lnTo>
                <a:lnTo>
                  <a:pt x="195605" y="0"/>
                </a:lnTo>
                <a:lnTo>
                  <a:pt x="188595" y="0"/>
                </a:lnTo>
                <a:lnTo>
                  <a:pt x="32918" y="28117"/>
                </a:lnTo>
                <a:lnTo>
                  <a:pt x="27965" y="35255"/>
                </a:lnTo>
                <a:lnTo>
                  <a:pt x="23482" y="37210"/>
                </a:lnTo>
                <a:lnTo>
                  <a:pt x="22745" y="37680"/>
                </a:lnTo>
                <a:lnTo>
                  <a:pt x="19977" y="32664"/>
                </a:lnTo>
                <a:lnTo>
                  <a:pt x="14719" y="37414"/>
                </a:lnTo>
                <a:lnTo>
                  <a:pt x="18148" y="41998"/>
                </a:lnTo>
                <a:lnTo>
                  <a:pt x="23176" y="37485"/>
                </a:lnTo>
                <a:lnTo>
                  <a:pt x="28258" y="35181"/>
                </a:lnTo>
                <a:lnTo>
                  <a:pt x="28460" y="35090"/>
                </a:lnTo>
                <a:lnTo>
                  <a:pt x="34201" y="33693"/>
                </a:lnTo>
                <a:lnTo>
                  <a:pt x="188849" y="5714"/>
                </a:lnTo>
                <a:lnTo>
                  <a:pt x="189357" y="5676"/>
                </a:lnTo>
                <a:lnTo>
                  <a:pt x="189146" y="5715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790524" y="2678938"/>
            <a:ext cx="187032" cy="483311"/>
          </a:xfrm>
          <a:custGeom>
            <a:avLst/>
            <a:gdLst/>
            <a:ahLst/>
            <a:cxnLst/>
            <a:rect l="l" t="t" r="r" b="b"/>
            <a:pathLst>
              <a:path w="187032" h="483311">
                <a:moveTo>
                  <a:pt x="0" y="460971"/>
                </a:moveTo>
                <a:lnTo>
                  <a:pt x="1041" y="466166"/>
                </a:lnTo>
                <a:lnTo>
                  <a:pt x="2082" y="471360"/>
                </a:lnTo>
                <a:lnTo>
                  <a:pt x="5194" y="475005"/>
                </a:lnTo>
                <a:lnTo>
                  <a:pt x="7797" y="478116"/>
                </a:lnTo>
                <a:lnTo>
                  <a:pt x="11429" y="480720"/>
                </a:lnTo>
                <a:lnTo>
                  <a:pt x="16624" y="483311"/>
                </a:lnTo>
                <a:lnTo>
                  <a:pt x="25971" y="483311"/>
                </a:lnTo>
                <a:lnTo>
                  <a:pt x="160540" y="459409"/>
                </a:lnTo>
                <a:lnTo>
                  <a:pt x="170408" y="454736"/>
                </a:lnTo>
                <a:lnTo>
                  <a:pt x="175082" y="451091"/>
                </a:lnTo>
                <a:lnTo>
                  <a:pt x="182359" y="443293"/>
                </a:lnTo>
                <a:lnTo>
                  <a:pt x="183921" y="438619"/>
                </a:lnTo>
                <a:lnTo>
                  <a:pt x="185991" y="433425"/>
                </a:lnTo>
                <a:lnTo>
                  <a:pt x="187032" y="427189"/>
                </a:lnTo>
                <a:lnTo>
                  <a:pt x="187032" y="21831"/>
                </a:lnTo>
                <a:lnTo>
                  <a:pt x="185991" y="16624"/>
                </a:lnTo>
                <a:lnTo>
                  <a:pt x="183921" y="11950"/>
                </a:lnTo>
                <a:lnTo>
                  <a:pt x="182359" y="7797"/>
                </a:lnTo>
                <a:lnTo>
                  <a:pt x="179235" y="4152"/>
                </a:lnTo>
                <a:lnTo>
                  <a:pt x="175082" y="2082"/>
                </a:lnTo>
                <a:lnTo>
                  <a:pt x="170408" y="0"/>
                </a:lnTo>
                <a:lnTo>
                  <a:pt x="160540" y="0"/>
                </a:lnTo>
                <a:lnTo>
                  <a:pt x="25971" y="23380"/>
                </a:lnTo>
                <a:lnTo>
                  <a:pt x="21818" y="25984"/>
                </a:lnTo>
                <a:lnTo>
                  <a:pt x="16624" y="28066"/>
                </a:lnTo>
                <a:lnTo>
                  <a:pt x="11429" y="31699"/>
                </a:lnTo>
                <a:lnTo>
                  <a:pt x="7797" y="34823"/>
                </a:lnTo>
                <a:lnTo>
                  <a:pt x="5194" y="40017"/>
                </a:lnTo>
                <a:lnTo>
                  <a:pt x="2082" y="44170"/>
                </a:lnTo>
                <a:lnTo>
                  <a:pt x="1041" y="49364"/>
                </a:lnTo>
                <a:lnTo>
                  <a:pt x="0" y="55600"/>
                </a:lnTo>
                <a:lnTo>
                  <a:pt x="0" y="460971"/>
                </a:lnTo>
                <a:close/>
              </a:path>
            </a:pathLst>
          </a:custGeom>
          <a:solidFill>
            <a:srgbClr val="D2DAE3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807149" y="2700769"/>
            <a:ext cx="154825" cy="55079"/>
          </a:xfrm>
          <a:custGeom>
            <a:avLst/>
            <a:gdLst/>
            <a:ahLst/>
            <a:cxnLst/>
            <a:rect l="l" t="t" r="r" b="b"/>
            <a:pathLst>
              <a:path w="154825" h="55079">
                <a:moveTo>
                  <a:pt x="0" y="55079"/>
                </a:moveTo>
                <a:lnTo>
                  <a:pt x="154825" y="27012"/>
                </a:lnTo>
                <a:lnTo>
                  <a:pt x="154825" y="0"/>
                </a:lnTo>
                <a:lnTo>
                  <a:pt x="0" y="27533"/>
                </a:lnTo>
                <a:lnTo>
                  <a:pt x="0" y="55079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811302" y="2702839"/>
            <a:ext cx="146519" cy="44691"/>
          </a:xfrm>
          <a:custGeom>
            <a:avLst/>
            <a:gdLst/>
            <a:ahLst/>
            <a:cxnLst/>
            <a:rect l="l" t="t" r="r" b="b"/>
            <a:pathLst>
              <a:path w="146519" h="44691">
                <a:moveTo>
                  <a:pt x="0" y="44691"/>
                </a:moveTo>
                <a:lnTo>
                  <a:pt x="146519" y="19227"/>
                </a:lnTo>
                <a:lnTo>
                  <a:pt x="146519" y="0"/>
                </a:lnTo>
                <a:lnTo>
                  <a:pt x="0" y="26504"/>
                </a:lnTo>
                <a:lnTo>
                  <a:pt x="0" y="446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808190" y="2725712"/>
            <a:ext cx="153784" cy="29095"/>
          </a:xfrm>
          <a:custGeom>
            <a:avLst/>
            <a:gdLst/>
            <a:ahLst/>
            <a:cxnLst/>
            <a:rect l="l" t="t" r="r" b="b"/>
            <a:pathLst>
              <a:path w="153784" h="29095">
                <a:moveTo>
                  <a:pt x="0" y="29095"/>
                </a:moveTo>
                <a:lnTo>
                  <a:pt x="153784" y="2070"/>
                </a:lnTo>
                <a:lnTo>
                  <a:pt x="150660" y="0"/>
                </a:lnTo>
                <a:lnTo>
                  <a:pt x="0" y="26504"/>
                </a:lnTo>
                <a:lnTo>
                  <a:pt x="0" y="29095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807149" y="2772473"/>
            <a:ext cx="154825" cy="55092"/>
          </a:xfrm>
          <a:custGeom>
            <a:avLst/>
            <a:gdLst/>
            <a:ahLst/>
            <a:cxnLst/>
            <a:rect l="l" t="t" r="r" b="b"/>
            <a:pathLst>
              <a:path w="154825" h="55092">
                <a:moveTo>
                  <a:pt x="0" y="55092"/>
                </a:moveTo>
                <a:lnTo>
                  <a:pt x="154825" y="27038"/>
                </a:lnTo>
                <a:lnTo>
                  <a:pt x="154825" y="0"/>
                </a:lnTo>
                <a:lnTo>
                  <a:pt x="0" y="28067"/>
                </a:lnTo>
                <a:lnTo>
                  <a:pt x="0" y="55092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811302" y="2774556"/>
            <a:ext cx="146519" cy="45732"/>
          </a:xfrm>
          <a:custGeom>
            <a:avLst/>
            <a:gdLst/>
            <a:ahLst/>
            <a:cxnLst/>
            <a:rect l="l" t="t" r="r" b="b"/>
            <a:pathLst>
              <a:path w="146519" h="45732">
                <a:moveTo>
                  <a:pt x="0" y="45732"/>
                </a:moveTo>
                <a:lnTo>
                  <a:pt x="146519" y="18719"/>
                </a:lnTo>
                <a:lnTo>
                  <a:pt x="146519" y="0"/>
                </a:lnTo>
                <a:lnTo>
                  <a:pt x="0" y="26504"/>
                </a:lnTo>
                <a:lnTo>
                  <a:pt x="0" y="45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808190" y="2797429"/>
            <a:ext cx="153784" cy="30137"/>
          </a:xfrm>
          <a:custGeom>
            <a:avLst/>
            <a:gdLst/>
            <a:ahLst/>
            <a:cxnLst/>
            <a:rect l="l" t="t" r="r" b="b"/>
            <a:pathLst>
              <a:path w="153784" h="30137">
                <a:moveTo>
                  <a:pt x="0" y="30137"/>
                </a:moveTo>
                <a:lnTo>
                  <a:pt x="153784" y="2082"/>
                </a:lnTo>
                <a:lnTo>
                  <a:pt x="150660" y="0"/>
                </a:lnTo>
                <a:lnTo>
                  <a:pt x="0" y="26504"/>
                </a:lnTo>
                <a:lnTo>
                  <a:pt x="0" y="30137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792099" y="2742641"/>
            <a:ext cx="184924" cy="38887"/>
          </a:xfrm>
          <a:custGeom>
            <a:avLst/>
            <a:gdLst/>
            <a:ahLst/>
            <a:cxnLst/>
            <a:rect l="l" t="t" r="r" b="b"/>
            <a:pathLst>
              <a:path w="184924" h="38887">
                <a:moveTo>
                  <a:pt x="0" y="33261"/>
                </a:moveTo>
                <a:lnTo>
                  <a:pt x="1015" y="38887"/>
                </a:lnTo>
                <a:lnTo>
                  <a:pt x="184924" y="5626"/>
                </a:lnTo>
                <a:lnTo>
                  <a:pt x="183921" y="0"/>
                </a:lnTo>
                <a:lnTo>
                  <a:pt x="0" y="33261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792099" y="2812275"/>
            <a:ext cx="184924" cy="38900"/>
          </a:xfrm>
          <a:custGeom>
            <a:avLst/>
            <a:gdLst/>
            <a:ahLst/>
            <a:cxnLst/>
            <a:rect l="l" t="t" r="r" b="b"/>
            <a:pathLst>
              <a:path w="184924" h="38900">
                <a:moveTo>
                  <a:pt x="0" y="33273"/>
                </a:moveTo>
                <a:lnTo>
                  <a:pt x="1015" y="38900"/>
                </a:lnTo>
                <a:lnTo>
                  <a:pt x="184924" y="5638"/>
                </a:lnTo>
                <a:lnTo>
                  <a:pt x="183921" y="0"/>
                </a:lnTo>
                <a:lnTo>
                  <a:pt x="0" y="33273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792074" y="3065894"/>
            <a:ext cx="184975" cy="39916"/>
          </a:xfrm>
          <a:custGeom>
            <a:avLst/>
            <a:gdLst/>
            <a:ahLst/>
            <a:cxnLst/>
            <a:rect l="l" t="t" r="r" b="b"/>
            <a:pathLst>
              <a:path w="184975" h="39916">
                <a:moveTo>
                  <a:pt x="0" y="34302"/>
                </a:moveTo>
                <a:lnTo>
                  <a:pt x="1054" y="39916"/>
                </a:lnTo>
                <a:lnTo>
                  <a:pt x="184975" y="5626"/>
                </a:lnTo>
                <a:lnTo>
                  <a:pt x="183921" y="0"/>
                </a:lnTo>
                <a:lnTo>
                  <a:pt x="0" y="34302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831050" y="2838996"/>
            <a:ext cx="113258" cy="32219"/>
          </a:xfrm>
          <a:custGeom>
            <a:avLst/>
            <a:gdLst/>
            <a:ahLst/>
            <a:cxnLst/>
            <a:rect l="l" t="t" r="r" b="b"/>
            <a:pathLst>
              <a:path w="113258" h="32219">
                <a:moveTo>
                  <a:pt x="0" y="26504"/>
                </a:moveTo>
                <a:lnTo>
                  <a:pt x="1041" y="29108"/>
                </a:lnTo>
                <a:lnTo>
                  <a:pt x="2070" y="30670"/>
                </a:lnTo>
                <a:lnTo>
                  <a:pt x="4152" y="32219"/>
                </a:lnTo>
                <a:lnTo>
                  <a:pt x="7277" y="32219"/>
                </a:lnTo>
                <a:lnTo>
                  <a:pt x="105460" y="13512"/>
                </a:lnTo>
                <a:lnTo>
                  <a:pt x="108584" y="13512"/>
                </a:lnTo>
                <a:lnTo>
                  <a:pt x="110655" y="11442"/>
                </a:lnTo>
                <a:lnTo>
                  <a:pt x="111696" y="7797"/>
                </a:lnTo>
                <a:lnTo>
                  <a:pt x="113258" y="5727"/>
                </a:lnTo>
                <a:lnTo>
                  <a:pt x="111696" y="2603"/>
                </a:lnTo>
                <a:lnTo>
                  <a:pt x="110655" y="1041"/>
                </a:lnTo>
                <a:lnTo>
                  <a:pt x="108584" y="0"/>
                </a:lnTo>
                <a:lnTo>
                  <a:pt x="105460" y="0"/>
                </a:lnTo>
                <a:lnTo>
                  <a:pt x="7277" y="18199"/>
                </a:lnTo>
                <a:lnTo>
                  <a:pt x="4152" y="19748"/>
                </a:lnTo>
                <a:lnTo>
                  <a:pt x="2070" y="21310"/>
                </a:lnTo>
                <a:lnTo>
                  <a:pt x="1041" y="23393"/>
                </a:lnTo>
                <a:lnTo>
                  <a:pt x="0" y="26504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836003" y="2849156"/>
            <a:ext cx="102298" cy="21259"/>
          </a:xfrm>
          <a:custGeom>
            <a:avLst/>
            <a:gdLst/>
            <a:ahLst/>
            <a:cxnLst/>
            <a:rect l="l" t="t" r="r" b="b"/>
            <a:pathLst>
              <a:path w="102298" h="21259">
                <a:moveTo>
                  <a:pt x="0" y="18707"/>
                </a:moveTo>
                <a:lnTo>
                  <a:pt x="469" y="21259"/>
                </a:lnTo>
                <a:lnTo>
                  <a:pt x="102298" y="2552"/>
                </a:lnTo>
                <a:lnTo>
                  <a:pt x="101841" y="0"/>
                </a:lnTo>
                <a:lnTo>
                  <a:pt x="0" y="18707"/>
                </a:lnTo>
                <a:close/>
              </a:path>
            </a:pathLst>
          </a:custGeom>
          <a:solidFill>
            <a:srgbClr val="96AAB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798843" y="3106127"/>
            <a:ext cx="171437" cy="47815"/>
          </a:xfrm>
          <a:custGeom>
            <a:avLst/>
            <a:gdLst/>
            <a:ahLst/>
            <a:cxnLst/>
            <a:rect l="l" t="t" r="r" b="b"/>
            <a:pathLst>
              <a:path w="171437" h="47815">
                <a:moveTo>
                  <a:pt x="0" y="32740"/>
                </a:moveTo>
                <a:lnTo>
                  <a:pt x="1028" y="36372"/>
                </a:lnTo>
                <a:lnTo>
                  <a:pt x="2590" y="41579"/>
                </a:lnTo>
                <a:lnTo>
                  <a:pt x="4673" y="44170"/>
                </a:lnTo>
                <a:lnTo>
                  <a:pt x="9867" y="46774"/>
                </a:lnTo>
                <a:lnTo>
                  <a:pt x="13500" y="47815"/>
                </a:lnTo>
                <a:lnTo>
                  <a:pt x="18694" y="47815"/>
                </a:lnTo>
                <a:lnTo>
                  <a:pt x="84162" y="35331"/>
                </a:lnTo>
                <a:lnTo>
                  <a:pt x="129882" y="27546"/>
                </a:lnTo>
                <a:lnTo>
                  <a:pt x="154292" y="22859"/>
                </a:lnTo>
                <a:lnTo>
                  <a:pt x="160007" y="19748"/>
                </a:lnTo>
                <a:lnTo>
                  <a:pt x="165722" y="14033"/>
                </a:lnTo>
                <a:lnTo>
                  <a:pt x="169887" y="7797"/>
                </a:lnTo>
                <a:lnTo>
                  <a:pt x="171437" y="2603"/>
                </a:lnTo>
                <a:lnTo>
                  <a:pt x="171437" y="0"/>
                </a:lnTo>
                <a:lnTo>
                  <a:pt x="0" y="29616"/>
                </a:lnTo>
                <a:lnTo>
                  <a:pt x="0" y="32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551790" y="2518003"/>
            <a:ext cx="444207" cy="656463"/>
          </a:xfrm>
          <a:custGeom>
            <a:avLst/>
            <a:gdLst/>
            <a:ahLst/>
            <a:cxnLst/>
            <a:rect l="l" t="t" r="r" b="b"/>
            <a:pathLst>
              <a:path w="444207" h="656463">
                <a:moveTo>
                  <a:pt x="429666" y="616585"/>
                </a:moveTo>
                <a:lnTo>
                  <a:pt x="429996" y="616254"/>
                </a:lnTo>
                <a:lnTo>
                  <a:pt x="429666" y="615403"/>
                </a:lnTo>
                <a:lnTo>
                  <a:pt x="429475" y="616775"/>
                </a:lnTo>
                <a:lnTo>
                  <a:pt x="428955" y="617296"/>
                </a:lnTo>
                <a:lnTo>
                  <a:pt x="428625" y="615403"/>
                </a:lnTo>
                <a:lnTo>
                  <a:pt x="428625" y="614629"/>
                </a:lnTo>
                <a:lnTo>
                  <a:pt x="429666" y="613587"/>
                </a:lnTo>
                <a:lnTo>
                  <a:pt x="427062" y="615670"/>
                </a:lnTo>
                <a:lnTo>
                  <a:pt x="423684" y="619556"/>
                </a:lnTo>
                <a:lnTo>
                  <a:pt x="427063" y="616185"/>
                </a:lnTo>
                <a:lnTo>
                  <a:pt x="427850" y="615403"/>
                </a:lnTo>
                <a:lnTo>
                  <a:pt x="428306" y="615403"/>
                </a:lnTo>
                <a:lnTo>
                  <a:pt x="428625" y="617624"/>
                </a:lnTo>
                <a:lnTo>
                  <a:pt x="429666" y="620077"/>
                </a:lnTo>
                <a:lnTo>
                  <a:pt x="429666" y="616585"/>
                </a:lnTo>
                <a:close/>
              </a:path>
              <a:path w="444207" h="656463">
                <a:moveTo>
                  <a:pt x="420573" y="622160"/>
                </a:moveTo>
                <a:lnTo>
                  <a:pt x="421093" y="621639"/>
                </a:lnTo>
                <a:lnTo>
                  <a:pt x="427062" y="615670"/>
                </a:lnTo>
                <a:lnTo>
                  <a:pt x="422389" y="609434"/>
                </a:lnTo>
                <a:lnTo>
                  <a:pt x="421874" y="609940"/>
                </a:lnTo>
                <a:lnTo>
                  <a:pt x="419011" y="623201"/>
                </a:lnTo>
                <a:lnTo>
                  <a:pt x="420573" y="622160"/>
                </a:lnTo>
                <a:close/>
              </a:path>
              <a:path w="444207" h="656463">
                <a:moveTo>
                  <a:pt x="428360" y="603453"/>
                </a:moveTo>
                <a:lnTo>
                  <a:pt x="429399" y="602411"/>
                </a:lnTo>
                <a:lnTo>
                  <a:pt x="428625" y="600075"/>
                </a:lnTo>
                <a:lnTo>
                  <a:pt x="428625" y="599554"/>
                </a:lnTo>
                <a:lnTo>
                  <a:pt x="429666" y="597484"/>
                </a:lnTo>
                <a:lnTo>
                  <a:pt x="430322" y="595900"/>
                </a:lnTo>
                <a:lnTo>
                  <a:pt x="430898" y="594283"/>
                </a:lnTo>
                <a:lnTo>
                  <a:pt x="430474" y="594707"/>
                </a:lnTo>
                <a:lnTo>
                  <a:pt x="430186" y="594995"/>
                </a:lnTo>
                <a:lnTo>
                  <a:pt x="430161" y="596062"/>
                </a:lnTo>
                <a:lnTo>
                  <a:pt x="429666" y="597256"/>
                </a:lnTo>
                <a:lnTo>
                  <a:pt x="429145" y="598512"/>
                </a:lnTo>
                <a:lnTo>
                  <a:pt x="428624" y="599124"/>
                </a:lnTo>
                <a:lnTo>
                  <a:pt x="427583" y="601637"/>
                </a:lnTo>
                <a:lnTo>
                  <a:pt x="427173" y="602411"/>
                </a:lnTo>
                <a:lnTo>
                  <a:pt x="427062" y="602678"/>
                </a:lnTo>
                <a:lnTo>
                  <a:pt x="427062" y="602411"/>
                </a:lnTo>
                <a:lnTo>
                  <a:pt x="427583" y="601207"/>
                </a:lnTo>
                <a:lnTo>
                  <a:pt x="428294" y="599490"/>
                </a:lnTo>
                <a:lnTo>
                  <a:pt x="428624" y="598639"/>
                </a:lnTo>
                <a:lnTo>
                  <a:pt x="427583" y="599160"/>
                </a:lnTo>
                <a:lnTo>
                  <a:pt x="427062" y="599681"/>
                </a:lnTo>
                <a:lnTo>
                  <a:pt x="427583" y="599681"/>
                </a:lnTo>
                <a:lnTo>
                  <a:pt x="427774" y="599998"/>
                </a:lnTo>
                <a:lnTo>
                  <a:pt x="427583" y="600190"/>
                </a:lnTo>
                <a:lnTo>
                  <a:pt x="427253" y="601052"/>
                </a:lnTo>
                <a:lnTo>
                  <a:pt x="427063" y="601511"/>
                </a:lnTo>
                <a:lnTo>
                  <a:pt x="426688" y="602411"/>
                </a:lnTo>
                <a:lnTo>
                  <a:pt x="426652" y="603453"/>
                </a:lnTo>
                <a:lnTo>
                  <a:pt x="428360" y="603453"/>
                </a:lnTo>
                <a:close/>
              </a:path>
              <a:path w="444207" h="656463">
                <a:moveTo>
                  <a:pt x="426688" y="602411"/>
                </a:moveTo>
                <a:lnTo>
                  <a:pt x="426745" y="601573"/>
                </a:lnTo>
                <a:lnTo>
                  <a:pt x="427062" y="600713"/>
                </a:lnTo>
                <a:lnTo>
                  <a:pt x="427063" y="600201"/>
                </a:lnTo>
                <a:lnTo>
                  <a:pt x="426542" y="600722"/>
                </a:lnTo>
                <a:lnTo>
                  <a:pt x="426542" y="602411"/>
                </a:lnTo>
                <a:lnTo>
                  <a:pt x="426415" y="602411"/>
                </a:lnTo>
                <a:lnTo>
                  <a:pt x="426542" y="602763"/>
                </a:lnTo>
                <a:lnTo>
                  <a:pt x="426688" y="602411"/>
                </a:lnTo>
                <a:close/>
              </a:path>
              <a:path w="444207" h="656463">
                <a:moveTo>
                  <a:pt x="428998" y="99339"/>
                </a:moveTo>
                <a:lnTo>
                  <a:pt x="428624" y="98831"/>
                </a:lnTo>
                <a:lnTo>
                  <a:pt x="428624" y="98437"/>
                </a:lnTo>
                <a:lnTo>
                  <a:pt x="428104" y="95707"/>
                </a:lnTo>
                <a:lnTo>
                  <a:pt x="427421" y="95707"/>
                </a:lnTo>
                <a:lnTo>
                  <a:pt x="427253" y="96037"/>
                </a:lnTo>
                <a:lnTo>
                  <a:pt x="427063" y="95842"/>
                </a:lnTo>
                <a:lnTo>
                  <a:pt x="426931" y="95707"/>
                </a:lnTo>
                <a:lnTo>
                  <a:pt x="426542" y="95313"/>
                </a:lnTo>
                <a:lnTo>
                  <a:pt x="426542" y="95186"/>
                </a:lnTo>
                <a:lnTo>
                  <a:pt x="427062" y="95186"/>
                </a:lnTo>
                <a:lnTo>
                  <a:pt x="427062" y="94841"/>
                </a:lnTo>
                <a:lnTo>
                  <a:pt x="427205" y="95186"/>
                </a:lnTo>
                <a:lnTo>
                  <a:pt x="427583" y="95186"/>
                </a:lnTo>
                <a:lnTo>
                  <a:pt x="428104" y="95453"/>
                </a:lnTo>
                <a:lnTo>
                  <a:pt x="428104" y="95707"/>
                </a:lnTo>
                <a:lnTo>
                  <a:pt x="428359" y="95186"/>
                </a:lnTo>
                <a:lnTo>
                  <a:pt x="427583" y="94665"/>
                </a:lnTo>
                <a:lnTo>
                  <a:pt x="426542" y="94665"/>
                </a:lnTo>
                <a:lnTo>
                  <a:pt x="426415" y="95186"/>
                </a:lnTo>
                <a:lnTo>
                  <a:pt x="426542" y="95707"/>
                </a:lnTo>
                <a:lnTo>
                  <a:pt x="427062" y="98831"/>
                </a:lnTo>
                <a:lnTo>
                  <a:pt x="427583" y="97396"/>
                </a:lnTo>
                <a:lnTo>
                  <a:pt x="427583" y="96098"/>
                </a:lnTo>
                <a:lnTo>
                  <a:pt x="427774" y="96558"/>
                </a:lnTo>
                <a:lnTo>
                  <a:pt x="428104" y="97916"/>
                </a:lnTo>
                <a:lnTo>
                  <a:pt x="428487" y="98831"/>
                </a:lnTo>
                <a:lnTo>
                  <a:pt x="428624" y="98968"/>
                </a:lnTo>
                <a:lnTo>
                  <a:pt x="428625" y="99339"/>
                </a:lnTo>
                <a:lnTo>
                  <a:pt x="429145" y="99999"/>
                </a:lnTo>
                <a:lnTo>
                  <a:pt x="428998" y="99339"/>
                </a:lnTo>
                <a:close/>
              </a:path>
              <a:path w="444207" h="656463">
                <a:moveTo>
                  <a:pt x="427421" y="95707"/>
                </a:moveTo>
                <a:lnTo>
                  <a:pt x="427062" y="95186"/>
                </a:lnTo>
                <a:lnTo>
                  <a:pt x="426931" y="95707"/>
                </a:lnTo>
                <a:lnTo>
                  <a:pt x="427063" y="95842"/>
                </a:lnTo>
                <a:lnTo>
                  <a:pt x="427253" y="96037"/>
                </a:lnTo>
                <a:lnTo>
                  <a:pt x="427421" y="95707"/>
                </a:lnTo>
                <a:close/>
              </a:path>
              <a:path w="444207" h="656463">
                <a:moveTo>
                  <a:pt x="427063" y="601511"/>
                </a:moveTo>
                <a:lnTo>
                  <a:pt x="427253" y="601052"/>
                </a:lnTo>
                <a:lnTo>
                  <a:pt x="427583" y="600190"/>
                </a:lnTo>
                <a:lnTo>
                  <a:pt x="427583" y="599681"/>
                </a:lnTo>
                <a:lnTo>
                  <a:pt x="427063" y="600201"/>
                </a:lnTo>
                <a:lnTo>
                  <a:pt x="427062" y="601248"/>
                </a:lnTo>
                <a:lnTo>
                  <a:pt x="426745" y="601573"/>
                </a:lnTo>
                <a:lnTo>
                  <a:pt x="426688" y="602411"/>
                </a:lnTo>
                <a:lnTo>
                  <a:pt x="427063" y="601511"/>
                </a:lnTo>
                <a:close/>
              </a:path>
              <a:path w="444207" h="656463">
                <a:moveTo>
                  <a:pt x="427173" y="602411"/>
                </a:moveTo>
                <a:lnTo>
                  <a:pt x="427583" y="601422"/>
                </a:lnTo>
                <a:lnTo>
                  <a:pt x="428624" y="599124"/>
                </a:lnTo>
                <a:lnTo>
                  <a:pt x="429145" y="598512"/>
                </a:lnTo>
                <a:lnTo>
                  <a:pt x="429666" y="597256"/>
                </a:lnTo>
                <a:lnTo>
                  <a:pt x="429145" y="597867"/>
                </a:lnTo>
                <a:lnTo>
                  <a:pt x="428624" y="598909"/>
                </a:lnTo>
                <a:lnTo>
                  <a:pt x="427583" y="601207"/>
                </a:lnTo>
                <a:lnTo>
                  <a:pt x="427084" y="602411"/>
                </a:lnTo>
                <a:close/>
              </a:path>
              <a:path w="444207" h="656463">
                <a:moveTo>
                  <a:pt x="424205" y="91554"/>
                </a:moveTo>
                <a:lnTo>
                  <a:pt x="423951" y="91299"/>
                </a:lnTo>
                <a:lnTo>
                  <a:pt x="423430" y="90777"/>
                </a:lnTo>
                <a:lnTo>
                  <a:pt x="423430" y="91554"/>
                </a:lnTo>
                <a:lnTo>
                  <a:pt x="423951" y="91835"/>
                </a:lnTo>
                <a:lnTo>
                  <a:pt x="424532" y="92074"/>
                </a:lnTo>
                <a:lnTo>
                  <a:pt x="424205" y="91554"/>
                </a:lnTo>
                <a:close/>
              </a:path>
              <a:path w="444207" h="656463">
                <a:moveTo>
                  <a:pt x="425373" y="603453"/>
                </a:moveTo>
                <a:lnTo>
                  <a:pt x="425500" y="603326"/>
                </a:lnTo>
                <a:lnTo>
                  <a:pt x="425703" y="603123"/>
                </a:lnTo>
                <a:lnTo>
                  <a:pt x="426415" y="602411"/>
                </a:lnTo>
                <a:lnTo>
                  <a:pt x="425500" y="602811"/>
                </a:lnTo>
                <a:lnTo>
                  <a:pt x="424855" y="603453"/>
                </a:lnTo>
                <a:lnTo>
                  <a:pt x="421868" y="603453"/>
                </a:lnTo>
                <a:lnTo>
                  <a:pt x="424472" y="603834"/>
                </a:lnTo>
                <a:lnTo>
                  <a:pt x="425373" y="603453"/>
                </a:lnTo>
                <a:close/>
              </a:path>
              <a:path w="444207" h="656463">
                <a:moveTo>
                  <a:pt x="429399" y="95707"/>
                </a:moveTo>
                <a:lnTo>
                  <a:pt x="428878" y="95186"/>
                </a:lnTo>
                <a:lnTo>
                  <a:pt x="428358" y="94665"/>
                </a:lnTo>
                <a:lnTo>
                  <a:pt x="427583" y="94411"/>
                </a:lnTo>
                <a:lnTo>
                  <a:pt x="427316" y="93624"/>
                </a:lnTo>
                <a:lnTo>
                  <a:pt x="427062" y="93514"/>
                </a:lnTo>
                <a:lnTo>
                  <a:pt x="426542" y="93300"/>
                </a:lnTo>
                <a:lnTo>
                  <a:pt x="426399" y="93241"/>
                </a:lnTo>
                <a:lnTo>
                  <a:pt x="426021" y="93086"/>
                </a:lnTo>
                <a:lnTo>
                  <a:pt x="424852" y="93624"/>
                </a:lnTo>
                <a:lnTo>
                  <a:pt x="425894" y="94665"/>
                </a:lnTo>
                <a:lnTo>
                  <a:pt x="426021" y="93624"/>
                </a:lnTo>
                <a:lnTo>
                  <a:pt x="426542" y="93624"/>
                </a:lnTo>
                <a:lnTo>
                  <a:pt x="427062" y="93624"/>
                </a:lnTo>
                <a:lnTo>
                  <a:pt x="427583" y="94665"/>
                </a:lnTo>
                <a:lnTo>
                  <a:pt x="427838" y="94665"/>
                </a:lnTo>
                <a:lnTo>
                  <a:pt x="428359" y="95186"/>
                </a:lnTo>
                <a:lnTo>
                  <a:pt x="428881" y="95707"/>
                </a:lnTo>
                <a:lnTo>
                  <a:pt x="429399" y="95707"/>
                </a:lnTo>
                <a:close/>
              </a:path>
              <a:path w="444207" h="656463">
                <a:moveTo>
                  <a:pt x="426542" y="603719"/>
                </a:moveTo>
                <a:lnTo>
                  <a:pt x="426542" y="603453"/>
                </a:lnTo>
                <a:lnTo>
                  <a:pt x="426255" y="603453"/>
                </a:lnTo>
                <a:lnTo>
                  <a:pt x="426224" y="602602"/>
                </a:lnTo>
                <a:lnTo>
                  <a:pt x="425871" y="603453"/>
                </a:lnTo>
                <a:lnTo>
                  <a:pt x="425500" y="604349"/>
                </a:lnTo>
                <a:lnTo>
                  <a:pt x="425500" y="605269"/>
                </a:lnTo>
                <a:lnTo>
                  <a:pt x="426542" y="603719"/>
                </a:lnTo>
                <a:close/>
              </a:path>
              <a:path w="444207" h="656463">
                <a:moveTo>
                  <a:pt x="426542" y="94665"/>
                </a:moveTo>
                <a:lnTo>
                  <a:pt x="426021" y="94665"/>
                </a:lnTo>
                <a:lnTo>
                  <a:pt x="426021" y="94792"/>
                </a:lnTo>
                <a:lnTo>
                  <a:pt x="426415" y="95186"/>
                </a:lnTo>
                <a:lnTo>
                  <a:pt x="426542" y="94665"/>
                </a:lnTo>
                <a:close/>
              </a:path>
              <a:path w="444207" h="656463">
                <a:moveTo>
                  <a:pt x="426542" y="92849"/>
                </a:moveTo>
                <a:lnTo>
                  <a:pt x="426949" y="93370"/>
                </a:lnTo>
                <a:lnTo>
                  <a:pt x="427212" y="93370"/>
                </a:lnTo>
              </a:path>
              <a:path w="444207" h="656463">
                <a:moveTo>
                  <a:pt x="426949" y="93370"/>
                </a:moveTo>
                <a:lnTo>
                  <a:pt x="427062" y="93514"/>
                </a:lnTo>
                <a:lnTo>
                  <a:pt x="427296" y="93615"/>
                </a:lnTo>
                <a:lnTo>
                  <a:pt x="427062" y="93370"/>
                </a:lnTo>
              </a:path>
              <a:path w="444207" h="656463">
                <a:moveTo>
                  <a:pt x="427062" y="93370"/>
                </a:moveTo>
                <a:lnTo>
                  <a:pt x="427329" y="93624"/>
                </a:lnTo>
                <a:lnTo>
                  <a:pt x="427539" y="93624"/>
                </a:lnTo>
                <a:lnTo>
                  <a:pt x="427212" y="93370"/>
                </a:lnTo>
              </a:path>
              <a:path w="444207" h="656463">
                <a:moveTo>
                  <a:pt x="427316" y="93624"/>
                </a:moveTo>
                <a:lnTo>
                  <a:pt x="427316" y="93624"/>
                </a:lnTo>
                <a:lnTo>
                  <a:pt x="427317" y="93624"/>
                </a:lnTo>
              </a:path>
              <a:path w="444207" h="656463">
                <a:moveTo>
                  <a:pt x="427317" y="93624"/>
                </a:moveTo>
              </a:path>
              <a:path w="444207" h="656463">
                <a:moveTo>
                  <a:pt x="427317" y="93624"/>
                </a:moveTo>
                <a:lnTo>
                  <a:pt x="428360" y="94665"/>
                </a:lnTo>
                <a:lnTo>
                  <a:pt x="428882" y="95186"/>
                </a:lnTo>
                <a:lnTo>
                  <a:pt x="429404" y="95707"/>
                </a:lnTo>
                <a:lnTo>
                  <a:pt x="429920" y="95707"/>
                </a:lnTo>
                <a:lnTo>
                  <a:pt x="429399" y="95186"/>
                </a:lnTo>
                <a:lnTo>
                  <a:pt x="428879" y="94665"/>
                </a:lnTo>
                <a:lnTo>
                  <a:pt x="427539" y="93624"/>
                </a:lnTo>
              </a:path>
              <a:path w="444207" h="656463">
                <a:moveTo>
                  <a:pt x="426021" y="92329"/>
                </a:moveTo>
                <a:lnTo>
                  <a:pt x="426399" y="93241"/>
                </a:lnTo>
                <a:lnTo>
                  <a:pt x="426542" y="93300"/>
                </a:lnTo>
                <a:lnTo>
                  <a:pt x="427062" y="93514"/>
                </a:lnTo>
                <a:lnTo>
                  <a:pt x="426542" y="92849"/>
                </a:lnTo>
                <a:lnTo>
                  <a:pt x="428879" y="94665"/>
                </a:lnTo>
                <a:lnTo>
                  <a:pt x="426021" y="92329"/>
                </a:lnTo>
                <a:close/>
              </a:path>
              <a:path w="444207" h="656463">
                <a:moveTo>
                  <a:pt x="428624" y="598909"/>
                </a:moveTo>
                <a:lnTo>
                  <a:pt x="429145" y="597867"/>
                </a:lnTo>
                <a:lnTo>
                  <a:pt x="429336" y="597408"/>
                </a:lnTo>
                <a:lnTo>
                  <a:pt x="429666" y="596557"/>
                </a:lnTo>
                <a:lnTo>
                  <a:pt x="429666" y="595541"/>
                </a:lnTo>
                <a:lnTo>
                  <a:pt x="429856" y="596366"/>
                </a:lnTo>
                <a:lnTo>
                  <a:pt x="430161" y="596062"/>
                </a:lnTo>
                <a:lnTo>
                  <a:pt x="430186" y="594995"/>
                </a:lnTo>
                <a:lnTo>
                  <a:pt x="429692" y="595490"/>
                </a:lnTo>
                <a:lnTo>
                  <a:pt x="429145" y="596036"/>
                </a:lnTo>
                <a:lnTo>
                  <a:pt x="429145" y="597598"/>
                </a:lnTo>
                <a:lnTo>
                  <a:pt x="428815" y="598449"/>
                </a:lnTo>
                <a:lnTo>
                  <a:pt x="428624" y="598639"/>
                </a:lnTo>
                <a:lnTo>
                  <a:pt x="428294" y="599490"/>
                </a:lnTo>
                <a:lnTo>
                  <a:pt x="428624" y="598909"/>
                </a:lnTo>
                <a:close/>
              </a:path>
              <a:path w="444207" h="656463">
                <a:moveTo>
                  <a:pt x="428104" y="82210"/>
                </a:moveTo>
                <a:lnTo>
                  <a:pt x="429321" y="82715"/>
                </a:lnTo>
                <a:lnTo>
                  <a:pt x="430187" y="82575"/>
                </a:lnTo>
                <a:lnTo>
                  <a:pt x="430187" y="82054"/>
                </a:lnTo>
                <a:lnTo>
                  <a:pt x="430847" y="82715"/>
                </a:lnTo>
                <a:lnTo>
                  <a:pt x="431215" y="82715"/>
                </a:lnTo>
                <a:lnTo>
                  <a:pt x="431215" y="80111"/>
                </a:lnTo>
                <a:lnTo>
                  <a:pt x="430187" y="80111"/>
                </a:lnTo>
                <a:lnTo>
                  <a:pt x="429806" y="81673"/>
                </a:lnTo>
                <a:lnTo>
                  <a:pt x="426808" y="81673"/>
                </a:lnTo>
                <a:lnTo>
                  <a:pt x="425246" y="80632"/>
                </a:lnTo>
                <a:lnTo>
                  <a:pt x="428104" y="83495"/>
                </a:lnTo>
                <a:lnTo>
                  <a:pt x="428104" y="82210"/>
                </a:lnTo>
                <a:close/>
              </a:path>
              <a:path w="444207" h="656463">
                <a:moveTo>
                  <a:pt x="428104" y="80632"/>
                </a:moveTo>
                <a:lnTo>
                  <a:pt x="426197" y="80632"/>
                </a:lnTo>
                <a:lnTo>
                  <a:pt x="427913" y="81343"/>
                </a:lnTo>
                <a:lnTo>
                  <a:pt x="428104" y="80632"/>
                </a:lnTo>
                <a:close/>
              </a:path>
              <a:path w="444207" h="656463">
                <a:moveTo>
                  <a:pt x="427062" y="93370"/>
                </a:moveTo>
                <a:lnTo>
                  <a:pt x="427308" y="93615"/>
                </a:lnTo>
                <a:lnTo>
                  <a:pt x="427062" y="93370"/>
                </a:lnTo>
                <a:close/>
              </a:path>
              <a:path w="444207" h="656463">
                <a:moveTo>
                  <a:pt x="428891" y="94665"/>
                </a:moveTo>
                <a:lnTo>
                  <a:pt x="423951" y="89738"/>
                </a:lnTo>
                <a:lnTo>
                  <a:pt x="426021" y="92329"/>
                </a:lnTo>
                <a:lnTo>
                  <a:pt x="428879" y="94665"/>
                </a:lnTo>
                <a:lnTo>
                  <a:pt x="429399" y="95186"/>
                </a:lnTo>
                <a:lnTo>
                  <a:pt x="429920" y="95707"/>
                </a:lnTo>
                <a:lnTo>
                  <a:pt x="428891" y="94665"/>
                </a:lnTo>
                <a:close/>
              </a:path>
              <a:path w="444207" h="656463">
                <a:moveTo>
                  <a:pt x="430187" y="84543"/>
                </a:moveTo>
                <a:lnTo>
                  <a:pt x="429411" y="83756"/>
                </a:lnTo>
                <a:lnTo>
                  <a:pt x="429627" y="83235"/>
                </a:lnTo>
                <a:lnTo>
                  <a:pt x="429321" y="82715"/>
                </a:lnTo>
                <a:lnTo>
                  <a:pt x="428104" y="82210"/>
                </a:lnTo>
                <a:lnTo>
                  <a:pt x="428371" y="82715"/>
                </a:lnTo>
                <a:lnTo>
                  <a:pt x="428891" y="83235"/>
                </a:lnTo>
                <a:lnTo>
                  <a:pt x="429399" y="83756"/>
                </a:lnTo>
                <a:lnTo>
                  <a:pt x="430187" y="85583"/>
                </a:lnTo>
                <a:lnTo>
                  <a:pt x="430187" y="84543"/>
                </a:lnTo>
                <a:close/>
              </a:path>
              <a:path w="444207" h="656463">
                <a:moveTo>
                  <a:pt x="429666" y="100380"/>
                </a:moveTo>
                <a:lnTo>
                  <a:pt x="429666" y="100003"/>
                </a:lnTo>
                <a:lnTo>
                  <a:pt x="429145" y="99339"/>
                </a:lnTo>
                <a:lnTo>
                  <a:pt x="429018" y="98831"/>
                </a:lnTo>
                <a:lnTo>
                  <a:pt x="428624" y="98437"/>
                </a:lnTo>
                <a:lnTo>
                  <a:pt x="428624" y="98831"/>
                </a:lnTo>
                <a:lnTo>
                  <a:pt x="428998" y="99339"/>
                </a:lnTo>
                <a:lnTo>
                  <a:pt x="429145" y="99486"/>
                </a:lnTo>
                <a:lnTo>
                  <a:pt x="429526" y="100380"/>
                </a:lnTo>
                <a:lnTo>
                  <a:pt x="429666" y="100520"/>
                </a:lnTo>
                <a:lnTo>
                  <a:pt x="430187" y="101041"/>
                </a:lnTo>
                <a:lnTo>
                  <a:pt x="429666" y="100380"/>
                </a:lnTo>
                <a:close/>
              </a:path>
              <a:path w="444207" h="656463">
                <a:moveTo>
                  <a:pt x="428625" y="99479"/>
                </a:moveTo>
                <a:lnTo>
                  <a:pt x="427062" y="99339"/>
                </a:lnTo>
                <a:lnTo>
                  <a:pt x="427062" y="100380"/>
                </a:lnTo>
                <a:lnTo>
                  <a:pt x="429145" y="100380"/>
                </a:lnTo>
                <a:lnTo>
                  <a:pt x="428625" y="99479"/>
                </a:lnTo>
                <a:close/>
              </a:path>
              <a:path w="444207" h="656463">
                <a:moveTo>
                  <a:pt x="428815" y="598449"/>
                </a:moveTo>
                <a:lnTo>
                  <a:pt x="429145" y="597598"/>
                </a:lnTo>
                <a:lnTo>
                  <a:pt x="429145" y="596036"/>
                </a:lnTo>
                <a:lnTo>
                  <a:pt x="428625" y="596557"/>
                </a:lnTo>
                <a:lnTo>
                  <a:pt x="428624" y="598639"/>
                </a:lnTo>
                <a:lnTo>
                  <a:pt x="428815" y="598449"/>
                </a:lnTo>
                <a:close/>
              </a:path>
              <a:path w="444207" h="656463">
                <a:moveTo>
                  <a:pt x="429666" y="597256"/>
                </a:moveTo>
                <a:lnTo>
                  <a:pt x="430161" y="596062"/>
                </a:lnTo>
                <a:lnTo>
                  <a:pt x="429856" y="596366"/>
                </a:lnTo>
                <a:lnTo>
                  <a:pt x="429666" y="595541"/>
                </a:lnTo>
                <a:lnTo>
                  <a:pt x="429666" y="596557"/>
                </a:lnTo>
                <a:lnTo>
                  <a:pt x="429336" y="597408"/>
                </a:lnTo>
                <a:lnTo>
                  <a:pt x="429666" y="597256"/>
                </a:lnTo>
                <a:close/>
              </a:path>
              <a:path w="444207" h="656463">
                <a:moveTo>
                  <a:pt x="429692" y="595490"/>
                </a:moveTo>
                <a:lnTo>
                  <a:pt x="430187" y="594505"/>
                </a:lnTo>
                <a:lnTo>
                  <a:pt x="430474" y="594707"/>
                </a:lnTo>
                <a:lnTo>
                  <a:pt x="430695" y="594360"/>
                </a:lnTo>
                <a:lnTo>
                  <a:pt x="430968" y="593706"/>
                </a:lnTo>
                <a:lnTo>
                  <a:pt x="430695" y="593778"/>
                </a:lnTo>
                <a:lnTo>
                  <a:pt x="430632" y="594041"/>
                </a:lnTo>
                <a:lnTo>
                  <a:pt x="430205" y="594468"/>
                </a:lnTo>
                <a:lnTo>
                  <a:pt x="429145" y="595528"/>
                </a:lnTo>
                <a:lnTo>
                  <a:pt x="429145" y="596036"/>
                </a:lnTo>
                <a:lnTo>
                  <a:pt x="429692" y="595490"/>
                </a:lnTo>
                <a:close/>
              </a:path>
              <a:path w="444207" h="656463">
                <a:moveTo>
                  <a:pt x="430695" y="102590"/>
                </a:moveTo>
                <a:lnTo>
                  <a:pt x="430187" y="101561"/>
                </a:lnTo>
                <a:lnTo>
                  <a:pt x="429666" y="101041"/>
                </a:lnTo>
                <a:lnTo>
                  <a:pt x="429666" y="101561"/>
                </a:lnTo>
                <a:lnTo>
                  <a:pt x="430186" y="102082"/>
                </a:lnTo>
                <a:lnTo>
                  <a:pt x="430187" y="103124"/>
                </a:lnTo>
                <a:lnTo>
                  <a:pt x="430694" y="103632"/>
                </a:lnTo>
                <a:lnTo>
                  <a:pt x="430695" y="102590"/>
                </a:lnTo>
                <a:close/>
              </a:path>
              <a:path w="444207" h="656463">
                <a:moveTo>
                  <a:pt x="433044" y="88430"/>
                </a:moveTo>
                <a:lnTo>
                  <a:pt x="435144" y="88430"/>
                </a:lnTo>
                <a:lnTo>
                  <a:pt x="435381" y="87388"/>
                </a:lnTo>
                <a:lnTo>
                  <a:pt x="435000" y="86868"/>
                </a:lnTo>
                <a:lnTo>
                  <a:pt x="434860" y="83756"/>
                </a:lnTo>
                <a:lnTo>
                  <a:pt x="434149" y="86029"/>
                </a:lnTo>
                <a:lnTo>
                  <a:pt x="432600" y="84467"/>
                </a:lnTo>
                <a:lnTo>
                  <a:pt x="431215" y="83894"/>
                </a:lnTo>
                <a:lnTo>
                  <a:pt x="430883" y="83756"/>
                </a:lnTo>
                <a:lnTo>
                  <a:pt x="430186" y="83467"/>
                </a:lnTo>
                <a:lnTo>
                  <a:pt x="430187" y="83756"/>
                </a:lnTo>
                <a:lnTo>
                  <a:pt x="431215" y="85564"/>
                </a:lnTo>
                <a:lnTo>
                  <a:pt x="432516" y="86867"/>
                </a:lnTo>
                <a:lnTo>
                  <a:pt x="434496" y="86867"/>
                </a:lnTo>
                <a:lnTo>
                  <a:pt x="434670" y="86537"/>
                </a:lnTo>
                <a:lnTo>
                  <a:pt x="434860" y="86728"/>
                </a:lnTo>
                <a:lnTo>
                  <a:pt x="434860" y="87745"/>
                </a:lnTo>
                <a:lnTo>
                  <a:pt x="434712" y="87388"/>
                </a:lnTo>
                <a:lnTo>
                  <a:pt x="432523" y="87388"/>
                </a:lnTo>
                <a:lnTo>
                  <a:pt x="432003" y="86868"/>
                </a:lnTo>
                <a:lnTo>
                  <a:pt x="433044" y="99339"/>
                </a:lnTo>
                <a:lnTo>
                  <a:pt x="432521" y="99339"/>
                </a:lnTo>
                <a:lnTo>
                  <a:pt x="430187" y="99606"/>
                </a:lnTo>
                <a:lnTo>
                  <a:pt x="430187" y="100126"/>
                </a:lnTo>
                <a:lnTo>
                  <a:pt x="429987" y="99339"/>
                </a:lnTo>
                <a:lnTo>
                  <a:pt x="432012" y="98831"/>
                </a:lnTo>
                <a:lnTo>
                  <a:pt x="429145" y="97523"/>
                </a:lnTo>
                <a:lnTo>
                  <a:pt x="429596" y="98831"/>
                </a:lnTo>
                <a:lnTo>
                  <a:pt x="429666" y="98999"/>
                </a:lnTo>
                <a:lnTo>
                  <a:pt x="429719" y="99339"/>
                </a:lnTo>
                <a:lnTo>
                  <a:pt x="429856" y="99669"/>
                </a:lnTo>
                <a:lnTo>
                  <a:pt x="429807" y="99339"/>
                </a:lnTo>
                <a:lnTo>
                  <a:pt x="429666" y="98831"/>
                </a:lnTo>
                <a:lnTo>
                  <a:pt x="429666" y="98564"/>
                </a:lnTo>
                <a:lnTo>
                  <a:pt x="429776" y="98831"/>
                </a:lnTo>
                <a:lnTo>
                  <a:pt x="429898" y="99339"/>
                </a:lnTo>
                <a:lnTo>
                  <a:pt x="430187" y="100252"/>
                </a:lnTo>
                <a:lnTo>
                  <a:pt x="430240" y="100380"/>
                </a:lnTo>
                <a:lnTo>
                  <a:pt x="433565" y="100380"/>
                </a:lnTo>
                <a:lnTo>
                  <a:pt x="433044" y="88430"/>
                </a:lnTo>
                <a:close/>
              </a:path>
              <a:path w="444207" h="656463">
                <a:moveTo>
                  <a:pt x="429526" y="99339"/>
                </a:moveTo>
                <a:lnTo>
                  <a:pt x="429508" y="98831"/>
                </a:lnTo>
                <a:lnTo>
                  <a:pt x="429145" y="97747"/>
                </a:lnTo>
                <a:lnTo>
                  <a:pt x="428881" y="95707"/>
                </a:lnTo>
                <a:lnTo>
                  <a:pt x="428359" y="95186"/>
                </a:lnTo>
                <a:lnTo>
                  <a:pt x="428209" y="95707"/>
                </a:lnTo>
                <a:lnTo>
                  <a:pt x="428625" y="96494"/>
                </a:lnTo>
                <a:lnTo>
                  <a:pt x="429145" y="97958"/>
                </a:lnTo>
                <a:lnTo>
                  <a:pt x="429145" y="98958"/>
                </a:lnTo>
                <a:lnTo>
                  <a:pt x="429018" y="98831"/>
                </a:lnTo>
                <a:lnTo>
                  <a:pt x="429145" y="99339"/>
                </a:lnTo>
                <a:lnTo>
                  <a:pt x="429526" y="99339"/>
                </a:lnTo>
                <a:close/>
              </a:path>
              <a:path w="444207" h="656463">
                <a:moveTo>
                  <a:pt x="429719" y="99339"/>
                </a:moveTo>
                <a:lnTo>
                  <a:pt x="429666" y="98999"/>
                </a:lnTo>
                <a:lnTo>
                  <a:pt x="429596" y="98831"/>
                </a:lnTo>
                <a:lnTo>
                  <a:pt x="429666" y="99211"/>
                </a:lnTo>
                <a:lnTo>
                  <a:pt x="429666" y="99339"/>
                </a:lnTo>
                <a:close/>
              </a:path>
              <a:path w="444207" h="656463">
                <a:moveTo>
                  <a:pt x="428624" y="598639"/>
                </a:moveTo>
                <a:lnTo>
                  <a:pt x="428624" y="598119"/>
                </a:lnTo>
                <a:lnTo>
                  <a:pt x="428625" y="597598"/>
                </a:lnTo>
                <a:lnTo>
                  <a:pt x="427583" y="598639"/>
                </a:lnTo>
                <a:lnTo>
                  <a:pt x="427583" y="599160"/>
                </a:lnTo>
                <a:lnTo>
                  <a:pt x="428624" y="598639"/>
                </a:lnTo>
                <a:close/>
              </a:path>
              <a:path w="444207" h="656463">
                <a:moveTo>
                  <a:pt x="427393" y="618337"/>
                </a:moveTo>
                <a:lnTo>
                  <a:pt x="428625" y="617624"/>
                </a:lnTo>
                <a:lnTo>
                  <a:pt x="428306" y="615403"/>
                </a:lnTo>
                <a:lnTo>
                  <a:pt x="427850" y="615403"/>
                </a:lnTo>
                <a:lnTo>
                  <a:pt x="427063" y="616185"/>
                </a:lnTo>
                <a:lnTo>
                  <a:pt x="427062" y="618426"/>
                </a:lnTo>
                <a:lnTo>
                  <a:pt x="427393" y="618337"/>
                </a:lnTo>
                <a:close/>
              </a:path>
              <a:path w="444207" h="656463">
                <a:moveTo>
                  <a:pt x="427583" y="601637"/>
                </a:moveTo>
                <a:lnTo>
                  <a:pt x="428624" y="599124"/>
                </a:lnTo>
                <a:lnTo>
                  <a:pt x="427583" y="601422"/>
                </a:lnTo>
                <a:lnTo>
                  <a:pt x="427173" y="602411"/>
                </a:lnTo>
                <a:lnTo>
                  <a:pt x="427583" y="601637"/>
                </a:lnTo>
                <a:close/>
              </a:path>
              <a:path w="444207" h="656463">
                <a:moveTo>
                  <a:pt x="427317" y="93624"/>
                </a:moveTo>
                <a:lnTo>
                  <a:pt x="427583" y="94411"/>
                </a:lnTo>
                <a:lnTo>
                  <a:pt x="428358" y="94665"/>
                </a:lnTo>
                <a:lnTo>
                  <a:pt x="427317" y="93624"/>
                </a:lnTo>
                <a:close/>
              </a:path>
              <a:path w="444207" h="656463">
                <a:moveTo>
                  <a:pt x="428104" y="95453"/>
                </a:moveTo>
                <a:lnTo>
                  <a:pt x="427583" y="95186"/>
                </a:lnTo>
                <a:lnTo>
                  <a:pt x="427205" y="95186"/>
                </a:lnTo>
                <a:lnTo>
                  <a:pt x="427421" y="95707"/>
                </a:lnTo>
                <a:lnTo>
                  <a:pt x="428104" y="95707"/>
                </a:lnTo>
                <a:lnTo>
                  <a:pt x="428104" y="95453"/>
                </a:lnTo>
                <a:close/>
              </a:path>
              <a:path w="444207" h="656463">
                <a:moveTo>
                  <a:pt x="427062" y="95186"/>
                </a:moveTo>
                <a:lnTo>
                  <a:pt x="426542" y="95186"/>
                </a:lnTo>
                <a:lnTo>
                  <a:pt x="426542" y="95313"/>
                </a:lnTo>
                <a:lnTo>
                  <a:pt x="426931" y="95707"/>
                </a:lnTo>
                <a:lnTo>
                  <a:pt x="427062" y="95186"/>
                </a:lnTo>
                <a:close/>
              </a:path>
              <a:path w="444207" h="656463">
                <a:moveTo>
                  <a:pt x="427062" y="93624"/>
                </a:moveTo>
                <a:lnTo>
                  <a:pt x="426989" y="94665"/>
                </a:lnTo>
                <a:lnTo>
                  <a:pt x="427583" y="94665"/>
                </a:lnTo>
                <a:lnTo>
                  <a:pt x="427062" y="93624"/>
                </a:lnTo>
                <a:close/>
              </a:path>
              <a:path w="444207" h="656463">
                <a:moveTo>
                  <a:pt x="430517" y="82905"/>
                </a:moveTo>
                <a:lnTo>
                  <a:pt x="430326" y="82715"/>
                </a:lnTo>
                <a:lnTo>
                  <a:pt x="430187" y="82715"/>
                </a:lnTo>
                <a:lnTo>
                  <a:pt x="430187" y="83235"/>
                </a:lnTo>
                <a:lnTo>
                  <a:pt x="430578" y="83235"/>
                </a:lnTo>
                <a:lnTo>
                  <a:pt x="430847" y="83235"/>
                </a:lnTo>
                <a:lnTo>
                  <a:pt x="430517" y="82905"/>
                </a:lnTo>
                <a:close/>
              </a:path>
              <a:path w="444207" h="656463">
                <a:moveTo>
                  <a:pt x="429666" y="614362"/>
                </a:moveTo>
                <a:lnTo>
                  <a:pt x="431897" y="614362"/>
                </a:lnTo>
                <a:lnTo>
                  <a:pt x="432600" y="613130"/>
                </a:lnTo>
                <a:lnTo>
                  <a:pt x="433819" y="612419"/>
                </a:lnTo>
                <a:lnTo>
                  <a:pt x="433819" y="611911"/>
                </a:lnTo>
                <a:lnTo>
                  <a:pt x="434149" y="611581"/>
                </a:lnTo>
                <a:lnTo>
                  <a:pt x="434340" y="611389"/>
                </a:lnTo>
                <a:lnTo>
                  <a:pt x="435381" y="610342"/>
                </a:lnTo>
                <a:lnTo>
                  <a:pt x="435381" y="609827"/>
                </a:lnTo>
                <a:lnTo>
                  <a:pt x="435711" y="608977"/>
                </a:lnTo>
                <a:lnTo>
                  <a:pt x="436409" y="607279"/>
                </a:lnTo>
                <a:lnTo>
                  <a:pt x="436752" y="607415"/>
                </a:lnTo>
                <a:lnTo>
                  <a:pt x="437273" y="606374"/>
                </a:lnTo>
                <a:lnTo>
                  <a:pt x="437451" y="606196"/>
                </a:lnTo>
                <a:lnTo>
                  <a:pt x="438493" y="605675"/>
                </a:lnTo>
                <a:lnTo>
                  <a:pt x="438493" y="605154"/>
                </a:lnTo>
                <a:lnTo>
                  <a:pt x="437451" y="605943"/>
                </a:lnTo>
                <a:lnTo>
                  <a:pt x="437451" y="604748"/>
                </a:lnTo>
                <a:lnTo>
                  <a:pt x="436410" y="606310"/>
                </a:lnTo>
                <a:lnTo>
                  <a:pt x="435381" y="608811"/>
                </a:lnTo>
                <a:lnTo>
                  <a:pt x="435190" y="610019"/>
                </a:lnTo>
                <a:lnTo>
                  <a:pt x="434670" y="610539"/>
                </a:lnTo>
                <a:lnTo>
                  <a:pt x="434340" y="610385"/>
                </a:lnTo>
                <a:lnTo>
                  <a:pt x="433819" y="611642"/>
                </a:lnTo>
                <a:lnTo>
                  <a:pt x="433628" y="612101"/>
                </a:lnTo>
                <a:lnTo>
                  <a:pt x="433108" y="612622"/>
                </a:lnTo>
                <a:lnTo>
                  <a:pt x="432748" y="612770"/>
                </a:lnTo>
                <a:lnTo>
                  <a:pt x="429666" y="614042"/>
                </a:lnTo>
                <a:lnTo>
                  <a:pt x="428891" y="614362"/>
                </a:lnTo>
                <a:lnTo>
                  <a:pt x="428625" y="614629"/>
                </a:lnTo>
                <a:lnTo>
                  <a:pt x="428625" y="615403"/>
                </a:lnTo>
                <a:lnTo>
                  <a:pt x="429666" y="615403"/>
                </a:lnTo>
                <a:lnTo>
                  <a:pt x="429666" y="614362"/>
                </a:lnTo>
                <a:close/>
              </a:path>
              <a:path w="444207" h="656463">
                <a:moveTo>
                  <a:pt x="430517" y="615734"/>
                </a:moveTo>
                <a:lnTo>
                  <a:pt x="430847" y="615403"/>
                </a:lnTo>
                <a:lnTo>
                  <a:pt x="434340" y="615403"/>
                </a:lnTo>
                <a:lnTo>
                  <a:pt x="431897" y="614362"/>
                </a:lnTo>
                <a:lnTo>
                  <a:pt x="429666" y="614362"/>
                </a:lnTo>
                <a:lnTo>
                  <a:pt x="429666" y="615403"/>
                </a:lnTo>
                <a:lnTo>
                  <a:pt x="429996" y="616254"/>
                </a:lnTo>
                <a:lnTo>
                  <a:pt x="430517" y="615734"/>
                </a:lnTo>
                <a:close/>
              </a:path>
              <a:path w="444207" h="656463">
                <a:moveTo>
                  <a:pt x="429399" y="83756"/>
                </a:moveTo>
                <a:lnTo>
                  <a:pt x="428891" y="83235"/>
                </a:lnTo>
                <a:lnTo>
                  <a:pt x="428371" y="82715"/>
                </a:lnTo>
                <a:lnTo>
                  <a:pt x="428104" y="82210"/>
                </a:lnTo>
                <a:lnTo>
                  <a:pt x="428104" y="83495"/>
                </a:lnTo>
                <a:lnTo>
                  <a:pt x="430187" y="85583"/>
                </a:lnTo>
                <a:lnTo>
                  <a:pt x="429399" y="83756"/>
                </a:lnTo>
                <a:close/>
              </a:path>
              <a:path w="444207" h="656463">
                <a:moveTo>
                  <a:pt x="430186" y="594995"/>
                </a:moveTo>
                <a:lnTo>
                  <a:pt x="430474" y="594707"/>
                </a:lnTo>
                <a:lnTo>
                  <a:pt x="430187" y="594505"/>
                </a:lnTo>
                <a:lnTo>
                  <a:pt x="429692" y="595490"/>
                </a:lnTo>
                <a:lnTo>
                  <a:pt x="430186" y="594995"/>
                </a:lnTo>
                <a:close/>
              </a:path>
              <a:path w="444207" h="656463">
                <a:moveTo>
                  <a:pt x="430632" y="594041"/>
                </a:moveTo>
                <a:lnTo>
                  <a:pt x="430695" y="593778"/>
                </a:lnTo>
                <a:lnTo>
                  <a:pt x="430968" y="593706"/>
                </a:lnTo>
                <a:lnTo>
                  <a:pt x="431215" y="592797"/>
                </a:lnTo>
                <a:lnTo>
                  <a:pt x="432222" y="590368"/>
                </a:lnTo>
                <a:lnTo>
                  <a:pt x="431215" y="591375"/>
                </a:lnTo>
                <a:lnTo>
                  <a:pt x="430822" y="593242"/>
                </a:lnTo>
                <a:lnTo>
                  <a:pt x="430695" y="593494"/>
                </a:lnTo>
                <a:lnTo>
                  <a:pt x="430205" y="594468"/>
                </a:lnTo>
                <a:lnTo>
                  <a:pt x="430632" y="594041"/>
                </a:lnTo>
                <a:close/>
              </a:path>
              <a:path w="444207" h="656463">
                <a:moveTo>
                  <a:pt x="432511" y="86867"/>
                </a:moveTo>
                <a:lnTo>
                  <a:pt x="431215" y="85564"/>
                </a:lnTo>
                <a:lnTo>
                  <a:pt x="430187" y="83756"/>
                </a:lnTo>
                <a:lnTo>
                  <a:pt x="430187" y="84533"/>
                </a:lnTo>
                <a:lnTo>
                  <a:pt x="431215" y="85572"/>
                </a:lnTo>
                <a:lnTo>
                  <a:pt x="432003" y="86868"/>
                </a:lnTo>
                <a:lnTo>
                  <a:pt x="432523" y="87388"/>
                </a:lnTo>
                <a:lnTo>
                  <a:pt x="432511" y="86867"/>
                </a:lnTo>
                <a:close/>
              </a:path>
              <a:path w="444207" h="656463">
                <a:moveTo>
                  <a:pt x="431215" y="83083"/>
                </a:moveTo>
                <a:lnTo>
                  <a:pt x="431215" y="82715"/>
                </a:lnTo>
                <a:lnTo>
                  <a:pt x="430847" y="82715"/>
                </a:lnTo>
                <a:lnTo>
                  <a:pt x="430326" y="82715"/>
                </a:lnTo>
                <a:lnTo>
                  <a:pt x="430517" y="82905"/>
                </a:lnTo>
                <a:lnTo>
                  <a:pt x="430847" y="83235"/>
                </a:lnTo>
                <a:lnTo>
                  <a:pt x="431215" y="83083"/>
                </a:lnTo>
                <a:close/>
              </a:path>
              <a:path w="444207" h="656463">
                <a:moveTo>
                  <a:pt x="432079" y="83947"/>
                </a:moveTo>
                <a:lnTo>
                  <a:pt x="431888" y="83756"/>
                </a:lnTo>
                <a:lnTo>
                  <a:pt x="431215" y="83235"/>
                </a:lnTo>
                <a:lnTo>
                  <a:pt x="431038" y="83426"/>
                </a:lnTo>
                <a:lnTo>
                  <a:pt x="430883" y="83756"/>
                </a:lnTo>
                <a:lnTo>
                  <a:pt x="431215" y="83894"/>
                </a:lnTo>
                <a:lnTo>
                  <a:pt x="432600" y="84467"/>
                </a:lnTo>
                <a:lnTo>
                  <a:pt x="432079" y="83947"/>
                </a:lnTo>
                <a:close/>
              </a:path>
              <a:path w="444207" h="656463">
                <a:moveTo>
                  <a:pt x="431419" y="593255"/>
                </a:moveTo>
                <a:lnTo>
                  <a:pt x="432257" y="590617"/>
                </a:lnTo>
                <a:lnTo>
                  <a:pt x="432460" y="590130"/>
                </a:lnTo>
                <a:lnTo>
                  <a:pt x="432257" y="590334"/>
                </a:lnTo>
                <a:lnTo>
                  <a:pt x="431215" y="592797"/>
                </a:lnTo>
                <a:lnTo>
                  <a:pt x="430968" y="593706"/>
                </a:lnTo>
                <a:lnTo>
                  <a:pt x="431419" y="593255"/>
                </a:lnTo>
                <a:close/>
              </a:path>
              <a:path w="444207" h="656463">
                <a:moveTo>
                  <a:pt x="432257" y="590334"/>
                </a:moveTo>
                <a:lnTo>
                  <a:pt x="432460" y="590130"/>
                </a:lnTo>
                <a:lnTo>
                  <a:pt x="432257" y="590333"/>
                </a:lnTo>
                <a:close/>
              </a:path>
              <a:path w="444207" h="656463">
                <a:moveTo>
                  <a:pt x="432968" y="588568"/>
                </a:moveTo>
                <a:lnTo>
                  <a:pt x="438238" y="585787"/>
                </a:lnTo>
                <a:lnTo>
                  <a:pt x="432257" y="108178"/>
                </a:lnTo>
                <a:lnTo>
                  <a:pt x="432257" y="585787"/>
                </a:lnTo>
                <a:lnTo>
                  <a:pt x="431215" y="585787"/>
                </a:lnTo>
                <a:lnTo>
                  <a:pt x="432257" y="589280"/>
                </a:lnTo>
                <a:lnTo>
                  <a:pt x="432968" y="588568"/>
                </a:lnTo>
                <a:close/>
              </a:path>
              <a:path w="444207" h="656463">
                <a:moveTo>
                  <a:pt x="444207" y="100596"/>
                </a:moveTo>
                <a:lnTo>
                  <a:pt x="443166" y="100074"/>
                </a:lnTo>
                <a:lnTo>
                  <a:pt x="443166" y="103759"/>
                </a:lnTo>
                <a:lnTo>
                  <a:pt x="441507" y="101069"/>
                </a:lnTo>
                <a:lnTo>
                  <a:pt x="437197" y="108178"/>
                </a:lnTo>
                <a:lnTo>
                  <a:pt x="434674" y="108178"/>
                </a:lnTo>
                <a:lnTo>
                  <a:pt x="432460" y="105397"/>
                </a:lnTo>
                <a:lnTo>
                  <a:pt x="432257" y="104910"/>
                </a:lnTo>
                <a:lnTo>
                  <a:pt x="431939" y="103835"/>
                </a:lnTo>
                <a:lnTo>
                  <a:pt x="431301" y="102295"/>
                </a:lnTo>
                <a:lnTo>
                  <a:pt x="430508" y="100380"/>
                </a:lnTo>
                <a:lnTo>
                  <a:pt x="431215" y="102303"/>
                </a:lnTo>
                <a:lnTo>
                  <a:pt x="431419" y="102793"/>
                </a:lnTo>
                <a:lnTo>
                  <a:pt x="431714" y="103609"/>
                </a:lnTo>
                <a:lnTo>
                  <a:pt x="432257" y="105194"/>
                </a:lnTo>
                <a:lnTo>
                  <a:pt x="432667" y="108178"/>
                </a:lnTo>
                <a:lnTo>
                  <a:pt x="435571" y="109626"/>
                </a:lnTo>
                <a:lnTo>
                  <a:pt x="438238" y="585787"/>
                </a:lnTo>
                <a:lnTo>
                  <a:pt x="443166" y="591756"/>
                </a:lnTo>
                <a:lnTo>
                  <a:pt x="444207" y="597738"/>
                </a:lnTo>
                <a:lnTo>
                  <a:pt x="444207" y="100596"/>
                </a:lnTo>
                <a:close/>
              </a:path>
              <a:path w="444207" h="656463">
                <a:moveTo>
                  <a:pt x="431419" y="102793"/>
                </a:moveTo>
                <a:lnTo>
                  <a:pt x="431215" y="102209"/>
                </a:lnTo>
                <a:lnTo>
                  <a:pt x="431341" y="102715"/>
                </a:lnTo>
                <a:lnTo>
                  <a:pt x="431714" y="103609"/>
                </a:lnTo>
                <a:lnTo>
                  <a:pt x="431419" y="102793"/>
                </a:lnTo>
                <a:close/>
              </a:path>
              <a:path w="444207" h="656463">
                <a:moveTo>
                  <a:pt x="431939" y="103835"/>
                </a:moveTo>
                <a:lnTo>
                  <a:pt x="432257" y="104910"/>
                </a:lnTo>
                <a:lnTo>
                  <a:pt x="432460" y="105397"/>
                </a:lnTo>
                <a:lnTo>
                  <a:pt x="434674" y="108178"/>
                </a:lnTo>
                <a:lnTo>
                  <a:pt x="437197" y="108178"/>
                </a:lnTo>
                <a:lnTo>
                  <a:pt x="431939" y="103835"/>
                </a:lnTo>
                <a:close/>
              </a:path>
              <a:path w="444207" h="656463">
                <a:moveTo>
                  <a:pt x="432257" y="107973"/>
                </a:moveTo>
                <a:lnTo>
                  <a:pt x="431215" y="104152"/>
                </a:lnTo>
                <a:lnTo>
                  <a:pt x="431215" y="107454"/>
                </a:lnTo>
                <a:lnTo>
                  <a:pt x="430695" y="108178"/>
                </a:lnTo>
                <a:lnTo>
                  <a:pt x="432257" y="108178"/>
                </a:lnTo>
                <a:lnTo>
                  <a:pt x="432257" y="107973"/>
                </a:lnTo>
                <a:close/>
              </a:path>
              <a:path w="444207" h="656463">
                <a:moveTo>
                  <a:pt x="427774" y="96558"/>
                </a:moveTo>
                <a:lnTo>
                  <a:pt x="427583" y="96098"/>
                </a:lnTo>
                <a:lnTo>
                  <a:pt x="427583" y="96367"/>
                </a:lnTo>
                <a:lnTo>
                  <a:pt x="428104" y="97916"/>
                </a:lnTo>
                <a:lnTo>
                  <a:pt x="427774" y="96558"/>
                </a:lnTo>
                <a:close/>
              </a:path>
              <a:path w="444207" h="656463">
                <a:moveTo>
                  <a:pt x="429145" y="97958"/>
                </a:moveTo>
                <a:lnTo>
                  <a:pt x="428625" y="96494"/>
                </a:lnTo>
                <a:lnTo>
                  <a:pt x="428209" y="95707"/>
                </a:lnTo>
                <a:lnTo>
                  <a:pt x="428624" y="98437"/>
                </a:lnTo>
                <a:lnTo>
                  <a:pt x="429018" y="98831"/>
                </a:lnTo>
                <a:lnTo>
                  <a:pt x="429145" y="97958"/>
                </a:lnTo>
                <a:close/>
              </a:path>
              <a:path w="444207" h="656463">
                <a:moveTo>
                  <a:pt x="429145" y="97958"/>
                </a:moveTo>
                <a:lnTo>
                  <a:pt x="429018" y="98831"/>
                </a:lnTo>
                <a:lnTo>
                  <a:pt x="429145" y="98958"/>
                </a:lnTo>
                <a:lnTo>
                  <a:pt x="429145" y="97958"/>
                </a:lnTo>
                <a:close/>
              </a:path>
              <a:path w="444207" h="656463">
                <a:moveTo>
                  <a:pt x="430695" y="101262"/>
                </a:moveTo>
                <a:lnTo>
                  <a:pt x="430377" y="100711"/>
                </a:lnTo>
                <a:lnTo>
                  <a:pt x="430187" y="100521"/>
                </a:lnTo>
                <a:lnTo>
                  <a:pt x="430045" y="100380"/>
                </a:lnTo>
                <a:lnTo>
                  <a:pt x="429666" y="100003"/>
                </a:lnTo>
                <a:lnTo>
                  <a:pt x="429666" y="100380"/>
                </a:lnTo>
                <a:lnTo>
                  <a:pt x="430187" y="101041"/>
                </a:lnTo>
                <a:lnTo>
                  <a:pt x="430695" y="101549"/>
                </a:lnTo>
                <a:lnTo>
                  <a:pt x="430695" y="101262"/>
                </a:lnTo>
                <a:close/>
              </a:path>
              <a:path w="444207" h="656463">
                <a:moveTo>
                  <a:pt x="429898" y="99339"/>
                </a:moveTo>
                <a:lnTo>
                  <a:pt x="429776" y="98831"/>
                </a:lnTo>
                <a:lnTo>
                  <a:pt x="429666" y="98564"/>
                </a:lnTo>
                <a:lnTo>
                  <a:pt x="429666" y="98831"/>
                </a:lnTo>
                <a:lnTo>
                  <a:pt x="429807" y="99339"/>
                </a:lnTo>
                <a:close/>
              </a:path>
              <a:path w="444207" h="656463">
                <a:moveTo>
                  <a:pt x="429475" y="616775"/>
                </a:moveTo>
                <a:lnTo>
                  <a:pt x="429666" y="615403"/>
                </a:lnTo>
                <a:lnTo>
                  <a:pt x="428625" y="615403"/>
                </a:lnTo>
                <a:lnTo>
                  <a:pt x="428955" y="617296"/>
                </a:lnTo>
                <a:lnTo>
                  <a:pt x="429475" y="616775"/>
                </a:lnTo>
                <a:close/>
              </a:path>
              <a:path w="444207" h="656463">
                <a:moveTo>
                  <a:pt x="429666" y="99479"/>
                </a:moveTo>
                <a:lnTo>
                  <a:pt x="429526" y="99339"/>
                </a:lnTo>
                <a:lnTo>
                  <a:pt x="429145" y="99339"/>
                </a:lnTo>
                <a:lnTo>
                  <a:pt x="429666" y="100003"/>
                </a:lnTo>
                <a:lnTo>
                  <a:pt x="430045" y="100380"/>
                </a:lnTo>
                <a:lnTo>
                  <a:pt x="429666" y="99479"/>
                </a:lnTo>
                <a:close/>
              </a:path>
              <a:path w="444207" h="656463">
                <a:moveTo>
                  <a:pt x="430187" y="100380"/>
                </a:moveTo>
                <a:lnTo>
                  <a:pt x="430045" y="100380"/>
                </a:lnTo>
                <a:lnTo>
                  <a:pt x="430187" y="100521"/>
                </a:lnTo>
                <a:lnTo>
                  <a:pt x="430377" y="100711"/>
                </a:lnTo>
                <a:lnTo>
                  <a:pt x="430187" y="100380"/>
                </a:lnTo>
                <a:close/>
              </a:path>
              <a:path w="444207" h="656463">
                <a:moveTo>
                  <a:pt x="430187" y="99606"/>
                </a:moveTo>
                <a:lnTo>
                  <a:pt x="432521" y="99339"/>
                </a:lnTo>
                <a:lnTo>
                  <a:pt x="432012" y="98831"/>
                </a:lnTo>
                <a:lnTo>
                  <a:pt x="429987" y="99339"/>
                </a:lnTo>
                <a:lnTo>
                  <a:pt x="430187" y="100036"/>
                </a:lnTo>
                <a:lnTo>
                  <a:pt x="430187" y="99606"/>
                </a:lnTo>
                <a:close/>
              </a:path>
              <a:path w="444207" h="656463">
                <a:moveTo>
                  <a:pt x="433035" y="87388"/>
                </a:moveTo>
                <a:lnTo>
                  <a:pt x="434496" y="86867"/>
                </a:lnTo>
                <a:lnTo>
                  <a:pt x="432516" y="86867"/>
                </a:lnTo>
                <a:lnTo>
                  <a:pt x="431215" y="85564"/>
                </a:lnTo>
                <a:lnTo>
                  <a:pt x="432511" y="86867"/>
                </a:lnTo>
                <a:lnTo>
                  <a:pt x="433031" y="87388"/>
                </a:lnTo>
                <a:close/>
              </a:path>
              <a:path w="444207" h="656463">
                <a:moveTo>
                  <a:pt x="433044" y="99339"/>
                </a:moveTo>
                <a:lnTo>
                  <a:pt x="432523" y="98831"/>
                </a:lnTo>
                <a:lnTo>
                  <a:pt x="432012" y="98831"/>
                </a:lnTo>
                <a:lnTo>
                  <a:pt x="432521" y="99339"/>
                </a:lnTo>
                <a:lnTo>
                  <a:pt x="433044" y="99339"/>
                </a:lnTo>
                <a:close/>
              </a:path>
              <a:path w="444207" h="656463">
                <a:moveTo>
                  <a:pt x="434340" y="614362"/>
                </a:moveTo>
                <a:lnTo>
                  <a:pt x="435381" y="614362"/>
                </a:lnTo>
                <a:lnTo>
                  <a:pt x="434340" y="611389"/>
                </a:lnTo>
                <a:lnTo>
                  <a:pt x="434149" y="611581"/>
                </a:lnTo>
                <a:lnTo>
                  <a:pt x="433819" y="611911"/>
                </a:lnTo>
                <a:lnTo>
                  <a:pt x="433819" y="612419"/>
                </a:lnTo>
                <a:lnTo>
                  <a:pt x="431897" y="614362"/>
                </a:lnTo>
                <a:lnTo>
                  <a:pt x="434340" y="615403"/>
                </a:lnTo>
                <a:lnTo>
                  <a:pt x="434340" y="614362"/>
                </a:lnTo>
                <a:close/>
              </a:path>
              <a:path w="444207" h="656463">
                <a:moveTo>
                  <a:pt x="433108" y="612622"/>
                </a:moveTo>
                <a:lnTo>
                  <a:pt x="433628" y="612101"/>
                </a:lnTo>
                <a:lnTo>
                  <a:pt x="433819" y="611642"/>
                </a:lnTo>
                <a:lnTo>
                  <a:pt x="434340" y="610385"/>
                </a:lnTo>
                <a:lnTo>
                  <a:pt x="433819" y="610176"/>
                </a:lnTo>
                <a:lnTo>
                  <a:pt x="432748" y="612770"/>
                </a:lnTo>
                <a:lnTo>
                  <a:pt x="433108" y="612622"/>
                </a:lnTo>
                <a:close/>
              </a:path>
              <a:path w="444207" h="656463">
                <a:moveTo>
                  <a:pt x="434860" y="87388"/>
                </a:moveTo>
                <a:lnTo>
                  <a:pt x="434860" y="86868"/>
                </a:lnTo>
                <a:lnTo>
                  <a:pt x="434860" y="86728"/>
                </a:lnTo>
                <a:lnTo>
                  <a:pt x="434670" y="86537"/>
                </a:lnTo>
                <a:lnTo>
                  <a:pt x="434496" y="86867"/>
                </a:lnTo>
                <a:lnTo>
                  <a:pt x="434712" y="87388"/>
                </a:lnTo>
                <a:lnTo>
                  <a:pt x="434860" y="87388"/>
                </a:lnTo>
                <a:close/>
              </a:path>
              <a:path w="444207" h="656463">
                <a:moveTo>
                  <a:pt x="439013" y="93442"/>
                </a:moveTo>
                <a:lnTo>
                  <a:pt x="438492" y="91923"/>
                </a:lnTo>
                <a:lnTo>
                  <a:pt x="438492" y="91405"/>
                </a:lnTo>
                <a:lnTo>
                  <a:pt x="437972" y="89852"/>
                </a:lnTo>
                <a:lnTo>
                  <a:pt x="436557" y="88430"/>
                </a:lnTo>
                <a:lnTo>
                  <a:pt x="434074" y="88430"/>
                </a:lnTo>
                <a:lnTo>
                  <a:pt x="434860" y="89217"/>
                </a:lnTo>
                <a:lnTo>
                  <a:pt x="435381" y="89738"/>
                </a:lnTo>
                <a:lnTo>
                  <a:pt x="435381" y="89002"/>
                </a:lnTo>
                <a:lnTo>
                  <a:pt x="435902" y="90258"/>
                </a:lnTo>
                <a:lnTo>
                  <a:pt x="437972" y="92848"/>
                </a:lnTo>
                <a:lnTo>
                  <a:pt x="437794" y="90703"/>
                </a:lnTo>
                <a:lnTo>
                  <a:pt x="437972" y="90882"/>
                </a:lnTo>
                <a:lnTo>
                  <a:pt x="438315" y="91744"/>
                </a:lnTo>
                <a:lnTo>
                  <a:pt x="438492" y="92401"/>
                </a:lnTo>
                <a:lnTo>
                  <a:pt x="439013" y="94411"/>
                </a:lnTo>
                <a:lnTo>
                  <a:pt x="439534" y="94932"/>
                </a:lnTo>
                <a:lnTo>
                  <a:pt x="439013" y="93442"/>
                </a:lnTo>
                <a:close/>
              </a:path>
              <a:path w="444207" h="656463">
                <a:moveTo>
                  <a:pt x="436676" y="96227"/>
                </a:moveTo>
                <a:lnTo>
                  <a:pt x="439013" y="94411"/>
                </a:lnTo>
                <a:lnTo>
                  <a:pt x="437972" y="92849"/>
                </a:lnTo>
                <a:lnTo>
                  <a:pt x="435381" y="89738"/>
                </a:lnTo>
                <a:lnTo>
                  <a:pt x="434860" y="89217"/>
                </a:lnTo>
                <a:lnTo>
                  <a:pt x="434073" y="88430"/>
                </a:lnTo>
                <a:lnTo>
                  <a:pt x="433044" y="88430"/>
                </a:lnTo>
                <a:lnTo>
                  <a:pt x="433565" y="100380"/>
                </a:lnTo>
                <a:lnTo>
                  <a:pt x="431301" y="102295"/>
                </a:lnTo>
                <a:lnTo>
                  <a:pt x="437197" y="108178"/>
                </a:lnTo>
                <a:lnTo>
                  <a:pt x="436676" y="96227"/>
                </a:lnTo>
                <a:close/>
              </a:path>
              <a:path w="444207" h="656463">
                <a:moveTo>
                  <a:pt x="434860" y="83756"/>
                </a:moveTo>
                <a:lnTo>
                  <a:pt x="431888" y="83756"/>
                </a:lnTo>
                <a:lnTo>
                  <a:pt x="432079" y="83947"/>
                </a:lnTo>
                <a:lnTo>
                  <a:pt x="432600" y="84467"/>
                </a:lnTo>
                <a:lnTo>
                  <a:pt x="434149" y="86029"/>
                </a:lnTo>
                <a:lnTo>
                  <a:pt x="434860" y="83756"/>
                </a:lnTo>
                <a:close/>
              </a:path>
              <a:path w="444207" h="656463">
                <a:moveTo>
                  <a:pt x="435902" y="87388"/>
                </a:moveTo>
                <a:lnTo>
                  <a:pt x="435902" y="86868"/>
                </a:lnTo>
                <a:lnTo>
                  <a:pt x="435381" y="86868"/>
                </a:lnTo>
                <a:lnTo>
                  <a:pt x="435381" y="87248"/>
                </a:lnTo>
                <a:lnTo>
                  <a:pt x="435521" y="87388"/>
                </a:lnTo>
                <a:lnTo>
                  <a:pt x="435711" y="87579"/>
                </a:lnTo>
                <a:lnTo>
                  <a:pt x="435902" y="87388"/>
                </a:lnTo>
                <a:close/>
              </a:path>
              <a:path w="444207" h="656463">
                <a:moveTo>
                  <a:pt x="435902" y="86868"/>
                </a:moveTo>
                <a:lnTo>
                  <a:pt x="435902" y="83756"/>
                </a:lnTo>
                <a:lnTo>
                  <a:pt x="435381" y="83756"/>
                </a:lnTo>
                <a:lnTo>
                  <a:pt x="435381" y="86868"/>
                </a:lnTo>
                <a:lnTo>
                  <a:pt x="435902" y="86868"/>
                </a:lnTo>
                <a:close/>
              </a:path>
              <a:path w="444207" h="656463">
                <a:moveTo>
                  <a:pt x="437451" y="607745"/>
                </a:moveTo>
                <a:lnTo>
                  <a:pt x="437451" y="607230"/>
                </a:lnTo>
                <a:lnTo>
                  <a:pt x="436752" y="607415"/>
                </a:lnTo>
                <a:lnTo>
                  <a:pt x="436409" y="607279"/>
                </a:lnTo>
                <a:lnTo>
                  <a:pt x="436232" y="608457"/>
                </a:lnTo>
                <a:lnTo>
                  <a:pt x="436410" y="608793"/>
                </a:lnTo>
                <a:lnTo>
                  <a:pt x="437451" y="607745"/>
                </a:lnTo>
                <a:close/>
              </a:path>
              <a:path w="444207" h="656463">
                <a:moveTo>
                  <a:pt x="436410" y="609307"/>
                </a:moveTo>
                <a:lnTo>
                  <a:pt x="436410" y="608793"/>
                </a:lnTo>
                <a:lnTo>
                  <a:pt x="436232" y="608457"/>
                </a:lnTo>
                <a:lnTo>
                  <a:pt x="436409" y="607279"/>
                </a:lnTo>
                <a:lnTo>
                  <a:pt x="435711" y="608977"/>
                </a:lnTo>
                <a:lnTo>
                  <a:pt x="435381" y="609827"/>
                </a:lnTo>
                <a:lnTo>
                  <a:pt x="435381" y="610342"/>
                </a:lnTo>
                <a:lnTo>
                  <a:pt x="436410" y="609307"/>
                </a:lnTo>
                <a:close/>
              </a:path>
              <a:path w="444207" h="656463">
                <a:moveTo>
                  <a:pt x="437451" y="607230"/>
                </a:moveTo>
                <a:lnTo>
                  <a:pt x="438492" y="606183"/>
                </a:lnTo>
                <a:lnTo>
                  <a:pt x="438493" y="605675"/>
                </a:lnTo>
                <a:lnTo>
                  <a:pt x="437451" y="606196"/>
                </a:lnTo>
                <a:lnTo>
                  <a:pt x="437273" y="606374"/>
                </a:lnTo>
                <a:lnTo>
                  <a:pt x="436752" y="607415"/>
                </a:lnTo>
                <a:lnTo>
                  <a:pt x="437451" y="607230"/>
                </a:lnTo>
                <a:close/>
              </a:path>
              <a:path w="444207" h="656463">
                <a:moveTo>
                  <a:pt x="443166" y="591756"/>
                </a:moveTo>
                <a:lnTo>
                  <a:pt x="441607" y="593318"/>
                </a:lnTo>
                <a:lnTo>
                  <a:pt x="443166" y="593318"/>
                </a:lnTo>
              </a:path>
              <a:path w="444207" h="656463">
                <a:moveTo>
                  <a:pt x="441607" y="593318"/>
                </a:moveTo>
                <a:lnTo>
                  <a:pt x="437387" y="597547"/>
                </a:lnTo>
                <a:lnTo>
                  <a:pt x="437197" y="597738"/>
                </a:lnTo>
                <a:lnTo>
                  <a:pt x="437395" y="603199"/>
                </a:lnTo>
                <a:lnTo>
                  <a:pt x="437403" y="603419"/>
                </a:lnTo>
                <a:lnTo>
                  <a:pt x="437451" y="604748"/>
                </a:lnTo>
                <a:lnTo>
                  <a:pt x="437451" y="605345"/>
                </a:lnTo>
                <a:lnTo>
                  <a:pt x="437794" y="605345"/>
                </a:lnTo>
                <a:lnTo>
                  <a:pt x="438010" y="604748"/>
                </a:lnTo>
                <a:lnTo>
                  <a:pt x="438493" y="603419"/>
                </a:lnTo>
                <a:lnTo>
                  <a:pt x="438492" y="603199"/>
                </a:lnTo>
                <a:lnTo>
                  <a:pt x="440949" y="597738"/>
                </a:lnTo>
                <a:lnTo>
                  <a:pt x="440905" y="597547"/>
                </a:lnTo>
                <a:lnTo>
                  <a:pt x="442645" y="593318"/>
                </a:lnTo>
              </a:path>
              <a:path w="444207" h="656463">
                <a:moveTo>
                  <a:pt x="442645" y="593318"/>
                </a:moveTo>
                <a:lnTo>
                  <a:pt x="442050" y="594880"/>
                </a:lnTo>
                <a:lnTo>
                  <a:pt x="443166" y="594880"/>
                </a:lnTo>
                <a:lnTo>
                  <a:pt x="443166" y="593318"/>
                </a:lnTo>
              </a:path>
              <a:path w="444207" h="656463">
                <a:moveTo>
                  <a:pt x="442050" y="594880"/>
                </a:moveTo>
                <a:lnTo>
                  <a:pt x="441501" y="596321"/>
                </a:lnTo>
                <a:lnTo>
                  <a:pt x="441256" y="596963"/>
                </a:lnTo>
                <a:lnTo>
                  <a:pt x="441954" y="596963"/>
                </a:lnTo>
                <a:lnTo>
                  <a:pt x="442125" y="596321"/>
                </a:lnTo>
                <a:lnTo>
                  <a:pt x="442125" y="594880"/>
                </a:lnTo>
              </a:path>
              <a:path w="444207" h="656463">
                <a:moveTo>
                  <a:pt x="442125" y="594880"/>
                </a:moveTo>
                <a:lnTo>
                  <a:pt x="442348" y="595274"/>
                </a:lnTo>
                <a:lnTo>
                  <a:pt x="442645" y="595798"/>
                </a:lnTo>
                <a:lnTo>
                  <a:pt x="443166" y="595274"/>
                </a:lnTo>
                <a:lnTo>
                  <a:pt x="443166" y="594880"/>
                </a:lnTo>
              </a:path>
              <a:path w="444207" h="656463">
                <a:moveTo>
                  <a:pt x="441256" y="596963"/>
                </a:moveTo>
                <a:lnTo>
                  <a:pt x="441113" y="597338"/>
                </a:lnTo>
                <a:lnTo>
                  <a:pt x="441617" y="596963"/>
                </a:lnTo>
              </a:path>
              <a:path w="444207" h="656463">
                <a:moveTo>
                  <a:pt x="441617" y="596963"/>
                </a:moveTo>
                <a:lnTo>
                  <a:pt x="441617" y="597738"/>
                </a:lnTo>
                <a:lnTo>
                  <a:pt x="441749" y="597738"/>
                </a:lnTo>
                <a:lnTo>
                  <a:pt x="441954" y="596963"/>
                </a:lnTo>
              </a:path>
              <a:path w="444207" h="656463">
                <a:moveTo>
                  <a:pt x="441432" y="597738"/>
                </a:moveTo>
                <a:lnTo>
                  <a:pt x="441432" y="597738"/>
                </a:lnTo>
                <a:lnTo>
                  <a:pt x="441617" y="597738"/>
                </a:lnTo>
              </a:path>
              <a:path w="444207" h="656463">
                <a:moveTo>
                  <a:pt x="441432" y="597738"/>
                </a:moveTo>
                <a:lnTo>
                  <a:pt x="441256" y="597871"/>
                </a:lnTo>
                <a:lnTo>
                  <a:pt x="441096" y="597992"/>
                </a:lnTo>
                <a:lnTo>
                  <a:pt x="441028" y="598156"/>
                </a:lnTo>
                <a:lnTo>
                  <a:pt x="440929" y="598394"/>
                </a:lnTo>
                <a:lnTo>
                  <a:pt x="440810" y="598682"/>
                </a:lnTo>
                <a:lnTo>
                  <a:pt x="440962" y="599630"/>
                </a:lnTo>
                <a:lnTo>
                  <a:pt x="441069" y="598682"/>
                </a:lnTo>
                <a:lnTo>
                  <a:pt x="441096" y="598394"/>
                </a:lnTo>
                <a:lnTo>
                  <a:pt x="441333" y="598156"/>
                </a:lnTo>
                <a:lnTo>
                  <a:pt x="441496" y="597992"/>
                </a:lnTo>
                <a:lnTo>
                  <a:pt x="441749" y="597738"/>
                </a:lnTo>
              </a:path>
              <a:path w="444207" h="656463">
                <a:moveTo>
                  <a:pt x="441617" y="598353"/>
                </a:moveTo>
                <a:lnTo>
                  <a:pt x="441096" y="599400"/>
                </a:lnTo>
                <a:lnTo>
                  <a:pt x="440982" y="599630"/>
                </a:lnTo>
                <a:lnTo>
                  <a:pt x="441617" y="599630"/>
                </a:lnTo>
                <a:lnTo>
                  <a:pt x="441617" y="599400"/>
                </a:lnTo>
              </a:path>
              <a:path w="444207" h="656463">
                <a:moveTo>
                  <a:pt x="440575" y="599248"/>
                </a:moveTo>
                <a:lnTo>
                  <a:pt x="440449" y="599554"/>
                </a:lnTo>
                <a:lnTo>
                  <a:pt x="440706" y="599554"/>
                </a:lnTo>
              </a:path>
              <a:path w="444207" h="656463">
                <a:moveTo>
                  <a:pt x="440449" y="599554"/>
                </a:moveTo>
                <a:lnTo>
                  <a:pt x="439854" y="600989"/>
                </a:lnTo>
                <a:lnTo>
                  <a:pt x="440575" y="600989"/>
                </a:lnTo>
                <a:lnTo>
                  <a:pt x="440575" y="599554"/>
                </a:lnTo>
              </a:path>
              <a:path w="444207" h="656463">
                <a:moveTo>
                  <a:pt x="440575" y="599554"/>
                </a:moveTo>
                <a:lnTo>
                  <a:pt x="440575" y="600468"/>
                </a:lnTo>
                <a:lnTo>
                  <a:pt x="440575" y="600989"/>
                </a:lnTo>
                <a:lnTo>
                  <a:pt x="441096" y="600989"/>
                </a:lnTo>
                <a:lnTo>
                  <a:pt x="441096" y="600468"/>
                </a:lnTo>
                <a:lnTo>
                  <a:pt x="440706" y="599554"/>
                </a:lnTo>
              </a:path>
              <a:path w="444207" h="656463">
                <a:moveTo>
                  <a:pt x="440962" y="599630"/>
                </a:moveTo>
                <a:lnTo>
                  <a:pt x="441013" y="599948"/>
                </a:lnTo>
                <a:lnTo>
                  <a:pt x="441096" y="600468"/>
                </a:lnTo>
                <a:lnTo>
                  <a:pt x="441617" y="599948"/>
                </a:lnTo>
                <a:lnTo>
                  <a:pt x="441617" y="599630"/>
                </a:lnTo>
              </a:path>
              <a:path w="444207" h="656463">
                <a:moveTo>
                  <a:pt x="439854" y="600989"/>
                </a:moveTo>
                <a:lnTo>
                  <a:pt x="439534" y="601761"/>
                </a:lnTo>
                <a:lnTo>
                  <a:pt x="439422" y="602030"/>
                </a:lnTo>
                <a:lnTo>
                  <a:pt x="439343" y="602221"/>
                </a:lnTo>
                <a:lnTo>
                  <a:pt x="439156" y="602551"/>
                </a:lnTo>
                <a:lnTo>
                  <a:pt x="439013" y="602802"/>
                </a:lnTo>
                <a:lnTo>
                  <a:pt x="438902" y="603072"/>
                </a:lnTo>
                <a:lnTo>
                  <a:pt x="438823" y="603262"/>
                </a:lnTo>
                <a:lnTo>
                  <a:pt x="438492" y="603647"/>
                </a:lnTo>
                <a:lnTo>
                  <a:pt x="438421" y="604122"/>
                </a:lnTo>
                <a:lnTo>
                  <a:pt x="438342" y="604645"/>
                </a:lnTo>
                <a:lnTo>
                  <a:pt x="438315" y="604824"/>
                </a:lnTo>
                <a:lnTo>
                  <a:pt x="437984" y="605154"/>
                </a:lnTo>
                <a:lnTo>
                  <a:pt x="437794" y="605345"/>
                </a:lnTo>
                <a:lnTo>
                  <a:pt x="438241" y="605345"/>
                </a:lnTo>
                <a:lnTo>
                  <a:pt x="438493" y="605154"/>
                </a:lnTo>
                <a:lnTo>
                  <a:pt x="438493" y="604824"/>
                </a:lnTo>
                <a:lnTo>
                  <a:pt x="438493" y="604645"/>
                </a:lnTo>
                <a:lnTo>
                  <a:pt x="439013" y="604122"/>
                </a:lnTo>
                <a:lnTo>
                  <a:pt x="439013" y="603647"/>
                </a:lnTo>
                <a:lnTo>
                  <a:pt x="439013" y="603262"/>
                </a:lnTo>
                <a:lnTo>
                  <a:pt x="439013" y="603072"/>
                </a:lnTo>
                <a:lnTo>
                  <a:pt x="439282" y="602802"/>
                </a:lnTo>
                <a:lnTo>
                  <a:pt x="439534" y="602551"/>
                </a:lnTo>
                <a:lnTo>
                  <a:pt x="439534" y="602221"/>
                </a:lnTo>
                <a:lnTo>
                  <a:pt x="439534" y="602030"/>
                </a:lnTo>
                <a:lnTo>
                  <a:pt x="439803" y="601761"/>
                </a:lnTo>
                <a:lnTo>
                  <a:pt x="440575" y="600989"/>
                </a:lnTo>
              </a:path>
              <a:path w="444207" h="656463">
                <a:moveTo>
                  <a:pt x="440575" y="600989"/>
                </a:moveTo>
                <a:lnTo>
                  <a:pt x="440575" y="601510"/>
                </a:lnTo>
                <a:lnTo>
                  <a:pt x="441096" y="600989"/>
                </a:lnTo>
              </a:path>
              <a:path w="444207" h="656463">
                <a:moveTo>
                  <a:pt x="437451" y="605345"/>
                </a:moveTo>
                <a:lnTo>
                  <a:pt x="437451" y="605943"/>
                </a:lnTo>
                <a:lnTo>
                  <a:pt x="438241" y="605345"/>
                </a:lnTo>
              </a:path>
              <a:path w="444207" h="656463">
                <a:moveTo>
                  <a:pt x="438315" y="604824"/>
                </a:moveTo>
                <a:lnTo>
                  <a:pt x="438492" y="603647"/>
                </a:lnTo>
                <a:lnTo>
                  <a:pt x="439013" y="602382"/>
                </a:lnTo>
                <a:lnTo>
                  <a:pt x="439534" y="601116"/>
                </a:lnTo>
                <a:lnTo>
                  <a:pt x="440385" y="599109"/>
                </a:lnTo>
                <a:lnTo>
                  <a:pt x="440575" y="599033"/>
                </a:lnTo>
                <a:lnTo>
                  <a:pt x="439534" y="601546"/>
                </a:lnTo>
                <a:lnTo>
                  <a:pt x="439343" y="602221"/>
                </a:lnTo>
                <a:lnTo>
                  <a:pt x="439534" y="601761"/>
                </a:lnTo>
                <a:lnTo>
                  <a:pt x="440575" y="599248"/>
                </a:lnTo>
                <a:lnTo>
                  <a:pt x="440810" y="598682"/>
                </a:lnTo>
                <a:lnTo>
                  <a:pt x="440949" y="597738"/>
                </a:lnTo>
                <a:lnTo>
                  <a:pt x="439013" y="602157"/>
                </a:lnTo>
                <a:lnTo>
                  <a:pt x="438493" y="603419"/>
                </a:lnTo>
                <a:lnTo>
                  <a:pt x="437794" y="605345"/>
                </a:lnTo>
                <a:lnTo>
                  <a:pt x="438315" y="604824"/>
                </a:lnTo>
                <a:close/>
              </a:path>
              <a:path w="444207" h="656463">
                <a:moveTo>
                  <a:pt x="438492" y="93370"/>
                </a:moveTo>
                <a:lnTo>
                  <a:pt x="438492" y="92401"/>
                </a:lnTo>
                <a:lnTo>
                  <a:pt x="438315" y="91744"/>
                </a:lnTo>
                <a:lnTo>
                  <a:pt x="437972" y="90882"/>
                </a:lnTo>
                <a:lnTo>
                  <a:pt x="437972" y="92848"/>
                </a:lnTo>
                <a:lnTo>
                  <a:pt x="439013" y="94411"/>
                </a:lnTo>
                <a:lnTo>
                  <a:pt x="438492" y="93370"/>
                </a:lnTo>
                <a:close/>
              </a:path>
              <a:path w="444207" h="656463">
                <a:moveTo>
                  <a:pt x="438492" y="87388"/>
                </a:moveTo>
                <a:lnTo>
                  <a:pt x="438492" y="86868"/>
                </a:lnTo>
                <a:lnTo>
                  <a:pt x="435902" y="86868"/>
                </a:lnTo>
                <a:lnTo>
                  <a:pt x="435902" y="87388"/>
                </a:lnTo>
                <a:lnTo>
                  <a:pt x="438492" y="87388"/>
                </a:lnTo>
                <a:close/>
              </a:path>
              <a:path w="444207" h="656463">
                <a:moveTo>
                  <a:pt x="439013" y="602157"/>
                </a:moveTo>
                <a:lnTo>
                  <a:pt x="440949" y="597738"/>
                </a:lnTo>
                <a:lnTo>
                  <a:pt x="438492" y="603199"/>
                </a:lnTo>
                <a:lnTo>
                  <a:pt x="438493" y="603419"/>
                </a:lnTo>
                <a:lnTo>
                  <a:pt x="439013" y="602157"/>
                </a:lnTo>
                <a:close/>
              </a:path>
              <a:path w="444207" h="656463">
                <a:moveTo>
                  <a:pt x="439013" y="604634"/>
                </a:moveTo>
                <a:lnTo>
                  <a:pt x="439534" y="604113"/>
                </a:lnTo>
                <a:lnTo>
                  <a:pt x="439013" y="604122"/>
                </a:lnTo>
                <a:lnTo>
                  <a:pt x="438493" y="604645"/>
                </a:lnTo>
                <a:lnTo>
                  <a:pt x="438493" y="605154"/>
                </a:lnTo>
                <a:lnTo>
                  <a:pt x="439013" y="605155"/>
                </a:lnTo>
                <a:lnTo>
                  <a:pt x="439013" y="604634"/>
                </a:lnTo>
                <a:close/>
              </a:path>
              <a:path w="444207" h="656463">
                <a:moveTo>
                  <a:pt x="437972" y="90882"/>
                </a:moveTo>
                <a:lnTo>
                  <a:pt x="437794" y="90703"/>
                </a:lnTo>
                <a:lnTo>
                  <a:pt x="437972" y="92848"/>
                </a:lnTo>
                <a:lnTo>
                  <a:pt x="437972" y="90882"/>
                </a:lnTo>
                <a:close/>
              </a:path>
              <a:path w="444207" h="656463">
                <a:moveTo>
                  <a:pt x="435902" y="90258"/>
                </a:moveTo>
                <a:lnTo>
                  <a:pt x="435381" y="89002"/>
                </a:lnTo>
                <a:lnTo>
                  <a:pt x="435381" y="89738"/>
                </a:lnTo>
                <a:lnTo>
                  <a:pt x="437972" y="92848"/>
                </a:lnTo>
                <a:lnTo>
                  <a:pt x="435902" y="90258"/>
                </a:lnTo>
                <a:close/>
              </a:path>
              <a:path w="444207" h="656463">
                <a:moveTo>
                  <a:pt x="441096" y="96095"/>
                </a:moveTo>
                <a:lnTo>
                  <a:pt x="440575" y="95046"/>
                </a:lnTo>
                <a:lnTo>
                  <a:pt x="440055" y="94018"/>
                </a:lnTo>
                <a:lnTo>
                  <a:pt x="439534" y="92970"/>
                </a:lnTo>
                <a:lnTo>
                  <a:pt x="439013" y="91929"/>
                </a:lnTo>
                <a:lnTo>
                  <a:pt x="438492" y="88430"/>
                </a:lnTo>
                <a:lnTo>
                  <a:pt x="436557" y="88430"/>
                </a:lnTo>
                <a:lnTo>
                  <a:pt x="437972" y="89852"/>
                </a:lnTo>
                <a:lnTo>
                  <a:pt x="438492" y="91405"/>
                </a:lnTo>
                <a:lnTo>
                  <a:pt x="439013" y="92447"/>
                </a:lnTo>
                <a:lnTo>
                  <a:pt x="439534" y="93497"/>
                </a:lnTo>
                <a:lnTo>
                  <a:pt x="440054" y="94526"/>
                </a:lnTo>
                <a:lnTo>
                  <a:pt x="440575" y="95571"/>
                </a:lnTo>
                <a:lnTo>
                  <a:pt x="441096" y="96227"/>
                </a:lnTo>
                <a:lnTo>
                  <a:pt x="441096" y="96095"/>
                </a:lnTo>
                <a:close/>
              </a:path>
              <a:path w="444207" h="656463">
                <a:moveTo>
                  <a:pt x="441557" y="99267"/>
                </a:moveTo>
                <a:lnTo>
                  <a:pt x="440575" y="96881"/>
                </a:lnTo>
                <a:lnTo>
                  <a:pt x="440449" y="96483"/>
                </a:lnTo>
                <a:lnTo>
                  <a:pt x="440433" y="96227"/>
                </a:lnTo>
                <a:lnTo>
                  <a:pt x="440055" y="95047"/>
                </a:lnTo>
                <a:lnTo>
                  <a:pt x="440054" y="94526"/>
                </a:lnTo>
                <a:lnTo>
                  <a:pt x="439534" y="93497"/>
                </a:lnTo>
                <a:lnTo>
                  <a:pt x="439013" y="92976"/>
                </a:lnTo>
                <a:lnTo>
                  <a:pt x="439013" y="93442"/>
                </a:lnTo>
                <a:lnTo>
                  <a:pt x="439534" y="94932"/>
                </a:lnTo>
                <a:lnTo>
                  <a:pt x="439534" y="94502"/>
                </a:lnTo>
                <a:lnTo>
                  <a:pt x="439343" y="93814"/>
                </a:lnTo>
                <a:lnTo>
                  <a:pt x="439534" y="94005"/>
                </a:lnTo>
                <a:lnTo>
                  <a:pt x="439864" y="94856"/>
                </a:lnTo>
                <a:lnTo>
                  <a:pt x="440055" y="95315"/>
                </a:lnTo>
                <a:lnTo>
                  <a:pt x="440344" y="96227"/>
                </a:lnTo>
                <a:lnTo>
                  <a:pt x="440385" y="96418"/>
                </a:lnTo>
                <a:lnTo>
                  <a:pt x="440575" y="97015"/>
                </a:lnTo>
                <a:lnTo>
                  <a:pt x="439877" y="98425"/>
                </a:lnTo>
                <a:lnTo>
                  <a:pt x="436676" y="96227"/>
                </a:lnTo>
                <a:lnTo>
                  <a:pt x="441507" y="101069"/>
                </a:lnTo>
                <a:lnTo>
                  <a:pt x="441557" y="99267"/>
                </a:lnTo>
                <a:close/>
              </a:path>
              <a:path w="444207" h="656463">
                <a:moveTo>
                  <a:pt x="439013" y="602802"/>
                </a:moveTo>
                <a:lnTo>
                  <a:pt x="439534" y="601546"/>
                </a:lnTo>
                <a:lnTo>
                  <a:pt x="440575" y="599033"/>
                </a:lnTo>
                <a:lnTo>
                  <a:pt x="440385" y="599109"/>
                </a:lnTo>
                <a:lnTo>
                  <a:pt x="439534" y="601116"/>
                </a:lnTo>
                <a:lnTo>
                  <a:pt x="439013" y="602382"/>
                </a:lnTo>
                <a:lnTo>
                  <a:pt x="438823" y="603262"/>
                </a:lnTo>
                <a:lnTo>
                  <a:pt x="439013" y="602802"/>
                </a:lnTo>
                <a:close/>
              </a:path>
              <a:path w="444207" h="656463">
                <a:moveTo>
                  <a:pt x="439534" y="604113"/>
                </a:moveTo>
                <a:lnTo>
                  <a:pt x="439534" y="603598"/>
                </a:lnTo>
                <a:lnTo>
                  <a:pt x="440575" y="602551"/>
                </a:lnTo>
                <a:lnTo>
                  <a:pt x="439534" y="602551"/>
                </a:lnTo>
                <a:lnTo>
                  <a:pt x="439013" y="603072"/>
                </a:lnTo>
                <a:lnTo>
                  <a:pt x="439013" y="604122"/>
                </a:lnTo>
                <a:lnTo>
                  <a:pt x="439534" y="604113"/>
                </a:lnTo>
                <a:close/>
              </a:path>
              <a:path w="444207" h="656463">
                <a:moveTo>
                  <a:pt x="439013" y="92447"/>
                </a:moveTo>
                <a:lnTo>
                  <a:pt x="438492" y="91923"/>
                </a:lnTo>
                <a:lnTo>
                  <a:pt x="439013" y="93442"/>
                </a:lnTo>
                <a:lnTo>
                  <a:pt x="439013" y="92447"/>
                </a:lnTo>
                <a:close/>
              </a:path>
              <a:path w="444207" h="656463">
                <a:moveTo>
                  <a:pt x="440055" y="95758"/>
                </a:moveTo>
                <a:lnTo>
                  <a:pt x="439534" y="94502"/>
                </a:lnTo>
                <a:lnTo>
                  <a:pt x="439534" y="94932"/>
                </a:lnTo>
                <a:lnTo>
                  <a:pt x="439013" y="94411"/>
                </a:lnTo>
                <a:lnTo>
                  <a:pt x="436676" y="96227"/>
                </a:lnTo>
                <a:lnTo>
                  <a:pt x="440249" y="96227"/>
                </a:lnTo>
                <a:lnTo>
                  <a:pt x="440055" y="95758"/>
                </a:lnTo>
                <a:close/>
              </a:path>
              <a:path w="444207" h="656463">
                <a:moveTo>
                  <a:pt x="440575" y="601510"/>
                </a:moveTo>
                <a:lnTo>
                  <a:pt x="440575" y="600989"/>
                </a:lnTo>
                <a:lnTo>
                  <a:pt x="439534" y="602030"/>
                </a:lnTo>
                <a:lnTo>
                  <a:pt x="439534" y="602551"/>
                </a:lnTo>
                <a:lnTo>
                  <a:pt x="440575" y="602551"/>
                </a:lnTo>
                <a:lnTo>
                  <a:pt x="440575" y="601510"/>
                </a:lnTo>
                <a:close/>
              </a:path>
              <a:path w="444207" h="656463">
                <a:moveTo>
                  <a:pt x="440344" y="96227"/>
                </a:moveTo>
                <a:lnTo>
                  <a:pt x="440055" y="95530"/>
                </a:lnTo>
                <a:lnTo>
                  <a:pt x="439534" y="94274"/>
                </a:lnTo>
                <a:lnTo>
                  <a:pt x="439343" y="93814"/>
                </a:lnTo>
                <a:lnTo>
                  <a:pt x="439534" y="94502"/>
                </a:lnTo>
                <a:lnTo>
                  <a:pt x="440055" y="95758"/>
                </a:lnTo>
                <a:lnTo>
                  <a:pt x="440249" y="96227"/>
                </a:lnTo>
                <a:lnTo>
                  <a:pt x="440385" y="96418"/>
                </a:lnTo>
                <a:lnTo>
                  <a:pt x="440344" y="96227"/>
                </a:lnTo>
                <a:close/>
              </a:path>
              <a:path w="444207" h="656463">
                <a:moveTo>
                  <a:pt x="436410" y="606310"/>
                </a:moveTo>
                <a:lnTo>
                  <a:pt x="437451" y="604748"/>
                </a:lnTo>
                <a:lnTo>
                  <a:pt x="437197" y="597738"/>
                </a:lnTo>
                <a:lnTo>
                  <a:pt x="438238" y="585787"/>
                </a:lnTo>
                <a:lnTo>
                  <a:pt x="435381" y="607872"/>
                </a:lnTo>
                <a:lnTo>
                  <a:pt x="435381" y="608811"/>
                </a:lnTo>
                <a:lnTo>
                  <a:pt x="436410" y="606310"/>
                </a:lnTo>
                <a:close/>
              </a:path>
              <a:path w="444207" h="656463">
                <a:moveTo>
                  <a:pt x="440575" y="95571"/>
                </a:moveTo>
                <a:lnTo>
                  <a:pt x="440054" y="94526"/>
                </a:lnTo>
                <a:lnTo>
                  <a:pt x="440055" y="95047"/>
                </a:lnTo>
                <a:lnTo>
                  <a:pt x="440433" y="96227"/>
                </a:lnTo>
                <a:lnTo>
                  <a:pt x="440575" y="95571"/>
                </a:lnTo>
                <a:close/>
              </a:path>
              <a:path w="444207" h="656463">
                <a:moveTo>
                  <a:pt x="441096" y="96227"/>
                </a:moveTo>
                <a:lnTo>
                  <a:pt x="440575" y="96227"/>
                </a:lnTo>
                <a:lnTo>
                  <a:pt x="440575" y="96572"/>
                </a:lnTo>
                <a:lnTo>
                  <a:pt x="441096" y="98044"/>
                </a:lnTo>
                <a:lnTo>
                  <a:pt x="441096" y="96227"/>
                </a:lnTo>
                <a:close/>
              </a:path>
              <a:path w="444207" h="656463">
                <a:moveTo>
                  <a:pt x="440575" y="97015"/>
                </a:moveTo>
                <a:lnTo>
                  <a:pt x="440385" y="96418"/>
                </a:lnTo>
                <a:lnTo>
                  <a:pt x="440249" y="96227"/>
                </a:lnTo>
                <a:lnTo>
                  <a:pt x="436676" y="96227"/>
                </a:lnTo>
                <a:lnTo>
                  <a:pt x="439877" y="98425"/>
                </a:lnTo>
                <a:lnTo>
                  <a:pt x="440575" y="97015"/>
                </a:lnTo>
                <a:close/>
              </a:path>
              <a:path w="444207" h="656463">
                <a:moveTo>
                  <a:pt x="440575" y="96787"/>
                </a:moveTo>
                <a:lnTo>
                  <a:pt x="440449" y="96483"/>
                </a:lnTo>
                <a:lnTo>
                  <a:pt x="440575" y="96881"/>
                </a:lnTo>
                <a:lnTo>
                  <a:pt x="441557" y="99267"/>
                </a:lnTo>
                <a:lnTo>
                  <a:pt x="440575" y="96787"/>
                </a:lnTo>
                <a:close/>
              </a:path>
              <a:path w="444207" h="656463">
                <a:moveTo>
                  <a:pt x="441096" y="597992"/>
                </a:moveTo>
                <a:lnTo>
                  <a:pt x="441432" y="597738"/>
                </a:lnTo>
                <a:lnTo>
                  <a:pt x="441113" y="597338"/>
                </a:lnTo>
                <a:lnTo>
                  <a:pt x="440905" y="597547"/>
                </a:lnTo>
                <a:lnTo>
                  <a:pt x="440949" y="597738"/>
                </a:lnTo>
                <a:lnTo>
                  <a:pt x="440810" y="598682"/>
                </a:lnTo>
                <a:lnTo>
                  <a:pt x="441096" y="597992"/>
                </a:lnTo>
                <a:close/>
              </a:path>
              <a:path w="444207" h="656463">
                <a:moveTo>
                  <a:pt x="441096" y="599150"/>
                </a:moveTo>
                <a:lnTo>
                  <a:pt x="441617" y="598353"/>
                </a:lnTo>
                <a:lnTo>
                  <a:pt x="441923" y="597738"/>
                </a:lnTo>
                <a:lnTo>
                  <a:pt x="444207" y="597738"/>
                </a:lnTo>
                <a:lnTo>
                  <a:pt x="442645" y="596836"/>
                </a:lnTo>
                <a:lnTo>
                  <a:pt x="442125" y="596321"/>
                </a:lnTo>
                <a:lnTo>
                  <a:pt x="441749" y="597738"/>
                </a:lnTo>
                <a:lnTo>
                  <a:pt x="441617" y="597871"/>
                </a:lnTo>
                <a:lnTo>
                  <a:pt x="441333" y="598156"/>
                </a:lnTo>
                <a:lnTo>
                  <a:pt x="441096" y="598394"/>
                </a:lnTo>
                <a:lnTo>
                  <a:pt x="440982" y="599630"/>
                </a:lnTo>
                <a:lnTo>
                  <a:pt x="441096" y="599150"/>
                </a:lnTo>
                <a:close/>
              </a:path>
              <a:path w="444207" h="656463">
                <a:moveTo>
                  <a:pt x="441096" y="599400"/>
                </a:moveTo>
                <a:lnTo>
                  <a:pt x="441617" y="598353"/>
                </a:lnTo>
                <a:lnTo>
                  <a:pt x="441096" y="599150"/>
                </a:lnTo>
                <a:lnTo>
                  <a:pt x="440982" y="599630"/>
                </a:lnTo>
                <a:lnTo>
                  <a:pt x="441096" y="599400"/>
                </a:lnTo>
                <a:close/>
              </a:path>
              <a:path w="444207" h="656463">
                <a:moveTo>
                  <a:pt x="441617" y="596963"/>
                </a:moveTo>
                <a:lnTo>
                  <a:pt x="441113" y="597338"/>
                </a:lnTo>
                <a:lnTo>
                  <a:pt x="441432" y="597738"/>
                </a:lnTo>
                <a:lnTo>
                  <a:pt x="441617" y="597738"/>
                </a:lnTo>
                <a:lnTo>
                  <a:pt x="441617" y="596963"/>
                </a:lnTo>
                <a:close/>
              </a:path>
              <a:path w="444207" h="656463">
                <a:moveTo>
                  <a:pt x="441617" y="96088"/>
                </a:moveTo>
                <a:lnTo>
                  <a:pt x="441228" y="96227"/>
                </a:lnTo>
                <a:lnTo>
                  <a:pt x="441334" y="96618"/>
                </a:lnTo>
                <a:lnTo>
                  <a:pt x="441616" y="97657"/>
                </a:lnTo>
                <a:lnTo>
                  <a:pt x="441753" y="98168"/>
                </a:lnTo>
                <a:lnTo>
                  <a:pt x="442125" y="99552"/>
                </a:lnTo>
                <a:lnTo>
                  <a:pt x="442176" y="99813"/>
                </a:lnTo>
                <a:lnTo>
                  <a:pt x="442645" y="99813"/>
                </a:lnTo>
                <a:lnTo>
                  <a:pt x="442563" y="99552"/>
                </a:lnTo>
                <a:lnTo>
                  <a:pt x="442124" y="98168"/>
                </a:lnTo>
                <a:lnTo>
                  <a:pt x="441957" y="97657"/>
                </a:lnTo>
                <a:lnTo>
                  <a:pt x="441617" y="96618"/>
                </a:lnTo>
                <a:lnTo>
                  <a:pt x="441617" y="96227"/>
                </a:lnTo>
              </a:path>
              <a:path w="444207" h="656463">
                <a:moveTo>
                  <a:pt x="441617" y="96227"/>
                </a:moveTo>
                <a:lnTo>
                  <a:pt x="442125" y="97129"/>
                </a:lnTo>
                <a:lnTo>
                  <a:pt x="442645" y="98691"/>
                </a:lnTo>
                <a:lnTo>
                  <a:pt x="442645" y="99813"/>
                </a:lnTo>
                <a:lnTo>
                  <a:pt x="443166" y="99813"/>
                </a:lnTo>
                <a:lnTo>
                  <a:pt x="443166" y="98691"/>
                </a:lnTo>
                <a:lnTo>
                  <a:pt x="443166" y="97129"/>
                </a:lnTo>
                <a:lnTo>
                  <a:pt x="443166" y="96227"/>
                </a:lnTo>
              </a:path>
              <a:path w="444207" h="656463">
                <a:moveTo>
                  <a:pt x="442176" y="99813"/>
                </a:moveTo>
                <a:lnTo>
                  <a:pt x="442543" y="101688"/>
                </a:lnTo>
                <a:lnTo>
                  <a:pt x="442645" y="99813"/>
                </a:lnTo>
              </a:path>
              <a:path w="444207" h="656463">
                <a:moveTo>
                  <a:pt x="442645" y="99813"/>
                </a:moveTo>
                <a:lnTo>
                  <a:pt x="442645" y="101688"/>
                </a:lnTo>
                <a:lnTo>
                  <a:pt x="443166" y="101688"/>
                </a:lnTo>
                <a:lnTo>
                  <a:pt x="443166" y="99813"/>
                </a:lnTo>
              </a:path>
              <a:path w="444207" h="656463">
                <a:moveTo>
                  <a:pt x="442543" y="101688"/>
                </a:moveTo>
                <a:lnTo>
                  <a:pt x="442645" y="102209"/>
                </a:lnTo>
                <a:lnTo>
                  <a:pt x="443166" y="103759"/>
                </a:lnTo>
                <a:lnTo>
                  <a:pt x="443166" y="102209"/>
                </a:lnTo>
                <a:lnTo>
                  <a:pt x="443166" y="101688"/>
                </a:lnTo>
              </a:path>
              <a:path w="444207" h="656463">
                <a:moveTo>
                  <a:pt x="442645" y="595798"/>
                </a:moveTo>
                <a:lnTo>
                  <a:pt x="442125" y="594880"/>
                </a:lnTo>
                <a:lnTo>
                  <a:pt x="442125" y="596321"/>
                </a:lnTo>
                <a:lnTo>
                  <a:pt x="442645" y="596836"/>
                </a:lnTo>
                <a:lnTo>
                  <a:pt x="444207" y="597738"/>
                </a:lnTo>
                <a:lnTo>
                  <a:pt x="442645" y="595798"/>
                </a:lnTo>
                <a:close/>
              </a:path>
              <a:path w="444207" h="656463">
                <a:moveTo>
                  <a:pt x="443166" y="591756"/>
                </a:moveTo>
                <a:lnTo>
                  <a:pt x="443166" y="595274"/>
                </a:lnTo>
                <a:lnTo>
                  <a:pt x="442645" y="595798"/>
                </a:lnTo>
                <a:lnTo>
                  <a:pt x="444207" y="597738"/>
                </a:lnTo>
                <a:lnTo>
                  <a:pt x="443166" y="591756"/>
                </a:lnTo>
                <a:close/>
              </a:path>
              <a:path w="444207" h="656463">
                <a:moveTo>
                  <a:pt x="442125" y="99552"/>
                </a:moveTo>
                <a:lnTo>
                  <a:pt x="441616" y="97657"/>
                </a:lnTo>
                <a:lnTo>
                  <a:pt x="441617" y="99085"/>
                </a:lnTo>
                <a:lnTo>
                  <a:pt x="441557" y="99267"/>
                </a:lnTo>
                <a:lnTo>
                  <a:pt x="442645" y="102209"/>
                </a:lnTo>
                <a:lnTo>
                  <a:pt x="442125" y="99552"/>
                </a:lnTo>
                <a:close/>
              </a:path>
              <a:path w="444207" h="656463">
                <a:moveTo>
                  <a:pt x="442645" y="102209"/>
                </a:moveTo>
                <a:lnTo>
                  <a:pt x="441557" y="99267"/>
                </a:lnTo>
                <a:lnTo>
                  <a:pt x="441507" y="101069"/>
                </a:lnTo>
                <a:lnTo>
                  <a:pt x="443166" y="103759"/>
                </a:lnTo>
                <a:lnTo>
                  <a:pt x="442645" y="102209"/>
                </a:lnTo>
                <a:close/>
              </a:path>
              <a:path w="444207" h="656463">
                <a:moveTo>
                  <a:pt x="442645" y="98691"/>
                </a:moveTo>
                <a:lnTo>
                  <a:pt x="442125" y="97129"/>
                </a:lnTo>
                <a:lnTo>
                  <a:pt x="441617" y="96227"/>
                </a:lnTo>
                <a:lnTo>
                  <a:pt x="441617" y="96618"/>
                </a:lnTo>
                <a:lnTo>
                  <a:pt x="442124" y="98168"/>
                </a:lnTo>
                <a:lnTo>
                  <a:pt x="442645" y="99813"/>
                </a:lnTo>
                <a:lnTo>
                  <a:pt x="442645" y="98691"/>
                </a:lnTo>
                <a:close/>
              </a:path>
              <a:path w="444207" h="656463">
                <a:moveTo>
                  <a:pt x="434340" y="608914"/>
                </a:moveTo>
                <a:lnTo>
                  <a:pt x="435381" y="607872"/>
                </a:lnTo>
                <a:lnTo>
                  <a:pt x="438238" y="585787"/>
                </a:lnTo>
                <a:lnTo>
                  <a:pt x="432257" y="591756"/>
                </a:lnTo>
                <a:lnTo>
                  <a:pt x="433819" y="609434"/>
                </a:lnTo>
                <a:lnTo>
                  <a:pt x="434340" y="608914"/>
                </a:lnTo>
                <a:close/>
              </a:path>
              <a:path w="444207" h="656463">
                <a:moveTo>
                  <a:pt x="440055" y="95315"/>
                </a:moveTo>
                <a:lnTo>
                  <a:pt x="439864" y="94856"/>
                </a:lnTo>
                <a:lnTo>
                  <a:pt x="439534" y="94005"/>
                </a:lnTo>
                <a:lnTo>
                  <a:pt x="439343" y="93814"/>
                </a:lnTo>
                <a:lnTo>
                  <a:pt x="439534" y="94274"/>
                </a:lnTo>
                <a:lnTo>
                  <a:pt x="440055" y="95530"/>
                </a:lnTo>
                <a:lnTo>
                  <a:pt x="440055" y="95315"/>
                </a:lnTo>
                <a:close/>
              </a:path>
              <a:path w="444207" h="656463">
                <a:moveTo>
                  <a:pt x="435571" y="109626"/>
                </a:moveTo>
                <a:lnTo>
                  <a:pt x="432667" y="108178"/>
                </a:lnTo>
                <a:lnTo>
                  <a:pt x="432257" y="108178"/>
                </a:lnTo>
                <a:lnTo>
                  <a:pt x="438238" y="585787"/>
                </a:lnTo>
                <a:lnTo>
                  <a:pt x="435571" y="109626"/>
                </a:lnTo>
                <a:close/>
              </a:path>
              <a:path w="444207" h="656463">
                <a:moveTo>
                  <a:pt x="435381" y="87388"/>
                </a:moveTo>
                <a:lnTo>
                  <a:pt x="435144" y="88430"/>
                </a:lnTo>
                <a:lnTo>
                  <a:pt x="435902" y="88430"/>
                </a:lnTo>
                <a:lnTo>
                  <a:pt x="435381" y="87388"/>
                </a:lnTo>
                <a:close/>
              </a:path>
              <a:path w="444207" h="656463">
                <a:moveTo>
                  <a:pt x="427205" y="95186"/>
                </a:moveTo>
                <a:lnTo>
                  <a:pt x="427062" y="94841"/>
                </a:lnTo>
                <a:lnTo>
                  <a:pt x="427062" y="95186"/>
                </a:lnTo>
                <a:lnTo>
                  <a:pt x="427421" y="95707"/>
                </a:lnTo>
                <a:lnTo>
                  <a:pt x="427205" y="95186"/>
                </a:lnTo>
                <a:close/>
              </a:path>
              <a:path w="444207" h="656463">
                <a:moveTo>
                  <a:pt x="426415" y="602411"/>
                </a:moveTo>
                <a:lnTo>
                  <a:pt x="426542" y="602411"/>
                </a:lnTo>
                <a:lnTo>
                  <a:pt x="426542" y="601775"/>
                </a:lnTo>
                <a:lnTo>
                  <a:pt x="426542" y="601237"/>
                </a:lnTo>
                <a:lnTo>
                  <a:pt x="425500" y="602284"/>
                </a:lnTo>
                <a:lnTo>
                  <a:pt x="425500" y="602811"/>
                </a:lnTo>
                <a:lnTo>
                  <a:pt x="426415" y="602411"/>
                </a:lnTo>
                <a:close/>
              </a:path>
              <a:path w="444207" h="656463">
                <a:moveTo>
                  <a:pt x="421762" y="78837"/>
                </a:moveTo>
                <a:lnTo>
                  <a:pt x="421614" y="78562"/>
                </a:lnTo>
                <a:lnTo>
                  <a:pt x="421093" y="78562"/>
                </a:lnTo>
                <a:lnTo>
                  <a:pt x="421973" y="79048"/>
                </a:lnTo>
                <a:lnTo>
                  <a:pt x="421762" y="78837"/>
                </a:lnTo>
                <a:close/>
              </a:path>
              <a:path w="444207" h="656463">
                <a:moveTo>
                  <a:pt x="422005" y="78028"/>
                </a:moveTo>
                <a:lnTo>
                  <a:pt x="421487" y="77508"/>
                </a:lnTo>
                <a:lnTo>
                  <a:pt x="420433" y="77508"/>
                </a:lnTo>
                <a:lnTo>
                  <a:pt x="419531" y="78028"/>
                </a:lnTo>
                <a:lnTo>
                  <a:pt x="422005" y="78028"/>
                </a:lnTo>
                <a:close/>
              </a:path>
              <a:path w="444207" h="656463">
                <a:moveTo>
                  <a:pt x="420433" y="77508"/>
                </a:moveTo>
                <a:lnTo>
                  <a:pt x="419925" y="77000"/>
                </a:lnTo>
                <a:lnTo>
                  <a:pt x="418363" y="77508"/>
                </a:lnTo>
                <a:lnTo>
                  <a:pt x="418645" y="77790"/>
                </a:lnTo>
                <a:lnTo>
                  <a:pt x="420433" y="77508"/>
                </a:lnTo>
                <a:close/>
              </a:path>
              <a:path w="444207" h="656463">
                <a:moveTo>
                  <a:pt x="414337" y="625792"/>
                </a:moveTo>
                <a:lnTo>
                  <a:pt x="415532" y="625271"/>
                </a:lnTo>
                <a:lnTo>
                  <a:pt x="416953" y="624623"/>
                </a:lnTo>
                <a:lnTo>
                  <a:pt x="415378" y="625271"/>
                </a:lnTo>
                <a:lnTo>
                  <a:pt x="413372" y="626135"/>
                </a:lnTo>
                <a:lnTo>
                  <a:pt x="414337" y="625792"/>
                </a:lnTo>
                <a:close/>
              </a:path>
              <a:path w="444207" h="656463">
                <a:moveTo>
                  <a:pt x="417969" y="77508"/>
                </a:moveTo>
                <a:lnTo>
                  <a:pt x="417855" y="77000"/>
                </a:lnTo>
                <a:lnTo>
                  <a:pt x="416940" y="77000"/>
                </a:lnTo>
                <a:lnTo>
                  <a:pt x="419607" y="78752"/>
                </a:lnTo>
                <a:lnTo>
                  <a:pt x="417969" y="77508"/>
                </a:lnTo>
                <a:close/>
              </a:path>
              <a:path w="444207" h="656463">
                <a:moveTo>
                  <a:pt x="418236" y="90131"/>
                </a:moveTo>
                <a:lnTo>
                  <a:pt x="418096" y="89992"/>
                </a:lnTo>
                <a:lnTo>
                  <a:pt x="417576" y="89471"/>
                </a:lnTo>
                <a:lnTo>
                  <a:pt x="417068" y="89992"/>
                </a:lnTo>
                <a:lnTo>
                  <a:pt x="418236" y="91033"/>
                </a:lnTo>
                <a:lnTo>
                  <a:pt x="418236" y="90131"/>
                </a:lnTo>
                <a:close/>
              </a:path>
              <a:path w="444207" h="656463">
                <a:moveTo>
                  <a:pt x="416153" y="89471"/>
                </a:moveTo>
                <a:lnTo>
                  <a:pt x="415899" y="88950"/>
                </a:lnTo>
                <a:lnTo>
                  <a:pt x="414985" y="88950"/>
                </a:lnTo>
                <a:lnTo>
                  <a:pt x="415505" y="89471"/>
                </a:lnTo>
                <a:lnTo>
                  <a:pt x="416153" y="89471"/>
                </a:lnTo>
                <a:close/>
              </a:path>
              <a:path w="444207" h="656463">
                <a:moveTo>
                  <a:pt x="416674" y="615149"/>
                </a:moveTo>
                <a:lnTo>
                  <a:pt x="416674" y="614629"/>
                </a:lnTo>
                <a:lnTo>
                  <a:pt x="416674" y="612830"/>
                </a:lnTo>
                <a:lnTo>
                  <a:pt x="415899" y="613321"/>
                </a:lnTo>
                <a:lnTo>
                  <a:pt x="415112" y="613647"/>
                </a:lnTo>
                <a:lnTo>
                  <a:pt x="415112" y="616191"/>
                </a:lnTo>
                <a:lnTo>
                  <a:pt x="416674" y="615149"/>
                </a:lnTo>
                <a:close/>
              </a:path>
              <a:path w="444207" h="656463">
                <a:moveTo>
                  <a:pt x="414185" y="88151"/>
                </a:moveTo>
                <a:lnTo>
                  <a:pt x="412775" y="88430"/>
                </a:lnTo>
                <a:lnTo>
                  <a:pt x="413816" y="88430"/>
                </a:lnTo>
                <a:lnTo>
                  <a:pt x="414185" y="88151"/>
                </a:lnTo>
                <a:close/>
              </a:path>
              <a:path w="444207" h="656463">
                <a:moveTo>
                  <a:pt x="412915" y="613841"/>
                </a:moveTo>
                <a:lnTo>
                  <a:pt x="412902" y="613321"/>
                </a:lnTo>
                <a:lnTo>
                  <a:pt x="412381" y="613841"/>
                </a:lnTo>
                <a:lnTo>
                  <a:pt x="412394" y="614362"/>
                </a:lnTo>
                <a:lnTo>
                  <a:pt x="413296" y="614362"/>
                </a:lnTo>
                <a:lnTo>
                  <a:pt x="412915" y="613841"/>
                </a:lnTo>
                <a:close/>
              </a:path>
              <a:path w="444207" h="656463">
                <a:moveTo>
                  <a:pt x="415912" y="625144"/>
                </a:moveTo>
                <a:lnTo>
                  <a:pt x="416795" y="624781"/>
                </a:lnTo>
                <a:lnTo>
                  <a:pt x="415963" y="625094"/>
                </a:lnTo>
                <a:lnTo>
                  <a:pt x="415603" y="625271"/>
                </a:lnTo>
                <a:lnTo>
                  <a:pt x="415912" y="625144"/>
                </a:lnTo>
                <a:close/>
              </a:path>
              <a:path w="444207" h="656463">
                <a:moveTo>
                  <a:pt x="410705" y="627354"/>
                </a:moveTo>
                <a:lnTo>
                  <a:pt x="410959" y="627250"/>
                </a:lnTo>
                <a:lnTo>
                  <a:pt x="411970" y="626833"/>
                </a:lnTo>
                <a:lnTo>
                  <a:pt x="410959" y="627128"/>
                </a:lnTo>
                <a:lnTo>
                  <a:pt x="409824" y="627594"/>
                </a:lnTo>
                <a:lnTo>
                  <a:pt x="410705" y="627354"/>
                </a:lnTo>
                <a:close/>
              </a:path>
              <a:path w="444207" h="656463">
                <a:moveTo>
                  <a:pt x="410689" y="615533"/>
                </a:moveTo>
                <a:lnTo>
                  <a:pt x="411002" y="615403"/>
                </a:lnTo>
                <a:lnTo>
                  <a:pt x="410311" y="615403"/>
                </a:lnTo>
                <a:lnTo>
                  <a:pt x="409820" y="615894"/>
                </a:lnTo>
                <a:lnTo>
                  <a:pt x="409969" y="615924"/>
                </a:lnTo>
                <a:lnTo>
                  <a:pt x="410689" y="615533"/>
                </a:lnTo>
                <a:close/>
              </a:path>
              <a:path w="444207" h="656463">
                <a:moveTo>
                  <a:pt x="258470" y="654900"/>
                </a:moveTo>
                <a:lnTo>
                  <a:pt x="257962" y="654900"/>
                </a:lnTo>
                <a:lnTo>
                  <a:pt x="257505" y="653669"/>
                </a:lnTo>
                <a:lnTo>
                  <a:pt x="255879" y="655421"/>
                </a:lnTo>
                <a:lnTo>
                  <a:pt x="259918" y="655421"/>
                </a:lnTo>
                <a:lnTo>
                  <a:pt x="258470" y="654900"/>
                </a:lnTo>
                <a:close/>
              </a:path>
              <a:path w="444207" h="656463">
                <a:moveTo>
                  <a:pt x="237693" y="655421"/>
                </a:moveTo>
                <a:lnTo>
                  <a:pt x="237121" y="655421"/>
                </a:lnTo>
                <a:lnTo>
                  <a:pt x="237642" y="656463"/>
                </a:lnTo>
                <a:lnTo>
                  <a:pt x="241846" y="656463"/>
                </a:lnTo>
                <a:lnTo>
                  <a:pt x="237693" y="655421"/>
                </a:lnTo>
                <a:close/>
              </a:path>
              <a:path w="444207" h="656463">
                <a:moveTo>
                  <a:pt x="235102" y="642950"/>
                </a:moveTo>
                <a:lnTo>
                  <a:pt x="234581" y="642950"/>
                </a:lnTo>
                <a:lnTo>
                  <a:pt x="235622" y="643597"/>
                </a:lnTo>
                <a:lnTo>
                  <a:pt x="235102" y="642950"/>
                </a:lnTo>
                <a:close/>
              </a:path>
              <a:path w="444207" h="656463">
                <a:moveTo>
                  <a:pt x="228079" y="645287"/>
                </a:moveTo>
                <a:lnTo>
                  <a:pt x="224777" y="640549"/>
                </a:lnTo>
                <a:lnTo>
                  <a:pt x="222334" y="639530"/>
                </a:lnTo>
                <a:lnTo>
                  <a:pt x="224481" y="651569"/>
                </a:lnTo>
                <a:lnTo>
                  <a:pt x="225158" y="651598"/>
                </a:lnTo>
                <a:lnTo>
                  <a:pt x="227241" y="652119"/>
                </a:lnTo>
                <a:lnTo>
                  <a:pt x="228079" y="645287"/>
                </a:lnTo>
                <a:close/>
              </a:path>
              <a:path w="444207" h="656463">
                <a:moveTo>
                  <a:pt x="224327" y="640097"/>
                </a:moveTo>
                <a:lnTo>
                  <a:pt x="223672" y="639826"/>
                </a:lnTo>
                <a:lnTo>
                  <a:pt x="223539" y="639305"/>
                </a:lnTo>
                <a:lnTo>
                  <a:pt x="222630" y="639305"/>
                </a:lnTo>
                <a:lnTo>
                  <a:pt x="224777" y="640549"/>
                </a:lnTo>
                <a:lnTo>
                  <a:pt x="224327" y="640097"/>
                </a:lnTo>
                <a:close/>
              </a:path>
              <a:path w="444207" h="656463">
                <a:moveTo>
                  <a:pt x="25717" y="42176"/>
                </a:moveTo>
                <a:lnTo>
                  <a:pt x="26504" y="39831"/>
                </a:lnTo>
                <a:lnTo>
                  <a:pt x="25463" y="40875"/>
                </a:lnTo>
                <a:lnTo>
                  <a:pt x="25463" y="42378"/>
                </a:lnTo>
                <a:lnTo>
                  <a:pt x="25717" y="42176"/>
                </a:lnTo>
                <a:close/>
              </a:path>
              <a:path w="444207" h="656463">
                <a:moveTo>
                  <a:pt x="26504" y="42034"/>
                </a:moveTo>
                <a:lnTo>
                  <a:pt x="26160" y="42176"/>
                </a:lnTo>
                <a:lnTo>
                  <a:pt x="26504" y="42176"/>
                </a:lnTo>
                <a:lnTo>
                  <a:pt x="26504" y="42034"/>
                </a:lnTo>
                <a:close/>
              </a:path>
              <a:path w="444207" h="656463">
                <a:moveTo>
                  <a:pt x="20523" y="33858"/>
                </a:moveTo>
                <a:lnTo>
                  <a:pt x="21043" y="33337"/>
                </a:lnTo>
                <a:lnTo>
                  <a:pt x="19791" y="33858"/>
                </a:lnTo>
                <a:lnTo>
                  <a:pt x="18224" y="34428"/>
                </a:lnTo>
                <a:lnTo>
                  <a:pt x="19484" y="34899"/>
                </a:lnTo>
                <a:lnTo>
                  <a:pt x="20523" y="33858"/>
                </a:lnTo>
                <a:close/>
              </a:path>
              <a:path w="444207" h="656463">
                <a:moveTo>
                  <a:pt x="19748" y="48279"/>
                </a:moveTo>
                <a:lnTo>
                  <a:pt x="20336" y="46850"/>
                </a:lnTo>
                <a:lnTo>
                  <a:pt x="19748" y="46850"/>
                </a:lnTo>
                <a:lnTo>
                  <a:pt x="19709" y="48375"/>
                </a:lnTo>
                <a:close/>
              </a:path>
              <a:path w="444207" h="656463">
                <a:moveTo>
                  <a:pt x="21297" y="47015"/>
                </a:moveTo>
                <a:lnTo>
                  <a:pt x="21120" y="47193"/>
                </a:lnTo>
                <a:lnTo>
                  <a:pt x="20599" y="47701"/>
                </a:lnTo>
                <a:lnTo>
                  <a:pt x="20078" y="48221"/>
                </a:lnTo>
                <a:lnTo>
                  <a:pt x="19748" y="48552"/>
                </a:lnTo>
                <a:lnTo>
                  <a:pt x="19748" y="49068"/>
                </a:lnTo>
                <a:lnTo>
                  <a:pt x="22339" y="49974"/>
                </a:lnTo>
                <a:lnTo>
                  <a:pt x="21297" y="47015"/>
                </a:lnTo>
                <a:close/>
              </a:path>
              <a:path w="444207" h="656463">
                <a:moveTo>
                  <a:pt x="21296" y="44516"/>
                </a:moveTo>
                <a:lnTo>
                  <a:pt x="21043" y="33337"/>
                </a:lnTo>
                <a:lnTo>
                  <a:pt x="20523" y="33858"/>
                </a:lnTo>
                <a:lnTo>
                  <a:pt x="20523" y="45288"/>
                </a:lnTo>
                <a:lnTo>
                  <a:pt x="20979" y="45288"/>
                </a:lnTo>
                <a:lnTo>
                  <a:pt x="21296" y="44516"/>
                </a:lnTo>
                <a:close/>
              </a:path>
              <a:path w="444207" h="656463">
                <a:moveTo>
                  <a:pt x="18186" y="559132"/>
                </a:moveTo>
                <a:lnTo>
                  <a:pt x="17805" y="558749"/>
                </a:lnTo>
                <a:lnTo>
                  <a:pt x="17665" y="558749"/>
                </a:lnTo>
                <a:lnTo>
                  <a:pt x="17995" y="559473"/>
                </a:lnTo>
                <a:lnTo>
                  <a:pt x="18186" y="559132"/>
                </a:lnTo>
                <a:close/>
              </a:path>
              <a:path w="444207" h="656463">
                <a:moveTo>
                  <a:pt x="16624" y="55829"/>
                </a:moveTo>
                <a:lnTo>
                  <a:pt x="16624" y="55689"/>
                </a:lnTo>
                <a:lnTo>
                  <a:pt x="16103" y="55689"/>
                </a:lnTo>
                <a:lnTo>
                  <a:pt x="16103" y="56352"/>
                </a:lnTo>
                <a:lnTo>
                  <a:pt x="16624" y="55829"/>
                </a:lnTo>
                <a:close/>
              </a:path>
              <a:path w="444207" h="656463">
                <a:moveTo>
                  <a:pt x="14033" y="553952"/>
                </a:moveTo>
                <a:lnTo>
                  <a:pt x="13513" y="552907"/>
                </a:lnTo>
                <a:lnTo>
                  <a:pt x="13512" y="553428"/>
                </a:lnTo>
                <a:lnTo>
                  <a:pt x="14033" y="554465"/>
                </a:lnTo>
                <a:lnTo>
                  <a:pt x="14554" y="554989"/>
                </a:lnTo>
                <a:lnTo>
                  <a:pt x="14033" y="553952"/>
                </a:lnTo>
                <a:close/>
              </a:path>
              <a:path w="444207" h="656463">
                <a:moveTo>
                  <a:pt x="14033" y="62192"/>
                </a:moveTo>
                <a:lnTo>
                  <a:pt x="14554" y="63106"/>
                </a:lnTo>
                <a:lnTo>
                  <a:pt x="14554" y="61023"/>
                </a:lnTo>
                <a:lnTo>
                  <a:pt x="14033" y="61544"/>
                </a:lnTo>
                <a:lnTo>
                  <a:pt x="14033" y="62192"/>
                </a:lnTo>
                <a:lnTo>
                  <a:pt x="14033" y="63626"/>
                </a:lnTo>
                <a:lnTo>
                  <a:pt x="14033" y="62192"/>
                </a:lnTo>
                <a:close/>
              </a:path>
              <a:path w="444207" h="656463">
                <a:moveTo>
                  <a:pt x="13512" y="37884"/>
                </a:moveTo>
                <a:lnTo>
                  <a:pt x="13703" y="37693"/>
                </a:lnTo>
                <a:lnTo>
                  <a:pt x="14554" y="36842"/>
                </a:lnTo>
                <a:lnTo>
                  <a:pt x="13512" y="37884"/>
                </a:lnTo>
                <a:close/>
              </a:path>
              <a:path w="444207" h="656463">
                <a:moveTo>
                  <a:pt x="10980" y="41135"/>
                </a:moveTo>
                <a:lnTo>
                  <a:pt x="11112" y="40817"/>
                </a:lnTo>
                <a:lnTo>
                  <a:pt x="10787" y="41135"/>
                </a:lnTo>
                <a:lnTo>
                  <a:pt x="10591" y="41325"/>
                </a:lnTo>
                <a:lnTo>
                  <a:pt x="10388" y="41528"/>
                </a:lnTo>
                <a:lnTo>
                  <a:pt x="10388" y="42559"/>
                </a:lnTo>
                <a:lnTo>
                  <a:pt x="10980" y="41135"/>
                </a:lnTo>
                <a:close/>
              </a:path>
              <a:path w="444207" h="656463">
                <a:moveTo>
                  <a:pt x="10591" y="41325"/>
                </a:moveTo>
                <a:lnTo>
                  <a:pt x="10787" y="41135"/>
                </a:lnTo>
                <a:lnTo>
                  <a:pt x="10388" y="41135"/>
                </a:lnTo>
                <a:lnTo>
                  <a:pt x="10388" y="41528"/>
                </a:lnTo>
                <a:lnTo>
                  <a:pt x="10591" y="41325"/>
                </a:lnTo>
                <a:close/>
              </a:path>
              <a:path w="444207" h="656463">
                <a:moveTo>
                  <a:pt x="8318" y="566686"/>
                </a:moveTo>
                <a:lnTo>
                  <a:pt x="8318" y="566686"/>
                </a:lnTo>
                <a:lnTo>
                  <a:pt x="8318" y="566686"/>
                </a:lnTo>
                <a:close/>
              </a:path>
              <a:path w="444207" h="656463">
                <a:moveTo>
                  <a:pt x="7277" y="565137"/>
                </a:moveTo>
                <a:lnTo>
                  <a:pt x="7124" y="564984"/>
                </a:lnTo>
                <a:lnTo>
                  <a:pt x="6605" y="564984"/>
                </a:lnTo>
                <a:lnTo>
                  <a:pt x="7277" y="565645"/>
                </a:lnTo>
                <a:lnTo>
                  <a:pt x="8318" y="566686"/>
                </a:lnTo>
                <a:lnTo>
                  <a:pt x="7277" y="565137"/>
                </a:lnTo>
                <a:close/>
              </a:path>
              <a:path w="444207" h="656463">
                <a:moveTo>
                  <a:pt x="8318" y="564984"/>
                </a:moveTo>
                <a:lnTo>
                  <a:pt x="8318" y="564232"/>
                </a:lnTo>
                <a:lnTo>
                  <a:pt x="7325" y="564984"/>
                </a:lnTo>
                <a:lnTo>
                  <a:pt x="7467" y="565327"/>
                </a:lnTo>
                <a:lnTo>
                  <a:pt x="8318" y="564984"/>
                </a:lnTo>
                <a:close/>
              </a:path>
              <a:path w="444207" h="656463">
                <a:moveTo>
                  <a:pt x="4673" y="559536"/>
                </a:moveTo>
                <a:lnTo>
                  <a:pt x="4876" y="53809"/>
                </a:lnTo>
                <a:lnTo>
                  <a:pt x="3644" y="55956"/>
                </a:lnTo>
                <a:lnTo>
                  <a:pt x="3404" y="57352"/>
                </a:lnTo>
                <a:lnTo>
                  <a:pt x="4356" y="56400"/>
                </a:lnTo>
                <a:lnTo>
                  <a:pt x="4673" y="560462"/>
                </a:lnTo>
                <a:lnTo>
                  <a:pt x="5397" y="562203"/>
                </a:lnTo>
                <a:lnTo>
                  <a:pt x="4673" y="559536"/>
                </a:lnTo>
                <a:close/>
              </a:path>
              <a:path w="444207" h="656463">
                <a:moveTo>
                  <a:pt x="4673" y="562533"/>
                </a:moveTo>
                <a:lnTo>
                  <a:pt x="3644" y="560451"/>
                </a:lnTo>
                <a:lnTo>
                  <a:pt x="3644" y="564984"/>
                </a:lnTo>
                <a:lnTo>
                  <a:pt x="5714" y="564984"/>
                </a:lnTo>
                <a:lnTo>
                  <a:pt x="4673" y="562533"/>
                </a:lnTo>
                <a:close/>
              </a:path>
              <a:path w="444207" h="656463">
                <a:moveTo>
                  <a:pt x="3645" y="558937"/>
                </a:moveTo>
                <a:lnTo>
                  <a:pt x="3250" y="557986"/>
                </a:lnTo>
                <a:lnTo>
                  <a:pt x="3644" y="559153"/>
                </a:lnTo>
                <a:lnTo>
                  <a:pt x="3835" y="559612"/>
                </a:lnTo>
                <a:lnTo>
                  <a:pt x="3645" y="558937"/>
                </a:lnTo>
                <a:close/>
              </a:path>
              <a:path w="444207" h="656463">
                <a:moveTo>
                  <a:pt x="1041" y="530047"/>
                </a:moveTo>
                <a:lnTo>
                  <a:pt x="520" y="530567"/>
                </a:lnTo>
                <a:lnTo>
                  <a:pt x="1041" y="531596"/>
                </a:lnTo>
                <a:lnTo>
                  <a:pt x="1041" y="530047"/>
                </a:lnTo>
                <a:close/>
              </a:path>
              <a:path w="444207" h="656463">
                <a:moveTo>
                  <a:pt x="3835" y="58483"/>
                </a:moveTo>
                <a:lnTo>
                  <a:pt x="2082" y="61671"/>
                </a:lnTo>
                <a:lnTo>
                  <a:pt x="2082" y="62191"/>
                </a:lnTo>
                <a:lnTo>
                  <a:pt x="3835" y="58483"/>
                </a:lnTo>
                <a:close/>
              </a:path>
              <a:path w="444207" h="656463">
                <a:moveTo>
                  <a:pt x="2603" y="558901"/>
                </a:moveTo>
                <a:lnTo>
                  <a:pt x="2603" y="559409"/>
                </a:lnTo>
                <a:lnTo>
                  <a:pt x="3644" y="560451"/>
                </a:lnTo>
                <a:lnTo>
                  <a:pt x="2603" y="558901"/>
                </a:lnTo>
                <a:close/>
              </a:path>
              <a:path w="444207" h="656463">
                <a:moveTo>
                  <a:pt x="5714" y="50655"/>
                </a:moveTo>
                <a:lnTo>
                  <a:pt x="5194" y="51790"/>
                </a:lnTo>
                <a:lnTo>
                  <a:pt x="5181" y="51943"/>
                </a:lnTo>
                <a:lnTo>
                  <a:pt x="5714" y="50655"/>
                </a:lnTo>
                <a:close/>
              </a:path>
              <a:path w="444207" h="656463">
                <a:moveTo>
                  <a:pt x="4876" y="561682"/>
                </a:moveTo>
                <a:lnTo>
                  <a:pt x="4673" y="561479"/>
                </a:lnTo>
                <a:lnTo>
                  <a:pt x="5714" y="563575"/>
                </a:lnTo>
                <a:lnTo>
                  <a:pt x="4876" y="561682"/>
                </a:lnTo>
                <a:close/>
              </a:path>
              <a:path w="444207" h="656463">
                <a:moveTo>
                  <a:pt x="5194" y="50368"/>
                </a:moveTo>
                <a:lnTo>
                  <a:pt x="4673" y="49847"/>
                </a:lnTo>
                <a:lnTo>
                  <a:pt x="4673" y="50888"/>
                </a:lnTo>
                <a:lnTo>
                  <a:pt x="5194" y="50368"/>
                </a:lnTo>
                <a:close/>
              </a:path>
              <a:path w="444207" h="656463">
                <a:moveTo>
                  <a:pt x="6235" y="49610"/>
                </a:moveTo>
                <a:lnTo>
                  <a:pt x="5715" y="50749"/>
                </a:lnTo>
                <a:lnTo>
                  <a:pt x="5319" y="51804"/>
                </a:lnTo>
                <a:lnTo>
                  <a:pt x="6235" y="49610"/>
                </a:lnTo>
                <a:close/>
              </a:path>
              <a:path w="444207" h="656463">
                <a:moveTo>
                  <a:pt x="7124" y="564984"/>
                </a:moveTo>
                <a:lnTo>
                  <a:pt x="6946" y="564807"/>
                </a:lnTo>
                <a:lnTo>
                  <a:pt x="6605" y="564984"/>
                </a:lnTo>
                <a:lnTo>
                  <a:pt x="7124" y="564984"/>
                </a:lnTo>
                <a:close/>
              </a:path>
              <a:path w="444207" h="656463">
                <a:moveTo>
                  <a:pt x="14554" y="63106"/>
                </a:moveTo>
                <a:lnTo>
                  <a:pt x="14033" y="62191"/>
                </a:lnTo>
                <a:lnTo>
                  <a:pt x="14033" y="63626"/>
                </a:lnTo>
                <a:lnTo>
                  <a:pt x="14554" y="63106"/>
                </a:lnTo>
                <a:close/>
              </a:path>
              <a:path w="444207" h="656463">
                <a:moveTo>
                  <a:pt x="14554" y="553948"/>
                </a:moveTo>
                <a:lnTo>
                  <a:pt x="14033" y="553427"/>
                </a:lnTo>
                <a:lnTo>
                  <a:pt x="14554" y="554476"/>
                </a:lnTo>
                <a:lnTo>
                  <a:pt x="14554" y="553948"/>
                </a:lnTo>
                <a:close/>
              </a:path>
              <a:path w="444207" h="656463">
                <a:moveTo>
                  <a:pt x="14033" y="552907"/>
                </a:moveTo>
                <a:lnTo>
                  <a:pt x="13512" y="552383"/>
                </a:lnTo>
                <a:lnTo>
                  <a:pt x="14033" y="553427"/>
                </a:lnTo>
                <a:lnTo>
                  <a:pt x="14033" y="552907"/>
                </a:lnTo>
                <a:close/>
              </a:path>
              <a:path w="444207" h="656463">
                <a:moveTo>
                  <a:pt x="14554" y="556933"/>
                </a:moveTo>
                <a:lnTo>
                  <a:pt x="13612" y="557041"/>
                </a:lnTo>
                <a:lnTo>
                  <a:pt x="15251" y="557720"/>
                </a:lnTo>
                <a:lnTo>
                  <a:pt x="14554" y="556933"/>
                </a:lnTo>
                <a:close/>
              </a:path>
              <a:path w="444207" h="656463">
                <a:moveTo>
                  <a:pt x="15582" y="55837"/>
                </a:moveTo>
                <a:lnTo>
                  <a:pt x="15356" y="55689"/>
                </a:lnTo>
                <a:lnTo>
                  <a:pt x="15092" y="56331"/>
                </a:lnTo>
                <a:lnTo>
                  <a:pt x="15582" y="55837"/>
                </a:lnTo>
                <a:close/>
              </a:path>
              <a:path w="444207" h="656463">
                <a:moveTo>
                  <a:pt x="20078" y="48221"/>
                </a:moveTo>
                <a:lnTo>
                  <a:pt x="19748" y="48359"/>
                </a:lnTo>
                <a:lnTo>
                  <a:pt x="19748" y="48552"/>
                </a:lnTo>
                <a:lnTo>
                  <a:pt x="20078" y="48221"/>
                </a:lnTo>
                <a:close/>
              </a:path>
              <a:path w="444207" h="656463">
                <a:moveTo>
                  <a:pt x="20269" y="557720"/>
                </a:moveTo>
                <a:lnTo>
                  <a:pt x="19358" y="560311"/>
                </a:lnTo>
                <a:lnTo>
                  <a:pt x="20269" y="560311"/>
                </a:lnTo>
                <a:lnTo>
                  <a:pt x="20269" y="557720"/>
                </a:lnTo>
                <a:close/>
              </a:path>
              <a:path w="444207" h="656463">
                <a:moveTo>
                  <a:pt x="19484" y="34899"/>
                </a:moveTo>
                <a:lnTo>
                  <a:pt x="18183" y="34526"/>
                </a:lnTo>
                <a:lnTo>
                  <a:pt x="18028" y="34899"/>
                </a:lnTo>
                <a:lnTo>
                  <a:pt x="19484" y="34899"/>
                </a:lnTo>
                <a:close/>
              </a:path>
              <a:path w="444207" h="656463">
                <a:moveTo>
                  <a:pt x="18030" y="573316"/>
                </a:moveTo>
                <a:lnTo>
                  <a:pt x="19554" y="574344"/>
                </a:lnTo>
                <a:lnTo>
                  <a:pt x="20523" y="574344"/>
                </a:lnTo>
                <a:lnTo>
                  <a:pt x="18030" y="573316"/>
                </a:lnTo>
                <a:close/>
              </a:path>
              <a:path w="444207" h="656463">
                <a:moveTo>
                  <a:pt x="24231" y="44069"/>
                </a:moveTo>
                <a:lnTo>
                  <a:pt x="23863" y="44220"/>
                </a:lnTo>
                <a:lnTo>
                  <a:pt x="23710" y="44589"/>
                </a:lnTo>
                <a:lnTo>
                  <a:pt x="24231" y="44069"/>
                </a:lnTo>
                <a:close/>
              </a:path>
              <a:path w="444207" h="656463">
                <a:moveTo>
                  <a:pt x="25793" y="43027"/>
                </a:moveTo>
                <a:lnTo>
                  <a:pt x="25463" y="42697"/>
                </a:lnTo>
                <a:lnTo>
                  <a:pt x="25463" y="43164"/>
                </a:lnTo>
                <a:lnTo>
                  <a:pt x="25793" y="43027"/>
                </a:lnTo>
                <a:close/>
              </a:path>
              <a:path w="444207" h="656463">
                <a:moveTo>
                  <a:pt x="28215" y="41655"/>
                </a:moveTo>
                <a:lnTo>
                  <a:pt x="27876" y="41465"/>
                </a:lnTo>
                <a:lnTo>
                  <a:pt x="27685" y="41656"/>
                </a:lnTo>
                <a:lnTo>
                  <a:pt x="28215" y="41655"/>
                </a:lnTo>
                <a:close/>
              </a:path>
              <a:path w="444207" h="656463">
                <a:moveTo>
                  <a:pt x="222630" y="639305"/>
                </a:moveTo>
                <a:lnTo>
                  <a:pt x="222334" y="639530"/>
                </a:lnTo>
                <a:lnTo>
                  <a:pt x="224777" y="640549"/>
                </a:lnTo>
                <a:lnTo>
                  <a:pt x="222630" y="639305"/>
                </a:lnTo>
                <a:close/>
              </a:path>
              <a:path w="444207" h="656463">
                <a:moveTo>
                  <a:pt x="228079" y="641389"/>
                </a:moveTo>
                <a:lnTo>
                  <a:pt x="228040" y="641389"/>
                </a:lnTo>
                <a:lnTo>
                  <a:pt x="228079" y="641493"/>
                </a:lnTo>
                <a:close/>
              </a:path>
              <a:path w="444207" h="656463">
                <a:moveTo>
                  <a:pt x="228040" y="641388"/>
                </a:moveTo>
                <a:lnTo>
                  <a:pt x="227825" y="641388"/>
                </a:lnTo>
                <a:lnTo>
                  <a:pt x="228040" y="641389"/>
                </a:lnTo>
                <a:close/>
              </a:path>
              <a:path w="444207" h="656463">
                <a:moveTo>
                  <a:pt x="222334" y="639530"/>
                </a:moveTo>
                <a:lnTo>
                  <a:pt x="220548" y="638784"/>
                </a:lnTo>
                <a:lnTo>
                  <a:pt x="224481" y="651569"/>
                </a:lnTo>
                <a:lnTo>
                  <a:pt x="222334" y="639530"/>
                </a:lnTo>
                <a:close/>
              </a:path>
              <a:path w="444207" h="656463">
                <a:moveTo>
                  <a:pt x="238213" y="643470"/>
                </a:moveTo>
                <a:lnTo>
                  <a:pt x="237693" y="643470"/>
                </a:lnTo>
                <a:lnTo>
                  <a:pt x="241401" y="645223"/>
                </a:lnTo>
                <a:lnTo>
                  <a:pt x="238213" y="643470"/>
                </a:lnTo>
                <a:close/>
              </a:path>
              <a:path w="444207" h="656463">
                <a:moveTo>
                  <a:pt x="239775" y="655421"/>
                </a:moveTo>
                <a:lnTo>
                  <a:pt x="239255" y="655421"/>
                </a:lnTo>
                <a:lnTo>
                  <a:pt x="241846" y="656463"/>
                </a:lnTo>
                <a:lnTo>
                  <a:pt x="239775" y="655421"/>
                </a:lnTo>
                <a:close/>
              </a:path>
              <a:path w="444207" h="656463">
                <a:moveTo>
                  <a:pt x="242887" y="644512"/>
                </a:moveTo>
                <a:lnTo>
                  <a:pt x="242366" y="644512"/>
                </a:lnTo>
                <a:lnTo>
                  <a:pt x="246672" y="647814"/>
                </a:lnTo>
                <a:lnTo>
                  <a:pt x="242887" y="644512"/>
                </a:lnTo>
                <a:close/>
              </a:path>
              <a:path w="444207" h="656463">
                <a:moveTo>
                  <a:pt x="244970" y="644512"/>
                </a:moveTo>
                <a:lnTo>
                  <a:pt x="244449" y="644512"/>
                </a:lnTo>
                <a:lnTo>
                  <a:pt x="246672" y="647814"/>
                </a:lnTo>
                <a:lnTo>
                  <a:pt x="244970" y="644512"/>
                </a:lnTo>
                <a:close/>
              </a:path>
              <a:path w="444207" h="656463">
                <a:moveTo>
                  <a:pt x="260553" y="642950"/>
                </a:moveTo>
                <a:lnTo>
                  <a:pt x="260159" y="642950"/>
                </a:lnTo>
                <a:lnTo>
                  <a:pt x="259879" y="643230"/>
                </a:lnTo>
                <a:lnTo>
                  <a:pt x="260553" y="642950"/>
                </a:lnTo>
                <a:close/>
              </a:path>
              <a:path w="444207" h="656463">
                <a:moveTo>
                  <a:pt x="255879" y="655421"/>
                </a:moveTo>
                <a:lnTo>
                  <a:pt x="257505" y="653669"/>
                </a:lnTo>
                <a:lnTo>
                  <a:pt x="255752" y="655421"/>
                </a:lnTo>
                <a:close/>
              </a:path>
              <a:path w="444207" h="656463">
                <a:moveTo>
                  <a:pt x="260438" y="654900"/>
                </a:moveTo>
                <a:lnTo>
                  <a:pt x="260032" y="654900"/>
                </a:lnTo>
                <a:lnTo>
                  <a:pt x="259918" y="655421"/>
                </a:lnTo>
                <a:lnTo>
                  <a:pt x="260438" y="654900"/>
                </a:lnTo>
                <a:close/>
              </a:path>
              <a:path w="444207" h="656463">
                <a:moveTo>
                  <a:pt x="417461" y="88950"/>
                </a:moveTo>
                <a:lnTo>
                  <a:pt x="417055" y="88950"/>
                </a:lnTo>
                <a:lnTo>
                  <a:pt x="417576" y="89471"/>
                </a:lnTo>
                <a:lnTo>
                  <a:pt x="417461" y="88950"/>
                </a:lnTo>
                <a:close/>
              </a:path>
              <a:path w="444207" h="656463">
                <a:moveTo>
                  <a:pt x="417334" y="76479"/>
                </a:moveTo>
                <a:lnTo>
                  <a:pt x="415899" y="77000"/>
                </a:lnTo>
                <a:lnTo>
                  <a:pt x="416420" y="77000"/>
                </a:lnTo>
                <a:lnTo>
                  <a:pt x="417334" y="76479"/>
                </a:lnTo>
                <a:close/>
              </a:path>
              <a:path w="444207" h="656463">
                <a:moveTo>
                  <a:pt x="425246" y="92075"/>
                </a:moveTo>
                <a:lnTo>
                  <a:pt x="424726" y="92075"/>
                </a:lnTo>
                <a:lnTo>
                  <a:pt x="425767" y="92583"/>
                </a:lnTo>
                <a:lnTo>
                  <a:pt x="425246" y="92075"/>
                </a:lnTo>
                <a:close/>
              </a:path>
              <a:path w="444207" h="656463">
                <a:moveTo>
                  <a:pt x="426021" y="92329"/>
                </a:moveTo>
                <a:lnTo>
                  <a:pt x="426021" y="93086"/>
                </a:lnTo>
                <a:lnTo>
                  <a:pt x="426399" y="93241"/>
                </a:lnTo>
                <a:lnTo>
                  <a:pt x="426021" y="92329"/>
                </a:lnTo>
                <a:close/>
              </a:path>
              <a:path w="444207" h="656463">
                <a:moveTo>
                  <a:pt x="423951" y="92722"/>
                </a:moveTo>
                <a:lnTo>
                  <a:pt x="424847" y="93624"/>
                </a:lnTo>
                <a:lnTo>
                  <a:pt x="423951" y="92722"/>
                </a:lnTo>
                <a:close/>
              </a:path>
              <a:path w="444207" h="656463">
                <a:moveTo>
                  <a:pt x="430694" y="102069"/>
                </a:moveTo>
                <a:lnTo>
                  <a:pt x="430187" y="101561"/>
                </a:lnTo>
                <a:lnTo>
                  <a:pt x="430695" y="102590"/>
                </a:lnTo>
                <a:lnTo>
                  <a:pt x="430694" y="102069"/>
                </a:lnTo>
                <a:close/>
              </a:path>
              <a:path w="444207" h="656463">
                <a:moveTo>
                  <a:pt x="433031" y="87388"/>
                </a:moveTo>
                <a:lnTo>
                  <a:pt x="432511" y="86867"/>
                </a:lnTo>
                <a:lnTo>
                  <a:pt x="432523" y="87388"/>
                </a:lnTo>
                <a:lnTo>
                  <a:pt x="433031" y="87388"/>
                </a:lnTo>
                <a:close/>
              </a:path>
              <a:path w="444207" h="656463">
                <a:moveTo>
                  <a:pt x="433819" y="612419"/>
                </a:moveTo>
                <a:lnTo>
                  <a:pt x="432600" y="613130"/>
                </a:lnTo>
                <a:lnTo>
                  <a:pt x="431897" y="614362"/>
                </a:lnTo>
                <a:lnTo>
                  <a:pt x="433819" y="612419"/>
                </a:lnTo>
                <a:close/>
              </a:path>
              <a:path w="444207" h="656463">
                <a:moveTo>
                  <a:pt x="433819" y="609434"/>
                </a:moveTo>
                <a:lnTo>
                  <a:pt x="429666" y="613587"/>
                </a:lnTo>
                <a:lnTo>
                  <a:pt x="433819" y="609434"/>
                </a:lnTo>
                <a:close/>
              </a:path>
              <a:path w="444207" h="656463">
                <a:moveTo>
                  <a:pt x="431301" y="102295"/>
                </a:moveTo>
                <a:lnTo>
                  <a:pt x="431939" y="103835"/>
                </a:lnTo>
                <a:lnTo>
                  <a:pt x="437197" y="108178"/>
                </a:lnTo>
                <a:lnTo>
                  <a:pt x="431301" y="102295"/>
                </a:lnTo>
                <a:close/>
              </a:path>
              <a:path w="444207" h="656463">
                <a:moveTo>
                  <a:pt x="434496" y="86867"/>
                </a:moveTo>
                <a:lnTo>
                  <a:pt x="433035" y="87388"/>
                </a:lnTo>
                <a:lnTo>
                  <a:pt x="434712" y="87388"/>
                </a:lnTo>
                <a:lnTo>
                  <a:pt x="434496" y="86867"/>
                </a:lnTo>
                <a:close/>
              </a:path>
              <a:path w="444207" h="656463">
                <a:moveTo>
                  <a:pt x="435901" y="87770"/>
                </a:moveTo>
                <a:lnTo>
                  <a:pt x="435902" y="88430"/>
                </a:lnTo>
                <a:lnTo>
                  <a:pt x="436557" y="88430"/>
                </a:lnTo>
                <a:lnTo>
                  <a:pt x="435901" y="87770"/>
                </a:lnTo>
                <a:close/>
              </a:path>
              <a:path w="444207" h="656463">
                <a:moveTo>
                  <a:pt x="440055" y="95315"/>
                </a:moveTo>
                <a:lnTo>
                  <a:pt x="440055" y="95530"/>
                </a:lnTo>
                <a:lnTo>
                  <a:pt x="440344" y="96227"/>
                </a:lnTo>
                <a:lnTo>
                  <a:pt x="440055" y="95315"/>
                </a:lnTo>
                <a:close/>
              </a:path>
              <a:path w="444207" h="656463">
                <a:moveTo>
                  <a:pt x="443166" y="100075"/>
                </a:moveTo>
                <a:lnTo>
                  <a:pt x="443166" y="103759"/>
                </a:lnTo>
                <a:lnTo>
                  <a:pt x="443166" y="100075"/>
                </a:lnTo>
                <a:close/>
              </a:path>
              <a:path w="444207" h="656463">
                <a:moveTo>
                  <a:pt x="430377" y="595845"/>
                </a:moveTo>
                <a:lnTo>
                  <a:pt x="428625" y="600075"/>
                </a:lnTo>
                <a:lnTo>
                  <a:pt x="429399" y="602411"/>
                </a:lnTo>
                <a:lnTo>
                  <a:pt x="430377" y="595845"/>
                </a:lnTo>
                <a:close/>
              </a:path>
              <a:path w="444207" h="656463">
                <a:moveTo>
                  <a:pt x="443166" y="591756"/>
                </a:moveTo>
                <a:lnTo>
                  <a:pt x="438238" y="585787"/>
                </a:lnTo>
                <a:lnTo>
                  <a:pt x="437197" y="597738"/>
                </a:lnTo>
                <a:lnTo>
                  <a:pt x="443166" y="591756"/>
                </a:lnTo>
                <a:close/>
              </a:path>
              <a:path w="444207" h="656463">
                <a:moveTo>
                  <a:pt x="441113" y="597338"/>
                </a:moveTo>
                <a:lnTo>
                  <a:pt x="442645" y="593318"/>
                </a:lnTo>
                <a:lnTo>
                  <a:pt x="440905" y="597547"/>
                </a:lnTo>
                <a:lnTo>
                  <a:pt x="441113" y="597338"/>
                </a:lnTo>
                <a:close/>
              </a:path>
              <a:path w="444207" h="656463">
                <a:moveTo>
                  <a:pt x="441617" y="96088"/>
                </a:moveTo>
                <a:lnTo>
                  <a:pt x="441096" y="95567"/>
                </a:lnTo>
                <a:lnTo>
                  <a:pt x="441228" y="96227"/>
                </a:lnTo>
                <a:lnTo>
                  <a:pt x="441617" y="96088"/>
                </a:lnTo>
                <a:close/>
              </a:path>
              <a:path w="444207" h="656463">
                <a:moveTo>
                  <a:pt x="440810" y="598682"/>
                </a:moveTo>
                <a:lnTo>
                  <a:pt x="440575" y="599248"/>
                </a:lnTo>
                <a:lnTo>
                  <a:pt x="441096" y="600468"/>
                </a:lnTo>
                <a:lnTo>
                  <a:pt x="440810" y="598682"/>
                </a:lnTo>
                <a:close/>
              </a:path>
              <a:path w="444207" h="656463">
                <a:moveTo>
                  <a:pt x="440575" y="94018"/>
                </a:moveTo>
                <a:lnTo>
                  <a:pt x="440055" y="93494"/>
                </a:lnTo>
                <a:lnTo>
                  <a:pt x="440575" y="94538"/>
                </a:lnTo>
                <a:lnTo>
                  <a:pt x="440575" y="94018"/>
                </a:lnTo>
                <a:close/>
              </a:path>
              <a:path w="444207" h="656463">
                <a:moveTo>
                  <a:pt x="441096" y="95059"/>
                </a:moveTo>
                <a:lnTo>
                  <a:pt x="440575" y="94538"/>
                </a:lnTo>
                <a:lnTo>
                  <a:pt x="441096" y="95567"/>
                </a:lnTo>
                <a:lnTo>
                  <a:pt x="441096" y="95059"/>
                </a:lnTo>
                <a:close/>
              </a:path>
              <a:path w="444207" h="656463">
                <a:moveTo>
                  <a:pt x="440055" y="92976"/>
                </a:moveTo>
                <a:lnTo>
                  <a:pt x="439534" y="92453"/>
                </a:lnTo>
                <a:lnTo>
                  <a:pt x="440055" y="93494"/>
                </a:lnTo>
                <a:lnTo>
                  <a:pt x="440055" y="92976"/>
                </a:lnTo>
                <a:close/>
              </a:path>
              <a:path w="444207" h="656463">
                <a:moveTo>
                  <a:pt x="439013" y="92447"/>
                </a:moveTo>
                <a:lnTo>
                  <a:pt x="439013" y="92976"/>
                </a:lnTo>
                <a:lnTo>
                  <a:pt x="439534" y="93497"/>
                </a:lnTo>
                <a:lnTo>
                  <a:pt x="439013" y="92447"/>
                </a:lnTo>
                <a:close/>
              </a:path>
              <a:path w="444207" h="656463">
                <a:moveTo>
                  <a:pt x="439343" y="602221"/>
                </a:moveTo>
                <a:lnTo>
                  <a:pt x="439534" y="601546"/>
                </a:lnTo>
                <a:lnTo>
                  <a:pt x="439013" y="602802"/>
                </a:lnTo>
                <a:lnTo>
                  <a:pt x="439343" y="602221"/>
                </a:lnTo>
                <a:close/>
              </a:path>
              <a:path w="444207" h="656463">
                <a:moveTo>
                  <a:pt x="439534" y="88430"/>
                </a:moveTo>
                <a:lnTo>
                  <a:pt x="439013" y="88430"/>
                </a:lnTo>
                <a:lnTo>
                  <a:pt x="439534" y="92453"/>
                </a:lnTo>
                <a:lnTo>
                  <a:pt x="439534" y="88430"/>
                </a:lnTo>
                <a:close/>
              </a:path>
              <a:path w="444207" h="656463">
                <a:moveTo>
                  <a:pt x="438492" y="91405"/>
                </a:moveTo>
                <a:lnTo>
                  <a:pt x="438492" y="91923"/>
                </a:lnTo>
                <a:lnTo>
                  <a:pt x="439013" y="92447"/>
                </a:lnTo>
                <a:lnTo>
                  <a:pt x="438492" y="91405"/>
                </a:lnTo>
                <a:close/>
              </a:path>
              <a:path w="444207" h="656463">
                <a:moveTo>
                  <a:pt x="438823" y="603262"/>
                </a:moveTo>
                <a:lnTo>
                  <a:pt x="439013" y="602382"/>
                </a:lnTo>
                <a:lnTo>
                  <a:pt x="438492" y="603647"/>
                </a:lnTo>
                <a:lnTo>
                  <a:pt x="438823" y="603262"/>
                </a:lnTo>
                <a:close/>
              </a:path>
              <a:path w="444207" h="656463">
                <a:moveTo>
                  <a:pt x="433565" y="100380"/>
                </a:moveTo>
                <a:lnTo>
                  <a:pt x="430508" y="100380"/>
                </a:lnTo>
                <a:lnTo>
                  <a:pt x="431301" y="102295"/>
                </a:lnTo>
                <a:lnTo>
                  <a:pt x="433565" y="100380"/>
                </a:lnTo>
                <a:close/>
              </a:path>
              <a:path w="444207" h="656463">
                <a:moveTo>
                  <a:pt x="441507" y="101069"/>
                </a:moveTo>
                <a:lnTo>
                  <a:pt x="436676" y="96227"/>
                </a:lnTo>
                <a:lnTo>
                  <a:pt x="437197" y="108178"/>
                </a:lnTo>
                <a:lnTo>
                  <a:pt x="441507" y="101069"/>
                </a:lnTo>
                <a:close/>
              </a:path>
              <a:path w="444207" h="656463">
                <a:moveTo>
                  <a:pt x="439013" y="87388"/>
                </a:moveTo>
                <a:lnTo>
                  <a:pt x="438492" y="87388"/>
                </a:lnTo>
                <a:lnTo>
                  <a:pt x="439013" y="88430"/>
                </a:lnTo>
                <a:lnTo>
                  <a:pt x="439013" y="87388"/>
                </a:lnTo>
                <a:close/>
              </a:path>
              <a:path w="444207" h="656463">
                <a:moveTo>
                  <a:pt x="439013" y="605155"/>
                </a:moveTo>
                <a:lnTo>
                  <a:pt x="438493" y="605154"/>
                </a:lnTo>
                <a:lnTo>
                  <a:pt x="438493" y="605675"/>
                </a:lnTo>
                <a:lnTo>
                  <a:pt x="439013" y="605155"/>
                </a:lnTo>
                <a:close/>
              </a:path>
              <a:path w="444207" h="656463">
                <a:moveTo>
                  <a:pt x="438492" y="92401"/>
                </a:moveTo>
                <a:lnTo>
                  <a:pt x="438492" y="93370"/>
                </a:lnTo>
                <a:lnTo>
                  <a:pt x="439013" y="94411"/>
                </a:lnTo>
                <a:lnTo>
                  <a:pt x="438492" y="92401"/>
                </a:lnTo>
                <a:close/>
              </a:path>
              <a:path w="444207" h="656463">
                <a:moveTo>
                  <a:pt x="435381" y="83235"/>
                </a:moveTo>
                <a:lnTo>
                  <a:pt x="434860" y="83235"/>
                </a:lnTo>
                <a:lnTo>
                  <a:pt x="435381" y="83756"/>
                </a:lnTo>
                <a:lnTo>
                  <a:pt x="435381" y="83235"/>
                </a:lnTo>
                <a:close/>
              </a:path>
              <a:path w="444207" h="656463">
                <a:moveTo>
                  <a:pt x="435190" y="87058"/>
                </a:moveTo>
                <a:lnTo>
                  <a:pt x="435000" y="86868"/>
                </a:lnTo>
                <a:lnTo>
                  <a:pt x="435381" y="87388"/>
                </a:lnTo>
                <a:lnTo>
                  <a:pt x="435190" y="87058"/>
                </a:lnTo>
                <a:close/>
              </a:path>
              <a:path w="444207" h="656463">
                <a:moveTo>
                  <a:pt x="434860" y="87388"/>
                </a:moveTo>
                <a:lnTo>
                  <a:pt x="434712" y="87388"/>
                </a:lnTo>
                <a:lnTo>
                  <a:pt x="434860" y="87745"/>
                </a:lnTo>
                <a:lnTo>
                  <a:pt x="434860" y="87388"/>
                </a:lnTo>
                <a:close/>
              </a:path>
              <a:path w="444207" h="656463">
                <a:moveTo>
                  <a:pt x="434073" y="88429"/>
                </a:moveTo>
                <a:lnTo>
                  <a:pt x="434860" y="89217"/>
                </a:lnTo>
                <a:lnTo>
                  <a:pt x="434073" y="88429"/>
                </a:lnTo>
                <a:close/>
              </a:path>
              <a:path w="444207" h="656463">
                <a:moveTo>
                  <a:pt x="434860" y="83235"/>
                </a:moveTo>
                <a:lnTo>
                  <a:pt x="434860" y="82715"/>
                </a:lnTo>
                <a:lnTo>
                  <a:pt x="431368" y="83235"/>
                </a:lnTo>
                <a:lnTo>
                  <a:pt x="434860" y="83235"/>
                </a:lnTo>
                <a:close/>
              </a:path>
              <a:path w="444207" h="656463">
                <a:moveTo>
                  <a:pt x="435381" y="610342"/>
                </a:moveTo>
                <a:lnTo>
                  <a:pt x="434340" y="611389"/>
                </a:lnTo>
                <a:lnTo>
                  <a:pt x="435381" y="614362"/>
                </a:lnTo>
                <a:lnTo>
                  <a:pt x="435381" y="610342"/>
                </a:lnTo>
                <a:close/>
              </a:path>
              <a:path w="444207" h="656463">
                <a:moveTo>
                  <a:pt x="429666" y="597256"/>
                </a:moveTo>
                <a:lnTo>
                  <a:pt x="429336" y="597408"/>
                </a:lnTo>
                <a:lnTo>
                  <a:pt x="429145" y="597867"/>
                </a:lnTo>
                <a:lnTo>
                  <a:pt x="429666" y="597256"/>
                </a:lnTo>
                <a:close/>
              </a:path>
              <a:path w="444207" h="656463">
                <a:moveTo>
                  <a:pt x="428625" y="617624"/>
                </a:moveTo>
                <a:lnTo>
                  <a:pt x="428625" y="620077"/>
                </a:lnTo>
                <a:lnTo>
                  <a:pt x="429666" y="620077"/>
                </a:lnTo>
                <a:lnTo>
                  <a:pt x="428625" y="617624"/>
                </a:lnTo>
                <a:close/>
              </a:path>
              <a:path w="444207" h="656463">
                <a:moveTo>
                  <a:pt x="428209" y="95707"/>
                </a:moveTo>
                <a:lnTo>
                  <a:pt x="428624" y="98437"/>
                </a:lnTo>
                <a:lnTo>
                  <a:pt x="428209" y="95707"/>
                </a:lnTo>
                <a:close/>
              </a:path>
              <a:path w="444207" h="656463">
                <a:moveTo>
                  <a:pt x="427838" y="94665"/>
                </a:moveTo>
                <a:lnTo>
                  <a:pt x="427583" y="94665"/>
                </a:lnTo>
                <a:lnTo>
                  <a:pt x="428359" y="95186"/>
                </a:lnTo>
                <a:lnTo>
                  <a:pt x="427838" y="94665"/>
                </a:lnTo>
                <a:close/>
              </a:path>
              <a:path w="444207" h="656463">
                <a:moveTo>
                  <a:pt x="428104" y="98450"/>
                </a:moveTo>
                <a:lnTo>
                  <a:pt x="427583" y="97396"/>
                </a:lnTo>
                <a:lnTo>
                  <a:pt x="427062" y="98831"/>
                </a:lnTo>
                <a:lnTo>
                  <a:pt x="428104" y="98450"/>
                </a:lnTo>
                <a:close/>
              </a:path>
              <a:path w="444207" h="656463">
                <a:moveTo>
                  <a:pt x="430187" y="84543"/>
                </a:moveTo>
                <a:lnTo>
                  <a:pt x="430187" y="85583"/>
                </a:lnTo>
                <a:lnTo>
                  <a:pt x="431215" y="86614"/>
                </a:lnTo>
                <a:lnTo>
                  <a:pt x="430187" y="84543"/>
                </a:lnTo>
                <a:close/>
              </a:path>
              <a:path w="444207" h="656463">
                <a:moveTo>
                  <a:pt x="430898" y="594283"/>
                </a:moveTo>
                <a:lnTo>
                  <a:pt x="430695" y="594360"/>
                </a:lnTo>
                <a:lnTo>
                  <a:pt x="430474" y="594707"/>
                </a:lnTo>
                <a:lnTo>
                  <a:pt x="430898" y="594283"/>
                </a:lnTo>
                <a:close/>
              </a:path>
              <a:path w="444207" h="656463">
                <a:moveTo>
                  <a:pt x="430205" y="594469"/>
                </a:moveTo>
                <a:lnTo>
                  <a:pt x="430187" y="592404"/>
                </a:lnTo>
                <a:lnTo>
                  <a:pt x="430187" y="594486"/>
                </a:lnTo>
                <a:close/>
              </a:path>
              <a:path w="444207" h="656463">
                <a:moveTo>
                  <a:pt x="427583" y="599681"/>
                </a:moveTo>
                <a:lnTo>
                  <a:pt x="427062" y="599681"/>
                </a:lnTo>
                <a:lnTo>
                  <a:pt x="427063" y="600201"/>
                </a:lnTo>
                <a:lnTo>
                  <a:pt x="427583" y="599681"/>
                </a:lnTo>
                <a:close/>
              </a:path>
              <a:path w="444207" h="656463">
                <a:moveTo>
                  <a:pt x="428624" y="98968"/>
                </a:moveTo>
                <a:lnTo>
                  <a:pt x="428487" y="98831"/>
                </a:lnTo>
                <a:lnTo>
                  <a:pt x="428625" y="99339"/>
                </a:lnTo>
                <a:lnTo>
                  <a:pt x="428624" y="98968"/>
                </a:lnTo>
                <a:close/>
              </a:path>
              <a:path w="444207" h="656463">
                <a:moveTo>
                  <a:pt x="428624" y="598909"/>
                </a:moveTo>
                <a:lnTo>
                  <a:pt x="428294" y="599490"/>
                </a:lnTo>
                <a:lnTo>
                  <a:pt x="427583" y="601207"/>
                </a:lnTo>
                <a:lnTo>
                  <a:pt x="428624" y="598909"/>
                </a:lnTo>
                <a:close/>
              </a:path>
              <a:path w="444207" h="656463">
                <a:moveTo>
                  <a:pt x="427774" y="599998"/>
                </a:moveTo>
                <a:lnTo>
                  <a:pt x="427583" y="599681"/>
                </a:lnTo>
                <a:lnTo>
                  <a:pt x="427583" y="600190"/>
                </a:lnTo>
                <a:lnTo>
                  <a:pt x="427774" y="599998"/>
                </a:lnTo>
                <a:close/>
              </a:path>
              <a:path w="444207" h="656463">
                <a:moveTo>
                  <a:pt x="427062" y="601248"/>
                </a:moveTo>
                <a:lnTo>
                  <a:pt x="427062" y="600713"/>
                </a:lnTo>
                <a:lnTo>
                  <a:pt x="426745" y="601573"/>
                </a:lnTo>
                <a:lnTo>
                  <a:pt x="427062" y="601248"/>
                </a:lnTo>
                <a:close/>
              </a:path>
              <a:path w="444207" h="656463">
                <a:moveTo>
                  <a:pt x="426688" y="602411"/>
                </a:moveTo>
                <a:lnTo>
                  <a:pt x="426542" y="602763"/>
                </a:lnTo>
                <a:lnTo>
                  <a:pt x="426652" y="603453"/>
                </a:lnTo>
                <a:lnTo>
                  <a:pt x="426688" y="602411"/>
                </a:lnTo>
                <a:close/>
              </a:path>
              <a:path w="444207" h="656463">
                <a:moveTo>
                  <a:pt x="425894" y="94665"/>
                </a:moveTo>
                <a:lnTo>
                  <a:pt x="424847" y="93624"/>
                </a:lnTo>
                <a:lnTo>
                  <a:pt x="426021" y="95186"/>
                </a:lnTo>
                <a:lnTo>
                  <a:pt x="425894" y="94665"/>
                </a:lnTo>
                <a:close/>
              </a:path>
              <a:path w="444207" h="656463">
                <a:moveTo>
                  <a:pt x="425871" y="603453"/>
                </a:moveTo>
                <a:lnTo>
                  <a:pt x="425500" y="603453"/>
                </a:lnTo>
                <a:lnTo>
                  <a:pt x="425500" y="604349"/>
                </a:lnTo>
                <a:lnTo>
                  <a:pt x="425871" y="603453"/>
                </a:lnTo>
                <a:close/>
              </a:path>
              <a:path w="444207" h="656463">
                <a:moveTo>
                  <a:pt x="427062" y="621118"/>
                </a:moveTo>
                <a:lnTo>
                  <a:pt x="424611" y="621118"/>
                </a:lnTo>
                <a:lnTo>
                  <a:pt x="427062" y="622160"/>
                </a:lnTo>
                <a:lnTo>
                  <a:pt x="427062" y="621118"/>
                </a:lnTo>
                <a:close/>
              </a:path>
              <a:path w="444207" h="656463">
                <a:moveTo>
                  <a:pt x="427173" y="602413"/>
                </a:moveTo>
                <a:lnTo>
                  <a:pt x="427062" y="602678"/>
                </a:lnTo>
                <a:lnTo>
                  <a:pt x="427173" y="602413"/>
                </a:lnTo>
                <a:close/>
              </a:path>
              <a:path w="444207" h="656463">
                <a:moveTo>
                  <a:pt x="414464" y="88430"/>
                </a:moveTo>
                <a:lnTo>
                  <a:pt x="414337" y="88430"/>
                </a:lnTo>
                <a:lnTo>
                  <a:pt x="414985" y="88950"/>
                </a:lnTo>
                <a:lnTo>
                  <a:pt x="414464" y="88430"/>
                </a:lnTo>
                <a:close/>
              </a:path>
              <a:path w="444207" h="656463">
                <a:moveTo>
                  <a:pt x="406031" y="616966"/>
                </a:moveTo>
                <a:lnTo>
                  <a:pt x="405625" y="616966"/>
                </a:lnTo>
                <a:lnTo>
                  <a:pt x="405337" y="617253"/>
                </a:lnTo>
                <a:lnTo>
                  <a:pt x="406031" y="616966"/>
                </a:lnTo>
                <a:close/>
              </a:path>
              <a:path w="444207" h="656463">
                <a:moveTo>
                  <a:pt x="403623" y="617964"/>
                </a:moveTo>
                <a:lnTo>
                  <a:pt x="401802" y="618718"/>
                </a:lnTo>
                <a:lnTo>
                  <a:pt x="399008" y="623468"/>
                </a:lnTo>
                <a:lnTo>
                  <a:pt x="403623" y="617964"/>
                </a:lnTo>
                <a:close/>
              </a:path>
              <a:path w="444207" h="656463">
                <a:moveTo>
                  <a:pt x="262191" y="653148"/>
                </a:moveTo>
                <a:lnTo>
                  <a:pt x="258991" y="654900"/>
                </a:lnTo>
                <a:lnTo>
                  <a:pt x="259511" y="654900"/>
                </a:lnTo>
                <a:lnTo>
                  <a:pt x="262191" y="653148"/>
                </a:lnTo>
                <a:close/>
              </a:path>
              <a:path w="444207" h="656463">
                <a:moveTo>
                  <a:pt x="260680" y="642429"/>
                </a:moveTo>
                <a:lnTo>
                  <a:pt x="259511" y="642950"/>
                </a:lnTo>
                <a:lnTo>
                  <a:pt x="260032" y="642950"/>
                </a:lnTo>
                <a:lnTo>
                  <a:pt x="260680" y="642429"/>
                </a:lnTo>
                <a:close/>
              </a:path>
              <a:path w="444207" h="656463">
                <a:moveTo>
                  <a:pt x="257505" y="653669"/>
                </a:moveTo>
                <a:lnTo>
                  <a:pt x="253796" y="655421"/>
                </a:lnTo>
                <a:lnTo>
                  <a:pt x="254317" y="655421"/>
                </a:lnTo>
                <a:lnTo>
                  <a:pt x="257505" y="653669"/>
                </a:lnTo>
                <a:close/>
              </a:path>
              <a:path w="444207" h="656463">
                <a:moveTo>
                  <a:pt x="255752" y="655421"/>
                </a:moveTo>
                <a:lnTo>
                  <a:pt x="254838" y="655421"/>
                </a:lnTo>
                <a:lnTo>
                  <a:pt x="254711" y="656463"/>
                </a:lnTo>
                <a:lnTo>
                  <a:pt x="255752" y="655421"/>
                </a:lnTo>
                <a:close/>
              </a:path>
              <a:path w="444207" h="656463">
                <a:moveTo>
                  <a:pt x="244500" y="643470"/>
                </a:moveTo>
                <a:lnTo>
                  <a:pt x="243408" y="644512"/>
                </a:lnTo>
                <a:lnTo>
                  <a:pt x="243928" y="644512"/>
                </a:lnTo>
                <a:lnTo>
                  <a:pt x="244500" y="643470"/>
                </a:lnTo>
                <a:close/>
              </a:path>
              <a:path w="444207" h="656463">
                <a:moveTo>
                  <a:pt x="239128" y="642950"/>
                </a:moveTo>
                <a:lnTo>
                  <a:pt x="238734" y="643470"/>
                </a:lnTo>
                <a:lnTo>
                  <a:pt x="239255" y="643470"/>
                </a:lnTo>
                <a:lnTo>
                  <a:pt x="239128" y="642950"/>
                </a:lnTo>
                <a:close/>
              </a:path>
              <a:path w="444207" h="656463">
                <a:moveTo>
                  <a:pt x="240817" y="655421"/>
                </a:moveTo>
                <a:lnTo>
                  <a:pt x="238213" y="655421"/>
                </a:lnTo>
                <a:lnTo>
                  <a:pt x="240817" y="655422"/>
                </a:lnTo>
                <a:close/>
              </a:path>
              <a:path w="444207" h="656463">
                <a:moveTo>
                  <a:pt x="234581" y="654900"/>
                </a:moveTo>
                <a:lnTo>
                  <a:pt x="234187" y="654900"/>
                </a:lnTo>
                <a:lnTo>
                  <a:pt x="234708" y="655421"/>
                </a:lnTo>
                <a:lnTo>
                  <a:pt x="234581" y="654900"/>
                </a:lnTo>
                <a:close/>
              </a:path>
              <a:path w="444207" h="656463">
                <a:moveTo>
                  <a:pt x="41313" y="26060"/>
                </a:moveTo>
                <a:lnTo>
                  <a:pt x="186857" y="342"/>
                </a:lnTo>
                <a:lnTo>
                  <a:pt x="40848" y="26060"/>
                </a:lnTo>
                <a:lnTo>
                  <a:pt x="41313" y="26060"/>
                </a:lnTo>
                <a:close/>
              </a:path>
              <a:path w="444207" h="656463">
                <a:moveTo>
                  <a:pt x="224155" y="5448"/>
                </a:moveTo>
                <a:lnTo>
                  <a:pt x="220522" y="16852"/>
                </a:lnTo>
                <a:lnTo>
                  <a:pt x="221716" y="17170"/>
                </a:lnTo>
                <a:lnTo>
                  <a:pt x="224155" y="5448"/>
                </a:lnTo>
                <a:close/>
              </a:path>
              <a:path w="444207" h="656463">
                <a:moveTo>
                  <a:pt x="42938" y="36271"/>
                </a:moveTo>
                <a:lnTo>
                  <a:pt x="39750" y="38023"/>
                </a:lnTo>
                <a:lnTo>
                  <a:pt x="40271" y="38023"/>
                </a:lnTo>
                <a:lnTo>
                  <a:pt x="42938" y="36271"/>
                </a:lnTo>
                <a:close/>
              </a:path>
              <a:path w="444207" h="656463">
                <a:moveTo>
                  <a:pt x="41186" y="38023"/>
                </a:moveTo>
                <a:lnTo>
                  <a:pt x="40792" y="38023"/>
                </a:lnTo>
                <a:lnTo>
                  <a:pt x="40665" y="38544"/>
                </a:lnTo>
                <a:lnTo>
                  <a:pt x="41186" y="38023"/>
                </a:lnTo>
                <a:close/>
              </a:path>
              <a:path w="444207" h="656463">
                <a:moveTo>
                  <a:pt x="36245" y="26060"/>
                </a:moveTo>
                <a:lnTo>
                  <a:pt x="35728" y="26581"/>
                </a:lnTo>
                <a:lnTo>
                  <a:pt x="36118" y="26581"/>
                </a:lnTo>
                <a:lnTo>
                  <a:pt x="36245" y="26060"/>
                </a:lnTo>
                <a:close/>
              </a:path>
              <a:path w="444207" h="656463">
                <a:moveTo>
                  <a:pt x="34632" y="38354"/>
                </a:moveTo>
                <a:lnTo>
                  <a:pt x="33070" y="38874"/>
                </a:lnTo>
                <a:lnTo>
                  <a:pt x="32861" y="39082"/>
                </a:lnTo>
                <a:lnTo>
                  <a:pt x="34632" y="38354"/>
                </a:lnTo>
                <a:close/>
              </a:path>
              <a:path w="444207" h="656463">
                <a:moveTo>
                  <a:pt x="29883" y="28663"/>
                </a:moveTo>
                <a:lnTo>
                  <a:pt x="29489" y="28663"/>
                </a:lnTo>
                <a:lnTo>
                  <a:pt x="29210" y="28942"/>
                </a:lnTo>
                <a:lnTo>
                  <a:pt x="29883" y="28663"/>
                </a:lnTo>
                <a:close/>
              </a:path>
              <a:path w="444207" h="656463">
                <a:moveTo>
                  <a:pt x="29210" y="28942"/>
                </a:moveTo>
                <a:lnTo>
                  <a:pt x="28321" y="29184"/>
                </a:lnTo>
                <a:lnTo>
                  <a:pt x="27648" y="29463"/>
                </a:lnTo>
                <a:lnTo>
                  <a:pt x="29210" y="28942"/>
                </a:lnTo>
                <a:close/>
              </a:path>
              <a:path w="444207" h="656463">
                <a:moveTo>
                  <a:pt x="29514" y="40614"/>
                </a:moveTo>
                <a:lnTo>
                  <a:pt x="28917" y="40957"/>
                </a:lnTo>
                <a:lnTo>
                  <a:pt x="29244" y="41135"/>
                </a:lnTo>
                <a:lnTo>
                  <a:pt x="29514" y="40614"/>
                </a:lnTo>
                <a:close/>
              </a:path>
              <a:path w="444207" h="656463">
                <a:moveTo>
                  <a:pt x="27660" y="565505"/>
                </a:moveTo>
                <a:lnTo>
                  <a:pt x="27152" y="565505"/>
                </a:lnTo>
                <a:lnTo>
                  <a:pt x="27876" y="566229"/>
                </a:lnTo>
                <a:lnTo>
                  <a:pt x="27660" y="565505"/>
                </a:lnTo>
                <a:close/>
              </a:path>
              <a:path w="444207" h="656463">
                <a:moveTo>
                  <a:pt x="24082" y="43738"/>
                </a:moveTo>
                <a:lnTo>
                  <a:pt x="24231" y="44069"/>
                </a:lnTo>
                <a:lnTo>
                  <a:pt x="24082" y="43738"/>
                </a:lnTo>
                <a:close/>
              </a:path>
              <a:path w="444207" h="656463">
                <a:moveTo>
                  <a:pt x="23380" y="560311"/>
                </a:moveTo>
                <a:lnTo>
                  <a:pt x="22999" y="562394"/>
                </a:lnTo>
                <a:lnTo>
                  <a:pt x="23380" y="562775"/>
                </a:lnTo>
                <a:lnTo>
                  <a:pt x="23380" y="560311"/>
                </a:lnTo>
                <a:close/>
              </a:path>
              <a:path w="444207" h="656463">
                <a:moveTo>
                  <a:pt x="19227" y="556679"/>
                </a:moveTo>
                <a:lnTo>
                  <a:pt x="18186" y="556679"/>
                </a:lnTo>
                <a:lnTo>
                  <a:pt x="19227" y="557720"/>
                </a:lnTo>
                <a:lnTo>
                  <a:pt x="19227" y="556679"/>
                </a:lnTo>
                <a:close/>
              </a:path>
              <a:path w="444207" h="656463">
                <a:moveTo>
                  <a:pt x="18186" y="562140"/>
                </a:moveTo>
                <a:lnTo>
                  <a:pt x="17814" y="561235"/>
                </a:lnTo>
                <a:lnTo>
                  <a:pt x="17932" y="572795"/>
                </a:lnTo>
                <a:lnTo>
                  <a:pt x="18186" y="562140"/>
                </a:lnTo>
                <a:close/>
              </a:path>
              <a:path w="444207" h="656463">
                <a:moveTo>
                  <a:pt x="14935" y="572274"/>
                </a:moveTo>
                <a:lnTo>
                  <a:pt x="14427" y="572274"/>
                </a:lnTo>
                <a:lnTo>
                  <a:pt x="15455" y="572795"/>
                </a:lnTo>
                <a:lnTo>
                  <a:pt x="14935" y="572274"/>
                </a:lnTo>
                <a:close/>
              </a:path>
              <a:path w="444207" h="656463">
                <a:moveTo>
                  <a:pt x="13512" y="64148"/>
                </a:moveTo>
                <a:lnTo>
                  <a:pt x="13512" y="65303"/>
                </a:lnTo>
                <a:lnTo>
                  <a:pt x="13512" y="64148"/>
                </a:lnTo>
                <a:close/>
              </a:path>
              <a:path w="444207" h="656463">
                <a:moveTo>
                  <a:pt x="2603" y="58153"/>
                </a:moveTo>
                <a:lnTo>
                  <a:pt x="2082" y="58674"/>
                </a:lnTo>
                <a:lnTo>
                  <a:pt x="2603" y="59715"/>
                </a:lnTo>
                <a:lnTo>
                  <a:pt x="2603" y="58153"/>
                </a:lnTo>
                <a:close/>
              </a:path>
              <a:path w="444207" h="656463">
                <a:moveTo>
                  <a:pt x="1562" y="556298"/>
                </a:moveTo>
                <a:lnTo>
                  <a:pt x="1562" y="557339"/>
                </a:lnTo>
                <a:lnTo>
                  <a:pt x="2082" y="557860"/>
                </a:lnTo>
                <a:lnTo>
                  <a:pt x="1562" y="556298"/>
                </a:lnTo>
                <a:close/>
              </a:path>
              <a:path w="444207" h="656463">
                <a:moveTo>
                  <a:pt x="520" y="551218"/>
                </a:moveTo>
                <a:lnTo>
                  <a:pt x="520" y="551738"/>
                </a:lnTo>
                <a:lnTo>
                  <a:pt x="1041" y="553694"/>
                </a:lnTo>
                <a:lnTo>
                  <a:pt x="520" y="551218"/>
                </a:lnTo>
                <a:close/>
              </a:path>
              <a:path w="444207" h="656463">
                <a:moveTo>
                  <a:pt x="2273" y="530364"/>
                </a:moveTo>
                <a:lnTo>
                  <a:pt x="520" y="533552"/>
                </a:lnTo>
                <a:lnTo>
                  <a:pt x="520" y="534073"/>
                </a:lnTo>
                <a:lnTo>
                  <a:pt x="2273" y="530364"/>
                </a:lnTo>
                <a:close/>
              </a:path>
              <a:path w="444207" h="656463">
                <a:moveTo>
                  <a:pt x="2082" y="557860"/>
                </a:moveTo>
                <a:lnTo>
                  <a:pt x="2082" y="558380"/>
                </a:lnTo>
                <a:lnTo>
                  <a:pt x="2603" y="558901"/>
                </a:lnTo>
                <a:lnTo>
                  <a:pt x="2082" y="557860"/>
                </a:lnTo>
                <a:close/>
              </a:path>
              <a:path w="444207" h="656463">
                <a:moveTo>
                  <a:pt x="1562" y="554036"/>
                </a:moveTo>
                <a:lnTo>
                  <a:pt x="1041" y="552780"/>
                </a:lnTo>
                <a:lnTo>
                  <a:pt x="1562" y="554215"/>
                </a:lnTo>
                <a:lnTo>
                  <a:pt x="1562" y="554036"/>
                </a:lnTo>
                <a:close/>
              </a:path>
              <a:path w="444207" h="656463">
                <a:moveTo>
                  <a:pt x="520" y="532117"/>
                </a:moveTo>
                <a:lnTo>
                  <a:pt x="520" y="534593"/>
                </a:lnTo>
                <a:lnTo>
                  <a:pt x="520" y="550697"/>
                </a:lnTo>
                <a:lnTo>
                  <a:pt x="1041" y="552780"/>
                </a:lnTo>
                <a:lnTo>
                  <a:pt x="1473" y="553821"/>
                </a:lnTo>
                <a:lnTo>
                  <a:pt x="2178" y="553821"/>
                </a:lnTo>
                <a:lnTo>
                  <a:pt x="2088" y="552780"/>
                </a:lnTo>
                <a:lnTo>
                  <a:pt x="1908" y="550697"/>
                </a:lnTo>
                <a:lnTo>
                  <a:pt x="520" y="534593"/>
                </a:lnTo>
              </a:path>
              <a:path w="444207" h="656463">
                <a:moveTo>
                  <a:pt x="1041" y="552780"/>
                </a:moveTo>
                <a:lnTo>
                  <a:pt x="1041" y="553694"/>
                </a:lnTo>
                <a:lnTo>
                  <a:pt x="1171" y="554215"/>
                </a:lnTo>
                <a:lnTo>
                  <a:pt x="1562" y="554215"/>
                </a:lnTo>
                <a:lnTo>
                  <a:pt x="1373" y="553694"/>
                </a:lnTo>
              </a:path>
              <a:path w="444207" h="656463">
                <a:moveTo>
                  <a:pt x="1473" y="553821"/>
                </a:moveTo>
                <a:lnTo>
                  <a:pt x="1562" y="554036"/>
                </a:lnTo>
                <a:lnTo>
                  <a:pt x="1562" y="554215"/>
                </a:lnTo>
                <a:lnTo>
                  <a:pt x="1614" y="554036"/>
                </a:lnTo>
                <a:lnTo>
                  <a:pt x="1562" y="553821"/>
                </a:lnTo>
              </a:path>
              <a:path w="444207" h="656463">
                <a:moveTo>
                  <a:pt x="1562" y="553821"/>
                </a:moveTo>
                <a:lnTo>
                  <a:pt x="2273" y="554926"/>
                </a:lnTo>
                <a:lnTo>
                  <a:pt x="2178" y="553821"/>
                </a:lnTo>
              </a:path>
              <a:path w="444207" h="656463">
                <a:moveTo>
                  <a:pt x="1171" y="554215"/>
                </a:moveTo>
                <a:lnTo>
                  <a:pt x="1203" y="554342"/>
                </a:lnTo>
                <a:lnTo>
                  <a:pt x="1562" y="554342"/>
                </a:lnTo>
                <a:lnTo>
                  <a:pt x="1562" y="554215"/>
                </a:lnTo>
              </a:path>
              <a:path w="444207" h="656463">
                <a:moveTo>
                  <a:pt x="1562" y="554215"/>
                </a:moveTo>
                <a:lnTo>
                  <a:pt x="1562" y="554342"/>
                </a:lnTo>
                <a:lnTo>
                  <a:pt x="1657" y="554215"/>
                </a:lnTo>
              </a:path>
              <a:path w="444207" h="656463">
                <a:moveTo>
                  <a:pt x="1203" y="554342"/>
                </a:moveTo>
                <a:lnTo>
                  <a:pt x="1562" y="555777"/>
                </a:lnTo>
                <a:lnTo>
                  <a:pt x="2082" y="556298"/>
                </a:lnTo>
                <a:lnTo>
                  <a:pt x="1977" y="555777"/>
                </a:lnTo>
                <a:lnTo>
                  <a:pt x="1688" y="554342"/>
                </a:lnTo>
              </a:path>
              <a:path w="444207" h="656463">
                <a:moveTo>
                  <a:pt x="1041" y="553694"/>
                </a:moveTo>
                <a:lnTo>
                  <a:pt x="520" y="551738"/>
                </a:lnTo>
                <a:lnTo>
                  <a:pt x="520" y="551218"/>
                </a:lnTo>
                <a:lnTo>
                  <a:pt x="1041" y="553694"/>
                </a:lnTo>
                <a:lnTo>
                  <a:pt x="1041" y="552780"/>
                </a:lnTo>
                <a:lnTo>
                  <a:pt x="520" y="550697"/>
                </a:lnTo>
                <a:lnTo>
                  <a:pt x="520" y="532117"/>
                </a:lnTo>
                <a:lnTo>
                  <a:pt x="0" y="532638"/>
                </a:lnTo>
                <a:lnTo>
                  <a:pt x="0" y="552653"/>
                </a:lnTo>
                <a:lnTo>
                  <a:pt x="520" y="553173"/>
                </a:lnTo>
                <a:lnTo>
                  <a:pt x="520" y="554736"/>
                </a:lnTo>
                <a:lnTo>
                  <a:pt x="1041" y="555256"/>
                </a:lnTo>
                <a:lnTo>
                  <a:pt x="1041" y="553694"/>
                </a:lnTo>
                <a:close/>
              </a:path>
              <a:path w="444207" h="656463">
                <a:moveTo>
                  <a:pt x="1691" y="530946"/>
                </a:moveTo>
                <a:lnTo>
                  <a:pt x="1562" y="530961"/>
                </a:lnTo>
                <a:lnTo>
                  <a:pt x="1562" y="528485"/>
                </a:lnTo>
                <a:lnTo>
                  <a:pt x="1041" y="529005"/>
                </a:lnTo>
                <a:lnTo>
                  <a:pt x="1041" y="531990"/>
                </a:lnTo>
                <a:lnTo>
                  <a:pt x="1041" y="531596"/>
                </a:lnTo>
                <a:lnTo>
                  <a:pt x="520" y="530567"/>
                </a:lnTo>
                <a:lnTo>
                  <a:pt x="520" y="532117"/>
                </a:lnTo>
                <a:lnTo>
                  <a:pt x="1041" y="532511"/>
                </a:lnTo>
                <a:lnTo>
                  <a:pt x="1691" y="530946"/>
                </a:lnTo>
                <a:close/>
              </a:path>
              <a:path w="444207" h="656463">
                <a:moveTo>
                  <a:pt x="1691" y="530946"/>
                </a:moveTo>
                <a:lnTo>
                  <a:pt x="2577" y="528510"/>
                </a:lnTo>
                <a:lnTo>
                  <a:pt x="1562" y="528485"/>
                </a:lnTo>
                <a:lnTo>
                  <a:pt x="1562" y="530961"/>
                </a:lnTo>
                <a:lnTo>
                  <a:pt x="1691" y="530946"/>
                </a:lnTo>
                <a:close/>
              </a:path>
              <a:path w="444207" h="656463">
                <a:moveTo>
                  <a:pt x="2603" y="556640"/>
                </a:moveTo>
                <a:lnTo>
                  <a:pt x="1840" y="554493"/>
                </a:lnTo>
                <a:lnTo>
                  <a:pt x="2273" y="554926"/>
                </a:lnTo>
                <a:lnTo>
                  <a:pt x="1562" y="553821"/>
                </a:lnTo>
                <a:lnTo>
                  <a:pt x="1688" y="554341"/>
                </a:lnTo>
                <a:lnTo>
                  <a:pt x="2082" y="555383"/>
                </a:lnTo>
                <a:lnTo>
                  <a:pt x="2603" y="556818"/>
                </a:lnTo>
                <a:lnTo>
                  <a:pt x="2603" y="556640"/>
                </a:lnTo>
                <a:close/>
              </a:path>
              <a:path w="444207" h="656463">
                <a:moveTo>
                  <a:pt x="3250" y="59068"/>
                </a:moveTo>
                <a:lnTo>
                  <a:pt x="3124" y="58026"/>
                </a:lnTo>
                <a:lnTo>
                  <a:pt x="2603" y="58153"/>
                </a:lnTo>
                <a:lnTo>
                  <a:pt x="2603" y="60109"/>
                </a:lnTo>
                <a:lnTo>
                  <a:pt x="2603" y="59715"/>
                </a:lnTo>
                <a:lnTo>
                  <a:pt x="2082" y="58674"/>
                </a:lnTo>
                <a:lnTo>
                  <a:pt x="2082" y="60236"/>
                </a:lnTo>
                <a:lnTo>
                  <a:pt x="2603" y="60629"/>
                </a:lnTo>
                <a:lnTo>
                  <a:pt x="3250" y="59068"/>
                </a:lnTo>
                <a:close/>
              </a:path>
              <a:path w="444207" h="656463">
                <a:moveTo>
                  <a:pt x="3645" y="558937"/>
                </a:moveTo>
                <a:lnTo>
                  <a:pt x="3835" y="559612"/>
                </a:lnTo>
                <a:lnTo>
                  <a:pt x="3644" y="559153"/>
                </a:lnTo>
                <a:lnTo>
                  <a:pt x="3250" y="557986"/>
                </a:lnTo>
                <a:lnTo>
                  <a:pt x="2603" y="556425"/>
                </a:lnTo>
                <a:lnTo>
                  <a:pt x="2794" y="557009"/>
                </a:lnTo>
                <a:lnTo>
                  <a:pt x="3098" y="557834"/>
                </a:lnTo>
                <a:lnTo>
                  <a:pt x="3644" y="559422"/>
                </a:lnTo>
                <a:lnTo>
                  <a:pt x="4356" y="560654"/>
                </a:lnTo>
                <a:lnTo>
                  <a:pt x="3645" y="558937"/>
                </a:lnTo>
                <a:close/>
              </a:path>
              <a:path w="444207" h="656463">
                <a:moveTo>
                  <a:pt x="3124" y="55562"/>
                </a:moveTo>
                <a:lnTo>
                  <a:pt x="2603" y="56083"/>
                </a:lnTo>
                <a:lnTo>
                  <a:pt x="3124" y="57632"/>
                </a:lnTo>
                <a:lnTo>
                  <a:pt x="3124" y="55562"/>
                </a:lnTo>
                <a:close/>
              </a:path>
              <a:path w="444207" h="656463">
                <a:moveTo>
                  <a:pt x="3644" y="53479"/>
                </a:moveTo>
                <a:lnTo>
                  <a:pt x="3124" y="54000"/>
                </a:lnTo>
                <a:lnTo>
                  <a:pt x="3124" y="55041"/>
                </a:lnTo>
                <a:lnTo>
                  <a:pt x="3644" y="55041"/>
                </a:lnTo>
                <a:lnTo>
                  <a:pt x="3644" y="54000"/>
                </a:lnTo>
              </a:path>
              <a:path w="444207" h="656463">
                <a:moveTo>
                  <a:pt x="4292" y="54394"/>
                </a:moveTo>
                <a:lnTo>
                  <a:pt x="3644" y="55041"/>
                </a:lnTo>
                <a:lnTo>
                  <a:pt x="4023" y="55041"/>
                </a:lnTo>
              </a:path>
              <a:path w="444207" h="656463">
                <a:moveTo>
                  <a:pt x="3124" y="55041"/>
                </a:moveTo>
                <a:lnTo>
                  <a:pt x="3124" y="55435"/>
                </a:lnTo>
                <a:lnTo>
                  <a:pt x="3644" y="55435"/>
                </a:lnTo>
                <a:lnTo>
                  <a:pt x="3644" y="55041"/>
                </a:lnTo>
              </a:path>
              <a:path w="444207" h="656463">
                <a:moveTo>
                  <a:pt x="3644" y="55041"/>
                </a:moveTo>
                <a:lnTo>
                  <a:pt x="3644" y="55435"/>
                </a:lnTo>
                <a:lnTo>
                  <a:pt x="3860" y="55435"/>
                </a:lnTo>
                <a:lnTo>
                  <a:pt x="4023" y="55041"/>
                </a:lnTo>
              </a:path>
              <a:path w="444207" h="656463">
                <a:moveTo>
                  <a:pt x="3124" y="55435"/>
                </a:moveTo>
                <a:lnTo>
                  <a:pt x="3124" y="55956"/>
                </a:lnTo>
                <a:lnTo>
                  <a:pt x="3124" y="57352"/>
                </a:lnTo>
                <a:lnTo>
                  <a:pt x="3404" y="57352"/>
                </a:lnTo>
                <a:lnTo>
                  <a:pt x="3644" y="55956"/>
                </a:lnTo>
                <a:lnTo>
                  <a:pt x="3860" y="55435"/>
                </a:lnTo>
              </a:path>
              <a:path w="444207" h="656463">
                <a:moveTo>
                  <a:pt x="2603" y="56083"/>
                </a:moveTo>
                <a:lnTo>
                  <a:pt x="2603" y="57632"/>
                </a:lnTo>
                <a:lnTo>
                  <a:pt x="3124" y="57632"/>
                </a:lnTo>
              </a:path>
              <a:path w="444207" h="656463">
                <a:moveTo>
                  <a:pt x="4356" y="56400"/>
                </a:moveTo>
                <a:lnTo>
                  <a:pt x="3404" y="57352"/>
                </a:lnTo>
                <a:lnTo>
                  <a:pt x="4356" y="57352"/>
                </a:lnTo>
              </a:path>
              <a:path w="444207" h="656463">
                <a:moveTo>
                  <a:pt x="3124" y="57352"/>
                </a:moveTo>
                <a:lnTo>
                  <a:pt x="3124" y="57632"/>
                </a:lnTo>
                <a:lnTo>
                  <a:pt x="4356" y="57632"/>
                </a:lnTo>
                <a:lnTo>
                  <a:pt x="4356" y="57352"/>
                </a:lnTo>
              </a:path>
              <a:path w="444207" h="656463">
                <a:moveTo>
                  <a:pt x="2603" y="57632"/>
                </a:moveTo>
                <a:lnTo>
                  <a:pt x="2603" y="58026"/>
                </a:lnTo>
                <a:lnTo>
                  <a:pt x="4357" y="58026"/>
                </a:lnTo>
                <a:lnTo>
                  <a:pt x="4356" y="57632"/>
                </a:lnTo>
              </a:path>
              <a:path w="444207" h="656463">
                <a:moveTo>
                  <a:pt x="2603" y="58026"/>
                </a:moveTo>
                <a:lnTo>
                  <a:pt x="2603" y="58153"/>
                </a:lnTo>
                <a:lnTo>
                  <a:pt x="3124" y="58026"/>
                </a:lnTo>
              </a:path>
              <a:path w="444207" h="656463">
                <a:moveTo>
                  <a:pt x="3124" y="58026"/>
                </a:moveTo>
                <a:lnTo>
                  <a:pt x="3179" y="58483"/>
                </a:lnTo>
                <a:lnTo>
                  <a:pt x="4357" y="58483"/>
                </a:lnTo>
                <a:lnTo>
                  <a:pt x="4357" y="58026"/>
                </a:lnTo>
              </a:path>
              <a:path w="444207" h="656463">
                <a:moveTo>
                  <a:pt x="3179" y="58483"/>
                </a:moveTo>
                <a:lnTo>
                  <a:pt x="3250" y="59068"/>
                </a:lnTo>
                <a:lnTo>
                  <a:pt x="2603" y="60629"/>
                </a:lnTo>
                <a:lnTo>
                  <a:pt x="3513" y="59068"/>
                </a:lnTo>
                <a:lnTo>
                  <a:pt x="3835" y="58483"/>
                </a:lnTo>
              </a:path>
              <a:path w="444207" h="656463">
                <a:moveTo>
                  <a:pt x="3835" y="58483"/>
                </a:moveTo>
                <a:lnTo>
                  <a:pt x="2082" y="62191"/>
                </a:lnTo>
                <a:lnTo>
                  <a:pt x="4359" y="62191"/>
                </a:lnTo>
                <a:lnTo>
                  <a:pt x="4357" y="58483"/>
                </a:lnTo>
              </a:path>
              <a:path w="444207" h="656463">
                <a:moveTo>
                  <a:pt x="2082" y="60236"/>
                </a:moveTo>
                <a:lnTo>
                  <a:pt x="2082" y="60629"/>
                </a:lnTo>
                <a:lnTo>
                  <a:pt x="2603" y="60629"/>
                </a:lnTo>
              </a:path>
              <a:path w="444207" h="656463">
                <a:moveTo>
                  <a:pt x="2082" y="60629"/>
                </a:moveTo>
                <a:lnTo>
                  <a:pt x="2082" y="61671"/>
                </a:lnTo>
                <a:lnTo>
                  <a:pt x="2082" y="62191"/>
                </a:lnTo>
                <a:lnTo>
                  <a:pt x="2082" y="61671"/>
                </a:lnTo>
                <a:lnTo>
                  <a:pt x="2655" y="60629"/>
                </a:lnTo>
              </a:path>
              <a:path w="444207" h="656463">
                <a:moveTo>
                  <a:pt x="2082" y="62191"/>
                </a:moveTo>
                <a:lnTo>
                  <a:pt x="2082" y="62699"/>
                </a:lnTo>
                <a:lnTo>
                  <a:pt x="3314" y="526732"/>
                </a:lnTo>
                <a:lnTo>
                  <a:pt x="2794" y="528294"/>
                </a:lnTo>
                <a:lnTo>
                  <a:pt x="2273" y="530364"/>
                </a:lnTo>
                <a:lnTo>
                  <a:pt x="3314" y="558050"/>
                </a:lnTo>
                <a:lnTo>
                  <a:pt x="4671" y="558050"/>
                </a:lnTo>
                <a:lnTo>
                  <a:pt x="4654" y="530364"/>
                </a:lnTo>
                <a:lnTo>
                  <a:pt x="4653" y="528294"/>
                </a:lnTo>
                <a:lnTo>
                  <a:pt x="4652" y="526732"/>
                </a:lnTo>
                <a:lnTo>
                  <a:pt x="4360" y="62699"/>
                </a:lnTo>
                <a:lnTo>
                  <a:pt x="4359" y="62191"/>
                </a:lnTo>
              </a:path>
              <a:path w="444207" h="656463">
                <a:moveTo>
                  <a:pt x="2603" y="556425"/>
                </a:moveTo>
                <a:lnTo>
                  <a:pt x="3250" y="557986"/>
                </a:lnTo>
              </a:path>
              <a:path w="444207" h="656463">
                <a:moveTo>
                  <a:pt x="2082" y="556818"/>
                </a:moveTo>
                <a:lnTo>
                  <a:pt x="2256" y="557339"/>
                </a:lnTo>
                <a:lnTo>
                  <a:pt x="2603" y="558380"/>
                </a:lnTo>
                <a:lnTo>
                  <a:pt x="3297" y="559422"/>
                </a:lnTo>
                <a:lnTo>
                  <a:pt x="3644" y="559942"/>
                </a:lnTo>
                <a:lnTo>
                  <a:pt x="4120" y="560654"/>
                </a:lnTo>
                <a:lnTo>
                  <a:pt x="4356" y="560654"/>
                </a:lnTo>
                <a:lnTo>
                  <a:pt x="3945" y="559942"/>
                </a:lnTo>
                <a:lnTo>
                  <a:pt x="3644" y="559422"/>
                </a:lnTo>
                <a:lnTo>
                  <a:pt x="3124" y="558380"/>
                </a:lnTo>
                <a:lnTo>
                  <a:pt x="2603" y="557339"/>
                </a:lnTo>
              </a:path>
              <a:path w="444207" h="656463">
                <a:moveTo>
                  <a:pt x="3277" y="558050"/>
                </a:moveTo>
                <a:lnTo>
                  <a:pt x="3645" y="558937"/>
                </a:lnTo>
                <a:lnTo>
                  <a:pt x="4276" y="560462"/>
                </a:lnTo>
                <a:lnTo>
                  <a:pt x="4356" y="560654"/>
                </a:lnTo>
                <a:lnTo>
                  <a:pt x="4753" y="560654"/>
                </a:lnTo>
                <a:lnTo>
                  <a:pt x="4673" y="560462"/>
                </a:lnTo>
                <a:lnTo>
                  <a:pt x="4672" y="558937"/>
                </a:lnTo>
                <a:lnTo>
                  <a:pt x="4671" y="558050"/>
                </a:lnTo>
              </a:path>
              <a:path w="444207" h="656463">
                <a:moveTo>
                  <a:pt x="4120" y="560654"/>
                </a:moveTo>
                <a:lnTo>
                  <a:pt x="4673" y="561479"/>
                </a:lnTo>
                <a:lnTo>
                  <a:pt x="4876" y="561682"/>
                </a:lnTo>
                <a:lnTo>
                  <a:pt x="5107" y="562203"/>
                </a:lnTo>
                <a:lnTo>
                  <a:pt x="5397" y="562203"/>
                </a:lnTo>
                <a:lnTo>
                  <a:pt x="5180" y="561682"/>
                </a:lnTo>
                <a:lnTo>
                  <a:pt x="5096" y="561479"/>
                </a:lnTo>
                <a:lnTo>
                  <a:pt x="4753" y="560654"/>
                </a:lnTo>
              </a:path>
              <a:path w="444207" h="656463">
                <a:moveTo>
                  <a:pt x="5714" y="562031"/>
                </a:moveTo>
                <a:lnTo>
                  <a:pt x="5397" y="562203"/>
                </a:lnTo>
                <a:lnTo>
                  <a:pt x="5786" y="562203"/>
                </a:lnTo>
              </a:path>
              <a:path w="444207" h="656463">
                <a:moveTo>
                  <a:pt x="5107" y="562203"/>
                </a:moveTo>
                <a:lnTo>
                  <a:pt x="5568" y="563245"/>
                </a:lnTo>
                <a:lnTo>
                  <a:pt x="6221" y="563245"/>
                </a:lnTo>
                <a:lnTo>
                  <a:pt x="5786" y="562203"/>
                </a:lnTo>
              </a:path>
              <a:path w="444207" h="656463">
                <a:moveTo>
                  <a:pt x="5568" y="563245"/>
                </a:moveTo>
                <a:lnTo>
                  <a:pt x="5714" y="563575"/>
                </a:lnTo>
                <a:lnTo>
                  <a:pt x="5918" y="563245"/>
                </a:lnTo>
              </a:path>
              <a:path w="444207" h="656463">
                <a:moveTo>
                  <a:pt x="5918" y="563245"/>
                </a:moveTo>
                <a:lnTo>
                  <a:pt x="6235" y="563375"/>
                </a:lnTo>
                <a:lnTo>
                  <a:pt x="6221" y="563245"/>
                </a:lnTo>
              </a:path>
              <a:path w="444207" h="656463">
                <a:moveTo>
                  <a:pt x="4673" y="52450"/>
                </a:moveTo>
                <a:lnTo>
                  <a:pt x="5181" y="51943"/>
                </a:lnTo>
                <a:lnTo>
                  <a:pt x="5194" y="51790"/>
                </a:lnTo>
                <a:lnTo>
                  <a:pt x="5714" y="50655"/>
                </a:lnTo>
                <a:lnTo>
                  <a:pt x="6235" y="49496"/>
                </a:lnTo>
                <a:lnTo>
                  <a:pt x="6235" y="49326"/>
                </a:lnTo>
                <a:lnTo>
                  <a:pt x="6756" y="48243"/>
                </a:lnTo>
                <a:lnTo>
                  <a:pt x="7277" y="47422"/>
                </a:lnTo>
                <a:lnTo>
                  <a:pt x="7797" y="46381"/>
                </a:lnTo>
                <a:lnTo>
                  <a:pt x="9359" y="45034"/>
                </a:lnTo>
                <a:lnTo>
                  <a:pt x="9898" y="43738"/>
                </a:lnTo>
                <a:lnTo>
                  <a:pt x="10071" y="41846"/>
                </a:lnTo>
                <a:lnTo>
                  <a:pt x="10274" y="41135"/>
                </a:lnTo>
                <a:lnTo>
                  <a:pt x="7277" y="41135"/>
                </a:lnTo>
                <a:lnTo>
                  <a:pt x="9359" y="42049"/>
                </a:lnTo>
                <a:lnTo>
                  <a:pt x="9359" y="43738"/>
                </a:lnTo>
                <a:lnTo>
                  <a:pt x="9029" y="43408"/>
                </a:lnTo>
                <a:lnTo>
                  <a:pt x="8892" y="43738"/>
                </a:lnTo>
                <a:lnTo>
                  <a:pt x="7797" y="46166"/>
                </a:lnTo>
                <a:lnTo>
                  <a:pt x="7277" y="46991"/>
                </a:lnTo>
                <a:lnTo>
                  <a:pt x="6946" y="47574"/>
                </a:lnTo>
                <a:lnTo>
                  <a:pt x="6756" y="47764"/>
                </a:lnTo>
                <a:lnTo>
                  <a:pt x="6235" y="48285"/>
                </a:lnTo>
                <a:lnTo>
                  <a:pt x="6756" y="48032"/>
                </a:lnTo>
                <a:lnTo>
                  <a:pt x="6235" y="49285"/>
                </a:lnTo>
                <a:lnTo>
                  <a:pt x="5918" y="50165"/>
                </a:lnTo>
                <a:lnTo>
                  <a:pt x="5714" y="50537"/>
                </a:lnTo>
                <a:lnTo>
                  <a:pt x="5194" y="50888"/>
                </a:lnTo>
                <a:lnTo>
                  <a:pt x="4673" y="51409"/>
                </a:lnTo>
                <a:lnTo>
                  <a:pt x="4165" y="51917"/>
                </a:lnTo>
                <a:lnTo>
                  <a:pt x="3644" y="52438"/>
                </a:lnTo>
                <a:lnTo>
                  <a:pt x="4165" y="52959"/>
                </a:lnTo>
                <a:lnTo>
                  <a:pt x="4673" y="52450"/>
                </a:lnTo>
                <a:close/>
              </a:path>
              <a:path w="444207" h="656463">
                <a:moveTo>
                  <a:pt x="4673" y="51409"/>
                </a:moveTo>
                <a:lnTo>
                  <a:pt x="5194" y="50888"/>
                </a:lnTo>
                <a:lnTo>
                  <a:pt x="5714" y="50537"/>
                </a:lnTo>
                <a:lnTo>
                  <a:pt x="5835" y="50247"/>
                </a:lnTo>
                <a:lnTo>
                  <a:pt x="5715" y="49847"/>
                </a:lnTo>
                <a:lnTo>
                  <a:pt x="6206" y="49356"/>
                </a:lnTo>
                <a:lnTo>
                  <a:pt x="6756" y="48032"/>
                </a:lnTo>
                <a:lnTo>
                  <a:pt x="6235" y="48285"/>
                </a:lnTo>
                <a:lnTo>
                  <a:pt x="5715" y="48806"/>
                </a:lnTo>
                <a:lnTo>
                  <a:pt x="5194" y="49326"/>
                </a:lnTo>
                <a:lnTo>
                  <a:pt x="4673" y="49847"/>
                </a:lnTo>
                <a:lnTo>
                  <a:pt x="5194" y="50368"/>
                </a:lnTo>
                <a:lnTo>
                  <a:pt x="4673" y="50888"/>
                </a:lnTo>
                <a:lnTo>
                  <a:pt x="4165" y="51396"/>
                </a:lnTo>
                <a:lnTo>
                  <a:pt x="4165" y="51917"/>
                </a:lnTo>
                <a:lnTo>
                  <a:pt x="4673" y="51409"/>
                </a:lnTo>
                <a:close/>
              </a:path>
              <a:path w="444207" h="656463">
                <a:moveTo>
                  <a:pt x="5715" y="48806"/>
                </a:moveTo>
                <a:lnTo>
                  <a:pt x="6235" y="48285"/>
                </a:lnTo>
                <a:lnTo>
                  <a:pt x="6756" y="47764"/>
                </a:lnTo>
                <a:lnTo>
                  <a:pt x="6946" y="47574"/>
                </a:lnTo>
                <a:lnTo>
                  <a:pt x="7277" y="46991"/>
                </a:lnTo>
                <a:lnTo>
                  <a:pt x="7797" y="46166"/>
                </a:lnTo>
                <a:lnTo>
                  <a:pt x="8509" y="44450"/>
                </a:lnTo>
                <a:lnTo>
                  <a:pt x="8699" y="43738"/>
                </a:lnTo>
                <a:lnTo>
                  <a:pt x="8178" y="43738"/>
                </a:lnTo>
                <a:lnTo>
                  <a:pt x="7277" y="41135"/>
                </a:lnTo>
                <a:lnTo>
                  <a:pt x="7277" y="43738"/>
                </a:lnTo>
                <a:lnTo>
                  <a:pt x="7797" y="44119"/>
                </a:lnTo>
                <a:lnTo>
                  <a:pt x="7797" y="45161"/>
                </a:lnTo>
                <a:lnTo>
                  <a:pt x="7467" y="46532"/>
                </a:lnTo>
                <a:lnTo>
                  <a:pt x="7277" y="46723"/>
                </a:lnTo>
                <a:lnTo>
                  <a:pt x="6756" y="47244"/>
                </a:lnTo>
                <a:lnTo>
                  <a:pt x="6235" y="47764"/>
                </a:lnTo>
                <a:lnTo>
                  <a:pt x="5715" y="43738"/>
                </a:lnTo>
                <a:lnTo>
                  <a:pt x="5714" y="48285"/>
                </a:lnTo>
                <a:lnTo>
                  <a:pt x="5194" y="48806"/>
                </a:lnTo>
                <a:lnTo>
                  <a:pt x="5194" y="49326"/>
                </a:lnTo>
                <a:lnTo>
                  <a:pt x="5715" y="48806"/>
                </a:lnTo>
                <a:close/>
              </a:path>
              <a:path w="444207" h="656463">
                <a:moveTo>
                  <a:pt x="5918" y="50165"/>
                </a:moveTo>
                <a:lnTo>
                  <a:pt x="6206" y="49356"/>
                </a:lnTo>
                <a:lnTo>
                  <a:pt x="5715" y="49847"/>
                </a:lnTo>
                <a:lnTo>
                  <a:pt x="5835" y="50247"/>
                </a:lnTo>
                <a:lnTo>
                  <a:pt x="5714" y="50537"/>
                </a:lnTo>
                <a:lnTo>
                  <a:pt x="5918" y="50165"/>
                </a:lnTo>
                <a:close/>
              </a:path>
              <a:path w="444207" h="656463">
                <a:moveTo>
                  <a:pt x="6235" y="563375"/>
                </a:moveTo>
                <a:lnTo>
                  <a:pt x="5918" y="563245"/>
                </a:lnTo>
                <a:lnTo>
                  <a:pt x="5714" y="563575"/>
                </a:lnTo>
                <a:lnTo>
                  <a:pt x="6235" y="564616"/>
                </a:lnTo>
                <a:lnTo>
                  <a:pt x="6235" y="563375"/>
                </a:lnTo>
                <a:close/>
              </a:path>
              <a:path w="444207" h="656463">
                <a:moveTo>
                  <a:pt x="5715" y="561098"/>
                </a:moveTo>
                <a:lnTo>
                  <a:pt x="5397" y="51727"/>
                </a:lnTo>
                <a:lnTo>
                  <a:pt x="4673" y="53352"/>
                </a:lnTo>
                <a:lnTo>
                  <a:pt x="4292" y="54394"/>
                </a:lnTo>
                <a:lnTo>
                  <a:pt x="3644" y="55956"/>
                </a:lnTo>
                <a:lnTo>
                  <a:pt x="4876" y="53809"/>
                </a:lnTo>
                <a:lnTo>
                  <a:pt x="4673" y="559536"/>
                </a:lnTo>
                <a:lnTo>
                  <a:pt x="5397" y="562203"/>
                </a:lnTo>
                <a:lnTo>
                  <a:pt x="5714" y="562031"/>
                </a:lnTo>
                <a:lnTo>
                  <a:pt x="6235" y="563278"/>
                </a:lnTo>
                <a:lnTo>
                  <a:pt x="5715" y="561098"/>
                </a:lnTo>
                <a:close/>
              </a:path>
              <a:path w="444207" h="656463">
                <a:moveTo>
                  <a:pt x="6756" y="47244"/>
                </a:moveTo>
                <a:lnTo>
                  <a:pt x="7277" y="46723"/>
                </a:lnTo>
                <a:lnTo>
                  <a:pt x="7467" y="46532"/>
                </a:lnTo>
                <a:lnTo>
                  <a:pt x="7797" y="45161"/>
                </a:lnTo>
                <a:lnTo>
                  <a:pt x="7797" y="44119"/>
                </a:lnTo>
                <a:lnTo>
                  <a:pt x="7277" y="43738"/>
                </a:lnTo>
                <a:lnTo>
                  <a:pt x="7277" y="45681"/>
                </a:lnTo>
                <a:lnTo>
                  <a:pt x="6756" y="46202"/>
                </a:lnTo>
                <a:lnTo>
                  <a:pt x="6235" y="46723"/>
                </a:lnTo>
                <a:lnTo>
                  <a:pt x="5715" y="43738"/>
                </a:lnTo>
                <a:lnTo>
                  <a:pt x="6235" y="47764"/>
                </a:lnTo>
                <a:lnTo>
                  <a:pt x="6756" y="47244"/>
                </a:lnTo>
                <a:close/>
              </a:path>
              <a:path w="444207" h="656463">
                <a:moveTo>
                  <a:pt x="7277" y="47637"/>
                </a:moveTo>
                <a:lnTo>
                  <a:pt x="7797" y="46381"/>
                </a:lnTo>
                <a:lnTo>
                  <a:pt x="7277" y="47422"/>
                </a:lnTo>
                <a:lnTo>
                  <a:pt x="6756" y="48243"/>
                </a:lnTo>
                <a:lnTo>
                  <a:pt x="6756" y="48679"/>
                </a:lnTo>
                <a:lnTo>
                  <a:pt x="7277" y="47637"/>
                </a:lnTo>
                <a:close/>
              </a:path>
              <a:path w="444207" h="656463">
                <a:moveTo>
                  <a:pt x="9613" y="553034"/>
                </a:moveTo>
                <a:lnTo>
                  <a:pt x="9730" y="555637"/>
                </a:lnTo>
                <a:lnTo>
                  <a:pt x="10147" y="564984"/>
                </a:lnTo>
                <a:lnTo>
                  <a:pt x="11462" y="564984"/>
                </a:lnTo>
                <a:lnTo>
                  <a:pt x="11696" y="555637"/>
                </a:lnTo>
              </a:path>
              <a:path w="444207" h="656463">
                <a:moveTo>
                  <a:pt x="7277" y="562660"/>
                </a:moveTo>
                <a:lnTo>
                  <a:pt x="6745" y="563585"/>
                </a:lnTo>
                <a:lnTo>
                  <a:pt x="8320" y="563702"/>
                </a:lnTo>
              </a:path>
              <a:path w="444207" h="656463">
                <a:moveTo>
                  <a:pt x="6794" y="563702"/>
                </a:moveTo>
                <a:lnTo>
                  <a:pt x="7013" y="564232"/>
                </a:lnTo>
                <a:lnTo>
                  <a:pt x="8849" y="564232"/>
                </a:lnTo>
                <a:lnTo>
                  <a:pt x="8318" y="563702"/>
                </a:lnTo>
              </a:path>
              <a:path w="444207" h="656463">
                <a:moveTo>
                  <a:pt x="8318" y="563702"/>
                </a:moveTo>
                <a:lnTo>
                  <a:pt x="9226" y="564605"/>
                </a:lnTo>
                <a:lnTo>
                  <a:pt x="8320" y="563702"/>
                </a:lnTo>
              </a:path>
              <a:path w="444207" h="656463">
                <a:moveTo>
                  <a:pt x="7013" y="564232"/>
                </a:moveTo>
                <a:lnTo>
                  <a:pt x="7277" y="564868"/>
                </a:lnTo>
                <a:lnTo>
                  <a:pt x="7479" y="564868"/>
                </a:lnTo>
                <a:lnTo>
                  <a:pt x="8318" y="564232"/>
                </a:lnTo>
              </a:path>
              <a:path w="444207" h="656463">
                <a:moveTo>
                  <a:pt x="8318" y="564232"/>
                </a:moveTo>
                <a:lnTo>
                  <a:pt x="8318" y="564603"/>
                </a:lnTo>
                <a:lnTo>
                  <a:pt x="9226" y="564605"/>
                </a:lnTo>
                <a:lnTo>
                  <a:pt x="8849" y="564232"/>
                </a:lnTo>
              </a:path>
              <a:path w="444207" h="656463">
                <a:moveTo>
                  <a:pt x="8318" y="564605"/>
                </a:moveTo>
                <a:lnTo>
                  <a:pt x="9226" y="564606"/>
                </a:lnTo>
              </a:path>
              <a:path w="444207" h="656463">
                <a:moveTo>
                  <a:pt x="9226" y="564605"/>
                </a:moveTo>
                <a:lnTo>
                  <a:pt x="9226" y="564605"/>
                </a:lnTo>
                <a:lnTo>
                  <a:pt x="9226" y="564605"/>
                </a:lnTo>
              </a:path>
              <a:path w="444207" h="656463">
                <a:moveTo>
                  <a:pt x="9226" y="564605"/>
                </a:moveTo>
                <a:lnTo>
                  <a:pt x="9226" y="564606"/>
                </a:lnTo>
                <a:lnTo>
                  <a:pt x="9226" y="564606"/>
                </a:lnTo>
              </a:path>
              <a:path w="444207" h="656463">
                <a:moveTo>
                  <a:pt x="8318" y="564606"/>
                </a:moveTo>
                <a:lnTo>
                  <a:pt x="8318" y="564984"/>
                </a:lnTo>
                <a:lnTo>
                  <a:pt x="10147" y="564984"/>
                </a:lnTo>
                <a:lnTo>
                  <a:pt x="9230" y="564607"/>
                </a:lnTo>
              </a:path>
              <a:path w="444207" h="656463">
                <a:moveTo>
                  <a:pt x="8318" y="564984"/>
                </a:moveTo>
                <a:lnTo>
                  <a:pt x="8318" y="564984"/>
                </a:lnTo>
                <a:lnTo>
                  <a:pt x="9608" y="564984"/>
                </a:lnTo>
              </a:path>
              <a:path w="444207" h="656463">
                <a:moveTo>
                  <a:pt x="9608" y="564984"/>
                </a:moveTo>
                <a:lnTo>
                  <a:pt x="10147" y="564984"/>
                </a:lnTo>
              </a:path>
              <a:path w="444207" h="656463">
                <a:moveTo>
                  <a:pt x="9608" y="564984"/>
                </a:moveTo>
                <a:lnTo>
                  <a:pt x="10919" y="566293"/>
                </a:lnTo>
                <a:lnTo>
                  <a:pt x="11429" y="566802"/>
                </a:lnTo>
                <a:lnTo>
                  <a:pt x="11430" y="566293"/>
                </a:lnTo>
                <a:lnTo>
                  <a:pt x="11462" y="564984"/>
                </a:lnTo>
              </a:path>
              <a:path w="444207" h="656463">
                <a:moveTo>
                  <a:pt x="6756" y="46202"/>
                </a:moveTo>
                <a:lnTo>
                  <a:pt x="7277" y="45681"/>
                </a:lnTo>
                <a:lnTo>
                  <a:pt x="7277" y="43738"/>
                </a:lnTo>
                <a:lnTo>
                  <a:pt x="5715" y="43738"/>
                </a:lnTo>
                <a:lnTo>
                  <a:pt x="6235" y="46723"/>
                </a:lnTo>
                <a:lnTo>
                  <a:pt x="6756" y="46202"/>
                </a:lnTo>
                <a:close/>
              </a:path>
              <a:path w="444207" h="656463">
                <a:moveTo>
                  <a:pt x="8892" y="43738"/>
                </a:moveTo>
                <a:lnTo>
                  <a:pt x="9029" y="43408"/>
                </a:lnTo>
                <a:lnTo>
                  <a:pt x="9359" y="43738"/>
                </a:lnTo>
                <a:lnTo>
                  <a:pt x="9359" y="42049"/>
                </a:lnTo>
                <a:lnTo>
                  <a:pt x="7277" y="41135"/>
                </a:lnTo>
                <a:lnTo>
                  <a:pt x="8178" y="43738"/>
                </a:lnTo>
                <a:lnTo>
                  <a:pt x="8699" y="43738"/>
                </a:lnTo>
                <a:lnTo>
                  <a:pt x="8509" y="44450"/>
                </a:lnTo>
                <a:lnTo>
                  <a:pt x="7797" y="46166"/>
                </a:lnTo>
                <a:lnTo>
                  <a:pt x="8892" y="43738"/>
                </a:lnTo>
                <a:close/>
              </a:path>
              <a:path w="444207" h="656463">
                <a:moveTo>
                  <a:pt x="14935" y="572274"/>
                </a:moveTo>
                <a:lnTo>
                  <a:pt x="14744" y="571563"/>
                </a:lnTo>
                <a:lnTo>
                  <a:pt x="16675" y="572274"/>
                </a:lnTo>
                <a:lnTo>
                  <a:pt x="15328" y="570712"/>
                </a:lnTo>
                <a:lnTo>
                  <a:pt x="14287" y="569671"/>
                </a:lnTo>
                <a:lnTo>
                  <a:pt x="13246" y="568629"/>
                </a:lnTo>
                <a:lnTo>
                  <a:pt x="11429" y="568629"/>
                </a:lnTo>
                <a:lnTo>
                  <a:pt x="11430" y="569091"/>
                </a:lnTo>
                <a:lnTo>
                  <a:pt x="11633" y="569480"/>
                </a:lnTo>
                <a:lnTo>
                  <a:pt x="12823" y="569671"/>
                </a:lnTo>
                <a:lnTo>
                  <a:pt x="12865" y="570712"/>
                </a:lnTo>
                <a:lnTo>
                  <a:pt x="14427" y="572274"/>
                </a:lnTo>
                <a:lnTo>
                  <a:pt x="14935" y="572274"/>
                </a:lnTo>
                <a:close/>
              </a:path>
              <a:path w="444207" h="656463">
                <a:moveTo>
                  <a:pt x="11950" y="537593"/>
                </a:moveTo>
                <a:lnTo>
                  <a:pt x="12471" y="537070"/>
                </a:lnTo>
                <a:lnTo>
                  <a:pt x="11950" y="536676"/>
                </a:lnTo>
                <a:lnTo>
                  <a:pt x="11950" y="536034"/>
                </a:lnTo>
                <a:lnTo>
                  <a:pt x="11304" y="536684"/>
                </a:lnTo>
                <a:lnTo>
                  <a:pt x="10210" y="539343"/>
                </a:lnTo>
                <a:lnTo>
                  <a:pt x="11950" y="547709"/>
                </a:lnTo>
                <a:lnTo>
                  <a:pt x="11950" y="537593"/>
                </a:lnTo>
                <a:close/>
              </a:path>
              <a:path w="444207" h="656463">
                <a:moveTo>
                  <a:pt x="9613" y="553034"/>
                </a:moveTo>
                <a:lnTo>
                  <a:pt x="10210" y="545960"/>
                </a:lnTo>
                <a:lnTo>
                  <a:pt x="11950" y="547709"/>
                </a:lnTo>
                <a:lnTo>
                  <a:pt x="10210" y="539343"/>
                </a:lnTo>
                <a:lnTo>
                  <a:pt x="11304" y="536684"/>
                </a:lnTo>
                <a:lnTo>
                  <a:pt x="10731" y="537260"/>
                </a:lnTo>
                <a:lnTo>
                  <a:pt x="11696" y="55689"/>
                </a:lnTo>
                <a:lnTo>
                  <a:pt x="6235" y="49720"/>
                </a:lnTo>
                <a:lnTo>
                  <a:pt x="6235" y="561619"/>
                </a:lnTo>
                <a:lnTo>
                  <a:pt x="7277" y="562660"/>
                </a:lnTo>
                <a:lnTo>
                  <a:pt x="9230" y="564607"/>
                </a:lnTo>
                <a:lnTo>
                  <a:pt x="10147" y="564984"/>
                </a:lnTo>
                <a:lnTo>
                  <a:pt x="9613" y="553034"/>
                </a:lnTo>
                <a:close/>
              </a:path>
              <a:path w="444207" h="656463">
                <a:moveTo>
                  <a:pt x="14033" y="555680"/>
                </a:moveTo>
                <a:lnTo>
                  <a:pt x="13512" y="553941"/>
                </a:lnTo>
                <a:lnTo>
                  <a:pt x="13322" y="553237"/>
                </a:lnTo>
                <a:lnTo>
                  <a:pt x="12992" y="552386"/>
                </a:lnTo>
                <a:lnTo>
                  <a:pt x="12471" y="551865"/>
                </a:lnTo>
                <a:lnTo>
                  <a:pt x="12471" y="552272"/>
                </a:lnTo>
                <a:lnTo>
                  <a:pt x="11980" y="550843"/>
                </a:lnTo>
                <a:lnTo>
                  <a:pt x="11659" y="549481"/>
                </a:lnTo>
                <a:lnTo>
                  <a:pt x="11252" y="549071"/>
                </a:lnTo>
                <a:lnTo>
                  <a:pt x="11814" y="550675"/>
                </a:lnTo>
                <a:lnTo>
                  <a:pt x="12865" y="553290"/>
                </a:lnTo>
                <a:lnTo>
                  <a:pt x="13512" y="554863"/>
                </a:lnTo>
                <a:lnTo>
                  <a:pt x="13010" y="553436"/>
                </a:lnTo>
                <a:lnTo>
                  <a:pt x="12992" y="553300"/>
                </a:lnTo>
                <a:lnTo>
                  <a:pt x="12801" y="552716"/>
                </a:lnTo>
                <a:lnTo>
                  <a:pt x="12992" y="552907"/>
                </a:lnTo>
                <a:lnTo>
                  <a:pt x="13165" y="553592"/>
                </a:lnTo>
                <a:lnTo>
                  <a:pt x="13512" y="554427"/>
                </a:lnTo>
                <a:lnTo>
                  <a:pt x="13923" y="555637"/>
                </a:lnTo>
                <a:lnTo>
                  <a:pt x="14033" y="555904"/>
                </a:lnTo>
                <a:lnTo>
                  <a:pt x="14033" y="555680"/>
                </a:lnTo>
                <a:close/>
              </a:path>
              <a:path w="444207" h="656463">
                <a:moveTo>
                  <a:pt x="13754" y="61822"/>
                </a:moveTo>
                <a:lnTo>
                  <a:pt x="14033" y="61150"/>
                </a:lnTo>
                <a:lnTo>
                  <a:pt x="13909" y="60102"/>
                </a:lnTo>
                <a:lnTo>
                  <a:pt x="13322" y="60693"/>
                </a:lnTo>
                <a:lnTo>
                  <a:pt x="13843" y="59143"/>
                </a:lnTo>
                <a:lnTo>
                  <a:pt x="14051" y="58934"/>
                </a:lnTo>
                <a:lnTo>
                  <a:pt x="14363" y="58102"/>
                </a:lnTo>
                <a:lnTo>
                  <a:pt x="14935" y="56489"/>
                </a:lnTo>
                <a:lnTo>
                  <a:pt x="15264" y="55689"/>
                </a:lnTo>
                <a:lnTo>
                  <a:pt x="15582" y="54914"/>
                </a:lnTo>
                <a:lnTo>
                  <a:pt x="15582" y="55139"/>
                </a:lnTo>
                <a:lnTo>
                  <a:pt x="15582" y="55435"/>
                </a:lnTo>
                <a:lnTo>
                  <a:pt x="15582" y="55139"/>
                </a:lnTo>
                <a:lnTo>
                  <a:pt x="15455" y="55447"/>
                </a:lnTo>
                <a:lnTo>
                  <a:pt x="15583" y="55689"/>
                </a:lnTo>
                <a:lnTo>
                  <a:pt x="15730" y="55689"/>
                </a:lnTo>
                <a:lnTo>
                  <a:pt x="16103" y="54796"/>
                </a:lnTo>
                <a:lnTo>
                  <a:pt x="16103" y="53873"/>
                </a:lnTo>
                <a:lnTo>
                  <a:pt x="16624" y="54272"/>
                </a:lnTo>
                <a:lnTo>
                  <a:pt x="16446" y="53428"/>
                </a:lnTo>
                <a:lnTo>
                  <a:pt x="16397" y="53086"/>
                </a:lnTo>
                <a:lnTo>
                  <a:pt x="15234" y="55689"/>
                </a:lnTo>
                <a:lnTo>
                  <a:pt x="14884" y="56540"/>
                </a:lnTo>
                <a:lnTo>
                  <a:pt x="11696" y="55689"/>
                </a:lnTo>
                <a:lnTo>
                  <a:pt x="12801" y="62776"/>
                </a:lnTo>
                <a:lnTo>
                  <a:pt x="12280" y="65379"/>
                </a:lnTo>
                <a:lnTo>
                  <a:pt x="13754" y="61822"/>
                </a:lnTo>
                <a:close/>
              </a:path>
              <a:path w="444207" h="656463">
                <a:moveTo>
                  <a:pt x="12280" y="551675"/>
                </a:moveTo>
                <a:lnTo>
                  <a:pt x="12471" y="551336"/>
                </a:lnTo>
                <a:lnTo>
                  <a:pt x="12471" y="550297"/>
                </a:lnTo>
                <a:lnTo>
                  <a:pt x="11950" y="549774"/>
                </a:lnTo>
                <a:lnTo>
                  <a:pt x="11950" y="550189"/>
                </a:lnTo>
                <a:lnTo>
                  <a:pt x="11659" y="549481"/>
                </a:lnTo>
                <a:lnTo>
                  <a:pt x="11980" y="550843"/>
                </a:lnTo>
                <a:lnTo>
                  <a:pt x="12471" y="552272"/>
                </a:lnTo>
                <a:lnTo>
                  <a:pt x="12280" y="551675"/>
                </a:lnTo>
                <a:close/>
              </a:path>
              <a:path w="444207" h="656463">
                <a:moveTo>
                  <a:pt x="12864" y="64795"/>
                </a:moveTo>
                <a:lnTo>
                  <a:pt x="13512" y="63220"/>
                </a:lnTo>
                <a:lnTo>
                  <a:pt x="13754" y="61822"/>
                </a:lnTo>
                <a:lnTo>
                  <a:pt x="12280" y="65379"/>
                </a:lnTo>
                <a:lnTo>
                  <a:pt x="12801" y="62776"/>
                </a:lnTo>
                <a:lnTo>
                  <a:pt x="11696" y="55689"/>
                </a:lnTo>
                <a:lnTo>
                  <a:pt x="11772" y="67449"/>
                </a:lnTo>
                <a:lnTo>
                  <a:pt x="12864" y="64795"/>
                </a:lnTo>
                <a:close/>
              </a:path>
              <a:path w="444207" h="656463">
                <a:moveTo>
                  <a:pt x="12153" y="570001"/>
                </a:moveTo>
                <a:lnTo>
                  <a:pt x="11823" y="569671"/>
                </a:lnTo>
                <a:lnTo>
                  <a:pt x="11430" y="569277"/>
                </a:lnTo>
                <a:lnTo>
                  <a:pt x="11112" y="568960"/>
                </a:lnTo>
                <a:lnTo>
                  <a:pt x="10261" y="568629"/>
                </a:lnTo>
                <a:lnTo>
                  <a:pt x="11302" y="569671"/>
                </a:lnTo>
                <a:lnTo>
                  <a:pt x="11430" y="569671"/>
                </a:lnTo>
                <a:lnTo>
                  <a:pt x="12344" y="570712"/>
                </a:lnTo>
                <a:lnTo>
                  <a:pt x="12153" y="570001"/>
                </a:lnTo>
                <a:close/>
              </a:path>
              <a:path w="444207" h="656463">
                <a:moveTo>
                  <a:pt x="10261" y="568629"/>
                </a:moveTo>
                <a:lnTo>
                  <a:pt x="10261" y="568629"/>
                </a:lnTo>
                <a:lnTo>
                  <a:pt x="10261" y="568629"/>
                </a:lnTo>
                <a:close/>
              </a:path>
              <a:path w="444207" h="656463">
                <a:moveTo>
                  <a:pt x="10261" y="568629"/>
                </a:moveTo>
                <a:lnTo>
                  <a:pt x="9220" y="567588"/>
                </a:lnTo>
                <a:lnTo>
                  <a:pt x="10261" y="568629"/>
                </a:lnTo>
                <a:close/>
              </a:path>
              <a:path w="444207" h="656463">
                <a:moveTo>
                  <a:pt x="14427" y="572274"/>
                </a:moveTo>
                <a:lnTo>
                  <a:pt x="12865" y="570712"/>
                </a:lnTo>
                <a:lnTo>
                  <a:pt x="12823" y="569671"/>
                </a:lnTo>
                <a:lnTo>
                  <a:pt x="11633" y="569480"/>
                </a:lnTo>
                <a:lnTo>
                  <a:pt x="11823" y="569671"/>
                </a:lnTo>
                <a:lnTo>
                  <a:pt x="12153" y="570001"/>
                </a:lnTo>
                <a:lnTo>
                  <a:pt x="12344" y="570712"/>
                </a:lnTo>
                <a:lnTo>
                  <a:pt x="11430" y="569671"/>
                </a:lnTo>
                <a:lnTo>
                  <a:pt x="11302" y="569671"/>
                </a:lnTo>
                <a:lnTo>
                  <a:pt x="11430" y="569798"/>
                </a:lnTo>
                <a:lnTo>
                  <a:pt x="11430" y="572795"/>
                </a:lnTo>
                <a:lnTo>
                  <a:pt x="14427" y="572274"/>
                </a:lnTo>
                <a:close/>
              </a:path>
              <a:path w="444207" h="656463">
                <a:moveTo>
                  <a:pt x="11633" y="569480"/>
                </a:moveTo>
                <a:lnTo>
                  <a:pt x="11633" y="569480"/>
                </a:lnTo>
                <a:lnTo>
                  <a:pt x="11633" y="569480"/>
                </a:lnTo>
                <a:close/>
              </a:path>
              <a:path w="444207" h="656463">
                <a:moveTo>
                  <a:pt x="11430" y="569091"/>
                </a:moveTo>
                <a:lnTo>
                  <a:pt x="11430" y="567588"/>
                </a:lnTo>
                <a:lnTo>
                  <a:pt x="9220" y="567588"/>
                </a:lnTo>
                <a:lnTo>
                  <a:pt x="8318" y="566686"/>
                </a:lnTo>
                <a:lnTo>
                  <a:pt x="7277" y="565645"/>
                </a:lnTo>
                <a:lnTo>
                  <a:pt x="6605" y="564984"/>
                </a:lnTo>
                <a:lnTo>
                  <a:pt x="6946" y="564807"/>
                </a:lnTo>
                <a:lnTo>
                  <a:pt x="6438" y="563765"/>
                </a:lnTo>
                <a:lnTo>
                  <a:pt x="6284" y="563395"/>
                </a:lnTo>
                <a:lnTo>
                  <a:pt x="6235" y="562355"/>
                </a:lnTo>
                <a:lnTo>
                  <a:pt x="6235" y="49610"/>
                </a:lnTo>
                <a:lnTo>
                  <a:pt x="5319" y="51804"/>
                </a:lnTo>
                <a:lnTo>
                  <a:pt x="4673" y="53168"/>
                </a:lnTo>
                <a:lnTo>
                  <a:pt x="4165" y="54394"/>
                </a:lnTo>
                <a:lnTo>
                  <a:pt x="3644" y="53479"/>
                </a:lnTo>
                <a:lnTo>
                  <a:pt x="3644" y="55041"/>
                </a:lnTo>
                <a:lnTo>
                  <a:pt x="4292" y="54394"/>
                </a:lnTo>
                <a:lnTo>
                  <a:pt x="4673" y="53352"/>
                </a:lnTo>
                <a:lnTo>
                  <a:pt x="5397" y="51727"/>
                </a:lnTo>
                <a:lnTo>
                  <a:pt x="5715" y="561098"/>
                </a:lnTo>
                <a:lnTo>
                  <a:pt x="6235" y="563278"/>
                </a:lnTo>
                <a:lnTo>
                  <a:pt x="6235" y="564616"/>
                </a:lnTo>
                <a:lnTo>
                  <a:pt x="5714" y="563575"/>
                </a:lnTo>
                <a:lnTo>
                  <a:pt x="4673" y="561479"/>
                </a:lnTo>
                <a:lnTo>
                  <a:pt x="3644" y="559942"/>
                </a:lnTo>
                <a:lnTo>
                  <a:pt x="2603" y="558380"/>
                </a:lnTo>
                <a:lnTo>
                  <a:pt x="2082" y="556818"/>
                </a:lnTo>
                <a:lnTo>
                  <a:pt x="2603" y="557339"/>
                </a:lnTo>
                <a:lnTo>
                  <a:pt x="3644" y="559422"/>
                </a:lnTo>
                <a:lnTo>
                  <a:pt x="3098" y="557834"/>
                </a:lnTo>
                <a:lnTo>
                  <a:pt x="2794" y="557009"/>
                </a:lnTo>
                <a:lnTo>
                  <a:pt x="2603" y="556425"/>
                </a:lnTo>
                <a:lnTo>
                  <a:pt x="3314" y="558050"/>
                </a:lnTo>
                <a:lnTo>
                  <a:pt x="2273" y="530364"/>
                </a:lnTo>
                <a:lnTo>
                  <a:pt x="520" y="534073"/>
                </a:lnTo>
                <a:lnTo>
                  <a:pt x="520" y="533552"/>
                </a:lnTo>
                <a:lnTo>
                  <a:pt x="2273" y="530364"/>
                </a:lnTo>
                <a:lnTo>
                  <a:pt x="2794" y="528294"/>
                </a:lnTo>
                <a:lnTo>
                  <a:pt x="3314" y="526732"/>
                </a:lnTo>
                <a:lnTo>
                  <a:pt x="2082" y="62699"/>
                </a:lnTo>
                <a:lnTo>
                  <a:pt x="2082" y="60236"/>
                </a:lnTo>
                <a:lnTo>
                  <a:pt x="1562" y="60756"/>
                </a:lnTo>
                <a:lnTo>
                  <a:pt x="1562" y="528485"/>
                </a:lnTo>
                <a:lnTo>
                  <a:pt x="2577" y="528510"/>
                </a:lnTo>
                <a:lnTo>
                  <a:pt x="1691" y="530946"/>
                </a:lnTo>
                <a:lnTo>
                  <a:pt x="1041" y="532511"/>
                </a:lnTo>
                <a:lnTo>
                  <a:pt x="520" y="532117"/>
                </a:lnTo>
                <a:lnTo>
                  <a:pt x="520" y="534593"/>
                </a:lnTo>
                <a:lnTo>
                  <a:pt x="2273" y="554926"/>
                </a:lnTo>
                <a:lnTo>
                  <a:pt x="1840" y="554493"/>
                </a:lnTo>
                <a:lnTo>
                  <a:pt x="2603" y="556549"/>
                </a:lnTo>
                <a:lnTo>
                  <a:pt x="2730" y="556945"/>
                </a:lnTo>
                <a:lnTo>
                  <a:pt x="2082" y="555383"/>
                </a:lnTo>
                <a:lnTo>
                  <a:pt x="1688" y="554341"/>
                </a:lnTo>
                <a:lnTo>
                  <a:pt x="2082" y="556298"/>
                </a:lnTo>
                <a:lnTo>
                  <a:pt x="1562" y="555777"/>
                </a:lnTo>
                <a:lnTo>
                  <a:pt x="1041" y="553694"/>
                </a:lnTo>
                <a:lnTo>
                  <a:pt x="1041" y="555777"/>
                </a:lnTo>
                <a:lnTo>
                  <a:pt x="1562" y="556298"/>
                </a:lnTo>
                <a:lnTo>
                  <a:pt x="2082" y="557860"/>
                </a:lnTo>
                <a:lnTo>
                  <a:pt x="2603" y="558901"/>
                </a:lnTo>
                <a:lnTo>
                  <a:pt x="3644" y="560451"/>
                </a:lnTo>
                <a:lnTo>
                  <a:pt x="4673" y="562533"/>
                </a:lnTo>
                <a:lnTo>
                  <a:pt x="5714" y="564984"/>
                </a:lnTo>
                <a:lnTo>
                  <a:pt x="5715" y="567588"/>
                </a:lnTo>
                <a:lnTo>
                  <a:pt x="9220" y="567588"/>
                </a:lnTo>
                <a:lnTo>
                  <a:pt x="10261" y="568629"/>
                </a:lnTo>
                <a:lnTo>
                  <a:pt x="11112" y="568960"/>
                </a:lnTo>
                <a:lnTo>
                  <a:pt x="11430" y="569277"/>
                </a:lnTo>
                <a:lnTo>
                  <a:pt x="11633" y="569480"/>
                </a:lnTo>
                <a:lnTo>
                  <a:pt x="11430" y="569091"/>
                </a:lnTo>
                <a:close/>
              </a:path>
              <a:path w="444207" h="656463">
                <a:moveTo>
                  <a:pt x="11950" y="547709"/>
                </a:moveTo>
                <a:lnTo>
                  <a:pt x="11950" y="548233"/>
                </a:lnTo>
                <a:lnTo>
                  <a:pt x="11950" y="549668"/>
                </a:lnTo>
                <a:lnTo>
                  <a:pt x="12471" y="549668"/>
                </a:lnTo>
                <a:lnTo>
                  <a:pt x="12471" y="548233"/>
                </a:lnTo>
              </a:path>
              <a:path w="444207" h="656463">
                <a:moveTo>
                  <a:pt x="10731" y="548043"/>
                </a:moveTo>
                <a:lnTo>
                  <a:pt x="10963" y="548619"/>
                </a:lnTo>
                <a:lnTo>
                  <a:pt x="11144" y="549071"/>
                </a:lnTo>
                <a:lnTo>
                  <a:pt x="11754" y="549071"/>
                </a:lnTo>
                <a:lnTo>
                  <a:pt x="11304" y="548619"/>
                </a:lnTo>
              </a:path>
              <a:path w="444207" h="656463">
                <a:moveTo>
                  <a:pt x="11144" y="549071"/>
                </a:moveTo>
                <a:lnTo>
                  <a:pt x="11772" y="550633"/>
                </a:lnTo>
                <a:lnTo>
                  <a:pt x="12611" y="553034"/>
                </a:lnTo>
                <a:lnTo>
                  <a:pt x="12571" y="553290"/>
                </a:lnTo>
                <a:lnTo>
                  <a:pt x="12330" y="554863"/>
                </a:lnTo>
                <a:lnTo>
                  <a:pt x="13512" y="554863"/>
                </a:lnTo>
                <a:lnTo>
                  <a:pt x="12865" y="553290"/>
                </a:lnTo>
                <a:lnTo>
                  <a:pt x="12762" y="553034"/>
                </a:lnTo>
                <a:lnTo>
                  <a:pt x="11814" y="550675"/>
                </a:lnTo>
                <a:lnTo>
                  <a:pt x="11252" y="549071"/>
                </a:lnTo>
              </a:path>
              <a:path w="444207" h="656463">
                <a:moveTo>
                  <a:pt x="11252" y="549071"/>
                </a:moveTo>
                <a:lnTo>
                  <a:pt x="11448" y="549269"/>
                </a:lnTo>
                <a:lnTo>
                  <a:pt x="11659" y="549481"/>
                </a:lnTo>
                <a:lnTo>
                  <a:pt x="11736" y="549668"/>
                </a:lnTo>
                <a:lnTo>
                  <a:pt x="11950" y="549668"/>
                </a:lnTo>
                <a:lnTo>
                  <a:pt x="11950" y="549481"/>
                </a:lnTo>
                <a:lnTo>
                  <a:pt x="11950" y="549269"/>
                </a:lnTo>
                <a:lnTo>
                  <a:pt x="11754" y="549071"/>
                </a:lnTo>
              </a:path>
              <a:path w="444207" h="656463">
                <a:moveTo>
                  <a:pt x="11736" y="549668"/>
                </a:moveTo>
                <a:lnTo>
                  <a:pt x="12471" y="549774"/>
                </a:lnTo>
              </a:path>
              <a:path w="444207" h="656463">
                <a:moveTo>
                  <a:pt x="11779" y="549774"/>
                </a:moveTo>
                <a:lnTo>
                  <a:pt x="11950" y="550189"/>
                </a:lnTo>
                <a:lnTo>
                  <a:pt x="11950" y="549774"/>
                </a:lnTo>
              </a:path>
              <a:path w="444207" h="656463">
                <a:moveTo>
                  <a:pt x="11950" y="549774"/>
                </a:moveTo>
                <a:lnTo>
                  <a:pt x="12471" y="550297"/>
                </a:lnTo>
                <a:lnTo>
                  <a:pt x="12471" y="549792"/>
                </a:lnTo>
              </a:path>
              <a:path w="444207" h="656463">
                <a:moveTo>
                  <a:pt x="12471" y="550297"/>
                </a:moveTo>
                <a:lnTo>
                  <a:pt x="12471" y="550821"/>
                </a:lnTo>
                <a:lnTo>
                  <a:pt x="12471" y="551336"/>
                </a:lnTo>
                <a:lnTo>
                  <a:pt x="12355" y="551738"/>
                </a:lnTo>
                <a:lnTo>
                  <a:pt x="13512" y="551738"/>
                </a:lnTo>
                <a:lnTo>
                  <a:pt x="13512" y="551345"/>
                </a:lnTo>
                <a:lnTo>
                  <a:pt x="12992" y="550821"/>
                </a:lnTo>
              </a:path>
              <a:path w="444207" h="656463">
                <a:moveTo>
                  <a:pt x="12280" y="551675"/>
                </a:moveTo>
                <a:lnTo>
                  <a:pt x="12303" y="551747"/>
                </a:lnTo>
                <a:lnTo>
                  <a:pt x="12352" y="551747"/>
                </a:lnTo>
              </a:path>
              <a:path w="444207" h="656463">
                <a:moveTo>
                  <a:pt x="12355" y="551738"/>
                </a:moveTo>
              </a:path>
              <a:path w="444207" h="656463">
                <a:moveTo>
                  <a:pt x="12471" y="551738"/>
                </a:moveTo>
                <a:lnTo>
                  <a:pt x="13512" y="551859"/>
                </a:lnTo>
              </a:path>
              <a:path w="444207" h="656463">
                <a:moveTo>
                  <a:pt x="12303" y="551747"/>
                </a:moveTo>
                <a:lnTo>
                  <a:pt x="12471" y="551866"/>
                </a:lnTo>
              </a:path>
              <a:path w="444207" h="656463">
                <a:moveTo>
                  <a:pt x="12471" y="551859"/>
                </a:moveTo>
                <a:lnTo>
                  <a:pt x="12995" y="551866"/>
                </a:lnTo>
              </a:path>
              <a:path w="444207" h="656463">
                <a:moveTo>
                  <a:pt x="12992" y="551859"/>
                </a:moveTo>
                <a:lnTo>
                  <a:pt x="13512" y="552383"/>
                </a:lnTo>
                <a:lnTo>
                  <a:pt x="13512" y="551859"/>
                </a:lnTo>
              </a:path>
              <a:path w="444207" h="656463">
                <a:moveTo>
                  <a:pt x="12341" y="551866"/>
                </a:moveTo>
                <a:lnTo>
                  <a:pt x="12427" y="552134"/>
                </a:lnTo>
                <a:lnTo>
                  <a:pt x="12471" y="552272"/>
                </a:lnTo>
                <a:lnTo>
                  <a:pt x="12471" y="552134"/>
                </a:lnTo>
                <a:lnTo>
                  <a:pt x="12471" y="551866"/>
                </a:lnTo>
              </a:path>
              <a:path w="444207" h="656463">
                <a:moveTo>
                  <a:pt x="12471" y="551866"/>
                </a:moveTo>
                <a:lnTo>
                  <a:pt x="12992" y="552386"/>
                </a:lnTo>
                <a:lnTo>
                  <a:pt x="13194" y="552907"/>
                </a:lnTo>
                <a:lnTo>
                  <a:pt x="13322" y="553237"/>
                </a:lnTo>
                <a:lnTo>
                  <a:pt x="13374" y="553428"/>
                </a:lnTo>
                <a:lnTo>
                  <a:pt x="13512" y="553941"/>
                </a:lnTo>
                <a:lnTo>
                  <a:pt x="13668" y="554465"/>
                </a:lnTo>
                <a:lnTo>
                  <a:pt x="14015" y="555637"/>
                </a:lnTo>
                <a:lnTo>
                  <a:pt x="14033" y="555904"/>
                </a:lnTo>
                <a:lnTo>
                  <a:pt x="14050" y="555680"/>
                </a:lnTo>
                <a:lnTo>
                  <a:pt x="14033" y="554465"/>
                </a:lnTo>
                <a:lnTo>
                  <a:pt x="13770" y="553941"/>
                </a:lnTo>
                <a:lnTo>
                  <a:pt x="13512" y="553428"/>
                </a:lnTo>
                <a:lnTo>
                  <a:pt x="13512" y="553237"/>
                </a:lnTo>
                <a:lnTo>
                  <a:pt x="13513" y="552907"/>
                </a:lnTo>
                <a:lnTo>
                  <a:pt x="13254" y="552386"/>
                </a:lnTo>
                <a:lnTo>
                  <a:pt x="12995" y="551866"/>
                </a:lnTo>
              </a:path>
              <a:path w="444207" h="656463">
                <a:moveTo>
                  <a:pt x="12801" y="552716"/>
                </a:moveTo>
                <a:lnTo>
                  <a:pt x="12863" y="552907"/>
                </a:lnTo>
                <a:lnTo>
                  <a:pt x="12992" y="553300"/>
                </a:lnTo>
                <a:lnTo>
                  <a:pt x="13010" y="553436"/>
                </a:lnTo>
                <a:lnTo>
                  <a:pt x="13065" y="553592"/>
                </a:lnTo>
                <a:lnTo>
                  <a:pt x="13359" y="554427"/>
                </a:lnTo>
                <a:lnTo>
                  <a:pt x="13512" y="554863"/>
                </a:lnTo>
                <a:lnTo>
                  <a:pt x="13660" y="554863"/>
                </a:lnTo>
                <a:lnTo>
                  <a:pt x="13512" y="554427"/>
                </a:lnTo>
                <a:lnTo>
                  <a:pt x="13165" y="553592"/>
                </a:lnTo>
                <a:lnTo>
                  <a:pt x="13126" y="553436"/>
                </a:lnTo>
                <a:lnTo>
                  <a:pt x="13091" y="553300"/>
                </a:lnTo>
                <a:lnTo>
                  <a:pt x="12992" y="552907"/>
                </a:lnTo>
              </a:path>
              <a:path w="444207" h="656463">
                <a:moveTo>
                  <a:pt x="12330" y="554863"/>
                </a:moveTo>
                <a:lnTo>
                  <a:pt x="12211" y="555637"/>
                </a:lnTo>
                <a:lnTo>
                  <a:pt x="12478" y="555904"/>
                </a:lnTo>
                <a:lnTo>
                  <a:pt x="14033" y="555904"/>
                </a:lnTo>
                <a:lnTo>
                  <a:pt x="13923" y="555637"/>
                </a:lnTo>
                <a:lnTo>
                  <a:pt x="13660" y="554863"/>
                </a:lnTo>
              </a:path>
              <a:path w="444207" h="656463">
                <a:moveTo>
                  <a:pt x="12478" y="555904"/>
                </a:moveTo>
                <a:lnTo>
                  <a:pt x="13250" y="556679"/>
                </a:lnTo>
                <a:lnTo>
                  <a:pt x="14448" y="556679"/>
                </a:lnTo>
                <a:lnTo>
                  <a:pt x="14139" y="555904"/>
                </a:lnTo>
              </a:path>
              <a:path w="444207" h="656463">
                <a:moveTo>
                  <a:pt x="11304" y="536684"/>
                </a:moveTo>
                <a:lnTo>
                  <a:pt x="11950" y="535114"/>
                </a:lnTo>
                <a:lnTo>
                  <a:pt x="11460" y="535489"/>
                </a:lnTo>
                <a:lnTo>
                  <a:pt x="11252" y="535698"/>
                </a:lnTo>
                <a:lnTo>
                  <a:pt x="12992" y="531469"/>
                </a:lnTo>
                <a:lnTo>
                  <a:pt x="12471" y="533031"/>
                </a:lnTo>
                <a:lnTo>
                  <a:pt x="12471" y="534073"/>
                </a:lnTo>
                <a:lnTo>
                  <a:pt x="12992" y="533949"/>
                </a:lnTo>
                <a:lnTo>
                  <a:pt x="13512" y="533425"/>
                </a:lnTo>
                <a:lnTo>
                  <a:pt x="13512" y="64147"/>
                </a:lnTo>
                <a:lnTo>
                  <a:pt x="14033" y="63626"/>
                </a:lnTo>
                <a:lnTo>
                  <a:pt x="14033" y="61544"/>
                </a:lnTo>
                <a:lnTo>
                  <a:pt x="14554" y="61023"/>
                </a:lnTo>
                <a:lnTo>
                  <a:pt x="15074" y="60502"/>
                </a:lnTo>
                <a:lnTo>
                  <a:pt x="15074" y="58930"/>
                </a:lnTo>
                <a:lnTo>
                  <a:pt x="14554" y="59454"/>
                </a:lnTo>
                <a:lnTo>
                  <a:pt x="13909" y="60102"/>
                </a:lnTo>
                <a:lnTo>
                  <a:pt x="14033" y="61150"/>
                </a:lnTo>
                <a:lnTo>
                  <a:pt x="13754" y="61822"/>
                </a:lnTo>
                <a:lnTo>
                  <a:pt x="13512" y="63220"/>
                </a:lnTo>
                <a:lnTo>
                  <a:pt x="12864" y="64795"/>
                </a:lnTo>
                <a:lnTo>
                  <a:pt x="11772" y="67449"/>
                </a:lnTo>
                <a:lnTo>
                  <a:pt x="11696" y="55689"/>
                </a:lnTo>
                <a:lnTo>
                  <a:pt x="10731" y="537260"/>
                </a:lnTo>
                <a:lnTo>
                  <a:pt x="11304" y="536684"/>
                </a:lnTo>
                <a:close/>
              </a:path>
              <a:path w="444207" h="656463">
                <a:moveTo>
                  <a:pt x="15234" y="55689"/>
                </a:moveTo>
                <a:lnTo>
                  <a:pt x="16305" y="53086"/>
                </a:lnTo>
                <a:lnTo>
                  <a:pt x="16624" y="52311"/>
                </a:lnTo>
                <a:lnTo>
                  <a:pt x="17411" y="49974"/>
                </a:lnTo>
                <a:lnTo>
                  <a:pt x="14300" y="53085"/>
                </a:lnTo>
                <a:lnTo>
                  <a:pt x="11696" y="55689"/>
                </a:lnTo>
                <a:lnTo>
                  <a:pt x="14884" y="56540"/>
                </a:lnTo>
                <a:lnTo>
                  <a:pt x="15234" y="55689"/>
                </a:lnTo>
                <a:close/>
              </a:path>
              <a:path w="444207" h="656463">
                <a:moveTo>
                  <a:pt x="13909" y="60102"/>
                </a:moveTo>
                <a:lnTo>
                  <a:pt x="14554" y="59454"/>
                </a:lnTo>
                <a:lnTo>
                  <a:pt x="15074" y="58930"/>
                </a:lnTo>
                <a:lnTo>
                  <a:pt x="15074" y="57905"/>
                </a:lnTo>
                <a:lnTo>
                  <a:pt x="14418" y="58046"/>
                </a:lnTo>
                <a:lnTo>
                  <a:pt x="15092" y="56331"/>
                </a:lnTo>
                <a:lnTo>
                  <a:pt x="15356" y="55689"/>
                </a:lnTo>
                <a:lnTo>
                  <a:pt x="15455" y="55447"/>
                </a:lnTo>
                <a:lnTo>
                  <a:pt x="15583" y="55138"/>
                </a:lnTo>
                <a:lnTo>
                  <a:pt x="15405" y="55499"/>
                </a:lnTo>
                <a:lnTo>
                  <a:pt x="15264" y="55689"/>
                </a:lnTo>
                <a:lnTo>
                  <a:pt x="14935" y="56489"/>
                </a:lnTo>
                <a:lnTo>
                  <a:pt x="14363" y="58102"/>
                </a:lnTo>
                <a:lnTo>
                  <a:pt x="14051" y="58934"/>
                </a:lnTo>
                <a:lnTo>
                  <a:pt x="13843" y="59143"/>
                </a:lnTo>
                <a:lnTo>
                  <a:pt x="13322" y="60693"/>
                </a:lnTo>
                <a:lnTo>
                  <a:pt x="13909" y="60102"/>
                </a:lnTo>
                <a:close/>
              </a:path>
              <a:path w="444207" h="656463">
                <a:moveTo>
                  <a:pt x="14033" y="65176"/>
                </a:moveTo>
                <a:lnTo>
                  <a:pt x="14033" y="63626"/>
                </a:lnTo>
                <a:lnTo>
                  <a:pt x="13512" y="64147"/>
                </a:lnTo>
                <a:lnTo>
                  <a:pt x="13512" y="65700"/>
                </a:lnTo>
                <a:lnTo>
                  <a:pt x="14033" y="65176"/>
                </a:lnTo>
                <a:close/>
              </a:path>
              <a:path w="444207" h="656463">
                <a:moveTo>
                  <a:pt x="12992" y="550316"/>
                </a:moveTo>
                <a:lnTo>
                  <a:pt x="12471" y="549792"/>
                </a:lnTo>
                <a:lnTo>
                  <a:pt x="12471" y="550297"/>
                </a:lnTo>
                <a:lnTo>
                  <a:pt x="12992" y="550821"/>
                </a:lnTo>
                <a:lnTo>
                  <a:pt x="12992" y="550316"/>
                </a:lnTo>
                <a:close/>
              </a:path>
              <a:path w="444207" h="656463">
                <a:moveTo>
                  <a:pt x="12471" y="535511"/>
                </a:moveTo>
                <a:lnTo>
                  <a:pt x="12992" y="534987"/>
                </a:lnTo>
                <a:lnTo>
                  <a:pt x="12992" y="533949"/>
                </a:lnTo>
                <a:lnTo>
                  <a:pt x="12471" y="534073"/>
                </a:lnTo>
                <a:lnTo>
                  <a:pt x="12471" y="533031"/>
                </a:lnTo>
                <a:lnTo>
                  <a:pt x="12992" y="531469"/>
                </a:lnTo>
                <a:lnTo>
                  <a:pt x="11252" y="535698"/>
                </a:lnTo>
                <a:lnTo>
                  <a:pt x="11460" y="535489"/>
                </a:lnTo>
                <a:lnTo>
                  <a:pt x="11950" y="535114"/>
                </a:lnTo>
                <a:lnTo>
                  <a:pt x="11304" y="536684"/>
                </a:lnTo>
                <a:lnTo>
                  <a:pt x="11950" y="536034"/>
                </a:lnTo>
                <a:lnTo>
                  <a:pt x="11950" y="535635"/>
                </a:lnTo>
                <a:lnTo>
                  <a:pt x="11950" y="536155"/>
                </a:lnTo>
                <a:lnTo>
                  <a:pt x="11950" y="536676"/>
                </a:lnTo>
                <a:lnTo>
                  <a:pt x="12471" y="537070"/>
                </a:lnTo>
                <a:lnTo>
                  <a:pt x="12471" y="535511"/>
                </a:lnTo>
                <a:close/>
              </a:path>
              <a:path w="444207" h="656463">
                <a:moveTo>
                  <a:pt x="14554" y="39839"/>
                </a:moveTo>
                <a:lnTo>
                  <a:pt x="15461" y="38930"/>
                </a:lnTo>
                <a:lnTo>
                  <a:pt x="14554" y="38023"/>
                </a:lnTo>
                <a:lnTo>
                  <a:pt x="13512" y="38023"/>
                </a:lnTo>
                <a:lnTo>
                  <a:pt x="13512" y="40881"/>
                </a:lnTo>
                <a:lnTo>
                  <a:pt x="14554" y="39839"/>
                </a:lnTo>
                <a:close/>
              </a:path>
              <a:path w="444207" h="656463">
                <a:moveTo>
                  <a:pt x="16370" y="38023"/>
                </a:moveTo>
                <a:lnTo>
                  <a:pt x="14554" y="36842"/>
                </a:lnTo>
                <a:lnTo>
                  <a:pt x="14224" y="37172"/>
                </a:lnTo>
                <a:lnTo>
                  <a:pt x="14554" y="38023"/>
                </a:lnTo>
                <a:lnTo>
                  <a:pt x="15461" y="38930"/>
                </a:lnTo>
                <a:lnTo>
                  <a:pt x="14554" y="39839"/>
                </a:lnTo>
                <a:lnTo>
                  <a:pt x="16370" y="38023"/>
                </a:lnTo>
                <a:close/>
              </a:path>
              <a:path w="444207" h="656463">
                <a:moveTo>
                  <a:pt x="14554" y="555637"/>
                </a:moveTo>
                <a:lnTo>
                  <a:pt x="14884" y="555828"/>
                </a:lnTo>
                <a:lnTo>
                  <a:pt x="15405" y="556348"/>
                </a:lnTo>
                <a:lnTo>
                  <a:pt x="15582" y="556527"/>
                </a:lnTo>
                <a:lnTo>
                  <a:pt x="15582" y="556024"/>
                </a:lnTo>
                <a:lnTo>
                  <a:pt x="16233" y="556679"/>
                </a:lnTo>
                <a:lnTo>
                  <a:pt x="15582" y="555637"/>
                </a:lnTo>
                <a:lnTo>
                  <a:pt x="14554" y="554476"/>
                </a:lnTo>
                <a:lnTo>
                  <a:pt x="14033" y="553427"/>
                </a:lnTo>
                <a:lnTo>
                  <a:pt x="13512" y="552383"/>
                </a:lnTo>
                <a:lnTo>
                  <a:pt x="12992" y="551859"/>
                </a:lnTo>
                <a:lnTo>
                  <a:pt x="13513" y="552907"/>
                </a:lnTo>
                <a:lnTo>
                  <a:pt x="14033" y="553952"/>
                </a:lnTo>
                <a:lnTo>
                  <a:pt x="14554" y="554989"/>
                </a:lnTo>
                <a:lnTo>
                  <a:pt x="14033" y="554465"/>
                </a:lnTo>
                <a:lnTo>
                  <a:pt x="14033" y="555637"/>
                </a:lnTo>
                <a:lnTo>
                  <a:pt x="14448" y="556679"/>
                </a:lnTo>
                <a:lnTo>
                  <a:pt x="15234" y="556679"/>
                </a:lnTo>
                <a:lnTo>
                  <a:pt x="14554" y="555637"/>
                </a:lnTo>
                <a:close/>
              </a:path>
              <a:path w="444207" h="656463">
                <a:moveTo>
                  <a:pt x="15405" y="55499"/>
                </a:moveTo>
                <a:lnTo>
                  <a:pt x="15583" y="55066"/>
                </a:lnTo>
                <a:lnTo>
                  <a:pt x="15582" y="54914"/>
                </a:lnTo>
                <a:lnTo>
                  <a:pt x="15264" y="55689"/>
                </a:lnTo>
                <a:lnTo>
                  <a:pt x="15405" y="55499"/>
                </a:lnTo>
                <a:close/>
              </a:path>
              <a:path w="444207" h="656463">
                <a:moveTo>
                  <a:pt x="17665" y="558749"/>
                </a:moveTo>
                <a:lnTo>
                  <a:pt x="18186" y="557720"/>
                </a:lnTo>
                <a:lnTo>
                  <a:pt x="19227" y="557720"/>
                </a:lnTo>
                <a:lnTo>
                  <a:pt x="18186" y="556679"/>
                </a:lnTo>
                <a:lnTo>
                  <a:pt x="16769" y="557720"/>
                </a:lnTo>
                <a:lnTo>
                  <a:pt x="16967" y="558431"/>
                </a:lnTo>
                <a:lnTo>
                  <a:pt x="16791" y="558749"/>
                </a:lnTo>
                <a:lnTo>
                  <a:pt x="16624" y="558289"/>
                </a:lnTo>
                <a:lnTo>
                  <a:pt x="16624" y="557720"/>
                </a:lnTo>
                <a:lnTo>
                  <a:pt x="15662" y="557720"/>
                </a:lnTo>
                <a:lnTo>
                  <a:pt x="15582" y="557526"/>
                </a:lnTo>
                <a:lnTo>
                  <a:pt x="15582" y="557720"/>
                </a:lnTo>
                <a:lnTo>
                  <a:pt x="15747" y="557926"/>
                </a:lnTo>
                <a:lnTo>
                  <a:pt x="16446" y="557911"/>
                </a:lnTo>
                <a:lnTo>
                  <a:pt x="16597" y="558278"/>
                </a:lnTo>
                <a:lnTo>
                  <a:pt x="16624" y="558749"/>
                </a:lnTo>
                <a:lnTo>
                  <a:pt x="16902" y="559018"/>
                </a:lnTo>
                <a:lnTo>
                  <a:pt x="17665" y="558749"/>
                </a:lnTo>
                <a:close/>
              </a:path>
              <a:path w="444207" h="656463">
                <a:moveTo>
                  <a:pt x="13779" y="41135"/>
                </a:moveTo>
                <a:lnTo>
                  <a:pt x="13252" y="41135"/>
                </a:lnTo>
                <a:lnTo>
                  <a:pt x="10643" y="43738"/>
                </a:lnTo>
                <a:lnTo>
                  <a:pt x="13666" y="43738"/>
                </a:lnTo>
                <a:lnTo>
                  <a:pt x="13779" y="41135"/>
                </a:lnTo>
              </a:path>
              <a:path w="444207" h="656463">
                <a:moveTo>
                  <a:pt x="10643" y="43738"/>
                </a:moveTo>
                <a:lnTo>
                  <a:pt x="11176" y="43738"/>
                </a:lnTo>
              </a:path>
              <a:path w="444207" h="656463">
                <a:moveTo>
                  <a:pt x="11176" y="43738"/>
                </a:moveTo>
                <a:lnTo>
                  <a:pt x="13666" y="43738"/>
                </a:lnTo>
              </a:path>
              <a:path w="444207" h="656463">
                <a:moveTo>
                  <a:pt x="10388" y="43738"/>
                </a:moveTo>
                <a:lnTo>
                  <a:pt x="10388" y="43738"/>
                </a:lnTo>
                <a:lnTo>
                  <a:pt x="10643" y="43738"/>
                </a:lnTo>
              </a:path>
              <a:path w="444207" h="656463">
                <a:moveTo>
                  <a:pt x="10388" y="43738"/>
                </a:moveTo>
                <a:lnTo>
                  <a:pt x="10388" y="43992"/>
                </a:lnTo>
                <a:lnTo>
                  <a:pt x="11176" y="43738"/>
                </a:lnTo>
              </a:path>
              <a:path w="444207" h="656463">
                <a:moveTo>
                  <a:pt x="11176" y="43738"/>
                </a:moveTo>
                <a:lnTo>
                  <a:pt x="7797" y="47117"/>
                </a:lnTo>
                <a:lnTo>
                  <a:pt x="12217" y="43738"/>
                </a:lnTo>
              </a:path>
              <a:path w="444207" h="656463">
                <a:moveTo>
                  <a:pt x="12217" y="43738"/>
                </a:moveTo>
                <a:lnTo>
                  <a:pt x="6438" y="49123"/>
                </a:lnTo>
                <a:lnTo>
                  <a:pt x="6235" y="49496"/>
                </a:lnTo>
                <a:lnTo>
                  <a:pt x="13410" y="49610"/>
                </a:lnTo>
                <a:lnTo>
                  <a:pt x="13431" y="49123"/>
                </a:lnTo>
                <a:lnTo>
                  <a:pt x="13666" y="43738"/>
                </a:lnTo>
              </a:path>
              <a:path w="444207" h="656463">
                <a:moveTo>
                  <a:pt x="18707" y="48158"/>
                </a:moveTo>
                <a:lnTo>
                  <a:pt x="17936" y="48725"/>
                </a:lnTo>
                <a:lnTo>
                  <a:pt x="18864" y="48792"/>
                </a:lnTo>
              </a:path>
              <a:path w="444207" h="656463">
                <a:moveTo>
                  <a:pt x="17846" y="48792"/>
                </a:moveTo>
                <a:lnTo>
                  <a:pt x="17669" y="48922"/>
                </a:lnTo>
                <a:lnTo>
                  <a:pt x="17292" y="49199"/>
                </a:lnTo>
                <a:lnTo>
                  <a:pt x="18278" y="49199"/>
                </a:lnTo>
                <a:lnTo>
                  <a:pt x="18392" y="48922"/>
                </a:lnTo>
                <a:lnTo>
                  <a:pt x="18707" y="48792"/>
                </a:lnTo>
              </a:path>
              <a:path w="444207" h="656463">
                <a:moveTo>
                  <a:pt x="18707" y="48792"/>
                </a:moveTo>
                <a:lnTo>
                  <a:pt x="18707" y="49974"/>
                </a:lnTo>
                <a:lnTo>
                  <a:pt x="18626" y="50114"/>
                </a:lnTo>
                <a:lnTo>
                  <a:pt x="18516" y="50304"/>
                </a:lnTo>
                <a:lnTo>
                  <a:pt x="18186" y="50634"/>
                </a:lnTo>
                <a:lnTo>
                  <a:pt x="17995" y="50825"/>
                </a:lnTo>
                <a:lnTo>
                  <a:pt x="18520" y="50825"/>
                </a:lnTo>
                <a:lnTo>
                  <a:pt x="18707" y="50637"/>
                </a:lnTo>
                <a:lnTo>
                  <a:pt x="18707" y="50304"/>
                </a:lnTo>
                <a:lnTo>
                  <a:pt x="18707" y="50114"/>
                </a:lnTo>
                <a:lnTo>
                  <a:pt x="18846" y="49974"/>
                </a:lnTo>
                <a:lnTo>
                  <a:pt x="18864" y="48792"/>
                </a:lnTo>
              </a:path>
              <a:path w="444207" h="656463">
                <a:moveTo>
                  <a:pt x="17292" y="49199"/>
                </a:moveTo>
                <a:lnTo>
                  <a:pt x="16731" y="49613"/>
                </a:lnTo>
                <a:lnTo>
                  <a:pt x="16370" y="49974"/>
                </a:lnTo>
                <a:lnTo>
                  <a:pt x="13258" y="53085"/>
                </a:lnTo>
                <a:lnTo>
                  <a:pt x="14300" y="53086"/>
                </a:lnTo>
                <a:lnTo>
                  <a:pt x="17411" y="49974"/>
                </a:lnTo>
                <a:lnTo>
                  <a:pt x="17665" y="49720"/>
                </a:lnTo>
                <a:lnTo>
                  <a:pt x="18186" y="49199"/>
                </a:lnTo>
              </a:path>
              <a:path w="444207" h="656463">
                <a:moveTo>
                  <a:pt x="18186" y="49199"/>
                </a:moveTo>
                <a:lnTo>
                  <a:pt x="18186" y="49424"/>
                </a:lnTo>
                <a:lnTo>
                  <a:pt x="18278" y="49199"/>
                </a:lnTo>
              </a:path>
              <a:path w="444207" h="656463">
                <a:moveTo>
                  <a:pt x="6184" y="49610"/>
                </a:moveTo>
                <a:lnTo>
                  <a:pt x="5714" y="50655"/>
                </a:lnTo>
                <a:lnTo>
                  <a:pt x="5238" y="51804"/>
                </a:lnTo>
                <a:lnTo>
                  <a:pt x="5181" y="51943"/>
                </a:lnTo>
                <a:lnTo>
                  <a:pt x="4673" y="52450"/>
                </a:lnTo>
                <a:lnTo>
                  <a:pt x="4165" y="52959"/>
                </a:lnTo>
                <a:lnTo>
                  <a:pt x="4772" y="52959"/>
                </a:lnTo>
                <a:lnTo>
                  <a:pt x="5013" y="52450"/>
                </a:lnTo>
                <a:lnTo>
                  <a:pt x="5254" y="51943"/>
                </a:lnTo>
                <a:lnTo>
                  <a:pt x="5319" y="51804"/>
                </a:lnTo>
                <a:lnTo>
                  <a:pt x="5715" y="50749"/>
                </a:lnTo>
                <a:lnTo>
                  <a:pt x="6235" y="49610"/>
                </a:lnTo>
              </a:path>
              <a:path w="444207" h="656463">
                <a:moveTo>
                  <a:pt x="6235" y="49610"/>
                </a:moveTo>
                <a:lnTo>
                  <a:pt x="13405" y="49720"/>
                </a:lnTo>
              </a:path>
              <a:path w="444207" h="656463">
                <a:moveTo>
                  <a:pt x="6235" y="49720"/>
                </a:moveTo>
                <a:lnTo>
                  <a:pt x="6235" y="49720"/>
                </a:lnTo>
                <a:lnTo>
                  <a:pt x="6235" y="49720"/>
                </a:lnTo>
              </a:path>
              <a:path w="444207" h="656463">
                <a:moveTo>
                  <a:pt x="6235" y="49720"/>
                </a:moveTo>
                <a:lnTo>
                  <a:pt x="6235" y="561619"/>
                </a:lnTo>
                <a:lnTo>
                  <a:pt x="6235" y="49720"/>
                </a:lnTo>
              </a:path>
              <a:path w="444207" h="656463">
                <a:moveTo>
                  <a:pt x="6235" y="49720"/>
                </a:moveTo>
                <a:lnTo>
                  <a:pt x="9314" y="53086"/>
                </a:lnTo>
                <a:lnTo>
                  <a:pt x="13258" y="53086"/>
                </a:lnTo>
                <a:lnTo>
                  <a:pt x="13405" y="49720"/>
                </a:lnTo>
              </a:path>
              <a:path w="444207" h="656463">
                <a:moveTo>
                  <a:pt x="17411" y="49974"/>
                </a:moveTo>
                <a:lnTo>
                  <a:pt x="17326" y="50228"/>
                </a:lnTo>
                <a:lnTo>
                  <a:pt x="17970" y="50228"/>
                </a:lnTo>
                <a:lnTo>
                  <a:pt x="17959" y="49974"/>
                </a:lnTo>
              </a:path>
              <a:path w="444207" h="656463">
                <a:moveTo>
                  <a:pt x="17326" y="50228"/>
                </a:moveTo>
                <a:lnTo>
                  <a:pt x="17246" y="50465"/>
                </a:lnTo>
                <a:lnTo>
                  <a:pt x="16975" y="51269"/>
                </a:lnTo>
                <a:lnTo>
                  <a:pt x="16624" y="52311"/>
                </a:lnTo>
                <a:lnTo>
                  <a:pt x="16532" y="52535"/>
                </a:lnTo>
                <a:lnTo>
                  <a:pt x="16342" y="52996"/>
                </a:lnTo>
                <a:lnTo>
                  <a:pt x="16421" y="53250"/>
                </a:lnTo>
                <a:lnTo>
                  <a:pt x="16446" y="53428"/>
                </a:lnTo>
                <a:lnTo>
                  <a:pt x="16514" y="53749"/>
                </a:lnTo>
                <a:lnTo>
                  <a:pt x="17145" y="53749"/>
                </a:lnTo>
                <a:lnTo>
                  <a:pt x="16810" y="53428"/>
                </a:lnTo>
                <a:lnTo>
                  <a:pt x="16624" y="53250"/>
                </a:lnTo>
                <a:lnTo>
                  <a:pt x="16587" y="53086"/>
                </a:lnTo>
                <a:lnTo>
                  <a:pt x="16624" y="52535"/>
                </a:lnTo>
                <a:lnTo>
                  <a:pt x="16716" y="52311"/>
                </a:lnTo>
                <a:lnTo>
                  <a:pt x="17145" y="51269"/>
                </a:lnTo>
                <a:lnTo>
                  <a:pt x="17665" y="50465"/>
                </a:lnTo>
                <a:lnTo>
                  <a:pt x="17665" y="50228"/>
                </a:lnTo>
              </a:path>
              <a:path w="444207" h="656463">
                <a:moveTo>
                  <a:pt x="17665" y="50228"/>
                </a:moveTo>
                <a:lnTo>
                  <a:pt x="17665" y="50689"/>
                </a:lnTo>
                <a:lnTo>
                  <a:pt x="17815" y="50825"/>
                </a:lnTo>
                <a:lnTo>
                  <a:pt x="17995" y="50825"/>
                </a:lnTo>
                <a:lnTo>
                  <a:pt x="17990" y="50689"/>
                </a:lnTo>
                <a:lnTo>
                  <a:pt x="17970" y="50228"/>
                </a:lnTo>
              </a:path>
              <a:path w="444207" h="656463">
                <a:moveTo>
                  <a:pt x="17815" y="50825"/>
                </a:moveTo>
                <a:lnTo>
                  <a:pt x="18186" y="51161"/>
                </a:lnTo>
                <a:lnTo>
                  <a:pt x="18520" y="50825"/>
                </a:lnTo>
              </a:path>
              <a:path w="444207" h="656463">
                <a:moveTo>
                  <a:pt x="3644" y="52438"/>
                </a:moveTo>
                <a:lnTo>
                  <a:pt x="3644" y="52959"/>
                </a:lnTo>
                <a:lnTo>
                  <a:pt x="4165" y="52959"/>
                </a:lnTo>
              </a:path>
              <a:path w="444207" h="656463">
                <a:moveTo>
                  <a:pt x="3644" y="52959"/>
                </a:moveTo>
                <a:lnTo>
                  <a:pt x="3644" y="53168"/>
                </a:lnTo>
                <a:lnTo>
                  <a:pt x="3644" y="53479"/>
                </a:lnTo>
                <a:lnTo>
                  <a:pt x="4165" y="54394"/>
                </a:lnTo>
                <a:lnTo>
                  <a:pt x="4544" y="53479"/>
                </a:lnTo>
                <a:lnTo>
                  <a:pt x="4673" y="53168"/>
                </a:lnTo>
                <a:lnTo>
                  <a:pt x="4772" y="52959"/>
                </a:lnTo>
              </a:path>
              <a:path w="444207" h="656463">
                <a:moveTo>
                  <a:pt x="9314" y="53086"/>
                </a:moveTo>
                <a:lnTo>
                  <a:pt x="11696" y="55689"/>
                </a:lnTo>
                <a:lnTo>
                  <a:pt x="14300" y="53086"/>
                </a:lnTo>
              </a:path>
              <a:path w="444207" h="656463">
                <a:moveTo>
                  <a:pt x="17665" y="53225"/>
                </a:moveTo>
                <a:lnTo>
                  <a:pt x="17145" y="53749"/>
                </a:lnTo>
                <a:lnTo>
                  <a:pt x="17776" y="53749"/>
                </a:lnTo>
              </a:path>
              <a:path w="444207" h="656463">
                <a:moveTo>
                  <a:pt x="16514" y="53749"/>
                </a:moveTo>
                <a:lnTo>
                  <a:pt x="16623" y="54267"/>
                </a:lnTo>
                <a:lnTo>
                  <a:pt x="17885" y="54267"/>
                </a:lnTo>
                <a:lnTo>
                  <a:pt x="17776" y="53749"/>
                </a:lnTo>
              </a:path>
              <a:path w="444207" h="656463">
                <a:moveTo>
                  <a:pt x="16623" y="54267"/>
                </a:moveTo>
                <a:lnTo>
                  <a:pt x="16624" y="54272"/>
                </a:lnTo>
                <a:lnTo>
                  <a:pt x="17145" y="54267"/>
                </a:lnTo>
              </a:path>
              <a:path w="444207" h="656463">
                <a:moveTo>
                  <a:pt x="17145" y="54267"/>
                </a:moveTo>
                <a:lnTo>
                  <a:pt x="16624" y="54790"/>
                </a:lnTo>
                <a:lnTo>
                  <a:pt x="16103" y="55314"/>
                </a:lnTo>
                <a:lnTo>
                  <a:pt x="15730" y="55689"/>
                </a:lnTo>
                <a:lnTo>
                  <a:pt x="18186" y="55689"/>
                </a:lnTo>
                <a:lnTo>
                  <a:pt x="18107" y="55314"/>
                </a:lnTo>
                <a:lnTo>
                  <a:pt x="17996" y="54790"/>
                </a:lnTo>
                <a:lnTo>
                  <a:pt x="17885" y="54267"/>
                </a:lnTo>
              </a:path>
              <a:path w="444207" h="656463">
                <a:moveTo>
                  <a:pt x="15455" y="55447"/>
                </a:moveTo>
                <a:lnTo>
                  <a:pt x="15356" y="55689"/>
                </a:lnTo>
                <a:lnTo>
                  <a:pt x="15730" y="55689"/>
                </a:lnTo>
                <a:lnTo>
                  <a:pt x="15583" y="55689"/>
                </a:lnTo>
              </a:path>
              <a:path w="444207" h="656463">
                <a:moveTo>
                  <a:pt x="15356" y="55689"/>
                </a:moveTo>
                <a:lnTo>
                  <a:pt x="18186" y="55689"/>
                </a:lnTo>
              </a:path>
              <a:path w="444207" h="656463">
                <a:moveTo>
                  <a:pt x="15356" y="55689"/>
                </a:moveTo>
                <a:lnTo>
                  <a:pt x="15582" y="55837"/>
                </a:lnTo>
                <a:lnTo>
                  <a:pt x="15092" y="56331"/>
                </a:lnTo>
                <a:lnTo>
                  <a:pt x="15040" y="56464"/>
                </a:lnTo>
                <a:lnTo>
                  <a:pt x="15992" y="56464"/>
                </a:lnTo>
                <a:lnTo>
                  <a:pt x="16103" y="56331"/>
                </a:lnTo>
                <a:lnTo>
                  <a:pt x="16103" y="55837"/>
                </a:lnTo>
                <a:lnTo>
                  <a:pt x="16103" y="55689"/>
                </a:lnTo>
              </a:path>
              <a:path w="444207" h="656463">
                <a:moveTo>
                  <a:pt x="16103" y="55689"/>
                </a:moveTo>
                <a:lnTo>
                  <a:pt x="18186" y="55689"/>
                </a:lnTo>
                <a:lnTo>
                  <a:pt x="18186" y="55689"/>
                </a:lnTo>
              </a:path>
              <a:path w="444207" h="656463">
                <a:moveTo>
                  <a:pt x="15040" y="56464"/>
                </a:moveTo>
                <a:lnTo>
                  <a:pt x="14677" y="57387"/>
                </a:lnTo>
                <a:lnTo>
                  <a:pt x="15074" y="57387"/>
                </a:lnTo>
                <a:lnTo>
                  <a:pt x="15074" y="56464"/>
                </a:lnTo>
              </a:path>
              <a:path w="444207" h="656463">
                <a:moveTo>
                  <a:pt x="15074" y="56464"/>
                </a:moveTo>
                <a:lnTo>
                  <a:pt x="15074" y="56876"/>
                </a:lnTo>
                <a:lnTo>
                  <a:pt x="15074" y="57387"/>
                </a:lnTo>
                <a:lnTo>
                  <a:pt x="15582" y="57387"/>
                </a:lnTo>
                <a:lnTo>
                  <a:pt x="15582" y="56984"/>
                </a:lnTo>
                <a:lnTo>
                  <a:pt x="15992" y="56464"/>
                </a:lnTo>
              </a:path>
              <a:path w="444207" h="656463">
                <a:moveTo>
                  <a:pt x="14677" y="57387"/>
                </a:moveTo>
                <a:lnTo>
                  <a:pt x="14474" y="57905"/>
                </a:lnTo>
                <a:lnTo>
                  <a:pt x="15582" y="57905"/>
                </a:lnTo>
                <a:lnTo>
                  <a:pt x="15582" y="57387"/>
                </a:lnTo>
              </a:path>
              <a:path w="444207" h="656463">
                <a:moveTo>
                  <a:pt x="14474" y="57905"/>
                </a:moveTo>
                <a:lnTo>
                  <a:pt x="14418" y="58046"/>
                </a:lnTo>
                <a:lnTo>
                  <a:pt x="15074" y="57905"/>
                </a:lnTo>
              </a:path>
              <a:path w="444207" h="656463">
                <a:moveTo>
                  <a:pt x="15074" y="57905"/>
                </a:moveTo>
                <a:lnTo>
                  <a:pt x="15074" y="58420"/>
                </a:lnTo>
                <a:lnTo>
                  <a:pt x="15074" y="58930"/>
                </a:lnTo>
                <a:lnTo>
                  <a:pt x="15582" y="58420"/>
                </a:lnTo>
                <a:lnTo>
                  <a:pt x="15582" y="57905"/>
                </a:lnTo>
              </a:path>
              <a:path w="444207" h="656463">
                <a:moveTo>
                  <a:pt x="11696" y="555637"/>
                </a:moveTo>
                <a:lnTo>
                  <a:pt x="11670" y="556679"/>
                </a:lnTo>
                <a:lnTo>
                  <a:pt x="11661" y="557041"/>
                </a:lnTo>
                <a:lnTo>
                  <a:pt x="11644" y="557720"/>
                </a:lnTo>
                <a:lnTo>
                  <a:pt x="15250" y="557720"/>
                </a:lnTo>
                <a:lnTo>
                  <a:pt x="13612" y="557041"/>
                </a:lnTo>
                <a:lnTo>
                  <a:pt x="12738" y="556679"/>
                </a:lnTo>
              </a:path>
              <a:path w="444207" h="656463">
                <a:moveTo>
                  <a:pt x="11644" y="557720"/>
                </a:moveTo>
                <a:lnTo>
                  <a:pt x="11546" y="561619"/>
                </a:lnTo>
                <a:lnTo>
                  <a:pt x="11430" y="566293"/>
                </a:lnTo>
                <a:lnTo>
                  <a:pt x="11430" y="566813"/>
                </a:lnTo>
                <a:lnTo>
                  <a:pt x="17541" y="566813"/>
                </a:lnTo>
                <a:lnTo>
                  <a:pt x="17554" y="566293"/>
                </a:lnTo>
                <a:lnTo>
                  <a:pt x="17665" y="561619"/>
                </a:lnTo>
                <a:lnTo>
                  <a:pt x="13779" y="557720"/>
                </a:lnTo>
              </a:path>
              <a:path w="444207" h="656463">
                <a:moveTo>
                  <a:pt x="13779" y="557720"/>
                </a:moveTo>
                <a:lnTo>
                  <a:pt x="14015" y="557720"/>
                </a:lnTo>
                <a:lnTo>
                  <a:pt x="14290" y="557720"/>
                </a:lnTo>
                <a:lnTo>
                  <a:pt x="14652" y="558083"/>
                </a:lnTo>
                <a:lnTo>
                  <a:pt x="15038" y="558470"/>
                </a:lnTo>
                <a:lnTo>
                  <a:pt x="15316" y="558749"/>
                </a:lnTo>
                <a:lnTo>
                  <a:pt x="15582" y="559015"/>
                </a:lnTo>
                <a:lnTo>
                  <a:pt x="15900" y="559015"/>
                </a:lnTo>
                <a:lnTo>
                  <a:pt x="15582" y="558749"/>
                </a:lnTo>
                <a:lnTo>
                  <a:pt x="15582" y="558470"/>
                </a:lnTo>
                <a:lnTo>
                  <a:pt x="15411" y="558083"/>
                </a:lnTo>
                <a:lnTo>
                  <a:pt x="15251" y="557720"/>
                </a:lnTo>
              </a:path>
              <a:path w="444207" h="656463">
                <a:moveTo>
                  <a:pt x="14808" y="558749"/>
                </a:moveTo>
                <a:lnTo>
                  <a:pt x="15073" y="559015"/>
                </a:lnTo>
                <a:lnTo>
                  <a:pt x="15582" y="559015"/>
                </a:lnTo>
              </a:path>
              <a:path w="444207" h="656463">
                <a:moveTo>
                  <a:pt x="15073" y="559015"/>
                </a:moveTo>
                <a:lnTo>
                  <a:pt x="15449" y="559393"/>
                </a:lnTo>
                <a:lnTo>
                  <a:pt x="16110" y="560057"/>
                </a:lnTo>
                <a:lnTo>
                  <a:pt x="16363" y="560311"/>
                </a:lnTo>
                <a:lnTo>
                  <a:pt x="16633" y="560582"/>
                </a:lnTo>
                <a:lnTo>
                  <a:pt x="16881" y="560832"/>
                </a:lnTo>
                <a:lnTo>
                  <a:pt x="18147" y="560832"/>
                </a:lnTo>
                <a:lnTo>
                  <a:pt x="17665" y="560632"/>
                </a:lnTo>
                <a:lnTo>
                  <a:pt x="16890" y="560311"/>
                </a:lnTo>
                <a:lnTo>
                  <a:pt x="16624" y="560057"/>
                </a:lnTo>
                <a:lnTo>
                  <a:pt x="16351" y="559393"/>
                </a:lnTo>
                <a:lnTo>
                  <a:pt x="15900" y="559015"/>
                </a:lnTo>
              </a:path>
              <a:path w="444207" h="656463">
                <a:moveTo>
                  <a:pt x="16881" y="560832"/>
                </a:moveTo>
                <a:lnTo>
                  <a:pt x="17665" y="561619"/>
                </a:lnTo>
                <a:lnTo>
                  <a:pt x="17411" y="560832"/>
                </a:lnTo>
              </a:path>
              <a:path w="444207" h="656463">
                <a:moveTo>
                  <a:pt x="17411" y="560832"/>
                </a:moveTo>
                <a:lnTo>
                  <a:pt x="17544" y="560832"/>
                </a:lnTo>
                <a:lnTo>
                  <a:pt x="17814" y="561235"/>
                </a:lnTo>
                <a:lnTo>
                  <a:pt x="17967" y="561608"/>
                </a:lnTo>
                <a:lnTo>
                  <a:pt x="18186" y="562140"/>
                </a:lnTo>
                <a:lnTo>
                  <a:pt x="17932" y="572795"/>
                </a:lnTo>
                <a:lnTo>
                  <a:pt x="18938" y="572795"/>
                </a:lnTo>
                <a:lnTo>
                  <a:pt x="18222" y="562140"/>
                </a:lnTo>
                <a:lnTo>
                  <a:pt x="18186" y="561608"/>
                </a:lnTo>
                <a:lnTo>
                  <a:pt x="18167" y="561235"/>
                </a:lnTo>
                <a:lnTo>
                  <a:pt x="18147" y="560832"/>
                </a:lnTo>
              </a:path>
              <a:path w="444207" h="656463">
                <a:moveTo>
                  <a:pt x="6235" y="561619"/>
                </a:moveTo>
                <a:lnTo>
                  <a:pt x="6235" y="562355"/>
                </a:lnTo>
                <a:lnTo>
                  <a:pt x="6250" y="562660"/>
                </a:lnTo>
                <a:lnTo>
                  <a:pt x="6284" y="563395"/>
                </a:lnTo>
                <a:lnTo>
                  <a:pt x="6363" y="563585"/>
                </a:lnTo>
                <a:lnTo>
                  <a:pt x="6438" y="563765"/>
                </a:lnTo>
                <a:lnTo>
                  <a:pt x="6946" y="564807"/>
                </a:lnTo>
                <a:lnTo>
                  <a:pt x="7124" y="564984"/>
                </a:lnTo>
                <a:lnTo>
                  <a:pt x="7277" y="565137"/>
                </a:lnTo>
                <a:lnTo>
                  <a:pt x="7405" y="565327"/>
                </a:lnTo>
                <a:lnTo>
                  <a:pt x="7361" y="565137"/>
                </a:lnTo>
                <a:lnTo>
                  <a:pt x="7277" y="564984"/>
                </a:lnTo>
                <a:lnTo>
                  <a:pt x="7251" y="564807"/>
                </a:lnTo>
                <a:lnTo>
                  <a:pt x="6820" y="563765"/>
                </a:lnTo>
                <a:lnTo>
                  <a:pt x="6745" y="563585"/>
                </a:lnTo>
                <a:lnTo>
                  <a:pt x="6854" y="563395"/>
                </a:lnTo>
                <a:lnTo>
                  <a:pt x="7277" y="562660"/>
                </a:lnTo>
                <a:lnTo>
                  <a:pt x="6971" y="562355"/>
                </a:lnTo>
              </a:path>
              <a:path w="444207" h="656463">
                <a:moveTo>
                  <a:pt x="9601" y="564984"/>
                </a:moveTo>
                <a:lnTo>
                  <a:pt x="8318" y="564984"/>
                </a:lnTo>
                <a:lnTo>
                  <a:pt x="7467" y="565327"/>
                </a:lnTo>
                <a:lnTo>
                  <a:pt x="9944" y="565327"/>
                </a:lnTo>
                <a:lnTo>
                  <a:pt x="9601" y="564984"/>
                </a:lnTo>
              </a:path>
              <a:path w="444207" h="656463">
                <a:moveTo>
                  <a:pt x="7405" y="565327"/>
                </a:moveTo>
                <a:lnTo>
                  <a:pt x="8318" y="566686"/>
                </a:lnTo>
                <a:lnTo>
                  <a:pt x="11430" y="566813"/>
                </a:lnTo>
                <a:lnTo>
                  <a:pt x="9944" y="565327"/>
                </a:lnTo>
              </a:path>
              <a:path w="444207" h="656463">
                <a:moveTo>
                  <a:pt x="8445" y="566813"/>
                </a:moveTo>
                <a:lnTo>
                  <a:pt x="9220" y="567588"/>
                </a:lnTo>
                <a:lnTo>
                  <a:pt x="11430" y="567588"/>
                </a:lnTo>
                <a:lnTo>
                  <a:pt x="17523" y="567588"/>
                </a:lnTo>
                <a:lnTo>
                  <a:pt x="17541" y="566813"/>
                </a:lnTo>
              </a:path>
              <a:path w="444207" h="656463">
                <a:moveTo>
                  <a:pt x="11430" y="567588"/>
                </a:moveTo>
                <a:lnTo>
                  <a:pt x="11429" y="568629"/>
                </a:lnTo>
                <a:lnTo>
                  <a:pt x="13258" y="568629"/>
                </a:lnTo>
                <a:lnTo>
                  <a:pt x="12215" y="567588"/>
                </a:lnTo>
              </a:path>
              <a:path w="444207" h="656463">
                <a:moveTo>
                  <a:pt x="12217" y="567588"/>
                </a:moveTo>
                <a:lnTo>
                  <a:pt x="17411" y="572274"/>
                </a:lnTo>
                <a:lnTo>
                  <a:pt x="17523" y="567588"/>
                </a:lnTo>
              </a:path>
              <a:path w="444207" h="656463">
                <a:moveTo>
                  <a:pt x="11429" y="568629"/>
                </a:moveTo>
                <a:lnTo>
                  <a:pt x="11429" y="568629"/>
                </a:lnTo>
                <a:lnTo>
                  <a:pt x="13246" y="568629"/>
                </a:lnTo>
              </a:path>
              <a:path w="444207" h="656463">
                <a:moveTo>
                  <a:pt x="13246" y="568629"/>
                </a:moveTo>
                <a:lnTo>
                  <a:pt x="14287" y="569671"/>
                </a:lnTo>
                <a:lnTo>
                  <a:pt x="13258" y="568629"/>
                </a:lnTo>
              </a:path>
              <a:path w="444207" h="656463">
                <a:moveTo>
                  <a:pt x="14744" y="571563"/>
                </a:moveTo>
                <a:lnTo>
                  <a:pt x="14884" y="572084"/>
                </a:lnTo>
                <a:lnTo>
                  <a:pt x="16158" y="572084"/>
                </a:lnTo>
              </a:path>
              <a:path w="444207" h="656463">
                <a:moveTo>
                  <a:pt x="14884" y="572084"/>
                </a:moveTo>
                <a:lnTo>
                  <a:pt x="14935" y="572274"/>
                </a:lnTo>
                <a:lnTo>
                  <a:pt x="15455" y="572795"/>
                </a:lnTo>
                <a:lnTo>
                  <a:pt x="15976" y="573316"/>
                </a:lnTo>
                <a:lnTo>
                  <a:pt x="16504" y="573316"/>
                </a:lnTo>
                <a:lnTo>
                  <a:pt x="15980" y="572795"/>
                </a:lnTo>
                <a:lnTo>
                  <a:pt x="15456" y="572274"/>
                </a:lnTo>
                <a:lnTo>
                  <a:pt x="15265" y="572084"/>
                </a:lnTo>
              </a:path>
              <a:path w="444207" h="656463">
                <a:moveTo>
                  <a:pt x="15265" y="572084"/>
                </a:moveTo>
                <a:lnTo>
                  <a:pt x="16460" y="572274"/>
                </a:lnTo>
                <a:lnTo>
                  <a:pt x="17717" y="572795"/>
                </a:lnTo>
                <a:lnTo>
                  <a:pt x="17932" y="572795"/>
                </a:lnTo>
                <a:lnTo>
                  <a:pt x="16676" y="572274"/>
                </a:lnTo>
                <a:lnTo>
                  <a:pt x="16158" y="572084"/>
                </a:lnTo>
              </a:path>
              <a:path w="444207" h="656463">
                <a:moveTo>
                  <a:pt x="17717" y="572795"/>
                </a:moveTo>
                <a:lnTo>
                  <a:pt x="18973" y="573316"/>
                </a:lnTo>
                <a:lnTo>
                  <a:pt x="18938" y="572795"/>
                </a:lnTo>
              </a:path>
              <a:path w="444207" h="656463">
                <a:moveTo>
                  <a:pt x="13385" y="38023"/>
                </a:moveTo>
                <a:lnTo>
                  <a:pt x="13512" y="37884"/>
                </a:lnTo>
                <a:lnTo>
                  <a:pt x="13182" y="38214"/>
                </a:lnTo>
                <a:lnTo>
                  <a:pt x="12661" y="38735"/>
                </a:lnTo>
                <a:lnTo>
                  <a:pt x="10388" y="41008"/>
                </a:lnTo>
                <a:lnTo>
                  <a:pt x="13385" y="38023"/>
                </a:lnTo>
                <a:close/>
              </a:path>
              <a:path w="444207" h="656463">
                <a:moveTo>
                  <a:pt x="14808" y="558749"/>
                </a:moveTo>
                <a:lnTo>
                  <a:pt x="15582" y="559015"/>
                </a:lnTo>
                <a:lnTo>
                  <a:pt x="15316" y="558749"/>
                </a:lnTo>
                <a:lnTo>
                  <a:pt x="14652" y="558083"/>
                </a:lnTo>
                <a:lnTo>
                  <a:pt x="14290" y="557720"/>
                </a:lnTo>
                <a:lnTo>
                  <a:pt x="13779" y="557720"/>
                </a:lnTo>
                <a:lnTo>
                  <a:pt x="17665" y="561619"/>
                </a:lnTo>
                <a:lnTo>
                  <a:pt x="14808" y="558749"/>
                </a:lnTo>
                <a:close/>
              </a:path>
              <a:path w="444207" h="656463">
                <a:moveTo>
                  <a:pt x="17814" y="561235"/>
                </a:moveTo>
                <a:lnTo>
                  <a:pt x="17665" y="560874"/>
                </a:lnTo>
                <a:lnTo>
                  <a:pt x="17411" y="560832"/>
                </a:lnTo>
                <a:lnTo>
                  <a:pt x="17665" y="561619"/>
                </a:lnTo>
                <a:lnTo>
                  <a:pt x="17411" y="572274"/>
                </a:lnTo>
                <a:lnTo>
                  <a:pt x="12217" y="567588"/>
                </a:lnTo>
                <a:lnTo>
                  <a:pt x="13258" y="568629"/>
                </a:lnTo>
                <a:lnTo>
                  <a:pt x="14287" y="569671"/>
                </a:lnTo>
                <a:lnTo>
                  <a:pt x="15328" y="570712"/>
                </a:lnTo>
                <a:lnTo>
                  <a:pt x="16675" y="572274"/>
                </a:lnTo>
                <a:lnTo>
                  <a:pt x="17932" y="572795"/>
                </a:lnTo>
                <a:lnTo>
                  <a:pt x="17814" y="561235"/>
                </a:lnTo>
                <a:close/>
              </a:path>
              <a:path w="444207" h="656463">
                <a:moveTo>
                  <a:pt x="16624" y="557072"/>
                </a:moveTo>
                <a:lnTo>
                  <a:pt x="16233" y="556679"/>
                </a:lnTo>
                <a:lnTo>
                  <a:pt x="15582" y="556024"/>
                </a:lnTo>
                <a:lnTo>
                  <a:pt x="15582" y="556527"/>
                </a:lnTo>
                <a:lnTo>
                  <a:pt x="15405" y="556348"/>
                </a:lnTo>
                <a:lnTo>
                  <a:pt x="14884" y="555828"/>
                </a:lnTo>
                <a:lnTo>
                  <a:pt x="14554" y="555637"/>
                </a:lnTo>
                <a:lnTo>
                  <a:pt x="15234" y="556679"/>
                </a:lnTo>
                <a:lnTo>
                  <a:pt x="15733" y="556679"/>
                </a:lnTo>
                <a:lnTo>
                  <a:pt x="16624" y="557574"/>
                </a:lnTo>
                <a:lnTo>
                  <a:pt x="16624" y="557072"/>
                </a:lnTo>
                <a:close/>
              </a:path>
              <a:path w="444207" h="656463">
                <a:moveTo>
                  <a:pt x="16624" y="558903"/>
                </a:moveTo>
                <a:lnTo>
                  <a:pt x="16254" y="558749"/>
                </a:lnTo>
                <a:lnTo>
                  <a:pt x="16051" y="558664"/>
                </a:lnTo>
                <a:lnTo>
                  <a:pt x="15582" y="557858"/>
                </a:lnTo>
                <a:lnTo>
                  <a:pt x="15251" y="557720"/>
                </a:lnTo>
                <a:lnTo>
                  <a:pt x="15582" y="558470"/>
                </a:lnTo>
                <a:lnTo>
                  <a:pt x="15582" y="558749"/>
                </a:lnTo>
                <a:lnTo>
                  <a:pt x="16351" y="559393"/>
                </a:lnTo>
                <a:lnTo>
                  <a:pt x="16624" y="558903"/>
                </a:lnTo>
                <a:close/>
              </a:path>
              <a:path w="444207" h="656463">
                <a:moveTo>
                  <a:pt x="16370" y="49974"/>
                </a:moveTo>
                <a:lnTo>
                  <a:pt x="16731" y="49613"/>
                </a:lnTo>
                <a:lnTo>
                  <a:pt x="15862" y="49974"/>
                </a:lnTo>
                <a:lnTo>
                  <a:pt x="14554" y="39839"/>
                </a:lnTo>
                <a:lnTo>
                  <a:pt x="13779" y="41135"/>
                </a:lnTo>
                <a:lnTo>
                  <a:pt x="13258" y="53086"/>
                </a:lnTo>
                <a:lnTo>
                  <a:pt x="16370" y="49974"/>
                </a:lnTo>
                <a:close/>
              </a:path>
              <a:path w="444207" h="656463">
                <a:moveTo>
                  <a:pt x="16103" y="56870"/>
                </a:moveTo>
                <a:lnTo>
                  <a:pt x="16103" y="56352"/>
                </a:lnTo>
                <a:lnTo>
                  <a:pt x="15582" y="56876"/>
                </a:lnTo>
                <a:lnTo>
                  <a:pt x="15582" y="57394"/>
                </a:lnTo>
                <a:lnTo>
                  <a:pt x="16103" y="56870"/>
                </a:lnTo>
                <a:close/>
              </a:path>
              <a:path w="444207" h="656463">
                <a:moveTo>
                  <a:pt x="16103" y="55314"/>
                </a:moveTo>
                <a:lnTo>
                  <a:pt x="16624" y="54790"/>
                </a:lnTo>
                <a:lnTo>
                  <a:pt x="17145" y="54267"/>
                </a:lnTo>
                <a:lnTo>
                  <a:pt x="16624" y="54272"/>
                </a:lnTo>
                <a:lnTo>
                  <a:pt x="16103" y="53873"/>
                </a:lnTo>
                <a:lnTo>
                  <a:pt x="16103" y="54796"/>
                </a:lnTo>
                <a:lnTo>
                  <a:pt x="15730" y="55689"/>
                </a:lnTo>
                <a:lnTo>
                  <a:pt x="16103" y="55314"/>
                </a:lnTo>
                <a:close/>
              </a:path>
              <a:path w="444207" h="656463">
                <a:moveTo>
                  <a:pt x="16768" y="572795"/>
                </a:moveTo>
                <a:lnTo>
                  <a:pt x="16306" y="572604"/>
                </a:lnTo>
                <a:lnTo>
                  <a:pt x="16497" y="572795"/>
                </a:lnTo>
                <a:lnTo>
                  <a:pt x="16827" y="573125"/>
                </a:lnTo>
                <a:lnTo>
                  <a:pt x="18030" y="573316"/>
                </a:lnTo>
                <a:lnTo>
                  <a:pt x="16768" y="572795"/>
                </a:lnTo>
                <a:close/>
              </a:path>
              <a:path w="444207" h="656463">
                <a:moveTo>
                  <a:pt x="16624" y="34899"/>
                </a:moveTo>
                <a:lnTo>
                  <a:pt x="17018" y="34899"/>
                </a:lnTo>
                <a:lnTo>
                  <a:pt x="18059" y="33858"/>
                </a:lnTo>
                <a:lnTo>
                  <a:pt x="18897" y="33540"/>
                </a:lnTo>
                <a:lnTo>
                  <a:pt x="19388" y="33337"/>
                </a:lnTo>
                <a:lnTo>
                  <a:pt x="19939" y="33020"/>
                </a:lnTo>
                <a:lnTo>
                  <a:pt x="20429" y="32816"/>
                </a:lnTo>
                <a:lnTo>
                  <a:pt x="22911" y="31788"/>
                </a:lnTo>
                <a:lnTo>
                  <a:pt x="20980" y="32499"/>
                </a:lnTo>
                <a:lnTo>
                  <a:pt x="22021" y="31978"/>
                </a:lnTo>
                <a:lnTo>
                  <a:pt x="22480" y="31788"/>
                </a:lnTo>
                <a:lnTo>
                  <a:pt x="23063" y="31457"/>
                </a:lnTo>
                <a:lnTo>
                  <a:pt x="23522" y="31267"/>
                </a:lnTo>
                <a:lnTo>
                  <a:pt x="24091" y="30937"/>
                </a:lnTo>
                <a:lnTo>
                  <a:pt x="24551" y="30746"/>
                </a:lnTo>
                <a:lnTo>
                  <a:pt x="25808" y="30225"/>
                </a:lnTo>
                <a:lnTo>
                  <a:pt x="26365" y="29705"/>
                </a:lnTo>
                <a:lnTo>
                  <a:pt x="26886" y="29184"/>
                </a:lnTo>
                <a:lnTo>
                  <a:pt x="27406" y="28663"/>
                </a:lnTo>
                <a:lnTo>
                  <a:pt x="26365" y="28663"/>
                </a:lnTo>
                <a:lnTo>
                  <a:pt x="25844" y="29184"/>
                </a:lnTo>
                <a:lnTo>
                  <a:pt x="25324" y="29705"/>
                </a:lnTo>
                <a:lnTo>
                  <a:pt x="24803" y="30225"/>
                </a:lnTo>
                <a:lnTo>
                  <a:pt x="24282" y="30746"/>
                </a:lnTo>
                <a:lnTo>
                  <a:pt x="23774" y="30746"/>
                </a:lnTo>
                <a:lnTo>
                  <a:pt x="23253" y="31267"/>
                </a:lnTo>
                <a:lnTo>
                  <a:pt x="22733" y="31267"/>
                </a:lnTo>
                <a:lnTo>
                  <a:pt x="22212" y="31788"/>
                </a:lnTo>
                <a:lnTo>
                  <a:pt x="21170" y="31788"/>
                </a:lnTo>
                <a:lnTo>
                  <a:pt x="20142" y="32816"/>
                </a:lnTo>
                <a:lnTo>
                  <a:pt x="20650" y="31788"/>
                </a:lnTo>
                <a:lnTo>
                  <a:pt x="19621" y="32816"/>
                </a:lnTo>
                <a:lnTo>
                  <a:pt x="19100" y="33337"/>
                </a:lnTo>
                <a:lnTo>
                  <a:pt x="18580" y="33337"/>
                </a:lnTo>
                <a:lnTo>
                  <a:pt x="16624" y="31788"/>
                </a:lnTo>
                <a:lnTo>
                  <a:pt x="16624" y="33337"/>
                </a:lnTo>
                <a:lnTo>
                  <a:pt x="17538" y="33858"/>
                </a:lnTo>
                <a:lnTo>
                  <a:pt x="16624" y="34772"/>
                </a:lnTo>
                <a:lnTo>
                  <a:pt x="16497" y="34899"/>
                </a:lnTo>
                <a:lnTo>
                  <a:pt x="16624" y="37765"/>
                </a:lnTo>
                <a:lnTo>
                  <a:pt x="16624" y="34899"/>
                </a:lnTo>
                <a:close/>
              </a:path>
              <a:path w="444207" h="656463">
                <a:moveTo>
                  <a:pt x="16624" y="53086"/>
                </a:moveTo>
                <a:lnTo>
                  <a:pt x="16787" y="53086"/>
                </a:lnTo>
                <a:lnTo>
                  <a:pt x="17144" y="52726"/>
                </a:lnTo>
                <a:lnTo>
                  <a:pt x="17665" y="52202"/>
                </a:lnTo>
                <a:lnTo>
                  <a:pt x="18186" y="51679"/>
                </a:lnTo>
                <a:lnTo>
                  <a:pt x="18707" y="51155"/>
                </a:lnTo>
                <a:lnTo>
                  <a:pt x="19748" y="53086"/>
                </a:lnTo>
                <a:lnTo>
                  <a:pt x="19748" y="49974"/>
                </a:lnTo>
                <a:lnTo>
                  <a:pt x="22339" y="49974"/>
                </a:lnTo>
                <a:lnTo>
                  <a:pt x="19748" y="49068"/>
                </a:lnTo>
                <a:lnTo>
                  <a:pt x="19227" y="49592"/>
                </a:lnTo>
                <a:lnTo>
                  <a:pt x="19227" y="49974"/>
                </a:lnTo>
                <a:lnTo>
                  <a:pt x="19037" y="49784"/>
                </a:lnTo>
                <a:lnTo>
                  <a:pt x="19227" y="48575"/>
                </a:lnTo>
                <a:lnTo>
                  <a:pt x="19557" y="48742"/>
                </a:lnTo>
                <a:lnTo>
                  <a:pt x="19709" y="48375"/>
                </a:lnTo>
                <a:lnTo>
                  <a:pt x="19748" y="46850"/>
                </a:lnTo>
                <a:lnTo>
                  <a:pt x="20949" y="46850"/>
                </a:lnTo>
                <a:lnTo>
                  <a:pt x="21298" y="46003"/>
                </a:lnTo>
                <a:lnTo>
                  <a:pt x="21463" y="46850"/>
                </a:lnTo>
                <a:lnTo>
                  <a:pt x="21640" y="46672"/>
                </a:lnTo>
                <a:lnTo>
                  <a:pt x="22161" y="46151"/>
                </a:lnTo>
                <a:lnTo>
                  <a:pt x="22339" y="46850"/>
                </a:lnTo>
                <a:lnTo>
                  <a:pt x="25463" y="46850"/>
                </a:lnTo>
                <a:lnTo>
                  <a:pt x="22339" y="45974"/>
                </a:lnTo>
                <a:lnTo>
                  <a:pt x="22339" y="45808"/>
                </a:lnTo>
                <a:lnTo>
                  <a:pt x="22504" y="45808"/>
                </a:lnTo>
                <a:lnTo>
                  <a:pt x="22682" y="45631"/>
                </a:lnTo>
                <a:lnTo>
                  <a:pt x="25463" y="45808"/>
                </a:lnTo>
                <a:lnTo>
                  <a:pt x="23025" y="45288"/>
                </a:lnTo>
                <a:lnTo>
                  <a:pt x="22770" y="45288"/>
                </a:lnTo>
                <a:lnTo>
                  <a:pt x="22339" y="45465"/>
                </a:lnTo>
                <a:lnTo>
                  <a:pt x="21504" y="45808"/>
                </a:lnTo>
                <a:lnTo>
                  <a:pt x="21352" y="45871"/>
                </a:lnTo>
                <a:lnTo>
                  <a:pt x="20614" y="46175"/>
                </a:lnTo>
                <a:lnTo>
                  <a:pt x="19748" y="46596"/>
                </a:lnTo>
                <a:lnTo>
                  <a:pt x="19643" y="46850"/>
                </a:lnTo>
                <a:lnTo>
                  <a:pt x="19227" y="47852"/>
                </a:lnTo>
                <a:lnTo>
                  <a:pt x="18865" y="48725"/>
                </a:lnTo>
                <a:lnTo>
                  <a:pt x="18846" y="49974"/>
                </a:lnTo>
                <a:lnTo>
                  <a:pt x="19227" y="50114"/>
                </a:lnTo>
                <a:lnTo>
                  <a:pt x="18707" y="50637"/>
                </a:lnTo>
                <a:lnTo>
                  <a:pt x="18186" y="51161"/>
                </a:lnTo>
                <a:lnTo>
                  <a:pt x="17665" y="50689"/>
                </a:lnTo>
                <a:lnTo>
                  <a:pt x="17665" y="50465"/>
                </a:lnTo>
                <a:lnTo>
                  <a:pt x="17145" y="51731"/>
                </a:lnTo>
                <a:lnTo>
                  <a:pt x="17144" y="51955"/>
                </a:lnTo>
                <a:lnTo>
                  <a:pt x="17665" y="51685"/>
                </a:lnTo>
                <a:lnTo>
                  <a:pt x="17144" y="52208"/>
                </a:lnTo>
                <a:lnTo>
                  <a:pt x="16967" y="52387"/>
                </a:lnTo>
                <a:lnTo>
                  <a:pt x="16624" y="52996"/>
                </a:lnTo>
                <a:lnTo>
                  <a:pt x="16624" y="53250"/>
                </a:lnTo>
                <a:lnTo>
                  <a:pt x="16624" y="53086"/>
                </a:lnTo>
                <a:close/>
              </a:path>
              <a:path w="444207" h="656463">
                <a:moveTo>
                  <a:pt x="18186" y="53086"/>
                </a:moveTo>
                <a:lnTo>
                  <a:pt x="16624" y="53086"/>
                </a:lnTo>
                <a:lnTo>
                  <a:pt x="16624" y="53250"/>
                </a:lnTo>
                <a:lnTo>
                  <a:pt x="17145" y="53749"/>
                </a:lnTo>
                <a:lnTo>
                  <a:pt x="17665" y="53225"/>
                </a:lnTo>
                <a:lnTo>
                  <a:pt x="18186" y="55689"/>
                </a:lnTo>
                <a:lnTo>
                  <a:pt x="18186" y="53086"/>
                </a:lnTo>
                <a:close/>
              </a:path>
              <a:path w="444207" h="656463">
                <a:moveTo>
                  <a:pt x="19227" y="563181"/>
                </a:moveTo>
                <a:lnTo>
                  <a:pt x="18857" y="562280"/>
                </a:lnTo>
                <a:lnTo>
                  <a:pt x="18186" y="560848"/>
                </a:lnTo>
                <a:lnTo>
                  <a:pt x="18186" y="560650"/>
                </a:lnTo>
                <a:lnTo>
                  <a:pt x="18046" y="560311"/>
                </a:lnTo>
                <a:lnTo>
                  <a:pt x="17665" y="559941"/>
                </a:lnTo>
                <a:lnTo>
                  <a:pt x="17202" y="559748"/>
                </a:lnTo>
                <a:lnTo>
                  <a:pt x="16624" y="559507"/>
                </a:lnTo>
                <a:lnTo>
                  <a:pt x="16351" y="559393"/>
                </a:lnTo>
                <a:lnTo>
                  <a:pt x="16624" y="560057"/>
                </a:lnTo>
                <a:lnTo>
                  <a:pt x="16890" y="560311"/>
                </a:lnTo>
                <a:lnTo>
                  <a:pt x="17545" y="560582"/>
                </a:lnTo>
                <a:lnTo>
                  <a:pt x="17433" y="560311"/>
                </a:lnTo>
                <a:lnTo>
                  <a:pt x="17665" y="560311"/>
                </a:lnTo>
                <a:lnTo>
                  <a:pt x="18147" y="560832"/>
                </a:lnTo>
                <a:lnTo>
                  <a:pt x="18186" y="561608"/>
                </a:lnTo>
                <a:lnTo>
                  <a:pt x="18973" y="573316"/>
                </a:lnTo>
                <a:lnTo>
                  <a:pt x="19227" y="563181"/>
                </a:lnTo>
                <a:close/>
              </a:path>
              <a:path w="444207" h="656463">
                <a:moveTo>
                  <a:pt x="19748" y="53086"/>
                </a:moveTo>
                <a:lnTo>
                  <a:pt x="18707" y="51155"/>
                </a:lnTo>
                <a:lnTo>
                  <a:pt x="18186" y="51679"/>
                </a:lnTo>
                <a:lnTo>
                  <a:pt x="17665" y="52202"/>
                </a:lnTo>
                <a:lnTo>
                  <a:pt x="17144" y="52726"/>
                </a:lnTo>
                <a:lnTo>
                  <a:pt x="16787" y="53086"/>
                </a:lnTo>
                <a:lnTo>
                  <a:pt x="19748" y="53086"/>
                </a:lnTo>
                <a:close/>
              </a:path>
              <a:path w="444207" h="656463">
                <a:moveTo>
                  <a:pt x="16967" y="52387"/>
                </a:moveTo>
                <a:lnTo>
                  <a:pt x="17144" y="52208"/>
                </a:lnTo>
                <a:lnTo>
                  <a:pt x="17665" y="51685"/>
                </a:lnTo>
                <a:lnTo>
                  <a:pt x="17144" y="51955"/>
                </a:lnTo>
                <a:lnTo>
                  <a:pt x="17145" y="51731"/>
                </a:lnTo>
                <a:lnTo>
                  <a:pt x="17665" y="50465"/>
                </a:lnTo>
                <a:lnTo>
                  <a:pt x="17145" y="51269"/>
                </a:lnTo>
                <a:lnTo>
                  <a:pt x="16624" y="52535"/>
                </a:lnTo>
                <a:lnTo>
                  <a:pt x="16624" y="52996"/>
                </a:lnTo>
                <a:lnTo>
                  <a:pt x="16967" y="52387"/>
                </a:lnTo>
                <a:close/>
              </a:path>
              <a:path w="444207" h="656463">
                <a:moveTo>
                  <a:pt x="17665" y="559134"/>
                </a:moveTo>
                <a:lnTo>
                  <a:pt x="17487" y="558952"/>
                </a:lnTo>
                <a:lnTo>
                  <a:pt x="17641" y="559325"/>
                </a:lnTo>
                <a:lnTo>
                  <a:pt x="17665" y="559134"/>
                </a:lnTo>
                <a:close/>
              </a:path>
              <a:path w="444207" h="656463">
                <a:moveTo>
                  <a:pt x="10210" y="545960"/>
                </a:moveTo>
                <a:lnTo>
                  <a:pt x="10063" y="547709"/>
                </a:lnTo>
                <a:lnTo>
                  <a:pt x="10035" y="548043"/>
                </a:lnTo>
                <a:lnTo>
                  <a:pt x="11950" y="548043"/>
                </a:lnTo>
                <a:lnTo>
                  <a:pt x="11950" y="547709"/>
                </a:lnTo>
              </a:path>
              <a:path w="444207" h="656463">
                <a:moveTo>
                  <a:pt x="10035" y="548043"/>
                </a:moveTo>
                <a:lnTo>
                  <a:pt x="9816" y="550633"/>
                </a:lnTo>
                <a:lnTo>
                  <a:pt x="9613" y="553034"/>
                </a:lnTo>
                <a:lnTo>
                  <a:pt x="11696" y="555637"/>
                </a:lnTo>
                <a:lnTo>
                  <a:pt x="12738" y="556679"/>
                </a:lnTo>
                <a:lnTo>
                  <a:pt x="13251" y="556679"/>
                </a:lnTo>
                <a:lnTo>
                  <a:pt x="12212" y="555637"/>
                </a:lnTo>
                <a:lnTo>
                  <a:pt x="12611" y="553034"/>
                </a:lnTo>
                <a:lnTo>
                  <a:pt x="11772" y="550633"/>
                </a:lnTo>
                <a:lnTo>
                  <a:pt x="10731" y="548043"/>
                </a:lnTo>
              </a:path>
              <a:path w="444207" h="656463">
                <a:moveTo>
                  <a:pt x="10731" y="548043"/>
                </a:moveTo>
                <a:lnTo>
                  <a:pt x="11304" y="548619"/>
                </a:lnTo>
                <a:lnTo>
                  <a:pt x="11950" y="549269"/>
                </a:lnTo>
                <a:lnTo>
                  <a:pt x="11950" y="548619"/>
                </a:lnTo>
                <a:lnTo>
                  <a:pt x="11950" y="548043"/>
                </a:lnTo>
              </a:path>
              <a:path w="444207" h="656463">
                <a:moveTo>
                  <a:pt x="15582" y="555637"/>
                </a:moveTo>
                <a:lnTo>
                  <a:pt x="16233" y="556679"/>
                </a:lnTo>
                <a:lnTo>
                  <a:pt x="16624" y="557072"/>
                </a:lnTo>
                <a:lnTo>
                  <a:pt x="16624" y="557574"/>
                </a:lnTo>
                <a:lnTo>
                  <a:pt x="16967" y="557574"/>
                </a:lnTo>
                <a:lnTo>
                  <a:pt x="17650" y="557072"/>
                </a:lnTo>
                <a:lnTo>
                  <a:pt x="18186" y="556679"/>
                </a:lnTo>
                <a:lnTo>
                  <a:pt x="18186" y="555637"/>
                </a:lnTo>
              </a:path>
              <a:path w="444207" h="656463">
                <a:moveTo>
                  <a:pt x="15733" y="556679"/>
                </a:moveTo>
                <a:lnTo>
                  <a:pt x="13251" y="556679"/>
                </a:lnTo>
                <a:lnTo>
                  <a:pt x="15733" y="556679"/>
                </a:lnTo>
              </a:path>
              <a:path w="444207" h="656463">
                <a:moveTo>
                  <a:pt x="12738" y="556679"/>
                </a:moveTo>
                <a:lnTo>
                  <a:pt x="13350" y="556933"/>
                </a:lnTo>
                <a:lnTo>
                  <a:pt x="15986" y="556933"/>
                </a:lnTo>
                <a:lnTo>
                  <a:pt x="15733" y="556679"/>
                </a:lnTo>
              </a:path>
              <a:path w="444207" h="656463">
                <a:moveTo>
                  <a:pt x="13350" y="556933"/>
                </a:moveTo>
                <a:lnTo>
                  <a:pt x="13612" y="557041"/>
                </a:lnTo>
                <a:lnTo>
                  <a:pt x="14554" y="556933"/>
                </a:lnTo>
              </a:path>
              <a:path w="444207" h="656463">
                <a:moveTo>
                  <a:pt x="14554" y="556933"/>
                </a:moveTo>
                <a:lnTo>
                  <a:pt x="15078" y="557526"/>
                </a:lnTo>
                <a:lnTo>
                  <a:pt x="16575" y="557526"/>
                </a:lnTo>
                <a:lnTo>
                  <a:pt x="15986" y="556933"/>
                </a:lnTo>
              </a:path>
              <a:path w="444207" h="656463">
                <a:moveTo>
                  <a:pt x="15078" y="557526"/>
                </a:moveTo>
                <a:lnTo>
                  <a:pt x="15251" y="557720"/>
                </a:lnTo>
                <a:lnTo>
                  <a:pt x="15582" y="557858"/>
                </a:lnTo>
                <a:lnTo>
                  <a:pt x="15747" y="557926"/>
                </a:lnTo>
                <a:lnTo>
                  <a:pt x="15582" y="557720"/>
                </a:lnTo>
                <a:lnTo>
                  <a:pt x="15582" y="557526"/>
                </a:lnTo>
              </a:path>
              <a:path w="444207" h="656463">
                <a:moveTo>
                  <a:pt x="15582" y="557526"/>
                </a:moveTo>
                <a:lnTo>
                  <a:pt x="16624" y="557574"/>
                </a:lnTo>
              </a:path>
              <a:path w="444207" h="656463">
                <a:moveTo>
                  <a:pt x="15602" y="557574"/>
                </a:moveTo>
                <a:lnTo>
                  <a:pt x="15662" y="557720"/>
                </a:lnTo>
                <a:lnTo>
                  <a:pt x="16769" y="557720"/>
                </a:lnTo>
                <a:lnTo>
                  <a:pt x="16967" y="557574"/>
                </a:lnTo>
              </a:path>
              <a:path w="444207" h="656463">
                <a:moveTo>
                  <a:pt x="15662" y="557720"/>
                </a:moveTo>
                <a:lnTo>
                  <a:pt x="15662" y="557720"/>
                </a:lnTo>
                <a:lnTo>
                  <a:pt x="16624" y="557720"/>
                </a:lnTo>
              </a:path>
              <a:path w="444207" h="656463">
                <a:moveTo>
                  <a:pt x="16624" y="557720"/>
                </a:moveTo>
                <a:lnTo>
                  <a:pt x="16624" y="558289"/>
                </a:lnTo>
                <a:lnTo>
                  <a:pt x="16676" y="558431"/>
                </a:lnTo>
                <a:lnTo>
                  <a:pt x="16791" y="558749"/>
                </a:lnTo>
                <a:lnTo>
                  <a:pt x="16967" y="558431"/>
                </a:lnTo>
                <a:lnTo>
                  <a:pt x="16927" y="558289"/>
                </a:lnTo>
                <a:lnTo>
                  <a:pt x="16769" y="557720"/>
                </a:lnTo>
              </a:path>
              <a:path w="444207" h="656463">
                <a:moveTo>
                  <a:pt x="16446" y="557911"/>
                </a:moveTo>
                <a:lnTo>
                  <a:pt x="15747" y="557926"/>
                </a:lnTo>
                <a:lnTo>
                  <a:pt x="16452" y="557926"/>
                </a:lnTo>
              </a:path>
              <a:path w="444207" h="656463">
                <a:moveTo>
                  <a:pt x="15622" y="557926"/>
                </a:moveTo>
                <a:lnTo>
                  <a:pt x="15826" y="558278"/>
                </a:lnTo>
                <a:lnTo>
                  <a:pt x="16051" y="558664"/>
                </a:lnTo>
                <a:lnTo>
                  <a:pt x="16254" y="558749"/>
                </a:lnTo>
                <a:lnTo>
                  <a:pt x="16624" y="558903"/>
                </a:lnTo>
                <a:lnTo>
                  <a:pt x="16902" y="559018"/>
                </a:lnTo>
                <a:lnTo>
                  <a:pt x="16624" y="558749"/>
                </a:lnTo>
                <a:lnTo>
                  <a:pt x="16624" y="558343"/>
                </a:lnTo>
                <a:lnTo>
                  <a:pt x="16452" y="557926"/>
                </a:lnTo>
              </a:path>
              <a:path w="444207" h="656463">
                <a:moveTo>
                  <a:pt x="17665" y="558749"/>
                </a:moveTo>
                <a:lnTo>
                  <a:pt x="17089" y="558952"/>
                </a:lnTo>
                <a:lnTo>
                  <a:pt x="17758" y="558952"/>
                </a:lnTo>
              </a:path>
              <a:path w="444207" h="656463">
                <a:moveTo>
                  <a:pt x="17089" y="558952"/>
                </a:moveTo>
                <a:lnTo>
                  <a:pt x="16902" y="559018"/>
                </a:lnTo>
                <a:lnTo>
                  <a:pt x="17515" y="559018"/>
                </a:lnTo>
              </a:path>
              <a:path w="444207" h="656463">
                <a:moveTo>
                  <a:pt x="17487" y="558952"/>
                </a:moveTo>
                <a:lnTo>
                  <a:pt x="17665" y="559134"/>
                </a:lnTo>
                <a:lnTo>
                  <a:pt x="17665" y="559384"/>
                </a:lnTo>
                <a:lnTo>
                  <a:pt x="17955" y="559384"/>
                </a:lnTo>
                <a:lnTo>
                  <a:pt x="17841" y="559134"/>
                </a:lnTo>
                <a:lnTo>
                  <a:pt x="17758" y="558952"/>
                </a:lnTo>
              </a:path>
              <a:path w="444207" h="656463">
                <a:moveTo>
                  <a:pt x="16559" y="559018"/>
                </a:moveTo>
                <a:lnTo>
                  <a:pt x="16388" y="559325"/>
                </a:lnTo>
                <a:lnTo>
                  <a:pt x="17665" y="559384"/>
                </a:lnTo>
                <a:lnTo>
                  <a:pt x="17515" y="559018"/>
                </a:lnTo>
              </a:path>
              <a:path w="444207" h="656463">
                <a:moveTo>
                  <a:pt x="18186" y="559132"/>
                </a:moveTo>
                <a:lnTo>
                  <a:pt x="17995" y="559473"/>
                </a:lnTo>
                <a:lnTo>
                  <a:pt x="18317" y="559473"/>
                </a:lnTo>
              </a:path>
              <a:path w="444207" h="656463">
                <a:moveTo>
                  <a:pt x="16355" y="559384"/>
                </a:moveTo>
                <a:lnTo>
                  <a:pt x="16542" y="559473"/>
                </a:lnTo>
                <a:lnTo>
                  <a:pt x="17995" y="559473"/>
                </a:lnTo>
              </a:path>
              <a:path w="444207" h="656463">
                <a:moveTo>
                  <a:pt x="16542" y="559473"/>
                </a:moveTo>
                <a:lnTo>
                  <a:pt x="17202" y="559748"/>
                </a:lnTo>
                <a:lnTo>
                  <a:pt x="17665" y="559941"/>
                </a:lnTo>
                <a:lnTo>
                  <a:pt x="18542" y="560057"/>
                </a:lnTo>
                <a:lnTo>
                  <a:pt x="18422" y="559748"/>
                </a:lnTo>
                <a:lnTo>
                  <a:pt x="18330" y="559507"/>
                </a:lnTo>
              </a:path>
              <a:path w="444207" h="656463">
                <a:moveTo>
                  <a:pt x="17784" y="560057"/>
                </a:moveTo>
                <a:lnTo>
                  <a:pt x="18046" y="560311"/>
                </a:lnTo>
                <a:lnTo>
                  <a:pt x="17942" y="560057"/>
                </a:lnTo>
              </a:path>
              <a:path w="444207" h="656463">
                <a:moveTo>
                  <a:pt x="17942" y="560057"/>
                </a:moveTo>
                <a:lnTo>
                  <a:pt x="18186" y="560159"/>
                </a:lnTo>
                <a:lnTo>
                  <a:pt x="18550" y="560311"/>
                </a:lnTo>
                <a:lnTo>
                  <a:pt x="18585" y="560159"/>
                </a:lnTo>
              </a:path>
              <a:path w="444207" h="656463">
                <a:moveTo>
                  <a:pt x="18834" y="560311"/>
                </a:moveTo>
                <a:lnTo>
                  <a:pt x="19227" y="560179"/>
                </a:lnTo>
                <a:lnTo>
                  <a:pt x="19227" y="557720"/>
                </a:lnTo>
                <a:lnTo>
                  <a:pt x="18186" y="557720"/>
                </a:lnTo>
                <a:lnTo>
                  <a:pt x="17665" y="558622"/>
                </a:lnTo>
                <a:lnTo>
                  <a:pt x="17805" y="558749"/>
                </a:lnTo>
                <a:lnTo>
                  <a:pt x="18186" y="559132"/>
                </a:lnTo>
                <a:lnTo>
                  <a:pt x="18516" y="559993"/>
                </a:lnTo>
                <a:lnTo>
                  <a:pt x="18648" y="560311"/>
                </a:lnTo>
                <a:lnTo>
                  <a:pt x="18834" y="560311"/>
                </a:lnTo>
                <a:close/>
              </a:path>
              <a:path w="444207" h="656463">
                <a:moveTo>
                  <a:pt x="17665" y="560311"/>
                </a:moveTo>
                <a:lnTo>
                  <a:pt x="17433" y="560311"/>
                </a:lnTo>
                <a:lnTo>
                  <a:pt x="17545" y="560582"/>
                </a:lnTo>
                <a:lnTo>
                  <a:pt x="18147" y="560832"/>
                </a:lnTo>
                <a:lnTo>
                  <a:pt x="17665" y="560311"/>
                </a:lnTo>
                <a:close/>
              </a:path>
              <a:path w="444207" h="656463">
                <a:moveTo>
                  <a:pt x="17665" y="560874"/>
                </a:moveTo>
                <a:lnTo>
                  <a:pt x="17814" y="561235"/>
                </a:lnTo>
                <a:lnTo>
                  <a:pt x="17665" y="560874"/>
                </a:lnTo>
                <a:close/>
              </a:path>
              <a:path w="444207" h="656463">
                <a:moveTo>
                  <a:pt x="17665" y="560832"/>
                </a:moveTo>
                <a:lnTo>
                  <a:pt x="17648" y="560831"/>
                </a:lnTo>
                <a:lnTo>
                  <a:pt x="17665" y="560874"/>
                </a:lnTo>
                <a:close/>
              </a:path>
              <a:path w="444207" h="656463">
                <a:moveTo>
                  <a:pt x="20920" y="45431"/>
                </a:moveTo>
                <a:lnTo>
                  <a:pt x="21268" y="45288"/>
                </a:lnTo>
                <a:lnTo>
                  <a:pt x="21658" y="45127"/>
                </a:lnTo>
                <a:lnTo>
                  <a:pt x="22339" y="44847"/>
                </a:lnTo>
                <a:lnTo>
                  <a:pt x="21801" y="44780"/>
                </a:lnTo>
                <a:lnTo>
                  <a:pt x="21577" y="44780"/>
                </a:lnTo>
                <a:lnTo>
                  <a:pt x="21297" y="44515"/>
                </a:lnTo>
                <a:lnTo>
                  <a:pt x="20979" y="45288"/>
                </a:lnTo>
                <a:lnTo>
                  <a:pt x="20523" y="45288"/>
                </a:lnTo>
                <a:lnTo>
                  <a:pt x="20523" y="33858"/>
                </a:lnTo>
                <a:lnTo>
                  <a:pt x="19484" y="34899"/>
                </a:lnTo>
                <a:lnTo>
                  <a:pt x="18028" y="34899"/>
                </a:lnTo>
                <a:lnTo>
                  <a:pt x="18183" y="34526"/>
                </a:lnTo>
                <a:lnTo>
                  <a:pt x="17856" y="34582"/>
                </a:lnTo>
                <a:lnTo>
                  <a:pt x="17285" y="34899"/>
                </a:lnTo>
                <a:lnTo>
                  <a:pt x="16827" y="35090"/>
                </a:lnTo>
                <a:lnTo>
                  <a:pt x="16989" y="37399"/>
                </a:lnTo>
                <a:lnTo>
                  <a:pt x="19494" y="34899"/>
                </a:lnTo>
                <a:lnTo>
                  <a:pt x="20002" y="45808"/>
                </a:lnTo>
                <a:lnTo>
                  <a:pt x="20920" y="45431"/>
                </a:lnTo>
                <a:close/>
              </a:path>
              <a:path w="444207" h="656463">
                <a:moveTo>
                  <a:pt x="18516" y="50304"/>
                </a:moveTo>
                <a:lnTo>
                  <a:pt x="18348" y="49974"/>
                </a:lnTo>
                <a:lnTo>
                  <a:pt x="18186" y="49424"/>
                </a:lnTo>
                <a:lnTo>
                  <a:pt x="18186" y="49199"/>
                </a:lnTo>
                <a:lnTo>
                  <a:pt x="17665" y="49720"/>
                </a:lnTo>
                <a:lnTo>
                  <a:pt x="17411" y="49974"/>
                </a:lnTo>
                <a:lnTo>
                  <a:pt x="18186" y="49974"/>
                </a:lnTo>
                <a:lnTo>
                  <a:pt x="18186" y="50634"/>
                </a:lnTo>
                <a:lnTo>
                  <a:pt x="18516" y="50304"/>
                </a:lnTo>
                <a:close/>
              </a:path>
              <a:path w="444207" h="656463">
                <a:moveTo>
                  <a:pt x="18186" y="50634"/>
                </a:moveTo>
                <a:lnTo>
                  <a:pt x="18186" y="49974"/>
                </a:lnTo>
                <a:lnTo>
                  <a:pt x="17959" y="49974"/>
                </a:lnTo>
                <a:lnTo>
                  <a:pt x="17995" y="50825"/>
                </a:lnTo>
                <a:lnTo>
                  <a:pt x="18186" y="50634"/>
                </a:lnTo>
                <a:close/>
              </a:path>
              <a:path w="444207" h="656463">
                <a:moveTo>
                  <a:pt x="18480" y="561363"/>
                </a:moveTo>
                <a:lnTo>
                  <a:pt x="18284" y="560888"/>
                </a:lnTo>
                <a:lnTo>
                  <a:pt x="18857" y="562280"/>
                </a:lnTo>
                <a:lnTo>
                  <a:pt x="18480" y="561363"/>
                </a:lnTo>
                <a:close/>
              </a:path>
              <a:path w="444207" h="656463">
                <a:moveTo>
                  <a:pt x="18707" y="49974"/>
                </a:moveTo>
                <a:lnTo>
                  <a:pt x="18707" y="48792"/>
                </a:lnTo>
                <a:lnTo>
                  <a:pt x="18392" y="48922"/>
                </a:lnTo>
                <a:lnTo>
                  <a:pt x="18186" y="49424"/>
                </a:lnTo>
                <a:lnTo>
                  <a:pt x="18348" y="49974"/>
                </a:lnTo>
                <a:lnTo>
                  <a:pt x="18516" y="50304"/>
                </a:lnTo>
                <a:lnTo>
                  <a:pt x="18707" y="49974"/>
                </a:lnTo>
                <a:close/>
              </a:path>
              <a:path w="444207" h="656463">
                <a:moveTo>
                  <a:pt x="19605" y="575386"/>
                </a:moveTo>
                <a:lnTo>
                  <a:pt x="19088" y="574344"/>
                </a:lnTo>
                <a:lnTo>
                  <a:pt x="18897" y="574154"/>
                </a:lnTo>
                <a:lnTo>
                  <a:pt x="17856" y="573646"/>
                </a:lnTo>
                <a:lnTo>
                  <a:pt x="17019" y="573316"/>
                </a:lnTo>
                <a:lnTo>
                  <a:pt x="16504" y="573316"/>
                </a:lnTo>
                <a:lnTo>
                  <a:pt x="17538" y="574344"/>
                </a:lnTo>
                <a:lnTo>
                  <a:pt x="18053" y="574344"/>
                </a:lnTo>
                <a:lnTo>
                  <a:pt x="19100" y="575386"/>
                </a:lnTo>
                <a:lnTo>
                  <a:pt x="19605" y="575386"/>
                </a:lnTo>
                <a:close/>
              </a:path>
              <a:path w="444207" h="656463">
                <a:moveTo>
                  <a:pt x="18186" y="560311"/>
                </a:moveTo>
                <a:lnTo>
                  <a:pt x="18046" y="560311"/>
                </a:lnTo>
                <a:lnTo>
                  <a:pt x="18186" y="560650"/>
                </a:lnTo>
                <a:lnTo>
                  <a:pt x="18261" y="560831"/>
                </a:lnTo>
                <a:lnTo>
                  <a:pt x="18186" y="560311"/>
                </a:lnTo>
                <a:close/>
              </a:path>
              <a:path w="444207" h="656463">
                <a:moveTo>
                  <a:pt x="19100" y="33337"/>
                </a:moveTo>
                <a:lnTo>
                  <a:pt x="19621" y="32816"/>
                </a:lnTo>
                <a:lnTo>
                  <a:pt x="20650" y="31788"/>
                </a:lnTo>
                <a:lnTo>
                  <a:pt x="16624" y="31788"/>
                </a:lnTo>
                <a:lnTo>
                  <a:pt x="18580" y="33337"/>
                </a:lnTo>
                <a:lnTo>
                  <a:pt x="19100" y="33337"/>
                </a:lnTo>
                <a:close/>
              </a:path>
              <a:path w="444207" h="656463">
                <a:moveTo>
                  <a:pt x="27152" y="565505"/>
                </a:moveTo>
                <a:lnTo>
                  <a:pt x="26631" y="564984"/>
                </a:lnTo>
                <a:lnTo>
                  <a:pt x="27152" y="564984"/>
                </a:lnTo>
                <a:lnTo>
                  <a:pt x="26644" y="564476"/>
                </a:lnTo>
                <a:lnTo>
                  <a:pt x="25603" y="564476"/>
                </a:lnTo>
                <a:lnTo>
                  <a:pt x="25273" y="564667"/>
                </a:lnTo>
                <a:lnTo>
                  <a:pt x="25082" y="564476"/>
                </a:lnTo>
                <a:lnTo>
                  <a:pt x="24231" y="564146"/>
                </a:lnTo>
                <a:lnTo>
                  <a:pt x="24041" y="563956"/>
                </a:lnTo>
                <a:lnTo>
                  <a:pt x="24041" y="563435"/>
                </a:lnTo>
                <a:lnTo>
                  <a:pt x="23380" y="562775"/>
                </a:lnTo>
                <a:lnTo>
                  <a:pt x="22999" y="562394"/>
                </a:lnTo>
                <a:lnTo>
                  <a:pt x="23380" y="560311"/>
                </a:lnTo>
                <a:lnTo>
                  <a:pt x="20929" y="561352"/>
                </a:lnTo>
                <a:lnTo>
                  <a:pt x="20404" y="561352"/>
                </a:lnTo>
                <a:lnTo>
                  <a:pt x="20269" y="561221"/>
                </a:lnTo>
                <a:lnTo>
                  <a:pt x="20269" y="561352"/>
                </a:lnTo>
                <a:lnTo>
                  <a:pt x="21120" y="562063"/>
                </a:lnTo>
                <a:lnTo>
                  <a:pt x="20269" y="561711"/>
                </a:lnTo>
                <a:lnTo>
                  <a:pt x="19404" y="561352"/>
                </a:lnTo>
                <a:lnTo>
                  <a:pt x="19228" y="561279"/>
                </a:lnTo>
                <a:lnTo>
                  <a:pt x="19012" y="561190"/>
                </a:lnTo>
                <a:lnTo>
                  <a:pt x="19079" y="561352"/>
                </a:lnTo>
                <a:lnTo>
                  <a:pt x="19227" y="561352"/>
                </a:lnTo>
                <a:lnTo>
                  <a:pt x="20269" y="562105"/>
                </a:lnTo>
                <a:lnTo>
                  <a:pt x="20269" y="562394"/>
                </a:lnTo>
                <a:lnTo>
                  <a:pt x="22515" y="563435"/>
                </a:lnTo>
                <a:lnTo>
                  <a:pt x="20966" y="562394"/>
                </a:lnTo>
                <a:lnTo>
                  <a:pt x="21970" y="562394"/>
                </a:lnTo>
                <a:lnTo>
                  <a:pt x="21437" y="561352"/>
                </a:lnTo>
                <a:lnTo>
                  <a:pt x="22478" y="562394"/>
                </a:lnTo>
                <a:lnTo>
                  <a:pt x="23380" y="563295"/>
                </a:lnTo>
                <a:lnTo>
                  <a:pt x="23520" y="563435"/>
                </a:lnTo>
                <a:lnTo>
                  <a:pt x="23710" y="563626"/>
                </a:lnTo>
                <a:lnTo>
                  <a:pt x="23771" y="563956"/>
                </a:lnTo>
                <a:lnTo>
                  <a:pt x="24082" y="564476"/>
                </a:lnTo>
                <a:lnTo>
                  <a:pt x="25304" y="564984"/>
                </a:lnTo>
                <a:lnTo>
                  <a:pt x="26111" y="564984"/>
                </a:lnTo>
                <a:lnTo>
                  <a:pt x="26631" y="565505"/>
                </a:lnTo>
                <a:lnTo>
                  <a:pt x="26835" y="565708"/>
                </a:lnTo>
                <a:lnTo>
                  <a:pt x="26344" y="565505"/>
                </a:lnTo>
                <a:lnTo>
                  <a:pt x="25088" y="564984"/>
                </a:lnTo>
                <a:lnTo>
                  <a:pt x="23862" y="564476"/>
                </a:lnTo>
                <a:lnTo>
                  <a:pt x="23380" y="564277"/>
                </a:lnTo>
                <a:lnTo>
                  <a:pt x="23647" y="564476"/>
                </a:lnTo>
                <a:lnTo>
                  <a:pt x="24873" y="564984"/>
                </a:lnTo>
                <a:lnTo>
                  <a:pt x="26129" y="565505"/>
                </a:lnTo>
                <a:lnTo>
                  <a:pt x="27876" y="566229"/>
                </a:lnTo>
                <a:lnTo>
                  <a:pt x="27152" y="565505"/>
                </a:lnTo>
                <a:close/>
              </a:path>
              <a:path w="444207" h="656463">
                <a:moveTo>
                  <a:pt x="20269" y="561352"/>
                </a:moveTo>
                <a:lnTo>
                  <a:pt x="20269" y="561221"/>
                </a:lnTo>
                <a:lnTo>
                  <a:pt x="20404" y="561352"/>
                </a:lnTo>
                <a:lnTo>
                  <a:pt x="20929" y="561352"/>
                </a:lnTo>
                <a:lnTo>
                  <a:pt x="23380" y="560311"/>
                </a:lnTo>
                <a:lnTo>
                  <a:pt x="20408" y="560832"/>
                </a:lnTo>
                <a:lnTo>
                  <a:pt x="20269" y="560832"/>
                </a:lnTo>
                <a:lnTo>
                  <a:pt x="20078" y="561035"/>
                </a:lnTo>
                <a:lnTo>
                  <a:pt x="19876" y="560832"/>
                </a:lnTo>
                <a:lnTo>
                  <a:pt x="19228" y="560831"/>
                </a:lnTo>
                <a:lnTo>
                  <a:pt x="19012" y="561190"/>
                </a:lnTo>
                <a:lnTo>
                  <a:pt x="19228" y="561279"/>
                </a:lnTo>
                <a:lnTo>
                  <a:pt x="19404" y="561352"/>
                </a:lnTo>
                <a:lnTo>
                  <a:pt x="20269" y="561711"/>
                </a:lnTo>
                <a:lnTo>
                  <a:pt x="21120" y="562063"/>
                </a:lnTo>
                <a:lnTo>
                  <a:pt x="20269" y="561352"/>
                </a:lnTo>
                <a:close/>
              </a:path>
              <a:path w="444207" h="656463">
                <a:moveTo>
                  <a:pt x="19227" y="50114"/>
                </a:moveTo>
                <a:lnTo>
                  <a:pt x="18846" y="49974"/>
                </a:lnTo>
                <a:lnTo>
                  <a:pt x="18707" y="50114"/>
                </a:lnTo>
                <a:lnTo>
                  <a:pt x="18707" y="50637"/>
                </a:lnTo>
                <a:lnTo>
                  <a:pt x="19227" y="50114"/>
                </a:lnTo>
                <a:close/>
              </a:path>
              <a:path w="444207" h="656463">
                <a:moveTo>
                  <a:pt x="19227" y="49592"/>
                </a:moveTo>
                <a:lnTo>
                  <a:pt x="19748" y="49068"/>
                </a:lnTo>
                <a:lnTo>
                  <a:pt x="19748" y="48359"/>
                </a:lnTo>
                <a:lnTo>
                  <a:pt x="20078" y="48221"/>
                </a:lnTo>
                <a:lnTo>
                  <a:pt x="20599" y="47701"/>
                </a:lnTo>
                <a:lnTo>
                  <a:pt x="21120" y="47193"/>
                </a:lnTo>
                <a:lnTo>
                  <a:pt x="21297" y="47015"/>
                </a:lnTo>
                <a:lnTo>
                  <a:pt x="22339" y="49974"/>
                </a:lnTo>
                <a:lnTo>
                  <a:pt x="22339" y="46850"/>
                </a:lnTo>
                <a:lnTo>
                  <a:pt x="22161" y="46151"/>
                </a:lnTo>
                <a:lnTo>
                  <a:pt x="21640" y="46672"/>
                </a:lnTo>
                <a:lnTo>
                  <a:pt x="21463" y="46850"/>
                </a:lnTo>
                <a:lnTo>
                  <a:pt x="20336" y="46850"/>
                </a:lnTo>
                <a:lnTo>
                  <a:pt x="19748" y="48279"/>
                </a:lnTo>
                <a:lnTo>
                  <a:pt x="19557" y="48742"/>
                </a:lnTo>
                <a:lnTo>
                  <a:pt x="19227" y="48575"/>
                </a:lnTo>
                <a:lnTo>
                  <a:pt x="19037" y="49784"/>
                </a:lnTo>
                <a:lnTo>
                  <a:pt x="19227" y="49974"/>
                </a:lnTo>
                <a:lnTo>
                  <a:pt x="19227" y="49592"/>
                </a:lnTo>
                <a:close/>
              </a:path>
              <a:path w="444207" h="656463">
                <a:moveTo>
                  <a:pt x="18707" y="48158"/>
                </a:moveTo>
                <a:lnTo>
                  <a:pt x="18865" y="48725"/>
                </a:lnTo>
                <a:lnTo>
                  <a:pt x="19227" y="47852"/>
                </a:lnTo>
                <a:lnTo>
                  <a:pt x="19643" y="46850"/>
                </a:lnTo>
                <a:lnTo>
                  <a:pt x="18973" y="46850"/>
                </a:lnTo>
                <a:lnTo>
                  <a:pt x="16731" y="49613"/>
                </a:lnTo>
                <a:lnTo>
                  <a:pt x="18707" y="48158"/>
                </a:lnTo>
                <a:close/>
              </a:path>
              <a:path w="444207" h="656463">
                <a:moveTo>
                  <a:pt x="18973" y="46850"/>
                </a:moveTo>
                <a:lnTo>
                  <a:pt x="19643" y="46850"/>
                </a:lnTo>
                <a:lnTo>
                  <a:pt x="19748" y="46596"/>
                </a:lnTo>
                <a:lnTo>
                  <a:pt x="20614" y="46175"/>
                </a:lnTo>
                <a:lnTo>
                  <a:pt x="21298" y="45894"/>
                </a:lnTo>
                <a:lnTo>
                  <a:pt x="21504" y="45808"/>
                </a:lnTo>
                <a:lnTo>
                  <a:pt x="22339" y="45465"/>
                </a:lnTo>
                <a:lnTo>
                  <a:pt x="22770" y="45288"/>
                </a:lnTo>
                <a:lnTo>
                  <a:pt x="22339" y="44847"/>
                </a:lnTo>
                <a:lnTo>
                  <a:pt x="22339" y="45288"/>
                </a:lnTo>
                <a:lnTo>
                  <a:pt x="21592" y="45288"/>
                </a:lnTo>
                <a:lnTo>
                  <a:pt x="21377" y="45808"/>
                </a:lnTo>
                <a:lnTo>
                  <a:pt x="20002" y="45808"/>
                </a:lnTo>
                <a:lnTo>
                  <a:pt x="19494" y="34899"/>
                </a:lnTo>
                <a:lnTo>
                  <a:pt x="16985" y="37408"/>
                </a:lnTo>
                <a:lnTo>
                  <a:pt x="16624" y="38277"/>
                </a:lnTo>
                <a:lnTo>
                  <a:pt x="16731" y="49613"/>
                </a:lnTo>
                <a:lnTo>
                  <a:pt x="18973" y="46850"/>
                </a:lnTo>
                <a:close/>
              </a:path>
              <a:path w="444207" h="656463">
                <a:moveTo>
                  <a:pt x="21297" y="45288"/>
                </a:moveTo>
                <a:lnTo>
                  <a:pt x="22339" y="45288"/>
                </a:lnTo>
                <a:lnTo>
                  <a:pt x="22339" y="44847"/>
                </a:lnTo>
                <a:lnTo>
                  <a:pt x="21658" y="45127"/>
                </a:lnTo>
                <a:lnTo>
                  <a:pt x="21297" y="45275"/>
                </a:lnTo>
                <a:lnTo>
                  <a:pt x="20920" y="45431"/>
                </a:lnTo>
                <a:lnTo>
                  <a:pt x="20002" y="45808"/>
                </a:lnTo>
                <a:lnTo>
                  <a:pt x="21297" y="45808"/>
                </a:lnTo>
                <a:lnTo>
                  <a:pt x="21297" y="45288"/>
                </a:lnTo>
                <a:close/>
              </a:path>
              <a:path w="444207" h="656463">
                <a:moveTo>
                  <a:pt x="19590" y="33858"/>
                </a:moveTo>
                <a:lnTo>
                  <a:pt x="20837" y="33337"/>
                </a:lnTo>
                <a:lnTo>
                  <a:pt x="20644" y="32816"/>
                </a:lnTo>
                <a:lnTo>
                  <a:pt x="22911" y="31788"/>
                </a:lnTo>
                <a:lnTo>
                  <a:pt x="20429" y="32816"/>
                </a:lnTo>
                <a:lnTo>
                  <a:pt x="19939" y="33020"/>
                </a:lnTo>
                <a:lnTo>
                  <a:pt x="19388" y="33337"/>
                </a:lnTo>
                <a:lnTo>
                  <a:pt x="18897" y="33540"/>
                </a:lnTo>
                <a:lnTo>
                  <a:pt x="18059" y="33858"/>
                </a:lnTo>
                <a:lnTo>
                  <a:pt x="18376" y="34061"/>
                </a:lnTo>
                <a:lnTo>
                  <a:pt x="19590" y="33858"/>
                </a:lnTo>
                <a:close/>
              </a:path>
              <a:path w="444207" h="656463">
                <a:moveTo>
                  <a:pt x="21377" y="45808"/>
                </a:moveTo>
                <a:lnTo>
                  <a:pt x="21592" y="45288"/>
                </a:lnTo>
                <a:lnTo>
                  <a:pt x="21297" y="45288"/>
                </a:lnTo>
                <a:lnTo>
                  <a:pt x="21297" y="45808"/>
                </a:lnTo>
                <a:close/>
              </a:path>
              <a:path w="444207" h="656463">
                <a:moveTo>
                  <a:pt x="24688" y="564984"/>
                </a:moveTo>
                <a:lnTo>
                  <a:pt x="25936" y="565505"/>
                </a:lnTo>
                <a:lnTo>
                  <a:pt x="28917" y="566750"/>
                </a:lnTo>
                <a:lnTo>
                  <a:pt x="27686" y="565518"/>
                </a:lnTo>
                <a:lnTo>
                  <a:pt x="27152" y="564984"/>
                </a:lnTo>
                <a:lnTo>
                  <a:pt x="26631" y="564984"/>
                </a:lnTo>
                <a:lnTo>
                  <a:pt x="27152" y="565505"/>
                </a:lnTo>
                <a:lnTo>
                  <a:pt x="27660" y="565505"/>
                </a:lnTo>
                <a:lnTo>
                  <a:pt x="27876" y="566229"/>
                </a:lnTo>
                <a:lnTo>
                  <a:pt x="26129" y="565505"/>
                </a:lnTo>
                <a:lnTo>
                  <a:pt x="24873" y="564984"/>
                </a:lnTo>
                <a:lnTo>
                  <a:pt x="23647" y="564476"/>
                </a:lnTo>
                <a:lnTo>
                  <a:pt x="23380" y="564277"/>
                </a:lnTo>
                <a:lnTo>
                  <a:pt x="22605" y="563956"/>
                </a:lnTo>
                <a:lnTo>
                  <a:pt x="23380" y="566813"/>
                </a:lnTo>
                <a:lnTo>
                  <a:pt x="23126" y="575906"/>
                </a:lnTo>
                <a:lnTo>
                  <a:pt x="21870" y="575386"/>
                </a:lnTo>
                <a:lnTo>
                  <a:pt x="19939" y="574675"/>
                </a:lnTo>
                <a:lnTo>
                  <a:pt x="20650" y="575386"/>
                </a:lnTo>
                <a:lnTo>
                  <a:pt x="20980" y="575195"/>
                </a:lnTo>
                <a:lnTo>
                  <a:pt x="21655" y="575386"/>
                </a:lnTo>
                <a:lnTo>
                  <a:pt x="22911" y="575906"/>
                </a:lnTo>
                <a:lnTo>
                  <a:pt x="24168" y="576427"/>
                </a:lnTo>
                <a:lnTo>
                  <a:pt x="24688" y="564984"/>
                </a:lnTo>
                <a:close/>
              </a:path>
              <a:path w="444207" h="656463">
                <a:moveTo>
                  <a:pt x="22911" y="31788"/>
                </a:moveTo>
                <a:lnTo>
                  <a:pt x="23952" y="31267"/>
                </a:lnTo>
                <a:lnTo>
                  <a:pt x="23732" y="31267"/>
                </a:lnTo>
                <a:lnTo>
                  <a:pt x="22480" y="31788"/>
                </a:lnTo>
                <a:lnTo>
                  <a:pt x="22021" y="31978"/>
                </a:lnTo>
                <a:lnTo>
                  <a:pt x="20980" y="32499"/>
                </a:lnTo>
                <a:lnTo>
                  <a:pt x="22911" y="31788"/>
                </a:lnTo>
                <a:close/>
              </a:path>
              <a:path w="444207" h="656463">
                <a:moveTo>
                  <a:pt x="21463" y="46850"/>
                </a:moveTo>
                <a:lnTo>
                  <a:pt x="21298" y="46003"/>
                </a:lnTo>
                <a:lnTo>
                  <a:pt x="20949" y="46850"/>
                </a:lnTo>
                <a:lnTo>
                  <a:pt x="21463" y="46850"/>
                </a:lnTo>
                <a:close/>
              </a:path>
              <a:path w="444207" h="656463">
                <a:moveTo>
                  <a:pt x="25463" y="45808"/>
                </a:moveTo>
                <a:lnTo>
                  <a:pt x="22682" y="45631"/>
                </a:lnTo>
                <a:lnTo>
                  <a:pt x="22504" y="45808"/>
                </a:lnTo>
                <a:lnTo>
                  <a:pt x="22339" y="45808"/>
                </a:lnTo>
                <a:lnTo>
                  <a:pt x="22339" y="45974"/>
                </a:lnTo>
                <a:lnTo>
                  <a:pt x="25463" y="46850"/>
                </a:lnTo>
                <a:lnTo>
                  <a:pt x="25463" y="45808"/>
                </a:lnTo>
                <a:close/>
              </a:path>
              <a:path w="444207" h="656463">
                <a:moveTo>
                  <a:pt x="24031" y="44780"/>
                </a:moveTo>
                <a:lnTo>
                  <a:pt x="25078" y="43738"/>
                </a:lnTo>
                <a:lnTo>
                  <a:pt x="25463" y="43738"/>
                </a:lnTo>
                <a:lnTo>
                  <a:pt x="25463" y="43218"/>
                </a:lnTo>
                <a:lnTo>
                  <a:pt x="25335" y="43218"/>
                </a:lnTo>
                <a:lnTo>
                  <a:pt x="24903" y="42697"/>
                </a:lnTo>
                <a:lnTo>
                  <a:pt x="24410" y="42901"/>
                </a:lnTo>
                <a:lnTo>
                  <a:pt x="24688" y="42697"/>
                </a:lnTo>
                <a:lnTo>
                  <a:pt x="25098" y="41240"/>
                </a:lnTo>
                <a:lnTo>
                  <a:pt x="25463" y="40360"/>
                </a:lnTo>
                <a:lnTo>
                  <a:pt x="26504" y="39319"/>
                </a:lnTo>
                <a:lnTo>
                  <a:pt x="23126" y="31788"/>
                </a:lnTo>
                <a:lnTo>
                  <a:pt x="22085" y="32816"/>
                </a:lnTo>
                <a:lnTo>
                  <a:pt x="21297" y="44513"/>
                </a:lnTo>
                <a:lnTo>
                  <a:pt x="22336" y="43478"/>
                </a:lnTo>
                <a:lnTo>
                  <a:pt x="22605" y="43738"/>
                </a:lnTo>
                <a:lnTo>
                  <a:pt x="23647" y="43218"/>
                </a:lnTo>
                <a:lnTo>
                  <a:pt x="24279" y="43218"/>
                </a:lnTo>
                <a:lnTo>
                  <a:pt x="24082" y="43738"/>
                </a:lnTo>
                <a:lnTo>
                  <a:pt x="24231" y="44069"/>
                </a:lnTo>
                <a:lnTo>
                  <a:pt x="23710" y="44589"/>
                </a:lnTo>
                <a:lnTo>
                  <a:pt x="23863" y="44220"/>
                </a:lnTo>
                <a:lnTo>
                  <a:pt x="24231" y="44069"/>
                </a:lnTo>
                <a:lnTo>
                  <a:pt x="24059" y="43748"/>
                </a:lnTo>
                <a:lnTo>
                  <a:pt x="22502" y="44780"/>
                </a:lnTo>
                <a:lnTo>
                  <a:pt x="23202" y="45110"/>
                </a:lnTo>
                <a:lnTo>
                  <a:pt x="23520" y="45288"/>
                </a:lnTo>
                <a:lnTo>
                  <a:pt x="24031" y="44780"/>
                </a:lnTo>
                <a:close/>
              </a:path>
              <a:path w="444207" h="656463">
                <a:moveTo>
                  <a:pt x="23380" y="566813"/>
                </a:moveTo>
                <a:lnTo>
                  <a:pt x="22085" y="575386"/>
                </a:lnTo>
                <a:lnTo>
                  <a:pt x="21870" y="575386"/>
                </a:lnTo>
                <a:lnTo>
                  <a:pt x="23126" y="575906"/>
                </a:lnTo>
                <a:lnTo>
                  <a:pt x="23380" y="566813"/>
                </a:lnTo>
                <a:close/>
              </a:path>
              <a:path w="444207" h="656463">
                <a:moveTo>
                  <a:pt x="24059" y="43748"/>
                </a:moveTo>
                <a:lnTo>
                  <a:pt x="22605" y="43738"/>
                </a:lnTo>
                <a:lnTo>
                  <a:pt x="24082" y="43738"/>
                </a:lnTo>
                <a:lnTo>
                  <a:pt x="24279" y="43218"/>
                </a:lnTo>
                <a:lnTo>
                  <a:pt x="23647" y="43218"/>
                </a:lnTo>
                <a:lnTo>
                  <a:pt x="22605" y="43738"/>
                </a:lnTo>
                <a:lnTo>
                  <a:pt x="22339" y="43475"/>
                </a:lnTo>
                <a:lnTo>
                  <a:pt x="21847" y="44667"/>
                </a:lnTo>
                <a:lnTo>
                  <a:pt x="22339" y="44780"/>
                </a:lnTo>
                <a:lnTo>
                  <a:pt x="22502" y="44780"/>
                </a:lnTo>
                <a:lnTo>
                  <a:pt x="24059" y="43748"/>
                </a:lnTo>
                <a:close/>
              </a:path>
              <a:path w="444207" h="656463">
                <a:moveTo>
                  <a:pt x="20129" y="575386"/>
                </a:moveTo>
                <a:lnTo>
                  <a:pt x="19357" y="574344"/>
                </a:lnTo>
                <a:lnTo>
                  <a:pt x="19554" y="574344"/>
                </a:lnTo>
                <a:lnTo>
                  <a:pt x="18030" y="573316"/>
                </a:lnTo>
                <a:lnTo>
                  <a:pt x="16827" y="573125"/>
                </a:lnTo>
                <a:lnTo>
                  <a:pt x="16497" y="572795"/>
                </a:lnTo>
                <a:lnTo>
                  <a:pt x="16306" y="572604"/>
                </a:lnTo>
                <a:lnTo>
                  <a:pt x="16768" y="572795"/>
                </a:lnTo>
                <a:lnTo>
                  <a:pt x="18030" y="573316"/>
                </a:lnTo>
                <a:lnTo>
                  <a:pt x="20523" y="574344"/>
                </a:lnTo>
                <a:lnTo>
                  <a:pt x="20269" y="563695"/>
                </a:lnTo>
                <a:lnTo>
                  <a:pt x="19895" y="563321"/>
                </a:lnTo>
                <a:lnTo>
                  <a:pt x="19227" y="561709"/>
                </a:lnTo>
                <a:lnTo>
                  <a:pt x="19227" y="562651"/>
                </a:lnTo>
                <a:lnTo>
                  <a:pt x="19209" y="561666"/>
                </a:lnTo>
                <a:lnTo>
                  <a:pt x="20002" y="562394"/>
                </a:lnTo>
                <a:lnTo>
                  <a:pt x="20269" y="562504"/>
                </a:lnTo>
                <a:lnTo>
                  <a:pt x="21577" y="563435"/>
                </a:lnTo>
                <a:lnTo>
                  <a:pt x="22829" y="563956"/>
                </a:lnTo>
                <a:lnTo>
                  <a:pt x="23380" y="564185"/>
                </a:lnTo>
                <a:lnTo>
                  <a:pt x="23380" y="563794"/>
                </a:lnTo>
                <a:lnTo>
                  <a:pt x="22515" y="563435"/>
                </a:lnTo>
                <a:lnTo>
                  <a:pt x="20269" y="562394"/>
                </a:lnTo>
                <a:lnTo>
                  <a:pt x="20269" y="562105"/>
                </a:lnTo>
                <a:lnTo>
                  <a:pt x="19227" y="561352"/>
                </a:lnTo>
                <a:lnTo>
                  <a:pt x="19079" y="561352"/>
                </a:lnTo>
                <a:lnTo>
                  <a:pt x="19012" y="561190"/>
                </a:lnTo>
                <a:lnTo>
                  <a:pt x="19228" y="560831"/>
                </a:lnTo>
                <a:lnTo>
                  <a:pt x="19876" y="560832"/>
                </a:lnTo>
                <a:lnTo>
                  <a:pt x="19228" y="560311"/>
                </a:lnTo>
                <a:lnTo>
                  <a:pt x="19037" y="560514"/>
                </a:lnTo>
                <a:lnTo>
                  <a:pt x="18864" y="560831"/>
                </a:lnTo>
                <a:lnTo>
                  <a:pt x="18550" y="560311"/>
                </a:lnTo>
                <a:lnTo>
                  <a:pt x="18186" y="560159"/>
                </a:lnTo>
                <a:lnTo>
                  <a:pt x="17942" y="560057"/>
                </a:lnTo>
                <a:lnTo>
                  <a:pt x="18046" y="560311"/>
                </a:lnTo>
                <a:lnTo>
                  <a:pt x="18186" y="560311"/>
                </a:lnTo>
                <a:lnTo>
                  <a:pt x="18261" y="560831"/>
                </a:lnTo>
                <a:lnTo>
                  <a:pt x="18475" y="561352"/>
                </a:lnTo>
                <a:lnTo>
                  <a:pt x="18857" y="562280"/>
                </a:lnTo>
                <a:lnTo>
                  <a:pt x="19227" y="563181"/>
                </a:lnTo>
                <a:lnTo>
                  <a:pt x="18973" y="573316"/>
                </a:lnTo>
                <a:lnTo>
                  <a:pt x="17717" y="572795"/>
                </a:lnTo>
                <a:lnTo>
                  <a:pt x="16460" y="572274"/>
                </a:lnTo>
                <a:lnTo>
                  <a:pt x="15265" y="572084"/>
                </a:lnTo>
                <a:lnTo>
                  <a:pt x="15456" y="572274"/>
                </a:lnTo>
                <a:lnTo>
                  <a:pt x="15980" y="572795"/>
                </a:lnTo>
                <a:lnTo>
                  <a:pt x="16504" y="573316"/>
                </a:lnTo>
                <a:lnTo>
                  <a:pt x="17019" y="573316"/>
                </a:lnTo>
                <a:lnTo>
                  <a:pt x="17856" y="573646"/>
                </a:lnTo>
                <a:lnTo>
                  <a:pt x="18897" y="574154"/>
                </a:lnTo>
                <a:lnTo>
                  <a:pt x="19088" y="574344"/>
                </a:lnTo>
                <a:lnTo>
                  <a:pt x="19605" y="575386"/>
                </a:lnTo>
                <a:lnTo>
                  <a:pt x="20129" y="575906"/>
                </a:lnTo>
                <a:lnTo>
                  <a:pt x="20650" y="575906"/>
                </a:lnTo>
                <a:lnTo>
                  <a:pt x="20129" y="575386"/>
                </a:lnTo>
                <a:close/>
              </a:path>
              <a:path w="444207" h="656463">
                <a:moveTo>
                  <a:pt x="23710" y="563626"/>
                </a:moveTo>
                <a:lnTo>
                  <a:pt x="23520" y="563435"/>
                </a:lnTo>
                <a:lnTo>
                  <a:pt x="23380" y="563295"/>
                </a:lnTo>
                <a:lnTo>
                  <a:pt x="22478" y="562394"/>
                </a:lnTo>
                <a:lnTo>
                  <a:pt x="21437" y="561352"/>
                </a:lnTo>
                <a:lnTo>
                  <a:pt x="21970" y="562394"/>
                </a:lnTo>
                <a:lnTo>
                  <a:pt x="22682" y="563105"/>
                </a:lnTo>
                <a:lnTo>
                  <a:pt x="23380" y="563435"/>
                </a:lnTo>
                <a:lnTo>
                  <a:pt x="23771" y="563956"/>
                </a:lnTo>
                <a:lnTo>
                  <a:pt x="23710" y="563626"/>
                </a:lnTo>
                <a:close/>
              </a:path>
              <a:path w="444207" h="656463">
                <a:moveTo>
                  <a:pt x="20269" y="560832"/>
                </a:moveTo>
                <a:lnTo>
                  <a:pt x="20408" y="560832"/>
                </a:lnTo>
                <a:lnTo>
                  <a:pt x="23380" y="560311"/>
                </a:lnTo>
                <a:lnTo>
                  <a:pt x="20269" y="560311"/>
                </a:lnTo>
                <a:lnTo>
                  <a:pt x="19358" y="560311"/>
                </a:lnTo>
                <a:lnTo>
                  <a:pt x="20269" y="557720"/>
                </a:lnTo>
                <a:lnTo>
                  <a:pt x="19227" y="557720"/>
                </a:lnTo>
                <a:lnTo>
                  <a:pt x="19227" y="560179"/>
                </a:lnTo>
                <a:lnTo>
                  <a:pt x="18834" y="560311"/>
                </a:lnTo>
                <a:lnTo>
                  <a:pt x="18668" y="560360"/>
                </a:lnTo>
                <a:lnTo>
                  <a:pt x="18864" y="560831"/>
                </a:lnTo>
                <a:lnTo>
                  <a:pt x="19037" y="560514"/>
                </a:lnTo>
                <a:lnTo>
                  <a:pt x="19228" y="560311"/>
                </a:lnTo>
                <a:lnTo>
                  <a:pt x="19876" y="560832"/>
                </a:lnTo>
                <a:lnTo>
                  <a:pt x="20078" y="561035"/>
                </a:lnTo>
                <a:lnTo>
                  <a:pt x="20269" y="560832"/>
                </a:lnTo>
                <a:close/>
              </a:path>
              <a:path w="444207" h="656463">
                <a:moveTo>
                  <a:pt x="23795" y="576948"/>
                </a:moveTo>
                <a:lnTo>
                  <a:pt x="23571" y="576834"/>
                </a:lnTo>
                <a:lnTo>
                  <a:pt x="22732" y="576948"/>
                </a:lnTo>
                <a:lnTo>
                  <a:pt x="23253" y="577469"/>
                </a:lnTo>
                <a:lnTo>
                  <a:pt x="23795" y="576948"/>
                </a:lnTo>
                <a:close/>
              </a:path>
              <a:path w="444207" h="656463">
                <a:moveTo>
                  <a:pt x="24779" y="30746"/>
                </a:moveTo>
                <a:lnTo>
                  <a:pt x="24985" y="30746"/>
                </a:lnTo>
                <a:lnTo>
                  <a:pt x="25653" y="30416"/>
                </a:lnTo>
                <a:lnTo>
                  <a:pt x="25844" y="30225"/>
                </a:lnTo>
                <a:lnTo>
                  <a:pt x="24551" y="30746"/>
                </a:lnTo>
                <a:lnTo>
                  <a:pt x="24091" y="30937"/>
                </a:lnTo>
                <a:lnTo>
                  <a:pt x="23522" y="31267"/>
                </a:lnTo>
                <a:lnTo>
                  <a:pt x="24779" y="30746"/>
                </a:lnTo>
                <a:close/>
              </a:path>
              <a:path w="444207" h="656463">
                <a:moveTo>
                  <a:pt x="25603" y="564476"/>
                </a:moveTo>
                <a:lnTo>
                  <a:pt x="26123" y="564476"/>
                </a:lnTo>
                <a:lnTo>
                  <a:pt x="25603" y="563956"/>
                </a:lnTo>
                <a:lnTo>
                  <a:pt x="25082" y="563956"/>
                </a:lnTo>
                <a:lnTo>
                  <a:pt x="24561" y="563435"/>
                </a:lnTo>
                <a:lnTo>
                  <a:pt x="24041" y="563435"/>
                </a:lnTo>
                <a:lnTo>
                  <a:pt x="24041" y="563956"/>
                </a:lnTo>
                <a:lnTo>
                  <a:pt x="24231" y="564146"/>
                </a:lnTo>
                <a:lnTo>
                  <a:pt x="25082" y="564476"/>
                </a:lnTo>
                <a:lnTo>
                  <a:pt x="25273" y="564667"/>
                </a:lnTo>
                <a:lnTo>
                  <a:pt x="25603" y="564476"/>
                </a:lnTo>
                <a:close/>
              </a:path>
              <a:path w="444207" h="656463">
                <a:moveTo>
                  <a:pt x="21170" y="31788"/>
                </a:moveTo>
                <a:lnTo>
                  <a:pt x="22212" y="31788"/>
                </a:lnTo>
                <a:lnTo>
                  <a:pt x="22733" y="31267"/>
                </a:lnTo>
                <a:lnTo>
                  <a:pt x="23253" y="31267"/>
                </a:lnTo>
                <a:lnTo>
                  <a:pt x="23774" y="30746"/>
                </a:lnTo>
                <a:lnTo>
                  <a:pt x="24282" y="30746"/>
                </a:lnTo>
                <a:lnTo>
                  <a:pt x="24803" y="30225"/>
                </a:lnTo>
                <a:lnTo>
                  <a:pt x="25324" y="29705"/>
                </a:lnTo>
                <a:lnTo>
                  <a:pt x="25844" y="29184"/>
                </a:lnTo>
                <a:lnTo>
                  <a:pt x="25336" y="29184"/>
                </a:lnTo>
                <a:lnTo>
                  <a:pt x="24815" y="29705"/>
                </a:lnTo>
                <a:lnTo>
                  <a:pt x="24295" y="29705"/>
                </a:lnTo>
                <a:lnTo>
                  <a:pt x="23774" y="30226"/>
                </a:lnTo>
                <a:lnTo>
                  <a:pt x="23253" y="30226"/>
                </a:lnTo>
                <a:lnTo>
                  <a:pt x="22732" y="30746"/>
                </a:lnTo>
                <a:lnTo>
                  <a:pt x="22212" y="30746"/>
                </a:lnTo>
                <a:lnTo>
                  <a:pt x="21691" y="31267"/>
                </a:lnTo>
                <a:lnTo>
                  <a:pt x="22212" y="31267"/>
                </a:lnTo>
                <a:lnTo>
                  <a:pt x="21691" y="31267"/>
                </a:lnTo>
                <a:lnTo>
                  <a:pt x="21170" y="31267"/>
                </a:lnTo>
                <a:lnTo>
                  <a:pt x="20650" y="31788"/>
                </a:lnTo>
                <a:lnTo>
                  <a:pt x="20142" y="32816"/>
                </a:lnTo>
                <a:lnTo>
                  <a:pt x="21170" y="31788"/>
                </a:lnTo>
                <a:close/>
              </a:path>
              <a:path w="444207" h="656463">
                <a:moveTo>
                  <a:pt x="220548" y="638784"/>
                </a:moveTo>
                <a:lnTo>
                  <a:pt x="219506" y="638263"/>
                </a:lnTo>
                <a:lnTo>
                  <a:pt x="218732" y="645807"/>
                </a:lnTo>
                <a:lnTo>
                  <a:pt x="222110" y="650748"/>
                </a:lnTo>
                <a:lnTo>
                  <a:pt x="220154" y="650748"/>
                </a:lnTo>
                <a:lnTo>
                  <a:pt x="218732" y="650227"/>
                </a:lnTo>
                <a:lnTo>
                  <a:pt x="218732" y="649688"/>
                </a:lnTo>
                <a:lnTo>
                  <a:pt x="216128" y="648606"/>
                </a:lnTo>
                <a:lnTo>
                  <a:pt x="215811" y="648474"/>
                </a:lnTo>
                <a:lnTo>
                  <a:pt x="29959" y="566674"/>
                </a:lnTo>
                <a:lnTo>
                  <a:pt x="29387" y="566420"/>
                </a:lnTo>
                <a:lnTo>
                  <a:pt x="29946" y="567270"/>
                </a:lnTo>
                <a:lnTo>
                  <a:pt x="25717" y="565505"/>
                </a:lnTo>
                <a:lnTo>
                  <a:pt x="25209" y="576948"/>
                </a:lnTo>
                <a:lnTo>
                  <a:pt x="24051" y="576948"/>
                </a:lnTo>
                <a:lnTo>
                  <a:pt x="23953" y="576427"/>
                </a:lnTo>
                <a:lnTo>
                  <a:pt x="22212" y="576427"/>
                </a:lnTo>
                <a:lnTo>
                  <a:pt x="22696" y="575906"/>
                </a:lnTo>
                <a:lnTo>
                  <a:pt x="21440" y="575386"/>
                </a:lnTo>
                <a:lnTo>
                  <a:pt x="21170" y="575386"/>
                </a:lnTo>
                <a:lnTo>
                  <a:pt x="21171" y="575906"/>
                </a:lnTo>
                <a:lnTo>
                  <a:pt x="21691" y="576427"/>
                </a:lnTo>
                <a:lnTo>
                  <a:pt x="22212" y="576948"/>
                </a:lnTo>
                <a:lnTo>
                  <a:pt x="22732" y="576948"/>
                </a:lnTo>
                <a:lnTo>
                  <a:pt x="23571" y="576834"/>
                </a:lnTo>
                <a:lnTo>
                  <a:pt x="23795" y="576948"/>
                </a:lnTo>
                <a:lnTo>
                  <a:pt x="23253" y="577469"/>
                </a:lnTo>
                <a:lnTo>
                  <a:pt x="24817" y="577469"/>
                </a:lnTo>
                <a:lnTo>
                  <a:pt x="216128" y="649363"/>
                </a:lnTo>
                <a:lnTo>
                  <a:pt x="216128" y="648792"/>
                </a:lnTo>
                <a:lnTo>
                  <a:pt x="217043" y="649707"/>
                </a:lnTo>
                <a:lnTo>
                  <a:pt x="218427" y="650227"/>
                </a:lnTo>
                <a:lnTo>
                  <a:pt x="218732" y="650748"/>
                </a:lnTo>
                <a:lnTo>
                  <a:pt x="220675" y="651268"/>
                </a:lnTo>
                <a:lnTo>
                  <a:pt x="222630" y="651268"/>
                </a:lnTo>
                <a:lnTo>
                  <a:pt x="222483" y="650991"/>
                </a:lnTo>
                <a:lnTo>
                  <a:pt x="222046" y="650557"/>
                </a:lnTo>
                <a:lnTo>
                  <a:pt x="224481" y="651569"/>
                </a:lnTo>
                <a:lnTo>
                  <a:pt x="220548" y="638784"/>
                </a:lnTo>
                <a:close/>
              </a:path>
              <a:path w="444207" h="656463">
                <a:moveTo>
                  <a:pt x="26504" y="43218"/>
                </a:moveTo>
                <a:lnTo>
                  <a:pt x="26644" y="43218"/>
                </a:lnTo>
                <a:lnTo>
                  <a:pt x="26504" y="42830"/>
                </a:lnTo>
                <a:lnTo>
                  <a:pt x="26644" y="42697"/>
                </a:lnTo>
                <a:lnTo>
                  <a:pt x="27165" y="42176"/>
                </a:lnTo>
                <a:lnTo>
                  <a:pt x="27685" y="41656"/>
                </a:lnTo>
                <a:lnTo>
                  <a:pt x="27876" y="41465"/>
                </a:lnTo>
                <a:lnTo>
                  <a:pt x="28215" y="41655"/>
                </a:lnTo>
                <a:lnTo>
                  <a:pt x="28196" y="42176"/>
                </a:lnTo>
                <a:lnTo>
                  <a:pt x="28714" y="42176"/>
                </a:lnTo>
                <a:lnTo>
                  <a:pt x="28720" y="41656"/>
                </a:lnTo>
                <a:lnTo>
                  <a:pt x="28739" y="41135"/>
                </a:lnTo>
                <a:lnTo>
                  <a:pt x="28194" y="41135"/>
                </a:lnTo>
                <a:lnTo>
                  <a:pt x="27219" y="41656"/>
                </a:lnTo>
                <a:lnTo>
                  <a:pt x="27993" y="41337"/>
                </a:lnTo>
                <a:lnTo>
                  <a:pt x="27858" y="41472"/>
                </a:lnTo>
                <a:lnTo>
                  <a:pt x="27676" y="41656"/>
                </a:lnTo>
                <a:lnTo>
                  <a:pt x="27156" y="42176"/>
                </a:lnTo>
                <a:lnTo>
                  <a:pt x="26637" y="42697"/>
                </a:lnTo>
                <a:lnTo>
                  <a:pt x="26504" y="42697"/>
                </a:lnTo>
                <a:lnTo>
                  <a:pt x="26504" y="42176"/>
                </a:lnTo>
                <a:lnTo>
                  <a:pt x="26160" y="42176"/>
                </a:lnTo>
                <a:lnTo>
                  <a:pt x="25463" y="42465"/>
                </a:lnTo>
                <a:lnTo>
                  <a:pt x="25463" y="42697"/>
                </a:lnTo>
                <a:lnTo>
                  <a:pt x="25793" y="43027"/>
                </a:lnTo>
                <a:lnTo>
                  <a:pt x="25463" y="43164"/>
                </a:lnTo>
                <a:lnTo>
                  <a:pt x="25602" y="43218"/>
                </a:lnTo>
                <a:lnTo>
                  <a:pt x="26118" y="43218"/>
                </a:lnTo>
                <a:lnTo>
                  <a:pt x="25603" y="43738"/>
                </a:lnTo>
                <a:lnTo>
                  <a:pt x="26504" y="45808"/>
                </a:lnTo>
                <a:lnTo>
                  <a:pt x="26504" y="43218"/>
                </a:lnTo>
                <a:close/>
              </a:path>
              <a:path w="444207" h="656463">
                <a:moveTo>
                  <a:pt x="26111" y="564984"/>
                </a:moveTo>
                <a:lnTo>
                  <a:pt x="25304" y="564984"/>
                </a:lnTo>
                <a:lnTo>
                  <a:pt x="25793" y="565188"/>
                </a:lnTo>
                <a:lnTo>
                  <a:pt x="26111" y="564984"/>
                </a:lnTo>
                <a:close/>
              </a:path>
              <a:path w="444207" h="656463">
                <a:moveTo>
                  <a:pt x="25603" y="43738"/>
                </a:moveTo>
                <a:lnTo>
                  <a:pt x="26123" y="43218"/>
                </a:lnTo>
                <a:lnTo>
                  <a:pt x="26504" y="42837"/>
                </a:lnTo>
                <a:lnTo>
                  <a:pt x="26644" y="43218"/>
                </a:lnTo>
                <a:lnTo>
                  <a:pt x="27168" y="42697"/>
                </a:lnTo>
                <a:lnTo>
                  <a:pt x="27156" y="42176"/>
                </a:lnTo>
                <a:lnTo>
                  <a:pt x="27416" y="41656"/>
                </a:lnTo>
                <a:lnTo>
                  <a:pt x="27219" y="41656"/>
                </a:lnTo>
                <a:lnTo>
                  <a:pt x="26504" y="41950"/>
                </a:lnTo>
                <a:lnTo>
                  <a:pt x="26504" y="42697"/>
                </a:lnTo>
                <a:lnTo>
                  <a:pt x="26637" y="42697"/>
                </a:lnTo>
                <a:lnTo>
                  <a:pt x="26504" y="42830"/>
                </a:lnTo>
                <a:lnTo>
                  <a:pt x="26118" y="43218"/>
                </a:lnTo>
                <a:lnTo>
                  <a:pt x="25599" y="43738"/>
                </a:lnTo>
                <a:lnTo>
                  <a:pt x="25463" y="43875"/>
                </a:lnTo>
                <a:lnTo>
                  <a:pt x="24561" y="44780"/>
                </a:lnTo>
                <a:lnTo>
                  <a:pt x="25463" y="45808"/>
                </a:lnTo>
                <a:lnTo>
                  <a:pt x="26504" y="45808"/>
                </a:lnTo>
                <a:lnTo>
                  <a:pt x="25603" y="43738"/>
                </a:lnTo>
                <a:close/>
              </a:path>
              <a:path w="444207" h="656463">
                <a:moveTo>
                  <a:pt x="26983" y="41656"/>
                </a:moveTo>
                <a:lnTo>
                  <a:pt x="28024" y="41135"/>
                </a:lnTo>
                <a:lnTo>
                  <a:pt x="28313" y="41016"/>
                </a:lnTo>
                <a:lnTo>
                  <a:pt x="28469" y="40859"/>
                </a:lnTo>
                <a:lnTo>
                  <a:pt x="29065" y="40614"/>
                </a:lnTo>
                <a:lnTo>
                  <a:pt x="32029" y="39395"/>
                </a:lnTo>
                <a:lnTo>
                  <a:pt x="31953" y="39573"/>
                </a:lnTo>
                <a:lnTo>
                  <a:pt x="31844" y="40093"/>
                </a:lnTo>
                <a:lnTo>
                  <a:pt x="30555" y="40093"/>
                </a:lnTo>
                <a:lnTo>
                  <a:pt x="29514" y="40614"/>
                </a:lnTo>
                <a:lnTo>
                  <a:pt x="29244" y="41135"/>
                </a:lnTo>
                <a:lnTo>
                  <a:pt x="29238" y="41656"/>
                </a:lnTo>
                <a:lnTo>
                  <a:pt x="29756" y="41656"/>
                </a:lnTo>
                <a:lnTo>
                  <a:pt x="29767" y="40614"/>
                </a:lnTo>
                <a:lnTo>
                  <a:pt x="29946" y="40436"/>
                </a:lnTo>
                <a:lnTo>
                  <a:pt x="30285" y="40614"/>
                </a:lnTo>
                <a:lnTo>
                  <a:pt x="32359" y="40614"/>
                </a:lnTo>
                <a:lnTo>
                  <a:pt x="32883" y="40093"/>
                </a:lnTo>
                <a:lnTo>
                  <a:pt x="32368" y="39573"/>
                </a:lnTo>
                <a:lnTo>
                  <a:pt x="32661" y="39281"/>
                </a:lnTo>
                <a:lnTo>
                  <a:pt x="34432" y="38553"/>
                </a:lnTo>
                <a:lnTo>
                  <a:pt x="35973" y="38041"/>
                </a:lnTo>
                <a:lnTo>
                  <a:pt x="36182" y="37833"/>
                </a:lnTo>
                <a:lnTo>
                  <a:pt x="34632" y="38354"/>
                </a:lnTo>
                <a:lnTo>
                  <a:pt x="32861" y="39082"/>
                </a:lnTo>
                <a:lnTo>
                  <a:pt x="33070" y="38874"/>
                </a:lnTo>
                <a:lnTo>
                  <a:pt x="28841" y="40614"/>
                </a:lnTo>
                <a:lnTo>
                  <a:pt x="28575" y="37757"/>
                </a:lnTo>
                <a:lnTo>
                  <a:pt x="27800" y="41135"/>
                </a:lnTo>
                <a:lnTo>
                  <a:pt x="26758" y="41656"/>
                </a:lnTo>
                <a:lnTo>
                  <a:pt x="26504" y="41852"/>
                </a:lnTo>
                <a:lnTo>
                  <a:pt x="26983" y="41656"/>
                </a:lnTo>
                <a:close/>
              </a:path>
              <a:path w="444207" h="656463">
                <a:moveTo>
                  <a:pt x="25954" y="42176"/>
                </a:moveTo>
                <a:lnTo>
                  <a:pt x="26504" y="41852"/>
                </a:lnTo>
                <a:lnTo>
                  <a:pt x="26758" y="41656"/>
                </a:lnTo>
                <a:lnTo>
                  <a:pt x="27800" y="41135"/>
                </a:lnTo>
                <a:lnTo>
                  <a:pt x="28575" y="37757"/>
                </a:lnTo>
                <a:lnTo>
                  <a:pt x="26504" y="39831"/>
                </a:lnTo>
                <a:lnTo>
                  <a:pt x="25717" y="42176"/>
                </a:lnTo>
                <a:lnTo>
                  <a:pt x="25463" y="42378"/>
                </a:lnTo>
                <a:lnTo>
                  <a:pt x="25954" y="42176"/>
                </a:lnTo>
                <a:close/>
              </a:path>
              <a:path w="444207" h="656463">
                <a:moveTo>
                  <a:pt x="27216" y="29895"/>
                </a:moveTo>
                <a:lnTo>
                  <a:pt x="28998" y="29155"/>
                </a:lnTo>
                <a:lnTo>
                  <a:pt x="31432" y="28143"/>
                </a:lnTo>
                <a:lnTo>
                  <a:pt x="30010" y="28143"/>
                </a:lnTo>
                <a:lnTo>
                  <a:pt x="29362" y="28663"/>
                </a:lnTo>
                <a:lnTo>
                  <a:pt x="28448" y="28663"/>
                </a:lnTo>
                <a:lnTo>
                  <a:pt x="27927" y="29184"/>
                </a:lnTo>
                <a:lnTo>
                  <a:pt x="27064" y="29705"/>
                </a:lnTo>
                <a:lnTo>
                  <a:pt x="26035" y="30225"/>
                </a:lnTo>
                <a:lnTo>
                  <a:pt x="27292" y="29705"/>
                </a:lnTo>
                <a:lnTo>
                  <a:pt x="27648" y="29463"/>
                </a:lnTo>
                <a:lnTo>
                  <a:pt x="28321" y="29184"/>
                </a:lnTo>
                <a:lnTo>
                  <a:pt x="29210" y="28942"/>
                </a:lnTo>
                <a:lnTo>
                  <a:pt x="29489" y="28663"/>
                </a:lnTo>
                <a:lnTo>
                  <a:pt x="29883" y="28663"/>
                </a:lnTo>
                <a:lnTo>
                  <a:pt x="29210" y="28942"/>
                </a:lnTo>
                <a:lnTo>
                  <a:pt x="27432" y="29679"/>
                </a:lnTo>
                <a:lnTo>
                  <a:pt x="26238" y="30226"/>
                </a:lnTo>
                <a:lnTo>
                  <a:pt x="25209" y="30746"/>
                </a:lnTo>
                <a:lnTo>
                  <a:pt x="24168" y="31267"/>
                </a:lnTo>
                <a:lnTo>
                  <a:pt x="26504" y="39319"/>
                </a:lnTo>
                <a:lnTo>
                  <a:pt x="27216" y="29895"/>
                </a:lnTo>
                <a:close/>
              </a:path>
              <a:path w="444207" h="656463">
                <a:moveTo>
                  <a:pt x="27673" y="42697"/>
                </a:moveTo>
                <a:lnTo>
                  <a:pt x="28196" y="42176"/>
                </a:lnTo>
                <a:lnTo>
                  <a:pt x="28215" y="41655"/>
                </a:lnTo>
                <a:lnTo>
                  <a:pt x="27676" y="41656"/>
                </a:lnTo>
                <a:lnTo>
                  <a:pt x="27858" y="41472"/>
                </a:lnTo>
                <a:lnTo>
                  <a:pt x="27993" y="41337"/>
                </a:lnTo>
                <a:lnTo>
                  <a:pt x="27219" y="41656"/>
                </a:lnTo>
                <a:lnTo>
                  <a:pt x="27416" y="41656"/>
                </a:lnTo>
                <a:lnTo>
                  <a:pt x="27156" y="42176"/>
                </a:lnTo>
                <a:lnTo>
                  <a:pt x="27691" y="42176"/>
                </a:lnTo>
                <a:lnTo>
                  <a:pt x="27165" y="42176"/>
                </a:lnTo>
                <a:lnTo>
                  <a:pt x="27168" y="42697"/>
                </a:lnTo>
                <a:lnTo>
                  <a:pt x="27673" y="42697"/>
                </a:lnTo>
                <a:close/>
              </a:path>
              <a:path w="444207" h="656463">
                <a:moveTo>
                  <a:pt x="29290" y="40614"/>
                </a:moveTo>
                <a:lnTo>
                  <a:pt x="30555" y="40093"/>
                </a:lnTo>
                <a:lnTo>
                  <a:pt x="31844" y="40093"/>
                </a:lnTo>
                <a:lnTo>
                  <a:pt x="31953" y="39573"/>
                </a:lnTo>
                <a:lnTo>
                  <a:pt x="31978" y="39446"/>
                </a:lnTo>
                <a:lnTo>
                  <a:pt x="30403" y="40093"/>
                </a:lnTo>
                <a:lnTo>
                  <a:pt x="29065" y="40614"/>
                </a:lnTo>
                <a:lnTo>
                  <a:pt x="28575" y="40754"/>
                </a:lnTo>
                <a:lnTo>
                  <a:pt x="29290" y="40614"/>
                </a:lnTo>
                <a:close/>
              </a:path>
              <a:path w="444207" h="656463">
                <a:moveTo>
                  <a:pt x="29210" y="28942"/>
                </a:moveTo>
                <a:lnTo>
                  <a:pt x="27648" y="29463"/>
                </a:lnTo>
                <a:lnTo>
                  <a:pt x="27330" y="29679"/>
                </a:lnTo>
                <a:lnTo>
                  <a:pt x="26113" y="30225"/>
                </a:lnTo>
                <a:lnTo>
                  <a:pt x="27376" y="29705"/>
                </a:lnTo>
                <a:lnTo>
                  <a:pt x="27954" y="29463"/>
                </a:lnTo>
              </a:path>
              <a:path w="444207" h="656463">
                <a:moveTo>
                  <a:pt x="27064" y="29705"/>
                </a:moveTo>
                <a:lnTo>
                  <a:pt x="25870" y="30200"/>
                </a:lnTo>
                <a:lnTo>
                  <a:pt x="26086" y="30200"/>
                </a:lnTo>
              </a:path>
              <a:path w="444207" h="656463">
                <a:moveTo>
                  <a:pt x="26365" y="29705"/>
                </a:moveTo>
                <a:lnTo>
                  <a:pt x="25835" y="30200"/>
                </a:lnTo>
                <a:lnTo>
                  <a:pt x="25870" y="30200"/>
                </a:lnTo>
              </a:path>
              <a:path w="444207" h="656463">
                <a:moveTo>
                  <a:pt x="25835" y="30200"/>
                </a:moveTo>
                <a:lnTo>
                  <a:pt x="26113" y="30225"/>
                </a:lnTo>
              </a:path>
              <a:path w="444207" h="656463">
                <a:moveTo>
                  <a:pt x="25844" y="30225"/>
                </a:moveTo>
                <a:lnTo>
                  <a:pt x="25709" y="30361"/>
                </a:lnTo>
                <a:lnTo>
                  <a:pt x="24985" y="30746"/>
                </a:lnTo>
                <a:lnTo>
                  <a:pt x="25209" y="30746"/>
                </a:lnTo>
                <a:lnTo>
                  <a:pt x="25861" y="30416"/>
                </a:lnTo>
                <a:lnTo>
                  <a:pt x="26238" y="30226"/>
                </a:lnTo>
              </a:path>
              <a:path w="444207" h="656463">
                <a:moveTo>
                  <a:pt x="24779" y="30746"/>
                </a:moveTo>
                <a:lnTo>
                  <a:pt x="24779" y="30746"/>
                </a:lnTo>
                <a:lnTo>
                  <a:pt x="24985" y="30746"/>
                </a:lnTo>
              </a:path>
              <a:path w="444207" h="656463">
                <a:moveTo>
                  <a:pt x="24779" y="30746"/>
                </a:moveTo>
                <a:lnTo>
                  <a:pt x="23523" y="31267"/>
                </a:lnTo>
                <a:lnTo>
                  <a:pt x="24168" y="31267"/>
                </a:lnTo>
                <a:lnTo>
                  <a:pt x="25209" y="30746"/>
                </a:lnTo>
              </a:path>
              <a:path w="444207" h="656463">
                <a:moveTo>
                  <a:pt x="23523" y="31267"/>
                </a:moveTo>
                <a:lnTo>
                  <a:pt x="23063" y="31457"/>
                </a:lnTo>
                <a:lnTo>
                  <a:pt x="22480" y="31788"/>
                </a:lnTo>
                <a:lnTo>
                  <a:pt x="23274" y="31457"/>
                </a:lnTo>
                <a:lnTo>
                  <a:pt x="23732" y="31267"/>
                </a:lnTo>
              </a:path>
              <a:path w="444207" h="656463">
                <a:moveTo>
                  <a:pt x="23732" y="31267"/>
                </a:moveTo>
                <a:lnTo>
                  <a:pt x="23863" y="31267"/>
                </a:lnTo>
                <a:lnTo>
                  <a:pt x="22911" y="31788"/>
                </a:lnTo>
                <a:lnTo>
                  <a:pt x="24319" y="31788"/>
                </a:lnTo>
                <a:lnTo>
                  <a:pt x="24168" y="31267"/>
                </a:lnTo>
              </a:path>
              <a:path w="444207" h="656463">
                <a:moveTo>
                  <a:pt x="22911" y="31788"/>
                </a:moveTo>
                <a:lnTo>
                  <a:pt x="20644" y="32816"/>
                </a:lnTo>
                <a:lnTo>
                  <a:pt x="20837" y="33337"/>
                </a:lnTo>
                <a:lnTo>
                  <a:pt x="22050" y="33337"/>
                </a:lnTo>
                <a:lnTo>
                  <a:pt x="22085" y="32816"/>
                </a:lnTo>
                <a:lnTo>
                  <a:pt x="23126" y="31788"/>
                </a:lnTo>
              </a:path>
              <a:path w="444207" h="656463">
                <a:moveTo>
                  <a:pt x="23126" y="31788"/>
                </a:moveTo>
                <a:lnTo>
                  <a:pt x="26504" y="39319"/>
                </a:lnTo>
                <a:lnTo>
                  <a:pt x="24319" y="31788"/>
                </a:lnTo>
              </a:path>
              <a:path w="444207" h="656463">
                <a:moveTo>
                  <a:pt x="16624" y="33337"/>
                </a:moveTo>
                <a:lnTo>
                  <a:pt x="14554" y="33337"/>
                </a:lnTo>
                <a:lnTo>
                  <a:pt x="14554" y="33858"/>
                </a:lnTo>
                <a:lnTo>
                  <a:pt x="14554" y="34772"/>
                </a:lnTo>
                <a:lnTo>
                  <a:pt x="14554" y="34899"/>
                </a:lnTo>
                <a:lnTo>
                  <a:pt x="14554" y="36842"/>
                </a:lnTo>
                <a:lnTo>
                  <a:pt x="16583" y="36842"/>
                </a:lnTo>
                <a:lnTo>
                  <a:pt x="16497" y="34899"/>
                </a:lnTo>
                <a:lnTo>
                  <a:pt x="16624" y="34772"/>
                </a:lnTo>
                <a:lnTo>
                  <a:pt x="17538" y="33858"/>
                </a:lnTo>
                <a:lnTo>
                  <a:pt x="16624" y="33337"/>
                </a:lnTo>
              </a:path>
              <a:path w="444207" h="656463">
                <a:moveTo>
                  <a:pt x="20837" y="33337"/>
                </a:moveTo>
                <a:lnTo>
                  <a:pt x="19590" y="33858"/>
                </a:lnTo>
                <a:lnTo>
                  <a:pt x="18376" y="34061"/>
                </a:lnTo>
                <a:lnTo>
                  <a:pt x="19232" y="34061"/>
                </a:lnTo>
                <a:lnTo>
                  <a:pt x="19791" y="33858"/>
                </a:lnTo>
                <a:lnTo>
                  <a:pt x="21043" y="33337"/>
                </a:lnTo>
              </a:path>
              <a:path w="444207" h="656463">
                <a:moveTo>
                  <a:pt x="21043" y="33337"/>
                </a:moveTo>
                <a:lnTo>
                  <a:pt x="21296" y="44513"/>
                </a:lnTo>
                <a:lnTo>
                  <a:pt x="22050" y="33337"/>
                </a:lnTo>
              </a:path>
              <a:path w="444207" h="656463">
                <a:moveTo>
                  <a:pt x="18059" y="33858"/>
                </a:moveTo>
                <a:lnTo>
                  <a:pt x="17856" y="34061"/>
                </a:lnTo>
                <a:lnTo>
                  <a:pt x="18376" y="34061"/>
                </a:lnTo>
              </a:path>
              <a:path w="444207" h="656463">
                <a:moveTo>
                  <a:pt x="17856" y="34061"/>
                </a:moveTo>
                <a:lnTo>
                  <a:pt x="17489" y="34428"/>
                </a:lnTo>
                <a:lnTo>
                  <a:pt x="17335" y="34582"/>
                </a:lnTo>
                <a:lnTo>
                  <a:pt x="17018" y="34899"/>
                </a:lnTo>
                <a:lnTo>
                  <a:pt x="16624" y="34899"/>
                </a:lnTo>
                <a:lnTo>
                  <a:pt x="16624" y="35090"/>
                </a:lnTo>
                <a:lnTo>
                  <a:pt x="16624" y="37399"/>
                </a:lnTo>
                <a:lnTo>
                  <a:pt x="16624" y="37763"/>
                </a:lnTo>
                <a:lnTo>
                  <a:pt x="16838" y="37763"/>
                </a:lnTo>
                <a:lnTo>
                  <a:pt x="16985" y="37408"/>
                </a:lnTo>
                <a:lnTo>
                  <a:pt x="16827" y="35090"/>
                </a:lnTo>
                <a:lnTo>
                  <a:pt x="17285" y="34899"/>
                </a:lnTo>
                <a:lnTo>
                  <a:pt x="17856" y="34582"/>
                </a:lnTo>
                <a:lnTo>
                  <a:pt x="18224" y="34428"/>
                </a:lnTo>
                <a:lnTo>
                  <a:pt x="19232" y="34061"/>
                </a:lnTo>
              </a:path>
              <a:path w="444207" h="656463">
                <a:moveTo>
                  <a:pt x="14554" y="36842"/>
                </a:moveTo>
                <a:lnTo>
                  <a:pt x="14223" y="37172"/>
                </a:lnTo>
                <a:lnTo>
                  <a:pt x="13703" y="37693"/>
                </a:lnTo>
                <a:lnTo>
                  <a:pt x="13512" y="37884"/>
                </a:lnTo>
                <a:lnTo>
                  <a:pt x="13385" y="38023"/>
                </a:lnTo>
                <a:lnTo>
                  <a:pt x="14554" y="38023"/>
                </a:lnTo>
                <a:lnTo>
                  <a:pt x="14499" y="37884"/>
                </a:lnTo>
                <a:lnTo>
                  <a:pt x="14425" y="37693"/>
                </a:lnTo>
                <a:lnTo>
                  <a:pt x="14224" y="37172"/>
                </a:lnTo>
                <a:lnTo>
                  <a:pt x="14554" y="36842"/>
                </a:lnTo>
              </a:path>
              <a:path w="444207" h="656463">
                <a:moveTo>
                  <a:pt x="14554" y="36842"/>
                </a:moveTo>
                <a:lnTo>
                  <a:pt x="15967" y="37763"/>
                </a:lnTo>
                <a:lnTo>
                  <a:pt x="16624" y="37763"/>
                </a:lnTo>
                <a:lnTo>
                  <a:pt x="16583" y="36842"/>
                </a:lnTo>
              </a:path>
              <a:path w="444207" h="656463">
                <a:moveTo>
                  <a:pt x="15967" y="37763"/>
                </a:moveTo>
                <a:lnTo>
                  <a:pt x="16624" y="37769"/>
                </a:lnTo>
              </a:path>
              <a:path w="444207" h="656463">
                <a:moveTo>
                  <a:pt x="16624" y="37763"/>
                </a:moveTo>
                <a:lnTo>
                  <a:pt x="16835" y="37769"/>
                </a:lnTo>
              </a:path>
              <a:path w="444207" h="656463">
                <a:moveTo>
                  <a:pt x="15976" y="37769"/>
                </a:moveTo>
                <a:lnTo>
                  <a:pt x="16366" y="38023"/>
                </a:lnTo>
                <a:lnTo>
                  <a:pt x="16729" y="38023"/>
                </a:lnTo>
                <a:lnTo>
                  <a:pt x="16835" y="37769"/>
                </a:lnTo>
              </a:path>
              <a:path w="444207" h="656463">
                <a:moveTo>
                  <a:pt x="13385" y="38023"/>
                </a:moveTo>
                <a:lnTo>
                  <a:pt x="10591" y="40817"/>
                </a:lnTo>
                <a:lnTo>
                  <a:pt x="13512" y="40817"/>
                </a:lnTo>
                <a:lnTo>
                  <a:pt x="13512" y="38023"/>
                </a:lnTo>
              </a:path>
              <a:path w="444207" h="656463">
                <a:moveTo>
                  <a:pt x="13512" y="38023"/>
                </a:moveTo>
                <a:lnTo>
                  <a:pt x="14554" y="38023"/>
                </a:lnTo>
                <a:lnTo>
                  <a:pt x="14554" y="38023"/>
                </a:lnTo>
              </a:path>
              <a:path w="444207" h="656463">
                <a:moveTo>
                  <a:pt x="16370" y="38023"/>
                </a:moveTo>
                <a:lnTo>
                  <a:pt x="16370" y="38023"/>
                </a:lnTo>
                <a:lnTo>
                  <a:pt x="16370" y="38023"/>
                </a:lnTo>
              </a:path>
              <a:path w="444207" h="656463">
                <a:moveTo>
                  <a:pt x="16370" y="38023"/>
                </a:moveTo>
                <a:lnTo>
                  <a:pt x="16116" y="38277"/>
                </a:lnTo>
                <a:lnTo>
                  <a:pt x="14554" y="39839"/>
                </a:lnTo>
                <a:lnTo>
                  <a:pt x="16639" y="39839"/>
                </a:lnTo>
                <a:lnTo>
                  <a:pt x="16624" y="38277"/>
                </a:lnTo>
                <a:lnTo>
                  <a:pt x="16729" y="38023"/>
                </a:lnTo>
              </a:path>
              <a:path w="444207" h="656463">
                <a:moveTo>
                  <a:pt x="14554" y="39839"/>
                </a:moveTo>
                <a:lnTo>
                  <a:pt x="14554" y="39839"/>
                </a:lnTo>
                <a:lnTo>
                  <a:pt x="14554" y="39839"/>
                </a:lnTo>
              </a:path>
              <a:path w="444207" h="656463">
                <a:moveTo>
                  <a:pt x="14554" y="39839"/>
                </a:moveTo>
              </a:path>
              <a:path w="444207" h="656463">
                <a:moveTo>
                  <a:pt x="14554" y="39839"/>
                </a:moveTo>
                <a:lnTo>
                  <a:pt x="15815" y="49613"/>
                </a:lnTo>
                <a:lnTo>
                  <a:pt x="15862" y="49974"/>
                </a:lnTo>
                <a:lnTo>
                  <a:pt x="16731" y="49613"/>
                </a:lnTo>
                <a:lnTo>
                  <a:pt x="16639" y="39839"/>
                </a:lnTo>
              </a:path>
              <a:path w="444207" h="656463">
                <a:moveTo>
                  <a:pt x="14554" y="39839"/>
                </a:moveTo>
                <a:lnTo>
                  <a:pt x="13512" y="40881"/>
                </a:lnTo>
                <a:lnTo>
                  <a:pt x="13931" y="40881"/>
                </a:lnTo>
                <a:lnTo>
                  <a:pt x="14554" y="39839"/>
                </a:lnTo>
              </a:path>
              <a:path w="444207" h="656463">
                <a:moveTo>
                  <a:pt x="30555" y="40093"/>
                </a:moveTo>
                <a:lnTo>
                  <a:pt x="29290" y="40614"/>
                </a:lnTo>
                <a:lnTo>
                  <a:pt x="28469" y="40859"/>
                </a:lnTo>
                <a:lnTo>
                  <a:pt x="28313" y="41016"/>
                </a:lnTo>
                <a:lnTo>
                  <a:pt x="28024" y="41135"/>
                </a:lnTo>
                <a:lnTo>
                  <a:pt x="29244" y="41135"/>
                </a:lnTo>
                <a:lnTo>
                  <a:pt x="29026" y="41016"/>
                </a:lnTo>
                <a:lnTo>
                  <a:pt x="29087" y="40859"/>
                </a:lnTo>
                <a:lnTo>
                  <a:pt x="29514" y="40614"/>
                </a:lnTo>
              </a:path>
              <a:path w="444207" h="656463">
                <a:moveTo>
                  <a:pt x="10591" y="40817"/>
                </a:moveTo>
                <a:lnTo>
                  <a:pt x="10388" y="41021"/>
                </a:lnTo>
                <a:lnTo>
                  <a:pt x="10787" y="41135"/>
                </a:lnTo>
                <a:lnTo>
                  <a:pt x="11112" y="40817"/>
                </a:lnTo>
              </a:path>
              <a:path w="444207" h="656463">
                <a:moveTo>
                  <a:pt x="11112" y="40817"/>
                </a:moveTo>
                <a:lnTo>
                  <a:pt x="13512" y="40881"/>
                </a:lnTo>
              </a:path>
              <a:path w="444207" h="656463">
                <a:moveTo>
                  <a:pt x="11086" y="40881"/>
                </a:moveTo>
                <a:lnTo>
                  <a:pt x="10980" y="41135"/>
                </a:lnTo>
                <a:lnTo>
                  <a:pt x="10388" y="42559"/>
                </a:lnTo>
                <a:lnTo>
                  <a:pt x="11825" y="42559"/>
                </a:lnTo>
                <a:lnTo>
                  <a:pt x="13252" y="41135"/>
                </a:lnTo>
                <a:lnTo>
                  <a:pt x="13779" y="41135"/>
                </a:lnTo>
                <a:lnTo>
                  <a:pt x="13931" y="40881"/>
                </a:lnTo>
              </a:path>
              <a:path w="444207" h="656463">
                <a:moveTo>
                  <a:pt x="28024" y="41135"/>
                </a:moveTo>
                <a:lnTo>
                  <a:pt x="26983" y="41656"/>
                </a:lnTo>
                <a:lnTo>
                  <a:pt x="26504" y="41852"/>
                </a:lnTo>
                <a:lnTo>
                  <a:pt x="26339" y="41950"/>
                </a:lnTo>
                <a:lnTo>
                  <a:pt x="25954" y="42176"/>
                </a:lnTo>
                <a:lnTo>
                  <a:pt x="25463" y="42378"/>
                </a:lnTo>
                <a:lnTo>
                  <a:pt x="25311" y="42465"/>
                </a:lnTo>
                <a:lnTo>
                  <a:pt x="24903" y="42697"/>
                </a:lnTo>
                <a:lnTo>
                  <a:pt x="25291" y="43164"/>
                </a:lnTo>
                <a:lnTo>
                  <a:pt x="25602" y="43218"/>
                </a:lnTo>
                <a:lnTo>
                  <a:pt x="25463" y="43164"/>
                </a:lnTo>
                <a:lnTo>
                  <a:pt x="25463" y="42697"/>
                </a:lnTo>
                <a:lnTo>
                  <a:pt x="25463" y="42465"/>
                </a:lnTo>
                <a:lnTo>
                  <a:pt x="25672" y="42378"/>
                </a:lnTo>
                <a:lnTo>
                  <a:pt x="26160" y="42176"/>
                </a:lnTo>
                <a:lnTo>
                  <a:pt x="26504" y="41950"/>
                </a:lnTo>
                <a:lnTo>
                  <a:pt x="26741" y="41852"/>
                </a:lnTo>
                <a:lnTo>
                  <a:pt x="27219" y="41656"/>
                </a:lnTo>
                <a:lnTo>
                  <a:pt x="28157" y="41172"/>
                </a:lnTo>
                <a:lnTo>
                  <a:pt x="28292" y="41135"/>
                </a:lnTo>
                <a:lnTo>
                  <a:pt x="28739" y="41135"/>
                </a:lnTo>
              </a:path>
              <a:path w="444207" h="656463">
                <a:moveTo>
                  <a:pt x="28739" y="41135"/>
                </a:moveTo>
                <a:lnTo>
                  <a:pt x="28720" y="41656"/>
                </a:lnTo>
                <a:lnTo>
                  <a:pt x="28714" y="42176"/>
                </a:lnTo>
                <a:lnTo>
                  <a:pt x="29238" y="41656"/>
                </a:lnTo>
                <a:lnTo>
                  <a:pt x="29244" y="41135"/>
                </a:lnTo>
              </a:path>
              <a:path w="444207" h="656463">
                <a:moveTo>
                  <a:pt x="10274" y="41135"/>
                </a:moveTo>
                <a:lnTo>
                  <a:pt x="10071" y="41846"/>
                </a:lnTo>
                <a:lnTo>
                  <a:pt x="10006" y="42559"/>
                </a:lnTo>
                <a:lnTo>
                  <a:pt x="10388" y="42559"/>
                </a:lnTo>
                <a:lnTo>
                  <a:pt x="10388" y="41846"/>
                </a:lnTo>
                <a:lnTo>
                  <a:pt x="10388" y="41135"/>
                </a:lnTo>
              </a:path>
              <a:path w="444207" h="656463">
                <a:moveTo>
                  <a:pt x="10388" y="41135"/>
                </a:moveTo>
                <a:lnTo>
                  <a:pt x="10787" y="41135"/>
                </a:lnTo>
                <a:lnTo>
                  <a:pt x="10787" y="41135"/>
                </a:lnTo>
              </a:path>
              <a:path w="444207" h="656463">
                <a:moveTo>
                  <a:pt x="10006" y="42559"/>
                </a:moveTo>
                <a:lnTo>
                  <a:pt x="9898" y="43738"/>
                </a:lnTo>
                <a:lnTo>
                  <a:pt x="10643" y="43738"/>
                </a:lnTo>
                <a:lnTo>
                  <a:pt x="11825" y="42559"/>
                </a:lnTo>
              </a:path>
              <a:path w="444207" h="656463">
                <a:moveTo>
                  <a:pt x="25335" y="43218"/>
                </a:moveTo>
                <a:lnTo>
                  <a:pt x="25335" y="43218"/>
                </a:lnTo>
                <a:lnTo>
                  <a:pt x="25463" y="43218"/>
                </a:lnTo>
              </a:path>
              <a:path w="444207" h="656463">
                <a:moveTo>
                  <a:pt x="25463" y="43218"/>
                </a:moveTo>
                <a:lnTo>
                  <a:pt x="25463" y="43738"/>
                </a:lnTo>
                <a:lnTo>
                  <a:pt x="25078" y="43738"/>
                </a:lnTo>
                <a:lnTo>
                  <a:pt x="24940" y="43875"/>
                </a:lnTo>
                <a:lnTo>
                  <a:pt x="24031" y="44780"/>
                </a:lnTo>
                <a:lnTo>
                  <a:pt x="23520" y="45288"/>
                </a:lnTo>
                <a:lnTo>
                  <a:pt x="25007" y="45288"/>
                </a:lnTo>
                <a:lnTo>
                  <a:pt x="24561" y="44780"/>
                </a:lnTo>
                <a:lnTo>
                  <a:pt x="25463" y="43875"/>
                </a:lnTo>
                <a:lnTo>
                  <a:pt x="25599" y="43738"/>
                </a:lnTo>
                <a:lnTo>
                  <a:pt x="25602" y="43218"/>
                </a:lnTo>
              </a:path>
              <a:path w="444207" h="656463">
                <a:moveTo>
                  <a:pt x="22336" y="43478"/>
                </a:moveTo>
                <a:lnTo>
                  <a:pt x="21297" y="44513"/>
                </a:lnTo>
                <a:lnTo>
                  <a:pt x="21910" y="44513"/>
                </a:lnTo>
              </a:path>
              <a:path w="444207" h="656463">
                <a:moveTo>
                  <a:pt x="11176" y="43738"/>
                </a:moveTo>
                <a:lnTo>
                  <a:pt x="10388" y="43992"/>
                </a:lnTo>
                <a:lnTo>
                  <a:pt x="10922" y="43992"/>
                </a:lnTo>
              </a:path>
              <a:path w="444207" h="656463">
                <a:moveTo>
                  <a:pt x="9898" y="43738"/>
                </a:moveTo>
                <a:lnTo>
                  <a:pt x="9792" y="43992"/>
                </a:lnTo>
                <a:lnTo>
                  <a:pt x="10388" y="43992"/>
                </a:lnTo>
                <a:lnTo>
                  <a:pt x="10388" y="43738"/>
                </a:lnTo>
              </a:path>
              <a:path w="444207" h="656463">
                <a:moveTo>
                  <a:pt x="10388" y="43738"/>
                </a:moveTo>
                <a:lnTo>
                  <a:pt x="10643" y="43738"/>
                </a:lnTo>
                <a:lnTo>
                  <a:pt x="10643" y="43738"/>
                </a:lnTo>
              </a:path>
              <a:path w="444207" h="656463">
                <a:moveTo>
                  <a:pt x="12217" y="43738"/>
                </a:moveTo>
                <a:lnTo>
                  <a:pt x="7797" y="47117"/>
                </a:lnTo>
                <a:lnTo>
                  <a:pt x="8592" y="47117"/>
                </a:lnTo>
              </a:path>
              <a:path w="444207" h="656463">
                <a:moveTo>
                  <a:pt x="9792" y="43992"/>
                </a:moveTo>
                <a:lnTo>
                  <a:pt x="9359" y="45034"/>
                </a:lnTo>
                <a:lnTo>
                  <a:pt x="7797" y="46381"/>
                </a:lnTo>
                <a:lnTo>
                  <a:pt x="7492" y="47117"/>
                </a:lnTo>
                <a:lnTo>
                  <a:pt x="7797" y="47117"/>
                </a:lnTo>
                <a:lnTo>
                  <a:pt x="8533" y="46381"/>
                </a:lnTo>
                <a:lnTo>
                  <a:pt x="9880" y="45034"/>
                </a:lnTo>
                <a:lnTo>
                  <a:pt x="10922" y="43992"/>
                </a:lnTo>
              </a:path>
              <a:path w="444207" h="656463">
                <a:moveTo>
                  <a:pt x="21296" y="44513"/>
                </a:moveTo>
                <a:lnTo>
                  <a:pt x="21910" y="44515"/>
                </a:lnTo>
              </a:path>
              <a:path w="444207" h="656463">
                <a:moveTo>
                  <a:pt x="21296" y="44515"/>
                </a:moveTo>
                <a:lnTo>
                  <a:pt x="21296" y="44516"/>
                </a:lnTo>
                <a:lnTo>
                  <a:pt x="21297" y="44515"/>
                </a:lnTo>
              </a:path>
              <a:path w="444207" h="656463">
                <a:moveTo>
                  <a:pt x="21297" y="44515"/>
                </a:moveTo>
                <a:lnTo>
                  <a:pt x="21458" y="44667"/>
                </a:lnTo>
                <a:lnTo>
                  <a:pt x="22339" y="44780"/>
                </a:lnTo>
                <a:lnTo>
                  <a:pt x="21847" y="44667"/>
                </a:lnTo>
                <a:lnTo>
                  <a:pt x="21910" y="44515"/>
                </a:lnTo>
              </a:path>
              <a:path w="444207" h="656463">
                <a:moveTo>
                  <a:pt x="21577" y="44780"/>
                </a:moveTo>
                <a:lnTo>
                  <a:pt x="21577" y="44780"/>
                </a:lnTo>
                <a:lnTo>
                  <a:pt x="21801" y="44780"/>
                </a:lnTo>
              </a:path>
              <a:path w="444207" h="656463">
                <a:moveTo>
                  <a:pt x="21801" y="44780"/>
                </a:moveTo>
                <a:lnTo>
                  <a:pt x="22339" y="44847"/>
                </a:lnTo>
                <a:lnTo>
                  <a:pt x="22596" y="45110"/>
                </a:lnTo>
                <a:lnTo>
                  <a:pt x="22770" y="45288"/>
                </a:lnTo>
                <a:lnTo>
                  <a:pt x="23520" y="45288"/>
                </a:lnTo>
                <a:lnTo>
                  <a:pt x="23202" y="45110"/>
                </a:lnTo>
                <a:lnTo>
                  <a:pt x="22645" y="44847"/>
                </a:lnTo>
                <a:lnTo>
                  <a:pt x="22502" y="44780"/>
                </a:lnTo>
                <a:lnTo>
                  <a:pt x="22339" y="44780"/>
                </a:lnTo>
              </a:path>
              <a:path w="444207" h="656463">
                <a:moveTo>
                  <a:pt x="22770" y="45288"/>
                </a:moveTo>
                <a:lnTo>
                  <a:pt x="22770" y="45288"/>
                </a:lnTo>
                <a:lnTo>
                  <a:pt x="23025" y="45288"/>
                </a:lnTo>
              </a:path>
              <a:path w="444207" h="656463">
                <a:moveTo>
                  <a:pt x="23025" y="45288"/>
                </a:moveTo>
                <a:lnTo>
                  <a:pt x="23520" y="45288"/>
                </a:lnTo>
              </a:path>
              <a:path w="444207" h="656463">
                <a:moveTo>
                  <a:pt x="23025" y="45288"/>
                </a:moveTo>
                <a:lnTo>
                  <a:pt x="25463" y="45808"/>
                </a:lnTo>
                <a:lnTo>
                  <a:pt x="25007" y="45288"/>
                </a:lnTo>
              </a:path>
              <a:path w="444207" h="656463">
                <a:moveTo>
                  <a:pt x="7492" y="47117"/>
                </a:moveTo>
                <a:lnTo>
                  <a:pt x="7277" y="47637"/>
                </a:lnTo>
                <a:lnTo>
                  <a:pt x="6756" y="48679"/>
                </a:lnTo>
                <a:lnTo>
                  <a:pt x="6915" y="48679"/>
                </a:lnTo>
                <a:lnTo>
                  <a:pt x="8033" y="47637"/>
                </a:lnTo>
                <a:lnTo>
                  <a:pt x="8592" y="47117"/>
                </a:lnTo>
              </a:path>
              <a:path w="444207" h="656463">
                <a:moveTo>
                  <a:pt x="6756" y="48243"/>
                </a:moveTo>
                <a:lnTo>
                  <a:pt x="6575" y="48679"/>
                </a:lnTo>
                <a:lnTo>
                  <a:pt x="6756" y="48679"/>
                </a:lnTo>
              </a:path>
              <a:path w="444207" h="656463">
                <a:moveTo>
                  <a:pt x="6575" y="48679"/>
                </a:moveTo>
                <a:lnTo>
                  <a:pt x="6390" y="49123"/>
                </a:lnTo>
                <a:lnTo>
                  <a:pt x="6235" y="49326"/>
                </a:lnTo>
                <a:lnTo>
                  <a:pt x="6235" y="49496"/>
                </a:lnTo>
                <a:lnTo>
                  <a:pt x="6328" y="49326"/>
                </a:lnTo>
                <a:lnTo>
                  <a:pt x="6438" y="49123"/>
                </a:lnTo>
                <a:lnTo>
                  <a:pt x="6915" y="48679"/>
                </a:lnTo>
              </a:path>
              <a:path w="444207" h="656463">
                <a:moveTo>
                  <a:pt x="30279" y="41135"/>
                </a:moveTo>
                <a:lnTo>
                  <a:pt x="30797" y="41135"/>
                </a:lnTo>
                <a:lnTo>
                  <a:pt x="31321" y="40614"/>
                </a:lnTo>
                <a:lnTo>
                  <a:pt x="30285" y="40614"/>
                </a:lnTo>
                <a:lnTo>
                  <a:pt x="29946" y="40436"/>
                </a:lnTo>
                <a:lnTo>
                  <a:pt x="29767" y="40614"/>
                </a:lnTo>
                <a:lnTo>
                  <a:pt x="29756" y="41656"/>
                </a:lnTo>
                <a:lnTo>
                  <a:pt x="30279" y="41135"/>
                </a:lnTo>
                <a:close/>
              </a:path>
              <a:path w="444207" h="656463">
                <a:moveTo>
                  <a:pt x="30848" y="28854"/>
                </a:moveTo>
                <a:lnTo>
                  <a:pt x="33972" y="28346"/>
                </a:lnTo>
                <a:lnTo>
                  <a:pt x="38188" y="26581"/>
                </a:lnTo>
                <a:lnTo>
                  <a:pt x="37668" y="26581"/>
                </a:lnTo>
                <a:lnTo>
                  <a:pt x="39230" y="26060"/>
                </a:lnTo>
                <a:lnTo>
                  <a:pt x="36245" y="26060"/>
                </a:lnTo>
                <a:lnTo>
                  <a:pt x="36118" y="26581"/>
                </a:lnTo>
                <a:lnTo>
                  <a:pt x="35728" y="26581"/>
                </a:lnTo>
                <a:lnTo>
                  <a:pt x="35077" y="27101"/>
                </a:lnTo>
                <a:lnTo>
                  <a:pt x="31429" y="28272"/>
                </a:lnTo>
                <a:lnTo>
                  <a:pt x="28778" y="29375"/>
                </a:lnTo>
                <a:lnTo>
                  <a:pt x="30848" y="28854"/>
                </a:lnTo>
                <a:close/>
              </a:path>
              <a:path w="444207" h="656463">
                <a:moveTo>
                  <a:pt x="32994" y="27622"/>
                </a:moveTo>
                <a:lnTo>
                  <a:pt x="34035" y="27101"/>
                </a:lnTo>
                <a:lnTo>
                  <a:pt x="35728" y="26581"/>
                </a:lnTo>
                <a:lnTo>
                  <a:pt x="33121" y="26581"/>
                </a:lnTo>
                <a:lnTo>
                  <a:pt x="32600" y="27101"/>
                </a:lnTo>
                <a:lnTo>
                  <a:pt x="31051" y="27101"/>
                </a:lnTo>
                <a:lnTo>
                  <a:pt x="32080" y="27622"/>
                </a:lnTo>
                <a:lnTo>
                  <a:pt x="32994" y="27622"/>
                </a:lnTo>
                <a:close/>
              </a:path>
              <a:path w="444207" h="656463">
                <a:moveTo>
                  <a:pt x="30403" y="40093"/>
                </a:moveTo>
                <a:lnTo>
                  <a:pt x="31978" y="39446"/>
                </a:lnTo>
                <a:lnTo>
                  <a:pt x="29065" y="40614"/>
                </a:lnTo>
                <a:lnTo>
                  <a:pt x="30403" y="40093"/>
                </a:lnTo>
                <a:close/>
              </a:path>
              <a:path w="444207" h="656463">
                <a:moveTo>
                  <a:pt x="33406" y="39573"/>
                </a:moveTo>
                <a:lnTo>
                  <a:pt x="33515" y="39052"/>
                </a:lnTo>
                <a:lnTo>
                  <a:pt x="34223" y="38761"/>
                </a:lnTo>
                <a:lnTo>
                  <a:pt x="34556" y="39052"/>
                </a:lnTo>
                <a:lnTo>
                  <a:pt x="34432" y="39573"/>
                </a:lnTo>
                <a:lnTo>
                  <a:pt x="35471" y="39573"/>
                </a:lnTo>
                <a:lnTo>
                  <a:pt x="34956" y="39052"/>
                </a:lnTo>
                <a:lnTo>
                  <a:pt x="35973" y="38041"/>
                </a:lnTo>
                <a:lnTo>
                  <a:pt x="34432" y="38553"/>
                </a:lnTo>
                <a:lnTo>
                  <a:pt x="32661" y="39281"/>
                </a:lnTo>
                <a:lnTo>
                  <a:pt x="32473" y="39573"/>
                </a:lnTo>
                <a:lnTo>
                  <a:pt x="32883" y="40093"/>
                </a:lnTo>
                <a:lnTo>
                  <a:pt x="33406" y="39573"/>
                </a:lnTo>
                <a:close/>
              </a:path>
              <a:path w="444207" h="656463">
                <a:moveTo>
                  <a:pt x="34432" y="39573"/>
                </a:moveTo>
                <a:lnTo>
                  <a:pt x="34035" y="39052"/>
                </a:lnTo>
                <a:lnTo>
                  <a:pt x="34223" y="38761"/>
                </a:lnTo>
                <a:lnTo>
                  <a:pt x="33515" y="39052"/>
                </a:lnTo>
                <a:lnTo>
                  <a:pt x="33406" y="39573"/>
                </a:lnTo>
                <a:lnTo>
                  <a:pt x="32883" y="40093"/>
                </a:lnTo>
                <a:lnTo>
                  <a:pt x="33909" y="40093"/>
                </a:lnTo>
                <a:lnTo>
                  <a:pt x="34432" y="39573"/>
                </a:lnTo>
                <a:close/>
              </a:path>
              <a:path w="444207" h="656463">
                <a:moveTo>
                  <a:pt x="34556" y="39052"/>
                </a:moveTo>
                <a:lnTo>
                  <a:pt x="34223" y="38761"/>
                </a:lnTo>
                <a:lnTo>
                  <a:pt x="34035" y="39052"/>
                </a:lnTo>
                <a:lnTo>
                  <a:pt x="34432" y="39573"/>
                </a:lnTo>
                <a:lnTo>
                  <a:pt x="34556" y="39052"/>
                </a:lnTo>
                <a:close/>
              </a:path>
              <a:path w="444207" h="656463">
                <a:moveTo>
                  <a:pt x="35994" y="39052"/>
                </a:moveTo>
                <a:lnTo>
                  <a:pt x="35598" y="38544"/>
                </a:lnTo>
                <a:lnTo>
                  <a:pt x="35973" y="38041"/>
                </a:lnTo>
                <a:lnTo>
                  <a:pt x="34956" y="39052"/>
                </a:lnTo>
                <a:lnTo>
                  <a:pt x="35471" y="39573"/>
                </a:lnTo>
                <a:lnTo>
                  <a:pt x="35994" y="39052"/>
                </a:lnTo>
                <a:close/>
              </a:path>
              <a:path w="444207" h="656463">
                <a:moveTo>
                  <a:pt x="39827" y="36791"/>
                </a:moveTo>
                <a:lnTo>
                  <a:pt x="42938" y="36271"/>
                </a:lnTo>
                <a:lnTo>
                  <a:pt x="40271" y="26162"/>
                </a:lnTo>
                <a:lnTo>
                  <a:pt x="39230" y="26060"/>
                </a:lnTo>
                <a:lnTo>
                  <a:pt x="37668" y="26581"/>
                </a:lnTo>
                <a:lnTo>
                  <a:pt x="38188" y="26581"/>
                </a:lnTo>
                <a:lnTo>
                  <a:pt x="37744" y="37312"/>
                </a:lnTo>
                <a:lnTo>
                  <a:pt x="37153" y="37899"/>
                </a:lnTo>
                <a:lnTo>
                  <a:pt x="36118" y="38544"/>
                </a:lnTo>
                <a:lnTo>
                  <a:pt x="37668" y="38544"/>
                </a:lnTo>
                <a:lnTo>
                  <a:pt x="39827" y="36791"/>
                </a:lnTo>
                <a:close/>
              </a:path>
              <a:path w="444207" h="656463">
                <a:moveTo>
                  <a:pt x="39230" y="38023"/>
                </a:moveTo>
                <a:lnTo>
                  <a:pt x="38709" y="38023"/>
                </a:lnTo>
                <a:lnTo>
                  <a:pt x="38064" y="38544"/>
                </a:lnTo>
                <a:lnTo>
                  <a:pt x="40665" y="38544"/>
                </a:lnTo>
                <a:lnTo>
                  <a:pt x="39230" y="38023"/>
                </a:lnTo>
                <a:close/>
              </a:path>
              <a:path w="444207" h="656463">
                <a:moveTo>
                  <a:pt x="187947" y="11963"/>
                </a:moveTo>
                <a:lnTo>
                  <a:pt x="188951" y="12118"/>
                </a:lnTo>
                <a:lnTo>
                  <a:pt x="221123" y="17078"/>
                </a:lnTo>
                <a:lnTo>
                  <a:pt x="189903" y="11950"/>
                </a:lnTo>
                <a:lnTo>
                  <a:pt x="188829" y="342"/>
                </a:lnTo>
                <a:lnTo>
                  <a:pt x="186857" y="342"/>
                </a:lnTo>
                <a:lnTo>
                  <a:pt x="41313" y="26060"/>
                </a:lnTo>
                <a:lnTo>
                  <a:pt x="40271" y="26060"/>
                </a:lnTo>
                <a:lnTo>
                  <a:pt x="42938" y="36271"/>
                </a:lnTo>
                <a:lnTo>
                  <a:pt x="187947" y="11963"/>
                </a:lnTo>
                <a:close/>
              </a:path>
              <a:path w="444207" h="656463">
                <a:moveTo>
                  <a:pt x="187947" y="11963"/>
                </a:moveTo>
                <a:lnTo>
                  <a:pt x="187023" y="12118"/>
                </a:lnTo>
                <a:lnTo>
                  <a:pt x="42938" y="36271"/>
                </a:lnTo>
                <a:lnTo>
                  <a:pt x="51786" y="36271"/>
                </a:lnTo>
                <a:lnTo>
                  <a:pt x="188951" y="12118"/>
                </a:lnTo>
              </a:path>
              <a:path w="444207" h="656463">
                <a:moveTo>
                  <a:pt x="35728" y="26581"/>
                </a:moveTo>
                <a:lnTo>
                  <a:pt x="34035" y="27101"/>
                </a:lnTo>
                <a:lnTo>
                  <a:pt x="32994" y="27622"/>
                </a:lnTo>
                <a:lnTo>
                  <a:pt x="32080" y="27622"/>
                </a:lnTo>
                <a:lnTo>
                  <a:pt x="33455" y="27622"/>
                </a:lnTo>
                <a:lnTo>
                  <a:pt x="35077" y="27101"/>
                </a:lnTo>
              </a:path>
              <a:path w="444207" h="656463">
                <a:moveTo>
                  <a:pt x="38188" y="26581"/>
                </a:moveTo>
                <a:lnTo>
                  <a:pt x="33972" y="28346"/>
                </a:lnTo>
                <a:lnTo>
                  <a:pt x="30848" y="28854"/>
                </a:lnTo>
                <a:lnTo>
                  <a:pt x="28778" y="29375"/>
                </a:lnTo>
                <a:lnTo>
                  <a:pt x="38073" y="29375"/>
                </a:lnTo>
                <a:lnTo>
                  <a:pt x="38094" y="28854"/>
                </a:lnTo>
                <a:lnTo>
                  <a:pt x="38115" y="28346"/>
                </a:lnTo>
              </a:path>
              <a:path w="444207" h="656463">
                <a:moveTo>
                  <a:pt x="31051" y="27101"/>
                </a:moveTo>
                <a:lnTo>
                  <a:pt x="30530" y="27622"/>
                </a:lnTo>
                <a:lnTo>
                  <a:pt x="29489" y="27622"/>
                </a:lnTo>
                <a:lnTo>
                  <a:pt x="32080" y="27622"/>
                </a:lnTo>
              </a:path>
              <a:path w="444207" h="656463">
                <a:moveTo>
                  <a:pt x="29489" y="27622"/>
                </a:moveTo>
                <a:lnTo>
                  <a:pt x="28968" y="28143"/>
                </a:lnTo>
                <a:lnTo>
                  <a:pt x="31833" y="28143"/>
                </a:lnTo>
                <a:lnTo>
                  <a:pt x="33455" y="27622"/>
                </a:lnTo>
              </a:path>
              <a:path w="444207" h="656463">
                <a:moveTo>
                  <a:pt x="28968" y="28143"/>
                </a:moveTo>
                <a:lnTo>
                  <a:pt x="30010" y="28143"/>
                </a:lnTo>
              </a:path>
              <a:path w="444207" h="656463">
                <a:moveTo>
                  <a:pt x="30010" y="28143"/>
                </a:moveTo>
                <a:lnTo>
                  <a:pt x="31432" y="28143"/>
                </a:lnTo>
                <a:lnTo>
                  <a:pt x="31120" y="28272"/>
                </a:lnTo>
                <a:lnTo>
                  <a:pt x="28998" y="29155"/>
                </a:lnTo>
                <a:lnTo>
                  <a:pt x="28468" y="29375"/>
                </a:lnTo>
                <a:lnTo>
                  <a:pt x="28778" y="29375"/>
                </a:lnTo>
                <a:lnTo>
                  <a:pt x="29307" y="29155"/>
                </a:lnTo>
                <a:lnTo>
                  <a:pt x="31429" y="28272"/>
                </a:lnTo>
                <a:lnTo>
                  <a:pt x="31833" y="28143"/>
                </a:lnTo>
              </a:path>
              <a:path w="444207" h="656463">
                <a:moveTo>
                  <a:pt x="27927" y="28143"/>
                </a:moveTo>
                <a:lnTo>
                  <a:pt x="27927" y="28143"/>
                </a:lnTo>
                <a:lnTo>
                  <a:pt x="28968" y="28143"/>
                </a:lnTo>
              </a:path>
              <a:path w="444207" h="656463">
                <a:moveTo>
                  <a:pt x="27927" y="28143"/>
                </a:moveTo>
                <a:lnTo>
                  <a:pt x="27406" y="28663"/>
                </a:lnTo>
                <a:lnTo>
                  <a:pt x="29362" y="28663"/>
                </a:lnTo>
                <a:lnTo>
                  <a:pt x="30010" y="28143"/>
                </a:lnTo>
              </a:path>
              <a:path w="444207" h="656463">
                <a:moveTo>
                  <a:pt x="27406" y="28663"/>
                </a:moveTo>
                <a:lnTo>
                  <a:pt x="26886" y="29184"/>
                </a:lnTo>
                <a:lnTo>
                  <a:pt x="26365" y="29705"/>
                </a:lnTo>
                <a:lnTo>
                  <a:pt x="25870" y="30200"/>
                </a:lnTo>
                <a:lnTo>
                  <a:pt x="27064" y="29705"/>
                </a:lnTo>
                <a:lnTo>
                  <a:pt x="27927" y="29184"/>
                </a:lnTo>
                <a:lnTo>
                  <a:pt x="28448" y="28663"/>
                </a:lnTo>
              </a:path>
              <a:path w="444207" h="656463">
                <a:moveTo>
                  <a:pt x="28448" y="28663"/>
                </a:moveTo>
                <a:lnTo>
                  <a:pt x="29362" y="28663"/>
                </a:lnTo>
                <a:lnTo>
                  <a:pt x="29362" y="28663"/>
                </a:lnTo>
              </a:path>
              <a:path w="444207" h="656463">
                <a:moveTo>
                  <a:pt x="28468" y="29375"/>
                </a:moveTo>
                <a:lnTo>
                  <a:pt x="27216" y="29895"/>
                </a:lnTo>
                <a:lnTo>
                  <a:pt x="26656" y="37312"/>
                </a:lnTo>
                <a:lnTo>
                  <a:pt x="26622" y="37757"/>
                </a:lnTo>
                <a:lnTo>
                  <a:pt x="37297" y="37757"/>
                </a:lnTo>
                <a:lnTo>
                  <a:pt x="37744" y="37312"/>
                </a:lnTo>
                <a:lnTo>
                  <a:pt x="38051" y="29895"/>
                </a:lnTo>
                <a:lnTo>
                  <a:pt x="38073" y="29375"/>
                </a:lnTo>
              </a:path>
              <a:path w="444207" h="656463">
                <a:moveTo>
                  <a:pt x="42938" y="36271"/>
                </a:moveTo>
                <a:lnTo>
                  <a:pt x="39827" y="36791"/>
                </a:lnTo>
                <a:lnTo>
                  <a:pt x="38309" y="38023"/>
                </a:lnTo>
                <a:lnTo>
                  <a:pt x="39750" y="38023"/>
                </a:lnTo>
                <a:lnTo>
                  <a:pt x="41991" y="36791"/>
                </a:lnTo>
                <a:lnTo>
                  <a:pt x="42938" y="36271"/>
                </a:lnTo>
              </a:path>
              <a:path w="444207" h="656463">
                <a:moveTo>
                  <a:pt x="42938" y="36271"/>
                </a:moveTo>
                <a:lnTo>
                  <a:pt x="40271" y="38023"/>
                </a:lnTo>
                <a:lnTo>
                  <a:pt x="41833" y="38023"/>
                </a:lnTo>
                <a:lnTo>
                  <a:pt x="51786" y="36271"/>
                </a:lnTo>
              </a:path>
              <a:path w="444207" h="656463">
                <a:moveTo>
                  <a:pt x="26622" y="37757"/>
                </a:moveTo>
                <a:lnTo>
                  <a:pt x="26504" y="39319"/>
                </a:lnTo>
                <a:lnTo>
                  <a:pt x="25992" y="39831"/>
                </a:lnTo>
                <a:lnTo>
                  <a:pt x="25463" y="40360"/>
                </a:lnTo>
                <a:lnTo>
                  <a:pt x="25250" y="40875"/>
                </a:lnTo>
                <a:lnTo>
                  <a:pt x="25098" y="41240"/>
                </a:lnTo>
                <a:lnTo>
                  <a:pt x="24778" y="42378"/>
                </a:lnTo>
                <a:lnTo>
                  <a:pt x="24688" y="42697"/>
                </a:lnTo>
                <a:lnTo>
                  <a:pt x="24410" y="42901"/>
                </a:lnTo>
                <a:lnTo>
                  <a:pt x="24903" y="42697"/>
                </a:lnTo>
                <a:lnTo>
                  <a:pt x="25463" y="42378"/>
                </a:lnTo>
                <a:lnTo>
                  <a:pt x="25463" y="41240"/>
                </a:lnTo>
                <a:lnTo>
                  <a:pt x="25463" y="40875"/>
                </a:lnTo>
                <a:lnTo>
                  <a:pt x="25976" y="40360"/>
                </a:lnTo>
                <a:lnTo>
                  <a:pt x="26504" y="39831"/>
                </a:lnTo>
                <a:lnTo>
                  <a:pt x="27016" y="39319"/>
                </a:lnTo>
                <a:lnTo>
                  <a:pt x="28575" y="37757"/>
                </a:lnTo>
              </a:path>
              <a:path w="444207" h="656463">
                <a:moveTo>
                  <a:pt x="28575" y="37757"/>
                </a:moveTo>
                <a:lnTo>
                  <a:pt x="37220" y="37833"/>
                </a:lnTo>
              </a:path>
              <a:path w="444207" h="656463">
                <a:moveTo>
                  <a:pt x="28582" y="37833"/>
                </a:moveTo>
                <a:lnTo>
                  <a:pt x="28630" y="38354"/>
                </a:lnTo>
                <a:lnTo>
                  <a:pt x="28679" y="38874"/>
                </a:lnTo>
                <a:lnTo>
                  <a:pt x="28841" y="40614"/>
                </a:lnTo>
                <a:lnTo>
                  <a:pt x="33070" y="38874"/>
                </a:lnTo>
                <a:lnTo>
                  <a:pt x="34632" y="38354"/>
                </a:lnTo>
                <a:lnTo>
                  <a:pt x="36182" y="37833"/>
                </a:lnTo>
              </a:path>
              <a:path w="444207" h="656463">
                <a:moveTo>
                  <a:pt x="36182" y="37833"/>
                </a:moveTo>
                <a:lnTo>
                  <a:pt x="35973" y="38041"/>
                </a:lnTo>
                <a:lnTo>
                  <a:pt x="35598" y="38544"/>
                </a:lnTo>
                <a:lnTo>
                  <a:pt x="36118" y="38544"/>
                </a:lnTo>
                <a:lnTo>
                  <a:pt x="36926" y="38041"/>
                </a:lnTo>
                <a:lnTo>
                  <a:pt x="37153" y="37899"/>
                </a:lnTo>
              </a:path>
              <a:path w="444207" h="656463">
                <a:moveTo>
                  <a:pt x="38309" y="38023"/>
                </a:moveTo>
                <a:lnTo>
                  <a:pt x="37668" y="38544"/>
                </a:lnTo>
                <a:lnTo>
                  <a:pt x="38064" y="38544"/>
                </a:lnTo>
                <a:lnTo>
                  <a:pt x="38709" y="38023"/>
                </a:lnTo>
              </a:path>
              <a:path w="444207" h="656463">
                <a:moveTo>
                  <a:pt x="39230" y="38023"/>
                </a:moveTo>
                <a:lnTo>
                  <a:pt x="40665" y="38544"/>
                </a:lnTo>
                <a:lnTo>
                  <a:pt x="40792" y="38023"/>
                </a:lnTo>
              </a:path>
              <a:path w="444207" h="656463">
                <a:moveTo>
                  <a:pt x="35598" y="38544"/>
                </a:moveTo>
                <a:lnTo>
                  <a:pt x="35994" y="39052"/>
                </a:lnTo>
                <a:lnTo>
                  <a:pt x="37553" y="39052"/>
                </a:lnTo>
                <a:lnTo>
                  <a:pt x="38064" y="38544"/>
                </a:lnTo>
              </a:path>
              <a:path w="444207" h="656463">
                <a:moveTo>
                  <a:pt x="221195" y="651789"/>
                </a:moveTo>
                <a:lnTo>
                  <a:pt x="222630" y="651268"/>
                </a:lnTo>
                <a:lnTo>
                  <a:pt x="220675" y="651268"/>
                </a:lnTo>
                <a:lnTo>
                  <a:pt x="218732" y="650748"/>
                </a:lnTo>
                <a:lnTo>
                  <a:pt x="218084" y="650748"/>
                </a:lnTo>
                <a:lnTo>
                  <a:pt x="217043" y="649707"/>
                </a:lnTo>
                <a:lnTo>
                  <a:pt x="216128" y="648792"/>
                </a:lnTo>
                <a:lnTo>
                  <a:pt x="216128" y="651268"/>
                </a:lnTo>
                <a:lnTo>
                  <a:pt x="218732" y="651268"/>
                </a:lnTo>
                <a:lnTo>
                  <a:pt x="218732" y="652310"/>
                </a:lnTo>
                <a:lnTo>
                  <a:pt x="223809" y="652310"/>
                </a:lnTo>
                <a:lnTo>
                  <a:pt x="221195" y="651789"/>
                </a:lnTo>
                <a:close/>
              </a:path>
              <a:path w="444207" h="656463">
                <a:moveTo>
                  <a:pt x="218427" y="650227"/>
                </a:moveTo>
                <a:lnTo>
                  <a:pt x="217043" y="649707"/>
                </a:lnTo>
                <a:lnTo>
                  <a:pt x="218084" y="650748"/>
                </a:lnTo>
                <a:lnTo>
                  <a:pt x="218732" y="650748"/>
                </a:lnTo>
                <a:lnTo>
                  <a:pt x="218427" y="650227"/>
                </a:lnTo>
                <a:close/>
              </a:path>
              <a:path w="444207" h="656463">
                <a:moveTo>
                  <a:pt x="218922" y="649516"/>
                </a:moveTo>
                <a:lnTo>
                  <a:pt x="218732" y="647369"/>
                </a:lnTo>
                <a:lnTo>
                  <a:pt x="218732" y="645807"/>
                </a:lnTo>
                <a:lnTo>
                  <a:pt x="219506" y="638263"/>
                </a:lnTo>
                <a:lnTo>
                  <a:pt x="216128" y="644766"/>
                </a:lnTo>
                <a:lnTo>
                  <a:pt x="218732" y="649688"/>
                </a:lnTo>
                <a:lnTo>
                  <a:pt x="219353" y="649947"/>
                </a:lnTo>
                <a:lnTo>
                  <a:pt x="220027" y="650227"/>
                </a:lnTo>
                <a:lnTo>
                  <a:pt x="219633" y="650227"/>
                </a:lnTo>
                <a:lnTo>
                  <a:pt x="218732" y="649688"/>
                </a:lnTo>
                <a:lnTo>
                  <a:pt x="218732" y="650227"/>
                </a:lnTo>
                <a:lnTo>
                  <a:pt x="220154" y="650748"/>
                </a:lnTo>
                <a:lnTo>
                  <a:pt x="221895" y="650748"/>
                </a:lnTo>
                <a:lnTo>
                  <a:pt x="218922" y="649516"/>
                </a:lnTo>
                <a:close/>
              </a:path>
              <a:path w="444207" h="656463">
                <a:moveTo>
                  <a:pt x="219353" y="649947"/>
                </a:moveTo>
                <a:lnTo>
                  <a:pt x="218732" y="649688"/>
                </a:lnTo>
                <a:lnTo>
                  <a:pt x="219633" y="650227"/>
                </a:lnTo>
                <a:lnTo>
                  <a:pt x="220027" y="650227"/>
                </a:lnTo>
                <a:lnTo>
                  <a:pt x="219353" y="649947"/>
                </a:lnTo>
                <a:close/>
              </a:path>
              <a:path w="444207" h="656463">
                <a:moveTo>
                  <a:pt x="223021" y="638784"/>
                </a:moveTo>
                <a:lnTo>
                  <a:pt x="222503" y="638263"/>
                </a:lnTo>
                <a:lnTo>
                  <a:pt x="220567" y="638263"/>
                </a:lnTo>
                <a:lnTo>
                  <a:pt x="221615" y="638657"/>
                </a:lnTo>
                <a:lnTo>
                  <a:pt x="221068" y="638784"/>
                </a:lnTo>
                <a:lnTo>
                  <a:pt x="222110" y="639305"/>
                </a:lnTo>
                <a:lnTo>
                  <a:pt x="223021" y="638784"/>
                </a:lnTo>
                <a:close/>
              </a:path>
              <a:path w="444207" h="656463">
                <a:moveTo>
                  <a:pt x="222110" y="650748"/>
                </a:moveTo>
                <a:lnTo>
                  <a:pt x="218732" y="645807"/>
                </a:lnTo>
                <a:lnTo>
                  <a:pt x="218732" y="647369"/>
                </a:lnTo>
                <a:lnTo>
                  <a:pt x="218922" y="649516"/>
                </a:lnTo>
                <a:lnTo>
                  <a:pt x="221895" y="650748"/>
                </a:lnTo>
                <a:lnTo>
                  <a:pt x="222110" y="650748"/>
                </a:lnTo>
                <a:close/>
              </a:path>
              <a:path w="444207" h="656463">
                <a:moveTo>
                  <a:pt x="237121" y="655421"/>
                </a:moveTo>
                <a:lnTo>
                  <a:pt x="235102" y="654900"/>
                </a:lnTo>
                <a:lnTo>
                  <a:pt x="236651" y="654900"/>
                </a:lnTo>
                <a:lnTo>
                  <a:pt x="232435" y="653148"/>
                </a:lnTo>
                <a:lnTo>
                  <a:pt x="230682" y="642572"/>
                </a:lnTo>
                <a:lnTo>
                  <a:pt x="228079" y="641404"/>
                </a:lnTo>
                <a:lnTo>
                  <a:pt x="228866" y="641388"/>
                </a:lnTo>
                <a:lnTo>
                  <a:pt x="229908" y="641908"/>
                </a:lnTo>
                <a:lnTo>
                  <a:pt x="230581" y="642188"/>
                </a:lnTo>
                <a:lnTo>
                  <a:pt x="230682" y="641908"/>
                </a:lnTo>
                <a:lnTo>
                  <a:pt x="230822" y="641908"/>
                </a:lnTo>
                <a:lnTo>
                  <a:pt x="231851" y="641388"/>
                </a:lnTo>
                <a:lnTo>
                  <a:pt x="230682" y="641388"/>
                </a:lnTo>
                <a:lnTo>
                  <a:pt x="230682" y="641769"/>
                </a:lnTo>
                <a:lnTo>
                  <a:pt x="230416" y="641908"/>
                </a:lnTo>
                <a:lnTo>
                  <a:pt x="229781" y="641388"/>
                </a:lnTo>
                <a:lnTo>
                  <a:pt x="229260" y="640867"/>
                </a:lnTo>
                <a:lnTo>
                  <a:pt x="228079" y="640867"/>
                </a:lnTo>
                <a:lnTo>
                  <a:pt x="228040" y="641388"/>
                </a:lnTo>
                <a:lnTo>
                  <a:pt x="230682" y="646328"/>
                </a:lnTo>
                <a:lnTo>
                  <a:pt x="229311" y="652640"/>
                </a:lnTo>
                <a:lnTo>
                  <a:pt x="227241" y="652119"/>
                </a:lnTo>
                <a:lnTo>
                  <a:pt x="225158" y="651598"/>
                </a:lnTo>
                <a:lnTo>
                  <a:pt x="224481" y="651569"/>
                </a:lnTo>
                <a:lnTo>
                  <a:pt x="223075" y="651078"/>
                </a:lnTo>
                <a:lnTo>
                  <a:pt x="223151" y="651268"/>
                </a:lnTo>
                <a:lnTo>
                  <a:pt x="222761" y="651268"/>
                </a:lnTo>
                <a:lnTo>
                  <a:pt x="222483" y="650991"/>
                </a:lnTo>
                <a:lnTo>
                  <a:pt x="222630" y="651268"/>
                </a:lnTo>
                <a:lnTo>
                  <a:pt x="223285" y="651789"/>
                </a:lnTo>
                <a:lnTo>
                  <a:pt x="224193" y="651789"/>
                </a:lnTo>
                <a:lnTo>
                  <a:pt x="224629" y="651717"/>
                </a:lnTo>
                <a:lnTo>
                  <a:pt x="225589" y="652030"/>
                </a:lnTo>
                <a:lnTo>
                  <a:pt x="227812" y="652690"/>
                </a:lnTo>
                <a:lnTo>
                  <a:pt x="228460" y="653338"/>
                </a:lnTo>
                <a:lnTo>
                  <a:pt x="228993" y="653872"/>
                </a:lnTo>
                <a:lnTo>
                  <a:pt x="230936" y="653872"/>
                </a:lnTo>
                <a:lnTo>
                  <a:pt x="230416" y="653872"/>
                </a:lnTo>
                <a:lnTo>
                  <a:pt x="231073" y="654392"/>
                </a:lnTo>
                <a:lnTo>
                  <a:pt x="231457" y="653872"/>
                </a:lnTo>
                <a:lnTo>
                  <a:pt x="229898" y="653224"/>
                </a:lnTo>
                <a:lnTo>
                  <a:pt x="233540" y="654392"/>
                </a:lnTo>
                <a:lnTo>
                  <a:pt x="234187" y="654900"/>
                </a:lnTo>
                <a:lnTo>
                  <a:pt x="234581" y="654900"/>
                </a:lnTo>
                <a:lnTo>
                  <a:pt x="234708" y="655421"/>
                </a:lnTo>
                <a:lnTo>
                  <a:pt x="237121" y="655421"/>
                </a:lnTo>
                <a:close/>
              </a:path>
              <a:path w="444207" h="656463">
                <a:moveTo>
                  <a:pt x="222046" y="650557"/>
                </a:moveTo>
                <a:lnTo>
                  <a:pt x="222483" y="650991"/>
                </a:lnTo>
                <a:lnTo>
                  <a:pt x="222761" y="651268"/>
                </a:lnTo>
                <a:lnTo>
                  <a:pt x="223151" y="651268"/>
                </a:lnTo>
                <a:lnTo>
                  <a:pt x="223075" y="651078"/>
                </a:lnTo>
                <a:lnTo>
                  <a:pt x="224481" y="651569"/>
                </a:lnTo>
                <a:lnTo>
                  <a:pt x="222046" y="650557"/>
                </a:lnTo>
                <a:close/>
              </a:path>
              <a:path w="444207" h="656463">
                <a:moveTo>
                  <a:pt x="228346" y="653338"/>
                </a:moveTo>
                <a:lnTo>
                  <a:pt x="227812" y="652690"/>
                </a:lnTo>
                <a:lnTo>
                  <a:pt x="225589" y="652030"/>
                </a:lnTo>
                <a:lnTo>
                  <a:pt x="224629" y="651717"/>
                </a:lnTo>
                <a:lnTo>
                  <a:pt x="224193" y="651789"/>
                </a:lnTo>
                <a:lnTo>
                  <a:pt x="223285" y="651789"/>
                </a:lnTo>
                <a:lnTo>
                  <a:pt x="222630" y="651268"/>
                </a:lnTo>
                <a:lnTo>
                  <a:pt x="221195" y="651789"/>
                </a:lnTo>
                <a:lnTo>
                  <a:pt x="223809" y="652310"/>
                </a:lnTo>
                <a:lnTo>
                  <a:pt x="224314" y="652310"/>
                </a:lnTo>
                <a:lnTo>
                  <a:pt x="224701" y="651789"/>
                </a:lnTo>
                <a:lnTo>
                  <a:pt x="225729" y="652169"/>
                </a:lnTo>
                <a:lnTo>
                  <a:pt x="226263" y="652310"/>
                </a:lnTo>
                <a:lnTo>
                  <a:pt x="227304" y="652818"/>
                </a:lnTo>
                <a:lnTo>
                  <a:pt x="226069" y="652310"/>
                </a:lnTo>
                <a:lnTo>
                  <a:pt x="225869" y="652310"/>
                </a:lnTo>
                <a:lnTo>
                  <a:pt x="226377" y="652818"/>
                </a:lnTo>
                <a:lnTo>
                  <a:pt x="224825" y="652818"/>
                </a:lnTo>
                <a:lnTo>
                  <a:pt x="225348" y="653338"/>
                </a:lnTo>
                <a:lnTo>
                  <a:pt x="226898" y="653338"/>
                </a:lnTo>
                <a:lnTo>
                  <a:pt x="227431" y="653872"/>
                </a:lnTo>
                <a:lnTo>
                  <a:pt x="228346" y="653338"/>
                </a:lnTo>
                <a:close/>
              </a:path>
              <a:path w="444207" h="656463">
                <a:moveTo>
                  <a:pt x="226263" y="652310"/>
                </a:moveTo>
                <a:lnTo>
                  <a:pt x="225729" y="652169"/>
                </a:lnTo>
                <a:lnTo>
                  <a:pt x="225742" y="652310"/>
                </a:lnTo>
                <a:lnTo>
                  <a:pt x="223809" y="652310"/>
                </a:lnTo>
                <a:lnTo>
                  <a:pt x="224320" y="652818"/>
                </a:lnTo>
                <a:lnTo>
                  <a:pt x="226377" y="652818"/>
                </a:lnTo>
                <a:lnTo>
                  <a:pt x="225869" y="652310"/>
                </a:lnTo>
                <a:lnTo>
                  <a:pt x="226069" y="652310"/>
                </a:lnTo>
                <a:lnTo>
                  <a:pt x="227304" y="652818"/>
                </a:lnTo>
                <a:lnTo>
                  <a:pt x="226263" y="652310"/>
                </a:lnTo>
                <a:close/>
              </a:path>
              <a:path w="444207" h="656463">
                <a:moveTo>
                  <a:pt x="19209" y="561666"/>
                </a:moveTo>
              </a:path>
              <a:path w="444207" h="656463">
                <a:moveTo>
                  <a:pt x="19210" y="561709"/>
                </a:moveTo>
                <a:lnTo>
                  <a:pt x="19227" y="562651"/>
                </a:lnTo>
                <a:lnTo>
                  <a:pt x="19227" y="561709"/>
                </a:lnTo>
              </a:path>
              <a:path w="444207" h="656463">
                <a:moveTo>
                  <a:pt x="19227" y="561709"/>
                </a:moveTo>
                <a:lnTo>
                  <a:pt x="19511" y="562394"/>
                </a:lnTo>
                <a:lnTo>
                  <a:pt x="19895" y="563321"/>
                </a:lnTo>
                <a:lnTo>
                  <a:pt x="20269" y="563695"/>
                </a:lnTo>
                <a:lnTo>
                  <a:pt x="20275" y="563956"/>
                </a:lnTo>
                <a:lnTo>
                  <a:pt x="22829" y="563956"/>
                </a:lnTo>
                <a:lnTo>
                  <a:pt x="22202" y="563695"/>
                </a:lnTo>
                <a:lnTo>
                  <a:pt x="21577" y="563435"/>
                </a:lnTo>
                <a:lnTo>
                  <a:pt x="21416" y="563321"/>
                </a:lnTo>
                <a:lnTo>
                  <a:pt x="20269" y="562504"/>
                </a:lnTo>
                <a:lnTo>
                  <a:pt x="20002" y="562394"/>
                </a:lnTo>
                <a:lnTo>
                  <a:pt x="19266" y="561709"/>
                </a:lnTo>
              </a:path>
              <a:path w="444207" h="656463">
                <a:moveTo>
                  <a:pt x="20966" y="562394"/>
                </a:moveTo>
                <a:lnTo>
                  <a:pt x="22024" y="563105"/>
                </a:lnTo>
                <a:lnTo>
                  <a:pt x="22515" y="563435"/>
                </a:lnTo>
                <a:lnTo>
                  <a:pt x="23380" y="563794"/>
                </a:lnTo>
                <a:lnTo>
                  <a:pt x="23380" y="563956"/>
                </a:lnTo>
                <a:lnTo>
                  <a:pt x="23380" y="564185"/>
                </a:lnTo>
                <a:lnTo>
                  <a:pt x="23908" y="564185"/>
                </a:lnTo>
                <a:lnTo>
                  <a:pt x="23771" y="563956"/>
                </a:lnTo>
                <a:lnTo>
                  <a:pt x="23650" y="563794"/>
                </a:lnTo>
                <a:lnTo>
                  <a:pt x="23380" y="563435"/>
                </a:lnTo>
                <a:lnTo>
                  <a:pt x="22682" y="563105"/>
                </a:lnTo>
                <a:lnTo>
                  <a:pt x="21970" y="562394"/>
                </a:lnTo>
              </a:path>
              <a:path w="444207" h="656463">
                <a:moveTo>
                  <a:pt x="20275" y="563956"/>
                </a:moveTo>
                <a:lnTo>
                  <a:pt x="20343" y="566813"/>
                </a:lnTo>
                <a:lnTo>
                  <a:pt x="20523" y="574344"/>
                </a:lnTo>
                <a:lnTo>
                  <a:pt x="22242" y="574344"/>
                </a:lnTo>
                <a:lnTo>
                  <a:pt x="23380" y="566813"/>
                </a:lnTo>
                <a:lnTo>
                  <a:pt x="22605" y="563956"/>
                </a:lnTo>
              </a:path>
              <a:path w="444207" h="656463">
                <a:moveTo>
                  <a:pt x="22605" y="563956"/>
                </a:moveTo>
                <a:lnTo>
                  <a:pt x="23158" y="564185"/>
                </a:lnTo>
                <a:lnTo>
                  <a:pt x="23380" y="564185"/>
                </a:lnTo>
                <a:lnTo>
                  <a:pt x="22829" y="563956"/>
                </a:lnTo>
              </a:path>
              <a:path w="444207" h="656463">
                <a:moveTo>
                  <a:pt x="23158" y="564185"/>
                </a:moveTo>
                <a:lnTo>
                  <a:pt x="23380" y="564277"/>
                </a:lnTo>
                <a:lnTo>
                  <a:pt x="23862" y="564476"/>
                </a:lnTo>
                <a:lnTo>
                  <a:pt x="25088" y="564984"/>
                </a:lnTo>
                <a:lnTo>
                  <a:pt x="25578" y="565188"/>
                </a:lnTo>
                <a:lnTo>
                  <a:pt x="25793" y="565188"/>
                </a:lnTo>
                <a:lnTo>
                  <a:pt x="25305" y="564984"/>
                </a:lnTo>
                <a:lnTo>
                  <a:pt x="24082" y="564476"/>
                </a:lnTo>
                <a:lnTo>
                  <a:pt x="23963" y="564277"/>
                </a:lnTo>
              </a:path>
              <a:path w="444207" h="656463">
                <a:moveTo>
                  <a:pt x="24688" y="564984"/>
                </a:moveTo>
                <a:lnTo>
                  <a:pt x="24665" y="565505"/>
                </a:lnTo>
                <a:lnTo>
                  <a:pt x="25936" y="565505"/>
                </a:lnTo>
              </a:path>
              <a:path w="444207" h="656463">
                <a:moveTo>
                  <a:pt x="27673" y="564984"/>
                </a:moveTo>
                <a:lnTo>
                  <a:pt x="27152" y="564984"/>
                </a:lnTo>
                <a:lnTo>
                  <a:pt x="27686" y="565518"/>
                </a:lnTo>
                <a:lnTo>
                  <a:pt x="28218" y="566050"/>
                </a:lnTo>
                <a:lnTo>
                  <a:pt x="28587" y="566420"/>
                </a:lnTo>
                <a:lnTo>
                  <a:pt x="29459" y="566420"/>
                </a:lnTo>
                <a:lnTo>
                  <a:pt x="28733" y="566050"/>
                </a:lnTo>
                <a:lnTo>
                  <a:pt x="28204" y="565518"/>
                </a:lnTo>
                <a:lnTo>
                  <a:pt x="27673" y="564984"/>
                </a:lnTo>
              </a:path>
              <a:path w="444207" h="656463">
                <a:moveTo>
                  <a:pt x="26111" y="564984"/>
                </a:moveTo>
                <a:lnTo>
                  <a:pt x="25793" y="565188"/>
                </a:lnTo>
                <a:lnTo>
                  <a:pt x="26314" y="565188"/>
                </a:lnTo>
              </a:path>
              <a:path w="444207" h="656463">
                <a:moveTo>
                  <a:pt x="25578" y="565188"/>
                </a:moveTo>
                <a:lnTo>
                  <a:pt x="26344" y="565505"/>
                </a:lnTo>
                <a:lnTo>
                  <a:pt x="26835" y="565708"/>
                </a:lnTo>
                <a:lnTo>
                  <a:pt x="26631" y="565505"/>
                </a:lnTo>
                <a:lnTo>
                  <a:pt x="26314" y="565188"/>
                </a:lnTo>
              </a:path>
              <a:path w="444207" h="656463">
                <a:moveTo>
                  <a:pt x="24665" y="565505"/>
                </a:moveTo>
                <a:lnTo>
                  <a:pt x="24168" y="576427"/>
                </a:lnTo>
                <a:lnTo>
                  <a:pt x="25232" y="576427"/>
                </a:lnTo>
                <a:lnTo>
                  <a:pt x="25717" y="565505"/>
                </a:lnTo>
              </a:path>
              <a:path w="444207" h="656463">
                <a:moveTo>
                  <a:pt x="25717" y="565505"/>
                </a:moveTo>
                <a:lnTo>
                  <a:pt x="28699" y="566750"/>
                </a:lnTo>
                <a:lnTo>
                  <a:pt x="28917" y="566750"/>
                </a:lnTo>
                <a:lnTo>
                  <a:pt x="25936" y="565505"/>
                </a:lnTo>
              </a:path>
              <a:path w="444207" h="656463">
                <a:moveTo>
                  <a:pt x="28587" y="566420"/>
                </a:moveTo>
                <a:lnTo>
                  <a:pt x="28917" y="566750"/>
                </a:lnTo>
                <a:lnTo>
                  <a:pt x="29604" y="566750"/>
                </a:lnTo>
                <a:lnTo>
                  <a:pt x="29387" y="566420"/>
                </a:lnTo>
              </a:path>
              <a:path w="444207" h="656463">
                <a:moveTo>
                  <a:pt x="29387" y="566420"/>
                </a:moveTo>
                <a:lnTo>
                  <a:pt x="29620" y="566523"/>
                </a:lnTo>
                <a:lnTo>
                  <a:pt x="29959" y="566674"/>
                </a:lnTo>
                <a:lnTo>
                  <a:pt x="192611" y="638263"/>
                </a:lnTo>
                <a:lnTo>
                  <a:pt x="220567" y="638263"/>
                </a:lnTo>
                <a:lnTo>
                  <a:pt x="30063" y="566674"/>
                </a:lnTo>
                <a:lnTo>
                  <a:pt x="29663" y="566523"/>
                </a:lnTo>
                <a:lnTo>
                  <a:pt x="29459" y="566420"/>
                </a:lnTo>
              </a:path>
              <a:path w="444207" h="656463">
                <a:moveTo>
                  <a:pt x="28699" y="566750"/>
                </a:moveTo>
                <a:lnTo>
                  <a:pt x="29946" y="567270"/>
                </a:lnTo>
                <a:lnTo>
                  <a:pt x="29604" y="566750"/>
                </a:lnTo>
              </a:path>
              <a:path w="444207" h="656463">
                <a:moveTo>
                  <a:pt x="19357" y="574344"/>
                </a:moveTo>
                <a:lnTo>
                  <a:pt x="19357" y="574344"/>
                </a:lnTo>
                <a:lnTo>
                  <a:pt x="20523" y="574344"/>
                </a:lnTo>
              </a:path>
              <a:path w="444207" h="656463">
                <a:moveTo>
                  <a:pt x="19357" y="574344"/>
                </a:moveTo>
                <a:lnTo>
                  <a:pt x="19602" y="574675"/>
                </a:lnTo>
                <a:lnTo>
                  <a:pt x="22192" y="574675"/>
                </a:lnTo>
                <a:lnTo>
                  <a:pt x="22242" y="574344"/>
                </a:lnTo>
              </a:path>
              <a:path w="444207" h="656463">
                <a:moveTo>
                  <a:pt x="19602" y="574675"/>
                </a:moveTo>
                <a:lnTo>
                  <a:pt x="20129" y="575386"/>
                </a:lnTo>
                <a:lnTo>
                  <a:pt x="20650" y="575386"/>
                </a:lnTo>
                <a:lnTo>
                  <a:pt x="19939" y="574675"/>
                </a:lnTo>
              </a:path>
              <a:path w="444207" h="656463">
                <a:moveTo>
                  <a:pt x="19939" y="574675"/>
                </a:moveTo>
                <a:lnTo>
                  <a:pt x="21870" y="575386"/>
                </a:lnTo>
                <a:lnTo>
                  <a:pt x="22085" y="575386"/>
                </a:lnTo>
                <a:lnTo>
                  <a:pt x="22192" y="574675"/>
                </a:lnTo>
              </a:path>
              <a:path w="444207" h="656463">
                <a:moveTo>
                  <a:pt x="20980" y="575195"/>
                </a:moveTo>
                <a:lnTo>
                  <a:pt x="20650" y="575386"/>
                </a:lnTo>
                <a:lnTo>
                  <a:pt x="21654" y="575386"/>
                </a:lnTo>
              </a:path>
              <a:path w="444207" h="656463">
                <a:moveTo>
                  <a:pt x="20129" y="575386"/>
                </a:moveTo>
                <a:lnTo>
                  <a:pt x="21654" y="575386"/>
                </a:lnTo>
              </a:path>
              <a:path w="444207" h="656463">
                <a:moveTo>
                  <a:pt x="20129" y="575386"/>
                </a:moveTo>
                <a:lnTo>
                  <a:pt x="20650" y="575906"/>
                </a:lnTo>
                <a:lnTo>
                  <a:pt x="21170" y="576427"/>
                </a:lnTo>
                <a:lnTo>
                  <a:pt x="21691" y="576427"/>
                </a:lnTo>
                <a:lnTo>
                  <a:pt x="21171" y="575906"/>
                </a:lnTo>
                <a:lnTo>
                  <a:pt x="21170" y="575386"/>
                </a:lnTo>
                <a:lnTo>
                  <a:pt x="21440" y="575386"/>
                </a:lnTo>
              </a:path>
              <a:path w="444207" h="656463">
                <a:moveTo>
                  <a:pt x="21440" y="575386"/>
                </a:moveTo>
                <a:lnTo>
                  <a:pt x="22696" y="575906"/>
                </a:lnTo>
                <a:lnTo>
                  <a:pt x="22212" y="576427"/>
                </a:lnTo>
                <a:lnTo>
                  <a:pt x="23953" y="576427"/>
                </a:lnTo>
                <a:lnTo>
                  <a:pt x="24168" y="576427"/>
                </a:lnTo>
                <a:lnTo>
                  <a:pt x="22911" y="575906"/>
                </a:lnTo>
                <a:lnTo>
                  <a:pt x="21655" y="575386"/>
                </a:lnTo>
              </a:path>
              <a:path w="444207" h="656463">
                <a:moveTo>
                  <a:pt x="23953" y="576427"/>
                </a:moveTo>
                <a:lnTo>
                  <a:pt x="24051" y="576948"/>
                </a:lnTo>
                <a:lnTo>
                  <a:pt x="25209" y="576948"/>
                </a:lnTo>
                <a:lnTo>
                  <a:pt x="25232" y="576427"/>
                </a:lnTo>
              </a:path>
              <a:path w="444207" h="656463">
                <a:moveTo>
                  <a:pt x="192612" y="638263"/>
                </a:moveTo>
                <a:lnTo>
                  <a:pt x="207385" y="644766"/>
                </a:lnTo>
                <a:lnTo>
                  <a:pt x="215811" y="648474"/>
                </a:lnTo>
                <a:lnTo>
                  <a:pt x="216128" y="648606"/>
                </a:lnTo>
                <a:lnTo>
                  <a:pt x="218732" y="649688"/>
                </a:lnTo>
                <a:lnTo>
                  <a:pt x="218159" y="648606"/>
                </a:lnTo>
                <a:lnTo>
                  <a:pt x="218089" y="648474"/>
                </a:lnTo>
                <a:lnTo>
                  <a:pt x="216128" y="644766"/>
                </a:lnTo>
                <a:lnTo>
                  <a:pt x="219506" y="638263"/>
                </a:lnTo>
              </a:path>
              <a:path w="444207" h="656463">
                <a:moveTo>
                  <a:pt x="219506" y="638263"/>
                </a:moveTo>
                <a:lnTo>
                  <a:pt x="220294" y="638657"/>
                </a:lnTo>
                <a:lnTo>
                  <a:pt x="220548" y="638784"/>
                </a:lnTo>
                <a:lnTo>
                  <a:pt x="221795" y="639305"/>
                </a:lnTo>
                <a:lnTo>
                  <a:pt x="222110" y="639305"/>
                </a:lnTo>
                <a:lnTo>
                  <a:pt x="221068" y="638784"/>
                </a:lnTo>
                <a:lnTo>
                  <a:pt x="221615" y="638657"/>
                </a:lnTo>
                <a:lnTo>
                  <a:pt x="220567" y="638263"/>
                </a:lnTo>
              </a:path>
              <a:path w="444207" h="656463">
                <a:moveTo>
                  <a:pt x="228079" y="638784"/>
                </a:moveTo>
                <a:lnTo>
                  <a:pt x="223021" y="638784"/>
                </a:lnTo>
                <a:lnTo>
                  <a:pt x="222110" y="639305"/>
                </a:lnTo>
                <a:lnTo>
                  <a:pt x="227114" y="639305"/>
                </a:lnTo>
                <a:lnTo>
                  <a:pt x="228079" y="638784"/>
                </a:lnTo>
              </a:path>
              <a:path w="444207" h="656463">
                <a:moveTo>
                  <a:pt x="222110" y="639305"/>
                </a:moveTo>
                <a:lnTo>
                  <a:pt x="223539" y="639305"/>
                </a:lnTo>
              </a:path>
              <a:path w="444207" h="656463">
                <a:moveTo>
                  <a:pt x="223539" y="639305"/>
                </a:moveTo>
                <a:lnTo>
                  <a:pt x="227114" y="639305"/>
                </a:lnTo>
              </a:path>
              <a:path w="444207" h="656463">
                <a:moveTo>
                  <a:pt x="221795" y="639305"/>
                </a:moveTo>
                <a:lnTo>
                  <a:pt x="222334" y="639530"/>
                </a:lnTo>
                <a:lnTo>
                  <a:pt x="222630" y="639305"/>
                </a:lnTo>
              </a:path>
              <a:path w="444207" h="656463">
                <a:moveTo>
                  <a:pt x="223539" y="639305"/>
                </a:moveTo>
                <a:lnTo>
                  <a:pt x="223672" y="639825"/>
                </a:lnTo>
                <a:lnTo>
                  <a:pt x="224193" y="639826"/>
                </a:lnTo>
                <a:lnTo>
                  <a:pt x="224057" y="639825"/>
                </a:lnTo>
                <a:lnTo>
                  <a:pt x="223539" y="639305"/>
                </a:lnTo>
              </a:path>
              <a:path w="444207" h="656463">
                <a:moveTo>
                  <a:pt x="225628" y="639305"/>
                </a:moveTo>
                <a:lnTo>
                  <a:pt x="224193" y="639825"/>
                </a:lnTo>
                <a:lnTo>
                  <a:pt x="226148" y="639826"/>
                </a:lnTo>
                <a:lnTo>
                  <a:pt x="227114" y="639305"/>
                </a:lnTo>
              </a:path>
              <a:path w="444207" h="656463">
                <a:moveTo>
                  <a:pt x="228079" y="639825"/>
                </a:moveTo>
                <a:lnTo>
                  <a:pt x="228739" y="640346"/>
                </a:lnTo>
                <a:lnTo>
                  <a:pt x="228079" y="640346"/>
                </a:lnTo>
                <a:lnTo>
                  <a:pt x="227190" y="640867"/>
                </a:lnTo>
                <a:lnTo>
                  <a:pt x="229781" y="640867"/>
                </a:lnTo>
                <a:lnTo>
                  <a:pt x="230231" y="640346"/>
                </a:lnTo>
                <a:lnTo>
                  <a:pt x="230682" y="639826"/>
                </a:lnTo>
              </a:path>
              <a:path w="444207" h="656463">
                <a:moveTo>
                  <a:pt x="223672" y="639826"/>
                </a:moveTo>
                <a:lnTo>
                  <a:pt x="224327" y="640097"/>
                </a:lnTo>
                <a:lnTo>
                  <a:pt x="224575" y="640346"/>
                </a:lnTo>
                <a:lnTo>
                  <a:pt x="225742" y="640346"/>
                </a:lnTo>
                <a:lnTo>
                  <a:pt x="225937" y="640097"/>
                </a:lnTo>
                <a:lnTo>
                  <a:pt x="226148" y="639826"/>
                </a:lnTo>
              </a:path>
              <a:path w="444207" h="656463">
                <a:moveTo>
                  <a:pt x="224575" y="640346"/>
                </a:moveTo>
                <a:lnTo>
                  <a:pt x="224777" y="640549"/>
                </a:lnTo>
                <a:lnTo>
                  <a:pt x="226990" y="643724"/>
                </a:lnTo>
                <a:lnTo>
                  <a:pt x="228079" y="645287"/>
                </a:lnTo>
                <a:lnTo>
                  <a:pt x="227241" y="652119"/>
                </a:lnTo>
                <a:lnTo>
                  <a:pt x="229311" y="652640"/>
                </a:lnTo>
                <a:lnTo>
                  <a:pt x="229239" y="652119"/>
                </a:lnTo>
                <a:lnTo>
                  <a:pt x="228295" y="645287"/>
                </a:lnTo>
                <a:lnTo>
                  <a:pt x="228079" y="643724"/>
                </a:lnTo>
                <a:lnTo>
                  <a:pt x="224904" y="640549"/>
                </a:lnTo>
                <a:lnTo>
                  <a:pt x="224701" y="640346"/>
                </a:lnTo>
              </a:path>
              <a:path w="444207" h="656463">
                <a:moveTo>
                  <a:pt x="225221" y="640346"/>
                </a:moveTo>
                <a:lnTo>
                  <a:pt x="226354" y="640867"/>
                </a:lnTo>
                <a:lnTo>
                  <a:pt x="227190" y="640867"/>
                </a:lnTo>
                <a:lnTo>
                  <a:pt x="226783" y="640867"/>
                </a:lnTo>
                <a:lnTo>
                  <a:pt x="225742" y="640346"/>
                </a:lnTo>
              </a:path>
              <a:path w="444207" h="656463">
                <a:moveTo>
                  <a:pt x="227190" y="640867"/>
                </a:moveTo>
                <a:lnTo>
                  <a:pt x="228079" y="640867"/>
                </a:lnTo>
                <a:lnTo>
                  <a:pt x="229260" y="640867"/>
                </a:lnTo>
              </a:path>
              <a:path w="444207" h="656463">
                <a:moveTo>
                  <a:pt x="229260" y="640867"/>
                </a:moveTo>
                <a:lnTo>
                  <a:pt x="229781" y="641388"/>
                </a:lnTo>
                <a:lnTo>
                  <a:pt x="229781" y="640867"/>
                </a:lnTo>
              </a:path>
              <a:path w="444207" h="656463">
                <a:moveTo>
                  <a:pt x="226354" y="640867"/>
                </a:moveTo>
                <a:lnTo>
                  <a:pt x="226980" y="641154"/>
                </a:lnTo>
                <a:lnTo>
                  <a:pt x="227901" y="641578"/>
                </a:lnTo>
                <a:lnTo>
                  <a:pt x="227478" y="641154"/>
                </a:lnTo>
                <a:lnTo>
                  <a:pt x="228079" y="640867"/>
                </a:lnTo>
              </a:path>
              <a:path w="444207" h="656463">
                <a:moveTo>
                  <a:pt x="225628" y="639305"/>
                </a:moveTo>
                <a:lnTo>
                  <a:pt x="223539" y="639305"/>
                </a:lnTo>
                <a:lnTo>
                  <a:pt x="224057" y="639825"/>
                </a:lnTo>
                <a:lnTo>
                  <a:pt x="224193" y="639826"/>
                </a:lnTo>
                <a:lnTo>
                  <a:pt x="225628" y="639305"/>
                </a:lnTo>
                <a:close/>
              </a:path>
              <a:path w="444207" h="656463">
                <a:moveTo>
                  <a:pt x="225729" y="652169"/>
                </a:moveTo>
                <a:lnTo>
                  <a:pt x="224701" y="651789"/>
                </a:lnTo>
                <a:lnTo>
                  <a:pt x="224314" y="652310"/>
                </a:lnTo>
                <a:lnTo>
                  <a:pt x="225221" y="652310"/>
                </a:lnTo>
                <a:lnTo>
                  <a:pt x="225742" y="652310"/>
                </a:lnTo>
                <a:lnTo>
                  <a:pt x="225729" y="652169"/>
                </a:lnTo>
                <a:close/>
              </a:path>
              <a:path w="444207" h="656463">
                <a:moveTo>
                  <a:pt x="228079" y="640346"/>
                </a:moveTo>
                <a:lnTo>
                  <a:pt x="228739" y="640346"/>
                </a:lnTo>
                <a:lnTo>
                  <a:pt x="228079" y="639825"/>
                </a:lnTo>
                <a:lnTo>
                  <a:pt x="228079" y="638784"/>
                </a:lnTo>
                <a:lnTo>
                  <a:pt x="226149" y="639825"/>
                </a:lnTo>
                <a:lnTo>
                  <a:pt x="225742" y="640346"/>
                </a:lnTo>
                <a:lnTo>
                  <a:pt x="226783" y="640867"/>
                </a:lnTo>
                <a:lnTo>
                  <a:pt x="227190" y="640867"/>
                </a:lnTo>
                <a:lnTo>
                  <a:pt x="228079" y="640346"/>
                </a:lnTo>
                <a:close/>
              </a:path>
              <a:path w="444207" h="656463">
                <a:moveTo>
                  <a:pt x="228993" y="653872"/>
                </a:moveTo>
                <a:lnTo>
                  <a:pt x="228460" y="653338"/>
                </a:lnTo>
                <a:lnTo>
                  <a:pt x="227812" y="652690"/>
                </a:lnTo>
                <a:lnTo>
                  <a:pt x="228346" y="653338"/>
                </a:lnTo>
                <a:lnTo>
                  <a:pt x="227431" y="653872"/>
                </a:lnTo>
                <a:lnTo>
                  <a:pt x="228993" y="653872"/>
                </a:lnTo>
                <a:close/>
              </a:path>
              <a:path w="444207" h="656463">
                <a:moveTo>
                  <a:pt x="231073" y="654392"/>
                </a:moveTo>
                <a:lnTo>
                  <a:pt x="230416" y="653872"/>
                </a:lnTo>
                <a:lnTo>
                  <a:pt x="228993" y="653872"/>
                </a:lnTo>
                <a:lnTo>
                  <a:pt x="229514" y="654392"/>
                </a:lnTo>
                <a:lnTo>
                  <a:pt x="231073" y="654392"/>
                </a:lnTo>
                <a:close/>
              </a:path>
              <a:path w="444207" h="656463">
                <a:moveTo>
                  <a:pt x="230682" y="646328"/>
                </a:moveTo>
                <a:lnTo>
                  <a:pt x="228079" y="641493"/>
                </a:lnTo>
                <a:lnTo>
                  <a:pt x="227825" y="641388"/>
                </a:lnTo>
                <a:lnTo>
                  <a:pt x="228040" y="641388"/>
                </a:lnTo>
                <a:lnTo>
                  <a:pt x="228079" y="640867"/>
                </a:lnTo>
                <a:lnTo>
                  <a:pt x="227478" y="641154"/>
                </a:lnTo>
                <a:lnTo>
                  <a:pt x="227901" y="641578"/>
                </a:lnTo>
                <a:lnTo>
                  <a:pt x="225221" y="640346"/>
                </a:lnTo>
                <a:lnTo>
                  <a:pt x="224701" y="640346"/>
                </a:lnTo>
                <a:lnTo>
                  <a:pt x="228079" y="643724"/>
                </a:lnTo>
                <a:lnTo>
                  <a:pt x="229311" y="652640"/>
                </a:lnTo>
                <a:lnTo>
                  <a:pt x="230682" y="646328"/>
                </a:lnTo>
                <a:close/>
              </a:path>
              <a:path w="444207" h="656463">
                <a:moveTo>
                  <a:pt x="233539" y="643076"/>
                </a:moveTo>
                <a:lnTo>
                  <a:pt x="233019" y="642429"/>
                </a:lnTo>
                <a:lnTo>
                  <a:pt x="232892" y="642429"/>
                </a:lnTo>
                <a:lnTo>
                  <a:pt x="233934" y="641908"/>
                </a:lnTo>
                <a:lnTo>
                  <a:pt x="232371" y="641908"/>
                </a:lnTo>
                <a:lnTo>
                  <a:pt x="232498" y="642429"/>
                </a:lnTo>
                <a:lnTo>
                  <a:pt x="231978" y="642429"/>
                </a:lnTo>
                <a:lnTo>
                  <a:pt x="231473" y="642559"/>
                </a:lnTo>
                <a:lnTo>
                  <a:pt x="231013" y="642620"/>
                </a:lnTo>
                <a:lnTo>
                  <a:pt x="230682" y="642289"/>
                </a:lnTo>
                <a:lnTo>
                  <a:pt x="231473" y="642559"/>
                </a:lnTo>
                <a:lnTo>
                  <a:pt x="230936" y="641908"/>
                </a:lnTo>
                <a:lnTo>
                  <a:pt x="232371" y="641908"/>
                </a:lnTo>
                <a:lnTo>
                  <a:pt x="231851" y="641388"/>
                </a:lnTo>
                <a:lnTo>
                  <a:pt x="230822" y="641908"/>
                </a:lnTo>
                <a:lnTo>
                  <a:pt x="230682" y="641908"/>
                </a:lnTo>
                <a:lnTo>
                  <a:pt x="230581" y="642188"/>
                </a:lnTo>
                <a:lnTo>
                  <a:pt x="230682" y="642483"/>
                </a:lnTo>
                <a:lnTo>
                  <a:pt x="232054" y="643140"/>
                </a:lnTo>
                <a:lnTo>
                  <a:pt x="234124" y="643661"/>
                </a:lnTo>
                <a:lnTo>
                  <a:pt x="236207" y="644182"/>
                </a:lnTo>
                <a:lnTo>
                  <a:pt x="233539" y="643076"/>
                </a:lnTo>
                <a:close/>
              </a:path>
              <a:path w="444207" h="656463">
                <a:moveTo>
                  <a:pt x="230416" y="641908"/>
                </a:moveTo>
                <a:lnTo>
                  <a:pt x="230682" y="641769"/>
                </a:lnTo>
                <a:lnTo>
                  <a:pt x="230682" y="639826"/>
                </a:lnTo>
                <a:lnTo>
                  <a:pt x="229781" y="640867"/>
                </a:lnTo>
                <a:lnTo>
                  <a:pt x="229781" y="641388"/>
                </a:lnTo>
                <a:lnTo>
                  <a:pt x="230301" y="641908"/>
                </a:lnTo>
                <a:close/>
              </a:path>
              <a:path w="444207" h="656463">
                <a:moveTo>
                  <a:pt x="231473" y="642559"/>
                </a:moveTo>
                <a:lnTo>
                  <a:pt x="230682" y="642230"/>
                </a:lnTo>
                <a:lnTo>
                  <a:pt x="231013" y="642620"/>
                </a:lnTo>
                <a:lnTo>
                  <a:pt x="231473" y="642559"/>
                </a:lnTo>
                <a:close/>
              </a:path>
              <a:path w="444207" h="656463">
                <a:moveTo>
                  <a:pt x="233540" y="654392"/>
                </a:moveTo>
                <a:lnTo>
                  <a:pt x="229898" y="653224"/>
                </a:lnTo>
                <a:lnTo>
                  <a:pt x="231457" y="653872"/>
                </a:lnTo>
                <a:lnTo>
                  <a:pt x="231073" y="654392"/>
                </a:lnTo>
                <a:lnTo>
                  <a:pt x="231584" y="654900"/>
                </a:lnTo>
                <a:lnTo>
                  <a:pt x="234187" y="654900"/>
                </a:lnTo>
                <a:lnTo>
                  <a:pt x="233540" y="654392"/>
                </a:lnTo>
                <a:close/>
              </a:path>
              <a:path w="444207" h="656463">
                <a:moveTo>
                  <a:pt x="231978" y="642429"/>
                </a:moveTo>
                <a:lnTo>
                  <a:pt x="232498" y="642429"/>
                </a:lnTo>
                <a:lnTo>
                  <a:pt x="232371" y="641908"/>
                </a:lnTo>
                <a:lnTo>
                  <a:pt x="230936" y="641908"/>
                </a:lnTo>
                <a:lnTo>
                  <a:pt x="231473" y="642559"/>
                </a:lnTo>
                <a:lnTo>
                  <a:pt x="231978" y="642429"/>
                </a:lnTo>
                <a:close/>
              </a:path>
              <a:path w="444207" h="656463">
                <a:moveTo>
                  <a:pt x="235623" y="642950"/>
                </a:moveTo>
                <a:lnTo>
                  <a:pt x="236016" y="642429"/>
                </a:lnTo>
                <a:lnTo>
                  <a:pt x="234454" y="642429"/>
                </a:lnTo>
                <a:lnTo>
                  <a:pt x="234060" y="642950"/>
                </a:lnTo>
                <a:lnTo>
                  <a:pt x="235622" y="643597"/>
                </a:lnTo>
                <a:lnTo>
                  <a:pt x="234581" y="642950"/>
                </a:lnTo>
                <a:lnTo>
                  <a:pt x="235102" y="642950"/>
                </a:lnTo>
                <a:lnTo>
                  <a:pt x="235622" y="643597"/>
                </a:lnTo>
                <a:lnTo>
                  <a:pt x="235623" y="642950"/>
                </a:lnTo>
                <a:close/>
              </a:path>
              <a:path w="444207" h="656463">
                <a:moveTo>
                  <a:pt x="246672" y="647814"/>
                </a:moveTo>
                <a:lnTo>
                  <a:pt x="241401" y="645223"/>
                </a:lnTo>
                <a:lnTo>
                  <a:pt x="240817" y="655421"/>
                </a:lnTo>
                <a:lnTo>
                  <a:pt x="235470" y="652119"/>
                </a:lnTo>
                <a:lnTo>
                  <a:pt x="232435" y="653148"/>
                </a:lnTo>
                <a:lnTo>
                  <a:pt x="236651" y="654900"/>
                </a:lnTo>
                <a:lnTo>
                  <a:pt x="235102" y="654900"/>
                </a:lnTo>
                <a:lnTo>
                  <a:pt x="237121" y="655421"/>
                </a:lnTo>
                <a:lnTo>
                  <a:pt x="237693" y="655421"/>
                </a:lnTo>
                <a:lnTo>
                  <a:pt x="241846" y="656463"/>
                </a:lnTo>
                <a:lnTo>
                  <a:pt x="239255" y="655421"/>
                </a:lnTo>
                <a:lnTo>
                  <a:pt x="239775" y="655421"/>
                </a:lnTo>
                <a:lnTo>
                  <a:pt x="241846" y="656463"/>
                </a:lnTo>
                <a:lnTo>
                  <a:pt x="246011" y="656463"/>
                </a:lnTo>
                <a:lnTo>
                  <a:pt x="246672" y="647814"/>
                </a:lnTo>
                <a:close/>
              </a:path>
              <a:path w="444207" h="656463">
                <a:moveTo>
                  <a:pt x="237172" y="643470"/>
                </a:moveTo>
                <a:lnTo>
                  <a:pt x="239128" y="642950"/>
                </a:lnTo>
                <a:lnTo>
                  <a:pt x="236537" y="642950"/>
                </a:lnTo>
                <a:lnTo>
                  <a:pt x="236131" y="642950"/>
                </a:lnTo>
                <a:lnTo>
                  <a:pt x="238290" y="644702"/>
                </a:lnTo>
                <a:lnTo>
                  <a:pt x="237172" y="643470"/>
                </a:lnTo>
                <a:close/>
              </a:path>
              <a:path w="444207" h="656463">
                <a:moveTo>
                  <a:pt x="241401" y="645223"/>
                </a:moveTo>
                <a:lnTo>
                  <a:pt x="237693" y="643470"/>
                </a:lnTo>
                <a:lnTo>
                  <a:pt x="238213" y="643470"/>
                </a:lnTo>
                <a:lnTo>
                  <a:pt x="241401" y="645223"/>
                </a:lnTo>
                <a:lnTo>
                  <a:pt x="246672" y="647814"/>
                </a:lnTo>
                <a:lnTo>
                  <a:pt x="242366" y="644512"/>
                </a:lnTo>
                <a:lnTo>
                  <a:pt x="242887" y="644512"/>
                </a:lnTo>
                <a:lnTo>
                  <a:pt x="246672" y="647814"/>
                </a:lnTo>
                <a:lnTo>
                  <a:pt x="244449" y="644512"/>
                </a:lnTo>
                <a:lnTo>
                  <a:pt x="244970" y="644512"/>
                </a:lnTo>
                <a:lnTo>
                  <a:pt x="246672" y="647814"/>
                </a:lnTo>
                <a:lnTo>
                  <a:pt x="247053" y="644512"/>
                </a:lnTo>
                <a:lnTo>
                  <a:pt x="246011" y="644512"/>
                </a:lnTo>
                <a:lnTo>
                  <a:pt x="245021" y="644512"/>
                </a:lnTo>
                <a:lnTo>
                  <a:pt x="244500" y="643470"/>
                </a:lnTo>
                <a:lnTo>
                  <a:pt x="243928" y="644512"/>
                </a:lnTo>
                <a:lnTo>
                  <a:pt x="243408" y="644512"/>
                </a:lnTo>
                <a:lnTo>
                  <a:pt x="244500" y="643470"/>
                </a:lnTo>
                <a:lnTo>
                  <a:pt x="241846" y="644512"/>
                </a:lnTo>
                <a:lnTo>
                  <a:pt x="241338" y="644512"/>
                </a:lnTo>
                <a:lnTo>
                  <a:pt x="240296" y="643470"/>
                </a:lnTo>
                <a:lnTo>
                  <a:pt x="239648" y="643470"/>
                </a:lnTo>
                <a:lnTo>
                  <a:pt x="239128" y="642950"/>
                </a:lnTo>
                <a:lnTo>
                  <a:pt x="239255" y="643470"/>
                </a:lnTo>
                <a:lnTo>
                  <a:pt x="238734" y="643470"/>
                </a:lnTo>
                <a:lnTo>
                  <a:pt x="239128" y="642950"/>
                </a:lnTo>
                <a:lnTo>
                  <a:pt x="237172" y="643470"/>
                </a:lnTo>
                <a:lnTo>
                  <a:pt x="238290" y="644702"/>
                </a:lnTo>
                <a:lnTo>
                  <a:pt x="236131" y="642950"/>
                </a:lnTo>
                <a:lnTo>
                  <a:pt x="236537" y="642950"/>
                </a:lnTo>
                <a:lnTo>
                  <a:pt x="236016" y="642429"/>
                </a:lnTo>
                <a:lnTo>
                  <a:pt x="235623" y="642950"/>
                </a:lnTo>
                <a:lnTo>
                  <a:pt x="235622" y="643597"/>
                </a:lnTo>
                <a:lnTo>
                  <a:pt x="234060" y="642950"/>
                </a:lnTo>
                <a:lnTo>
                  <a:pt x="234454" y="642429"/>
                </a:lnTo>
                <a:lnTo>
                  <a:pt x="233934" y="641908"/>
                </a:lnTo>
                <a:lnTo>
                  <a:pt x="232892" y="642429"/>
                </a:lnTo>
                <a:lnTo>
                  <a:pt x="233019" y="642429"/>
                </a:lnTo>
                <a:lnTo>
                  <a:pt x="233539" y="643076"/>
                </a:lnTo>
                <a:lnTo>
                  <a:pt x="236207" y="644182"/>
                </a:lnTo>
                <a:lnTo>
                  <a:pt x="234124" y="643661"/>
                </a:lnTo>
                <a:lnTo>
                  <a:pt x="232054" y="643140"/>
                </a:lnTo>
                <a:lnTo>
                  <a:pt x="230682" y="642483"/>
                </a:lnTo>
                <a:lnTo>
                  <a:pt x="230581" y="642188"/>
                </a:lnTo>
                <a:lnTo>
                  <a:pt x="229908" y="641908"/>
                </a:lnTo>
                <a:lnTo>
                  <a:pt x="228866" y="641388"/>
                </a:lnTo>
                <a:lnTo>
                  <a:pt x="228079" y="641388"/>
                </a:lnTo>
                <a:lnTo>
                  <a:pt x="230682" y="642572"/>
                </a:lnTo>
                <a:lnTo>
                  <a:pt x="232435" y="653148"/>
                </a:lnTo>
                <a:lnTo>
                  <a:pt x="235470" y="652119"/>
                </a:lnTo>
                <a:lnTo>
                  <a:pt x="240817" y="655421"/>
                </a:lnTo>
                <a:lnTo>
                  <a:pt x="241401" y="645223"/>
                </a:lnTo>
                <a:close/>
              </a:path>
              <a:path w="444207" h="656463">
                <a:moveTo>
                  <a:pt x="244500" y="643470"/>
                </a:moveTo>
                <a:lnTo>
                  <a:pt x="240296" y="643470"/>
                </a:lnTo>
                <a:lnTo>
                  <a:pt x="241338" y="644512"/>
                </a:lnTo>
                <a:lnTo>
                  <a:pt x="241846" y="644512"/>
                </a:lnTo>
                <a:lnTo>
                  <a:pt x="244500" y="643470"/>
                </a:lnTo>
                <a:close/>
              </a:path>
              <a:path w="444207" h="656463">
                <a:moveTo>
                  <a:pt x="252247" y="644512"/>
                </a:moveTo>
                <a:lnTo>
                  <a:pt x="250164" y="644512"/>
                </a:lnTo>
                <a:lnTo>
                  <a:pt x="250812" y="643470"/>
                </a:lnTo>
                <a:lnTo>
                  <a:pt x="249770" y="644512"/>
                </a:lnTo>
                <a:lnTo>
                  <a:pt x="248081" y="644512"/>
                </a:lnTo>
                <a:lnTo>
                  <a:pt x="248018" y="646264"/>
                </a:lnTo>
                <a:lnTo>
                  <a:pt x="252247" y="644512"/>
                </a:lnTo>
                <a:close/>
              </a:path>
              <a:path w="444207" h="656463">
                <a:moveTo>
                  <a:pt x="256336" y="644702"/>
                </a:moveTo>
                <a:lnTo>
                  <a:pt x="259879" y="643230"/>
                </a:lnTo>
                <a:lnTo>
                  <a:pt x="258991" y="642950"/>
                </a:lnTo>
                <a:lnTo>
                  <a:pt x="258610" y="642429"/>
                </a:lnTo>
                <a:lnTo>
                  <a:pt x="258089" y="642950"/>
                </a:lnTo>
                <a:lnTo>
                  <a:pt x="255485" y="642950"/>
                </a:lnTo>
                <a:lnTo>
                  <a:pt x="254965" y="643470"/>
                </a:lnTo>
                <a:lnTo>
                  <a:pt x="253212" y="645223"/>
                </a:lnTo>
                <a:lnTo>
                  <a:pt x="253276" y="655421"/>
                </a:lnTo>
                <a:lnTo>
                  <a:pt x="256336" y="644702"/>
                </a:lnTo>
                <a:close/>
              </a:path>
              <a:path w="444207" h="656463">
                <a:moveTo>
                  <a:pt x="265747" y="641908"/>
                </a:moveTo>
                <a:lnTo>
                  <a:pt x="265225" y="641908"/>
                </a:lnTo>
                <a:lnTo>
                  <a:pt x="264718" y="641997"/>
                </a:lnTo>
                <a:lnTo>
                  <a:pt x="265274" y="652119"/>
                </a:lnTo>
                <a:lnTo>
                  <a:pt x="265302" y="652640"/>
                </a:lnTo>
                <a:lnTo>
                  <a:pt x="264341" y="653596"/>
                </a:lnTo>
                <a:lnTo>
                  <a:pt x="264185" y="653872"/>
                </a:lnTo>
                <a:lnTo>
                  <a:pt x="265226" y="653872"/>
                </a:lnTo>
                <a:lnTo>
                  <a:pt x="265647" y="653596"/>
                </a:lnTo>
                <a:lnTo>
                  <a:pt x="267101" y="652640"/>
                </a:lnTo>
                <a:lnTo>
                  <a:pt x="267893" y="652119"/>
                </a:lnTo>
                <a:lnTo>
                  <a:pt x="265766" y="641997"/>
                </a:lnTo>
              </a:path>
              <a:path w="444207" h="656463">
                <a:moveTo>
                  <a:pt x="260680" y="642429"/>
                </a:moveTo>
                <a:lnTo>
                  <a:pt x="258610" y="642429"/>
                </a:lnTo>
                <a:lnTo>
                  <a:pt x="258991" y="642950"/>
                </a:lnTo>
                <a:lnTo>
                  <a:pt x="259511" y="642950"/>
                </a:lnTo>
                <a:lnTo>
                  <a:pt x="260680" y="642429"/>
                </a:lnTo>
              </a:path>
              <a:path w="444207" h="656463">
                <a:moveTo>
                  <a:pt x="260680" y="642429"/>
                </a:moveTo>
                <a:lnTo>
                  <a:pt x="260032" y="642950"/>
                </a:lnTo>
                <a:lnTo>
                  <a:pt x="261900" y="642950"/>
                </a:lnTo>
                <a:lnTo>
                  <a:pt x="263156" y="642429"/>
                </a:lnTo>
              </a:path>
              <a:path w="444207" h="656463">
                <a:moveTo>
                  <a:pt x="258991" y="642950"/>
                </a:moveTo>
                <a:lnTo>
                  <a:pt x="259879" y="643230"/>
                </a:lnTo>
                <a:lnTo>
                  <a:pt x="260159" y="642950"/>
                </a:lnTo>
                <a:lnTo>
                  <a:pt x="260553" y="642950"/>
                </a:lnTo>
              </a:path>
              <a:path w="444207" h="656463">
                <a:moveTo>
                  <a:pt x="260553" y="642950"/>
                </a:moveTo>
                <a:lnTo>
                  <a:pt x="259879" y="643230"/>
                </a:lnTo>
                <a:lnTo>
                  <a:pt x="257589" y="644182"/>
                </a:lnTo>
                <a:lnTo>
                  <a:pt x="256336" y="644702"/>
                </a:lnTo>
                <a:lnTo>
                  <a:pt x="253925" y="653148"/>
                </a:lnTo>
                <a:lnTo>
                  <a:pt x="253776" y="653669"/>
                </a:lnTo>
                <a:lnTo>
                  <a:pt x="261240" y="653669"/>
                </a:lnTo>
                <a:lnTo>
                  <a:pt x="262191" y="653148"/>
                </a:lnTo>
                <a:lnTo>
                  <a:pt x="259117" y="644702"/>
                </a:lnTo>
                <a:lnTo>
                  <a:pt x="258927" y="644182"/>
                </a:lnTo>
                <a:lnTo>
                  <a:pt x="261224" y="643230"/>
                </a:lnTo>
                <a:lnTo>
                  <a:pt x="261900" y="642950"/>
                </a:lnTo>
              </a:path>
              <a:path w="444207" h="656463">
                <a:moveTo>
                  <a:pt x="254965" y="643470"/>
                </a:moveTo>
                <a:lnTo>
                  <a:pt x="250812" y="643470"/>
                </a:lnTo>
                <a:lnTo>
                  <a:pt x="250164" y="644512"/>
                </a:lnTo>
                <a:lnTo>
                  <a:pt x="253923" y="644512"/>
                </a:lnTo>
                <a:lnTo>
                  <a:pt x="254965" y="643470"/>
                </a:lnTo>
              </a:path>
              <a:path w="444207" h="656463">
                <a:moveTo>
                  <a:pt x="247053" y="644512"/>
                </a:moveTo>
                <a:lnTo>
                  <a:pt x="246850" y="646264"/>
                </a:lnTo>
                <a:lnTo>
                  <a:pt x="248018" y="646264"/>
                </a:lnTo>
                <a:lnTo>
                  <a:pt x="248081" y="644512"/>
                </a:lnTo>
              </a:path>
              <a:path w="444207" h="656463">
                <a:moveTo>
                  <a:pt x="252247" y="644512"/>
                </a:moveTo>
                <a:lnTo>
                  <a:pt x="250531" y="645223"/>
                </a:lnTo>
                <a:lnTo>
                  <a:pt x="248018" y="646264"/>
                </a:lnTo>
                <a:lnTo>
                  <a:pt x="253219" y="646264"/>
                </a:lnTo>
                <a:lnTo>
                  <a:pt x="253212" y="645223"/>
                </a:lnTo>
                <a:lnTo>
                  <a:pt x="253923" y="644512"/>
                </a:lnTo>
              </a:path>
              <a:path w="444207" h="656463">
                <a:moveTo>
                  <a:pt x="246850" y="646264"/>
                </a:moveTo>
                <a:lnTo>
                  <a:pt x="246672" y="647814"/>
                </a:lnTo>
                <a:lnTo>
                  <a:pt x="246091" y="655421"/>
                </a:lnTo>
                <a:lnTo>
                  <a:pt x="253276" y="655421"/>
                </a:lnTo>
                <a:lnTo>
                  <a:pt x="253228" y="647814"/>
                </a:lnTo>
                <a:lnTo>
                  <a:pt x="253219" y="646264"/>
                </a:lnTo>
              </a:path>
              <a:path w="444207" h="656463">
                <a:moveTo>
                  <a:pt x="265302" y="652640"/>
                </a:moveTo>
                <a:lnTo>
                  <a:pt x="262696" y="653872"/>
                </a:lnTo>
                <a:lnTo>
                  <a:pt x="263677" y="653872"/>
                </a:lnTo>
              </a:path>
              <a:path w="444207" h="656463">
                <a:moveTo>
                  <a:pt x="262191" y="653148"/>
                </a:moveTo>
                <a:lnTo>
                  <a:pt x="260288" y="654392"/>
                </a:lnTo>
                <a:lnTo>
                  <a:pt x="261073" y="654392"/>
                </a:lnTo>
              </a:path>
              <a:path w="444207" h="656463">
                <a:moveTo>
                  <a:pt x="253776" y="653669"/>
                </a:moveTo>
                <a:lnTo>
                  <a:pt x="253276" y="655421"/>
                </a:lnTo>
                <a:lnTo>
                  <a:pt x="253796" y="655421"/>
                </a:lnTo>
                <a:lnTo>
                  <a:pt x="257505" y="653669"/>
                </a:lnTo>
              </a:path>
              <a:path w="444207" h="656463">
                <a:moveTo>
                  <a:pt x="257505" y="653669"/>
                </a:moveTo>
                <a:lnTo>
                  <a:pt x="254317" y="655421"/>
                </a:lnTo>
                <a:lnTo>
                  <a:pt x="254838" y="655421"/>
                </a:lnTo>
                <a:lnTo>
                  <a:pt x="255752" y="655421"/>
                </a:lnTo>
                <a:lnTo>
                  <a:pt x="257505" y="653669"/>
                </a:lnTo>
              </a:path>
              <a:path w="444207" h="656463">
                <a:moveTo>
                  <a:pt x="257505" y="653669"/>
                </a:moveTo>
                <a:lnTo>
                  <a:pt x="257962" y="654900"/>
                </a:lnTo>
                <a:lnTo>
                  <a:pt x="258991" y="654900"/>
                </a:lnTo>
                <a:lnTo>
                  <a:pt x="261240" y="653669"/>
                </a:lnTo>
              </a:path>
              <a:path w="444207" h="656463">
                <a:moveTo>
                  <a:pt x="262696" y="653872"/>
                </a:moveTo>
                <a:lnTo>
                  <a:pt x="261594" y="654392"/>
                </a:lnTo>
                <a:lnTo>
                  <a:pt x="265620" y="654392"/>
                </a:lnTo>
                <a:lnTo>
                  <a:pt x="264706" y="653872"/>
                </a:lnTo>
              </a:path>
              <a:path w="444207" h="656463">
                <a:moveTo>
                  <a:pt x="260288" y="654392"/>
                </a:moveTo>
                <a:lnTo>
                  <a:pt x="259511" y="654900"/>
                </a:lnTo>
                <a:lnTo>
                  <a:pt x="263029" y="654900"/>
                </a:lnTo>
                <a:lnTo>
                  <a:pt x="262115" y="654392"/>
                </a:lnTo>
              </a:path>
              <a:path w="444207" h="656463">
                <a:moveTo>
                  <a:pt x="258470" y="654900"/>
                </a:moveTo>
                <a:lnTo>
                  <a:pt x="259918" y="655421"/>
                </a:lnTo>
                <a:lnTo>
                  <a:pt x="260032" y="654900"/>
                </a:lnTo>
              </a:path>
              <a:path w="444207" h="656463">
                <a:moveTo>
                  <a:pt x="246091" y="655421"/>
                </a:moveTo>
                <a:lnTo>
                  <a:pt x="246011" y="656463"/>
                </a:lnTo>
                <a:lnTo>
                  <a:pt x="254711" y="656463"/>
                </a:lnTo>
                <a:lnTo>
                  <a:pt x="254838" y="655421"/>
                </a:lnTo>
              </a:path>
              <a:path w="444207" h="656463">
                <a:moveTo>
                  <a:pt x="265302" y="652640"/>
                </a:moveTo>
                <a:lnTo>
                  <a:pt x="264718" y="641997"/>
                </a:lnTo>
                <a:lnTo>
                  <a:pt x="265225" y="641908"/>
                </a:lnTo>
                <a:lnTo>
                  <a:pt x="264185" y="641908"/>
                </a:lnTo>
                <a:lnTo>
                  <a:pt x="262636" y="642429"/>
                </a:lnTo>
                <a:lnTo>
                  <a:pt x="261594" y="642429"/>
                </a:lnTo>
                <a:lnTo>
                  <a:pt x="262635" y="642429"/>
                </a:lnTo>
                <a:lnTo>
                  <a:pt x="263156" y="642429"/>
                </a:lnTo>
                <a:lnTo>
                  <a:pt x="258927" y="644182"/>
                </a:lnTo>
                <a:lnTo>
                  <a:pt x="262191" y="653148"/>
                </a:lnTo>
                <a:lnTo>
                  <a:pt x="261073" y="654392"/>
                </a:lnTo>
                <a:lnTo>
                  <a:pt x="261594" y="654392"/>
                </a:lnTo>
                <a:lnTo>
                  <a:pt x="265302" y="652640"/>
                </a:lnTo>
                <a:close/>
              </a:path>
              <a:path w="444207" h="656463">
                <a:moveTo>
                  <a:pt x="261200" y="641908"/>
                </a:moveTo>
                <a:lnTo>
                  <a:pt x="260680" y="642429"/>
                </a:lnTo>
                <a:lnTo>
                  <a:pt x="261594" y="642429"/>
                </a:lnTo>
                <a:lnTo>
                  <a:pt x="261200" y="641908"/>
                </a:lnTo>
                <a:close/>
              </a:path>
              <a:path w="444207" h="656463">
                <a:moveTo>
                  <a:pt x="263540" y="654392"/>
                </a:moveTo>
                <a:lnTo>
                  <a:pt x="262635" y="654392"/>
                </a:lnTo>
                <a:lnTo>
                  <a:pt x="262115" y="654392"/>
                </a:lnTo>
                <a:lnTo>
                  <a:pt x="263029" y="654900"/>
                </a:lnTo>
                <a:lnTo>
                  <a:pt x="263540" y="654392"/>
                </a:lnTo>
                <a:close/>
              </a:path>
              <a:path w="444207" h="656463">
                <a:moveTo>
                  <a:pt x="264185" y="641908"/>
                </a:moveTo>
                <a:lnTo>
                  <a:pt x="261200" y="641908"/>
                </a:lnTo>
                <a:lnTo>
                  <a:pt x="261594" y="642429"/>
                </a:lnTo>
                <a:lnTo>
                  <a:pt x="262635" y="642429"/>
                </a:lnTo>
                <a:lnTo>
                  <a:pt x="264185" y="641908"/>
                </a:lnTo>
                <a:close/>
              </a:path>
              <a:path w="444207" h="656463">
                <a:moveTo>
                  <a:pt x="264341" y="653596"/>
                </a:moveTo>
                <a:lnTo>
                  <a:pt x="265302" y="652640"/>
                </a:lnTo>
                <a:lnTo>
                  <a:pt x="263677" y="653872"/>
                </a:lnTo>
                <a:lnTo>
                  <a:pt x="264185" y="653872"/>
                </a:lnTo>
                <a:lnTo>
                  <a:pt x="264341" y="653596"/>
                </a:lnTo>
                <a:close/>
              </a:path>
              <a:path w="444207" h="656463">
                <a:moveTo>
                  <a:pt x="403948" y="617575"/>
                </a:moveTo>
                <a:lnTo>
                  <a:pt x="405510" y="616966"/>
                </a:lnTo>
                <a:lnTo>
                  <a:pt x="404075" y="616445"/>
                </a:lnTo>
                <a:lnTo>
                  <a:pt x="403555" y="616966"/>
                </a:lnTo>
                <a:lnTo>
                  <a:pt x="399008" y="616966"/>
                </a:lnTo>
                <a:lnTo>
                  <a:pt x="402732" y="617789"/>
                </a:lnTo>
                <a:lnTo>
                  <a:pt x="403948" y="617575"/>
                </a:lnTo>
                <a:close/>
              </a:path>
              <a:path w="444207" h="656463">
                <a:moveTo>
                  <a:pt x="407061" y="617092"/>
                </a:moveTo>
                <a:lnTo>
                  <a:pt x="408038" y="616635"/>
                </a:lnTo>
                <a:lnTo>
                  <a:pt x="408228" y="616445"/>
                </a:lnTo>
                <a:lnTo>
                  <a:pt x="408749" y="615924"/>
                </a:lnTo>
                <a:lnTo>
                  <a:pt x="408228" y="615924"/>
                </a:lnTo>
                <a:lnTo>
                  <a:pt x="408101" y="616445"/>
                </a:lnTo>
                <a:lnTo>
                  <a:pt x="407187" y="616445"/>
                </a:lnTo>
                <a:lnTo>
                  <a:pt x="406666" y="615924"/>
                </a:lnTo>
                <a:lnTo>
                  <a:pt x="406145" y="616445"/>
                </a:lnTo>
                <a:lnTo>
                  <a:pt x="406171" y="617460"/>
                </a:lnTo>
                <a:lnTo>
                  <a:pt x="407061" y="617092"/>
                </a:lnTo>
                <a:close/>
              </a:path>
              <a:path w="444207" h="656463">
                <a:moveTo>
                  <a:pt x="406996" y="617156"/>
                </a:moveTo>
                <a:lnTo>
                  <a:pt x="409600" y="616115"/>
                </a:lnTo>
                <a:lnTo>
                  <a:pt x="409791" y="615924"/>
                </a:lnTo>
                <a:lnTo>
                  <a:pt x="408749" y="615924"/>
                </a:lnTo>
                <a:lnTo>
                  <a:pt x="408228" y="616445"/>
                </a:lnTo>
                <a:lnTo>
                  <a:pt x="408622" y="616445"/>
                </a:lnTo>
                <a:lnTo>
                  <a:pt x="407061" y="617092"/>
                </a:lnTo>
                <a:lnTo>
                  <a:pt x="406171" y="617460"/>
                </a:lnTo>
                <a:lnTo>
                  <a:pt x="406996" y="617156"/>
                </a:lnTo>
                <a:close/>
              </a:path>
              <a:path w="444207" h="656463">
                <a:moveTo>
                  <a:pt x="410311" y="615403"/>
                </a:moveTo>
                <a:lnTo>
                  <a:pt x="408228" y="615403"/>
                </a:lnTo>
                <a:lnTo>
                  <a:pt x="407737" y="615894"/>
                </a:lnTo>
                <a:lnTo>
                  <a:pt x="409969" y="615924"/>
                </a:lnTo>
                <a:lnTo>
                  <a:pt x="409820" y="615894"/>
                </a:lnTo>
                <a:lnTo>
                  <a:pt x="410311" y="615403"/>
                </a:lnTo>
              </a:path>
              <a:path w="444207" h="656463">
                <a:moveTo>
                  <a:pt x="407708" y="615924"/>
                </a:moveTo>
                <a:lnTo>
                  <a:pt x="408228" y="615924"/>
                </a:lnTo>
                <a:lnTo>
                  <a:pt x="409791" y="615924"/>
                </a:lnTo>
              </a:path>
              <a:path w="444207" h="656463">
                <a:moveTo>
                  <a:pt x="409791" y="615924"/>
                </a:moveTo>
                <a:lnTo>
                  <a:pt x="409664" y="616050"/>
                </a:lnTo>
                <a:lnTo>
                  <a:pt x="406996" y="617156"/>
                </a:lnTo>
                <a:lnTo>
                  <a:pt x="406171" y="617460"/>
                </a:lnTo>
                <a:lnTo>
                  <a:pt x="406477" y="617460"/>
                </a:lnTo>
                <a:lnTo>
                  <a:pt x="407211" y="617156"/>
                </a:lnTo>
                <a:lnTo>
                  <a:pt x="409724" y="616115"/>
                </a:lnTo>
                <a:lnTo>
                  <a:pt x="409879" y="616050"/>
                </a:lnTo>
                <a:lnTo>
                  <a:pt x="410184" y="615924"/>
                </a:lnTo>
                <a:lnTo>
                  <a:pt x="409969" y="615924"/>
                </a:lnTo>
              </a:path>
              <a:path w="444207" h="656463">
                <a:moveTo>
                  <a:pt x="406666" y="615924"/>
                </a:moveTo>
                <a:lnTo>
                  <a:pt x="406666" y="615924"/>
                </a:lnTo>
                <a:lnTo>
                  <a:pt x="407707" y="615924"/>
                </a:lnTo>
              </a:path>
              <a:path w="444207" h="656463">
                <a:moveTo>
                  <a:pt x="406666" y="615924"/>
                </a:moveTo>
                <a:lnTo>
                  <a:pt x="407187" y="616445"/>
                </a:lnTo>
                <a:lnTo>
                  <a:pt x="408101" y="616445"/>
                </a:lnTo>
                <a:lnTo>
                  <a:pt x="408228" y="615924"/>
                </a:lnTo>
              </a:path>
              <a:path w="444207" h="656463">
                <a:moveTo>
                  <a:pt x="404075" y="616445"/>
                </a:moveTo>
                <a:lnTo>
                  <a:pt x="405510" y="616966"/>
                </a:lnTo>
                <a:lnTo>
                  <a:pt x="406159" y="616966"/>
                </a:lnTo>
                <a:lnTo>
                  <a:pt x="406145" y="616445"/>
                </a:lnTo>
              </a:path>
              <a:path w="444207" h="656463">
                <a:moveTo>
                  <a:pt x="399008" y="616966"/>
                </a:moveTo>
                <a:lnTo>
                  <a:pt x="399008" y="617789"/>
                </a:lnTo>
                <a:lnTo>
                  <a:pt x="402732" y="617789"/>
                </a:lnTo>
              </a:path>
              <a:path w="444207" h="656463">
                <a:moveTo>
                  <a:pt x="405510" y="616966"/>
                </a:moveTo>
                <a:lnTo>
                  <a:pt x="404774" y="617253"/>
                </a:lnTo>
                <a:lnTo>
                  <a:pt x="405337" y="617253"/>
                </a:lnTo>
                <a:lnTo>
                  <a:pt x="405625" y="616966"/>
                </a:lnTo>
                <a:lnTo>
                  <a:pt x="406031" y="616966"/>
                </a:lnTo>
              </a:path>
              <a:path w="444207" h="656463">
                <a:moveTo>
                  <a:pt x="406031" y="616966"/>
                </a:moveTo>
                <a:lnTo>
                  <a:pt x="405337" y="617253"/>
                </a:lnTo>
                <a:lnTo>
                  <a:pt x="406166" y="617253"/>
                </a:lnTo>
                <a:lnTo>
                  <a:pt x="406159" y="616966"/>
                </a:lnTo>
              </a:path>
              <a:path w="444207" h="656463">
                <a:moveTo>
                  <a:pt x="404774" y="617253"/>
                </a:moveTo>
                <a:lnTo>
                  <a:pt x="404242" y="617460"/>
                </a:lnTo>
                <a:lnTo>
                  <a:pt x="406171" y="617460"/>
                </a:lnTo>
                <a:lnTo>
                  <a:pt x="406166" y="617253"/>
                </a:lnTo>
              </a:path>
              <a:path w="444207" h="656463">
                <a:moveTo>
                  <a:pt x="404242" y="617460"/>
                </a:moveTo>
                <a:lnTo>
                  <a:pt x="403948" y="617575"/>
                </a:lnTo>
                <a:lnTo>
                  <a:pt x="403369" y="617677"/>
                </a:lnTo>
                <a:lnTo>
                  <a:pt x="402732" y="617789"/>
                </a:lnTo>
                <a:lnTo>
                  <a:pt x="405619" y="617789"/>
                </a:lnTo>
                <a:lnTo>
                  <a:pt x="405955" y="617677"/>
                </a:lnTo>
                <a:lnTo>
                  <a:pt x="406200" y="617575"/>
                </a:lnTo>
                <a:lnTo>
                  <a:pt x="406477" y="617460"/>
                </a:lnTo>
              </a:path>
              <a:path w="444207" h="656463">
                <a:moveTo>
                  <a:pt x="399008" y="617789"/>
                </a:moveTo>
                <a:lnTo>
                  <a:pt x="399008" y="617964"/>
                </a:lnTo>
                <a:lnTo>
                  <a:pt x="405094" y="617964"/>
                </a:lnTo>
                <a:lnTo>
                  <a:pt x="405619" y="617789"/>
                </a:lnTo>
              </a:path>
              <a:path w="444207" h="656463">
                <a:moveTo>
                  <a:pt x="399008" y="617964"/>
                </a:moveTo>
                <a:lnTo>
                  <a:pt x="399008" y="618718"/>
                </a:lnTo>
                <a:lnTo>
                  <a:pt x="399008" y="623468"/>
                </a:lnTo>
                <a:lnTo>
                  <a:pt x="401802" y="618718"/>
                </a:lnTo>
                <a:lnTo>
                  <a:pt x="403623" y="617964"/>
                </a:lnTo>
              </a:path>
              <a:path w="444207" h="656463">
                <a:moveTo>
                  <a:pt x="403623" y="617964"/>
                </a:moveTo>
                <a:lnTo>
                  <a:pt x="403427" y="618197"/>
                </a:lnTo>
                <a:lnTo>
                  <a:pt x="399008" y="623468"/>
                </a:lnTo>
                <a:lnTo>
                  <a:pt x="404686" y="623468"/>
                </a:lnTo>
                <a:lnTo>
                  <a:pt x="404393" y="618197"/>
                </a:lnTo>
                <a:lnTo>
                  <a:pt x="405094" y="617964"/>
                </a:lnTo>
              </a:path>
              <a:path w="444207" h="656463">
                <a:moveTo>
                  <a:pt x="399008" y="618442"/>
                </a:moveTo>
                <a:lnTo>
                  <a:pt x="370354" y="623468"/>
                </a:lnTo>
                <a:lnTo>
                  <a:pt x="399008" y="623468"/>
                </a:lnTo>
              </a:path>
              <a:path w="444207" h="656463">
                <a:moveTo>
                  <a:pt x="410959" y="622947"/>
                </a:moveTo>
                <a:lnTo>
                  <a:pt x="407250" y="626656"/>
                </a:lnTo>
                <a:lnTo>
                  <a:pt x="405511" y="628396"/>
                </a:lnTo>
                <a:lnTo>
                  <a:pt x="408101" y="628396"/>
                </a:lnTo>
                <a:lnTo>
                  <a:pt x="410768" y="626656"/>
                </a:lnTo>
              </a:path>
              <a:path w="444207" h="656463">
                <a:moveTo>
                  <a:pt x="370354" y="623468"/>
                </a:moveTo>
                <a:lnTo>
                  <a:pt x="339293" y="628916"/>
                </a:lnTo>
                <a:lnTo>
                  <a:pt x="404990" y="628916"/>
                </a:lnTo>
                <a:lnTo>
                  <a:pt x="404686" y="623468"/>
                </a:lnTo>
              </a:path>
              <a:path w="444207" h="656463">
                <a:moveTo>
                  <a:pt x="409019" y="628395"/>
                </a:moveTo>
                <a:lnTo>
                  <a:pt x="408101" y="628396"/>
                </a:lnTo>
                <a:lnTo>
                  <a:pt x="409019" y="628396"/>
                </a:lnTo>
              </a:path>
              <a:path w="444207" h="656463">
                <a:moveTo>
                  <a:pt x="405511" y="628396"/>
                </a:moveTo>
                <a:lnTo>
                  <a:pt x="404990" y="628916"/>
                </a:lnTo>
                <a:lnTo>
                  <a:pt x="405510" y="628916"/>
                </a:lnTo>
                <a:lnTo>
                  <a:pt x="406539" y="628396"/>
                </a:lnTo>
              </a:path>
              <a:path w="444207" h="656463">
                <a:moveTo>
                  <a:pt x="407581" y="628396"/>
                </a:moveTo>
                <a:lnTo>
                  <a:pt x="408495" y="628916"/>
                </a:lnTo>
                <a:lnTo>
                  <a:pt x="409019" y="628396"/>
                </a:lnTo>
              </a:path>
              <a:path w="444207" h="656463">
                <a:moveTo>
                  <a:pt x="339293" y="628916"/>
                </a:moveTo>
                <a:lnTo>
                  <a:pt x="265225" y="641908"/>
                </a:lnTo>
                <a:lnTo>
                  <a:pt x="329767" y="641908"/>
                </a:lnTo>
                <a:lnTo>
                  <a:pt x="408495" y="628916"/>
                </a:lnTo>
              </a:path>
              <a:path w="444207" h="656463">
                <a:moveTo>
                  <a:pt x="265225" y="641908"/>
                </a:moveTo>
                <a:lnTo>
                  <a:pt x="265225" y="641908"/>
                </a:lnTo>
                <a:lnTo>
                  <a:pt x="265747" y="641908"/>
                </a:lnTo>
              </a:path>
              <a:path w="444207" h="656463">
                <a:moveTo>
                  <a:pt x="265747" y="641908"/>
                </a:moveTo>
                <a:lnTo>
                  <a:pt x="267893" y="652119"/>
                </a:lnTo>
                <a:lnTo>
                  <a:pt x="329767" y="641908"/>
                </a:lnTo>
              </a:path>
              <a:path w="444207" h="656463">
                <a:moveTo>
                  <a:pt x="408622" y="616445"/>
                </a:moveTo>
                <a:lnTo>
                  <a:pt x="408228" y="616445"/>
                </a:lnTo>
                <a:lnTo>
                  <a:pt x="408038" y="616635"/>
                </a:lnTo>
                <a:lnTo>
                  <a:pt x="407061" y="617092"/>
                </a:lnTo>
                <a:lnTo>
                  <a:pt x="408622" y="616445"/>
                </a:lnTo>
                <a:close/>
              </a:path>
              <a:path w="444207" h="656463">
                <a:moveTo>
                  <a:pt x="407581" y="628396"/>
                </a:moveTo>
                <a:lnTo>
                  <a:pt x="406539" y="628396"/>
                </a:lnTo>
                <a:lnTo>
                  <a:pt x="405510" y="628916"/>
                </a:lnTo>
                <a:lnTo>
                  <a:pt x="408495" y="628916"/>
                </a:lnTo>
                <a:lnTo>
                  <a:pt x="407581" y="628396"/>
                </a:lnTo>
                <a:close/>
              </a:path>
              <a:path w="444207" h="656463">
                <a:moveTo>
                  <a:pt x="411002" y="615403"/>
                </a:moveTo>
                <a:lnTo>
                  <a:pt x="411670" y="615073"/>
                </a:lnTo>
                <a:lnTo>
                  <a:pt x="411865" y="614883"/>
                </a:lnTo>
                <a:lnTo>
                  <a:pt x="409270" y="614883"/>
                </a:lnTo>
                <a:lnTo>
                  <a:pt x="408749" y="615403"/>
                </a:lnTo>
                <a:lnTo>
                  <a:pt x="411002" y="615403"/>
                </a:lnTo>
                <a:close/>
              </a:path>
              <a:path w="444207" h="656463">
                <a:moveTo>
                  <a:pt x="409019" y="628395"/>
                </a:moveTo>
                <a:lnTo>
                  <a:pt x="409143" y="627875"/>
                </a:lnTo>
                <a:lnTo>
                  <a:pt x="410768" y="626656"/>
                </a:lnTo>
                <a:lnTo>
                  <a:pt x="408101" y="628396"/>
                </a:lnTo>
                <a:lnTo>
                  <a:pt x="409019" y="628395"/>
                </a:lnTo>
                <a:close/>
              </a:path>
              <a:path w="444207" h="656463">
                <a:moveTo>
                  <a:pt x="411099" y="628396"/>
                </a:moveTo>
                <a:lnTo>
                  <a:pt x="411622" y="627875"/>
                </a:lnTo>
                <a:lnTo>
                  <a:pt x="412661" y="627875"/>
                </a:lnTo>
                <a:lnTo>
                  <a:pt x="413184" y="627354"/>
                </a:lnTo>
                <a:lnTo>
                  <a:pt x="413689" y="627354"/>
                </a:lnTo>
                <a:lnTo>
                  <a:pt x="413708" y="626833"/>
                </a:lnTo>
                <a:lnTo>
                  <a:pt x="412669" y="626833"/>
                </a:lnTo>
                <a:lnTo>
                  <a:pt x="412146" y="627354"/>
                </a:lnTo>
                <a:lnTo>
                  <a:pt x="410959" y="627354"/>
                </a:lnTo>
                <a:lnTo>
                  <a:pt x="410959" y="627875"/>
                </a:lnTo>
                <a:lnTo>
                  <a:pt x="409663" y="627875"/>
                </a:lnTo>
                <a:lnTo>
                  <a:pt x="410959" y="628396"/>
                </a:lnTo>
                <a:lnTo>
                  <a:pt x="411099" y="628396"/>
                </a:lnTo>
                <a:close/>
              </a:path>
              <a:path w="444207" h="656463">
                <a:moveTo>
                  <a:pt x="419607" y="78752"/>
                </a:moveTo>
                <a:lnTo>
                  <a:pt x="416940" y="77000"/>
                </a:lnTo>
                <a:lnTo>
                  <a:pt x="417855" y="77000"/>
                </a:lnTo>
                <a:lnTo>
                  <a:pt x="417334" y="76479"/>
                </a:lnTo>
                <a:lnTo>
                  <a:pt x="416420" y="77000"/>
                </a:lnTo>
                <a:lnTo>
                  <a:pt x="415899" y="77000"/>
                </a:lnTo>
                <a:lnTo>
                  <a:pt x="417334" y="76479"/>
                </a:lnTo>
                <a:lnTo>
                  <a:pt x="412830" y="76479"/>
                </a:lnTo>
                <a:lnTo>
                  <a:pt x="224155" y="5448"/>
                </a:lnTo>
                <a:lnTo>
                  <a:pt x="411746" y="76479"/>
                </a:lnTo>
                <a:lnTo>
                  <a:pt x="413842" y="76860"/>
                </a:lnTo>
                <a:lnTo>
                  <a:pt x="415378" y="77000"/>
                </a:lnTo>
                <a:lnTo>
                  <a:pt x="416153" y="84531"/>
                </a:lnTo>
                <a:lnTo>
                  <a:pt x="418236" y="85572"/>
                </a:lnTo>
                <a:lnTo>
                  <a:pt x="419265" y="86093"/>
                </a:lnTo>
                <a:lnTo>
                  <a:pt x="422909" y="89738"/>
                </a:lnTo>
                <a:lnTo>
                  <a:pt x="419607" y="78752"/>
                </a:lnTo>
                <a:close/>
              </a:path>
              <a:path w="444207" h="656463">
                <a:moveTo>
                  <a:pt x="416153" y="88283"/>
                </a:moveTo>
                <a:lnTo>
                  <a:pt x="414794" y="87718"/>
                </a:lnTo>
                <a:lnTo>
                  <a:pt x="413232" y="87198"/>
                </a:lnTo>
                <a:lnTo>
                  <a:pt x="410629" y="86677"/>
                </a:lnTo>
                <a:lnTo>
                  <a:pt x="410654" y="88430"/>
                </a:lnTo>
                <a:lnTo>
                  <a:pt x="412381" y="88430"/>
                </a:lnTo>
                <a:lnTo>
                  <a:pt x="414185" y="88151"/>
                </a:lnTo>
                <a:lnTo>
                  <a:pt x="414858" y="88430"/>
                </a:lnTo>
                <a:lnTo>
                  <a:pt x="415011" y="87935"/>
                </a:lnTo>
                <a:lnTo>
                  <a:pt x="416026" y="88950"/>
                </a:lnTo>
                <a:lnTo>
                  <a:pt x="416153" y="89077"/>
                </a:lnTo>
                <a:lnTo>
                  <a:pt x="416153" y="88283"/>
                </a:lnTo>
                <a:close/>
              </a:path>
              <a:path w="444207" h="656463">
                <a:moveTo>
                  <a:pt x="416547" y="89471"/>
                </a:moveTo>
                <a:lnTo>
                  <a:pt x="416420" y="88950"/>
                </a:lnTo>
                <a:lnTo>
                  <a:pt x="416767" y="88663"/>
                </a:lnTo>
                <a:lnTo>
                  <a:pt x="418236" y="89149"/>
                </a:lnTo>
                <a:lnTo>
                  <a:pt x="416555" y="88450"/>
                </a:lnTo>
                <a:lnTo>
                  <a:pt x="418236" y="89023"/>
                </a:lnTo>
                <a:lnTo>
                  <a:pt x="416344" y="88239"/>
                </a:lnTo>
                <a:lnTo>
                  <a:pt x="416153" y="88283"/>
                </a:lnTo>
                <a:lnTo>
                  <a:pt x="416153" y="89077"/>
                </a:lnTo>
                <a:lnTo>
                  <a:pt x="416026" y="88950"/>
                </a:lnTo>
                <a:lnTo>
                  <a:pt x="415011" y="87935"/>
                </a:lnTo>
                <a:lnTo>
                  <a:pt x="414858" y="88430"/>
                </a:lnTo>
                <a:lnTo>
                  <a:pt x="414185" y="88151"/>
                </a:lnTo>
                <a:lnTo>
                  <a:pt x="413816" y="88430"/>
                </a:lnTo>
                <a:lnTo>
                  <a:pt x="412775" y="88430"/>
                </a:lnTo>
                <a:lnTo>
                  <a:pt x="414185" y="88151"/>
                </a:lnTo>
                <a:lnTo>
                  <a:pt x="412381" y="88430"/>
                </a:lnTo>
                <a:lnTo>
                  <a:pt x="412902" y="88950"/>
                </a:lnTo>
                <a:lnTo>
                  <a:pt x="414985" y="88950"/>
                </a:lnTo>
                <a:lnTo>
                  <a:pt x="414337" y="88430"/>
                </a:lnTo>
                <a:lnTo>
                  <a:pt x="414464" y="88430"/>
                </a:lnTo>
                <a:lnTo>
                  <a:pt x="414985" y="88950"/>
                </a:lnTo>
                <a:lnTo>
                  <a:pt x="415899" y="88950"/>
                </a:lnTo>
                <a:lnTo>
                  <a:pt x="416153" y="89471"/>
                </a:lnTo>
                <a:lnTo>
                  <a:pt x="416547" y="89471"/>
                </a:lnTo>
                <a:close/>
              </a:path>
              <a:path w="444207" h="656463">
                <a:moveTo>
                  <a:pt x="414858" y="613841"/>
                </a:moveTo>
                <a:lnTo>
                  <a:pt x="414643" y="613841"/>
                </a:lnTo>
                <a:lnTo>
                  <a:pt x="413753" y="614045"/>
                </a:lnTo>
                <a:lnTo>
                  <a:pt x="414242" y="613841"/>
                </a:lnTo>
                <a:lnTo>
                  <a:pt x="415112" y="613480"/>
                </a:lnTo>
                <a:lnTo>
                  <a:pt x="415111" y="613321"/>
                </a:lnTo>
                <a:lnTo>
                  <a:pt x="415899" y="613321"/>
                </a:lnTo>
                <a:lnTo>
                  <a:pt x="416674" y="612830"/>
                </a:lnTo>
                <a:lnTo>
                  <a:pt x="416674" y="612292"/>
                </a:lnTo>
                <a:lnTo>
                  <a:pt x="416013" y="612292"/>
                </a:lnTo>
                <a:lnTo>
                  <a:pt x="416547" y="611251"/>
                </a:lnTo>
                <a:lnTo>
                  <a:pt x="415505" y="612292"/>
                </a:lnTo>
                <a:lnTo>
                  <a:pt x="415823" y="612482"/>
                </a:lnTo>
                <a:lnTo>
                  <a:pt x="415315" y="613003"/>
                </a:lnTo>
                <a:lnTo>
                  <a:pt x="415112" y="612686"/>
                </a:lnTo>
                <a:lnTo>
                  <a:pt x="414477" y="613321"/>
                </a:lnTo>
                <a:lnTo>
                  <a:pt x="414274" y="613524"/>
                </a:lnTo>
                <a:lnTo>
                  <a:pt x="413956" y="613841"/>
                </a:lnTo>
                <a:lnTo>
                  <a:pt x="413386" y="614362"/>
                </a:lnTo>
                <a:lnTo>
                  <a:pt x="412191" y="614565"/>
                </a:lnTo>
                <a:lnTo>
                  <a:pt x="412130" y="614883"/>
                </a:lnTo>
                <a:lnTo>
                  <a:pt x="411088" y="615403"/>
                </a:lnTo>
                <a:lnTo>
                  <a:pt x="410629" y="615594"/>
                </a:lnTo>
                <a:lnTo>
                  <a:pt x="411225" y="615403"/>
                </a:lnTo>
                <a:lnTo>
                  <a:pt x="413601" y="614362"/>
                </a:lnTo>
                <a:lnTo>
                  <a:pt x="413816" y="614362"/>
                </a:lnTo>
                <a:lnTo>
                  <a:pt x="415112" y="616191"/>
                </a:lnTo>
                <a:lnTo>
                  <a:pt x="414858" y="613841"/>
                </a:lnTo>
                <a:close/>
              </a:path>
              <a:path w="444207" h="656463">
                <a:moveTo>
                  <a:pt x="415112" y="613647"/>
                </a:moveTo>
                <a:lnTo>
                  <a:pt x="415899" y="613321"/>
                </a:lnTo>
                <a:lnTo>
                  <a:pt x="415111" y="613321"/>
                </a:lnTo>
                <a:lnTo>
                  <a:pt x="415112" y="613480"/>
                </a:lnTo>
                <a:lnTo>
                  <a:pt x="414242" y="613841"/>
                </a:lnTo>
                <a:lnTo>
                  <a:pt x="413753" y="614045"/>
                </a:lnTo>
                <a:lnTo>
                  <a:pt x="414643" y="613841"/>
                </a:lnTo>
                <a:lnTo>
                  <a:pt x="414858" y="613841"/>
                </a:lnTo>
                <a:lnTo>
                  <a:pt x="415112" y="616191"/>
                </a:lnTo>
                <a:lnTo>
                  <a:pt x="415112" y="613647"/>
                </a:lnTo>
                <a:close/>
              </a:path>
              <a:path w="444207" h="656463">
                <a:moveTo>
                  <a:pt x="414274" y="613524"/>
                </a:moveTo>
                <a:lnTo>
                  <a:pt x="414477" y="613321"/>
                </a:lnTo>
                <a:lnTo>
                  <a:pt x="415112" y="612686"/>
                </a:lnTo>
                <a:lnTo>
                  <a:pt x="415315" y="613003"/>
                </a:lnTo>
                <a:lnTo>
                  <a:pt x="415823" y="612482"/>
                </a:lnTo>
                <a:lnTo>
                  <a:pt x="415505" y="612292"/>
                </a:lnTo>
                <a:lnTo>
                  <a:pt x="414464" y="612292"/>
                </a:lnTo>
                <a:lnTo>
                  <a:pt x="413435" y="613321"/>
                </a:lnTo>
                <a:lnTo>
                  <a:pt x="413956" y="613841"/>
                </a:lnTo>
                <a:lnTo>
                  <a:pt x="414274" y="613524"/>
                </a:lnTo>
                <a:close/>
              </a:path>
              <a:path w="444207" h="656463">
                <a:moveTo>
                  <a:pt x="414213" y="626833"/>
                </a:moveTo>
                <a:lnTo>
                  <a:pt x="414731" y="626833"/>
                </a:lnTo>
                <a:lnTo>
                  <a:pt x="415254" y="626313"/>
                </a:lnTo>
                <a:lnTo>
                  <a:pt x="413296" y="626313"/>
                </a:lnTo>
                <a:lnTo>
                  <a:pt x="413708" y="626833"/>
                </a:lnTo>
                <a:lnTo>
                  <a:pt x="413689" y="627354"/>
                </a:lnTo>
                <a:lnTo>
                  <a:pt x="414213" y="626833"/>
                </a:lnTo>
                <a:close/>
              </a:path>
              <a:path w="444207" h="656463">
                <a:moveTo>
                  <a:pt x="415778" y="625792"/>
                </a:moveTo>
                <a:lnTo>
                  <a:pt x="415784" y="625271"/>
                </a:lnTo>
                <a:lnTo>
                  <a:pt x="417858" y="625271"/>
                </a:lnTo>
                <a:lnTo>
                  <a:pt x="418375" y="624243"/>
                </a:lnTo>
                <a:lnTo>
                  <a:pt x="420446" y="624243"/>
                </a:lnTo>
                <a:lnTo>
                  <a:pt x="421487" y="623201"/>
                </a:lnTo>
                <a:lnTo>
                  <a:pt x="420649" y="623011"/>
                </a:lnTo>
                <a:lnTo>
                  <a:pt x="420457" y="623201"/>
                </a:lnTo>
                <a:lnTo>
                  <a:pt x="421170" y="622490"/>
                </a:lnTo>
                <a:lnTo>
                  <a:pt x="421523" y="622160"/>
                </a:lnTo>
                <a:lnTo>
                  <a:pt x="419453" y="623201"/>
                </a:lnTo>
                <a:lnTo>
                  <a:pt x="417461" y="624243"/>
                </a:lnTo>
                <a:lnTo>
                  <a:pt x="417879" y="624243"/>
                </a:lnTo>
                <a:lnTo>
                  <a:pt x="419607" y="623531"/>
                </a:lnTo>
                <a:lnTo>
                  <a:pt x="418566" y="624052"/>
                </a:lnTo>
                <a:lnTo>
                  <a:pt x="418103" y="624243"/>
                </a:lnTo>
                <a:lnTo>
                  <a:pt x="416795" y="624781"/>
                </a:lnTo>
                <a:lnTo>
                  <a:pt x="415912" y="625144"/>
                </a:lnTo>
                <a:lnTo>
                  <a:pt x="415603" y="625271"/>
                </a:lnTo>
                <a:lnTo>
                  <a:pt x="414934" y="625614"/>
                </a:lnTo>
                <a:lnTo>
                  <a:pt x="414502" y="625792"/>
                </a:lnTo>
                <a:lnTo>
                  <a:pt x="415778" y="625792"/>
                </a:lnTo>
                <a:close/>
              </a:path>
              <a:path w="444207" h="656463">
                <a:moveTo>
                  <a:pt x="416940" y="88950"/>
                </a:moveTo>
                <a:lnTo>
                  <a:pt x="416767" y="88663"/>
                </a:lnTo>
                <a:lnTo>
                  <a:pt x="416420" y="88950"/>
                </a:lnTo>
                <a:lnTo>
                  <a:pt x="416547" y="89471"/>
                </a:lnTo>
                <a:lnTo>
                  <a:pt x="416940" y="88950"/>
                </a:lnTo>
                <a:close/>
              </a:path>
              <a:path w="444207" h="656463">
                <a:moveTo>
                  <a:pt x="426415" y="602411"/>
                </a:moveTo>
                <a:lnTo>
                  <a:pt x="426224" y="602602"/>
                </a:lnTo>
                <a:lnTo>
                  <a:pt x="426483" y="602602"/>
                </a:lnTo>
              </a:path>
              <a:path w="444207" h="656463">
                <a:moveTo>
                  <a:pt x="426224" y="602602"/>
                </a:moveTo>
                <a:lnTo>
                  <a:pt x="425703" y="603123"/>
                </a:lnTo>
                <a:lnTo>
                  <a:pt x="425500" y="603326"/>
                </a:lnTo>
                <a:lnTo>
                  <a:pt x="425373" y="603453"/>
                </a:lnTo>
                <a:lnTo>
                  <a:pt x="425871" y="603453"/>
                </a:lnTo>
                <a:lnTo>
                  <a:pt x="425924" y="603326"/>
                </a:lnTo>
                <a:lnTo>
                  <a:pt x="426008" y="603123"/>
                </a:lnTo>
                <a:lnTo>
                  <a:pt x="426224" y="602602"/>
                </a:lnTo>
              </a:path>
              <a:path w="444207" h="656463">
                <a:moveTo>
                  <a:pt x="426224" y="602602"/>
                </a:moveTo>
                <a:lnTo>
                  <a:pt x="426230" y="602763"/>
                </a:lnTo>
                <a:lnTo>
                  <a:pt x="426255" y="603453"/>
                </a:lnTo>
                <a:lnTo>
                  <a:pt x="426492" y="603453"/>
                </a:lnTo>
                <a:lnTo>
                  <a:pt x="426652" y="603453"/>
                </a:lnTo>
                <a:lnTo>
                  <a:pt x="426542" y="602763"/>
                </a:lnTo>
                <a:lnTo>
                  <a:pt x="426483" y="602602"/>
                </a:lnTo>
              </a:path>
              <a:path w="444207" h="656463">
                <a:moveTo>
                  <a:pt x="428360" y="603453"/>
                </a:moveTo>
                <a:lnTo>
                  <a:pt x="426652" y="603453"/>
                </a:lnTo>
                <a:lnTo>
                  <a:pt x="428360" y="603453"/>
                </a:lnTo>
              </a:path>
              <a:path w="444207" h="656463">
                <a:moveTo>
                  <a:pt x="421868" y="603453"/>
                </a:moveTo>
                <a:lnTo>
                  <a:pt x="421868" y="603834"/>
                </a:lnTo>
                <a:lnTo>
                  <a:pt x="424472" y="603834"/>
                </a:lnTo>
              </a:path>
              <a:path w="444207" h="656463">
                <a:moveTo>
                  <a:pt x="426492" y="603453"/>
                </a:moveTo>
                <a:lnTo>
                  <a:pt x="426542" y="603719"/>
                </a:lnTo>
                <a:lnTo>
                  <a:pt x="425500" y="605269"/>
                </a:lnTo>
                <a:lnTo>
                  <a:pt x="426270" y="605269"/>
                </a:lnTo>
                <a:lnTo>
                  <a:pt x="428053" y="603719"/>
                </a:lnTo>
                <a:lnTo>
                  <a:pt x="428360" y="603453"/>
                </a:lnTo>
              </a:path>
              <a:path w="444207" h="656463">
                <a:moveTo>
                  <a:pt x="425373" y="603453"/>
                </a:moveTo>
                <a:lnTo>
                  <a:pt x="424472" y="603834"/>
                </a:lnTo>
                <a:lnTo>
                  <a:pt x="425500" y="603834"/>
                </a:lnTo>
                <a:lnTo>
                  <a:pt x="425500" y="603453"/>
                </a:lnTo>
              </a:path>
              <a:path w="444207" h="656463">
                <a:moveTo>
                  <a:pt x="425500" y="603453"/>
                </a:moveTo>
                <a:lnTo>
                  <a:pt x="425871" y="603453"/>
                </a:lnTo>
                <a:lnTo>
                  <a:pt x="425871" y="603453"/>
                </a:lnTo>
              </a:path>
              <a:path w="444207" h="656463">
                <a:moveTo>
                  <a:pt x="421868" y="603834"/>
                </a:moveTo>
                <a:lnTo>
                  <a:pt x="421868" y="604349"/>
                </a:lnTo>
                <a:lnTo>
                  <a:pt x="425500" y="604354"/>
                </a:lnTo>
                <a:lnTo>
                  <a:pt x="425500" y="603834"/>
                </a:lnTo>
              </a:path>
              <a:path w="444207" h="656463">
                <a:moveTo>
                  <a:pt x="421868" y="604354"/>
                </a:moveTo>
                <a:lnTo>
                  <a:pt x="421868" y="606437"/>
                </a:lnTo>
                <a:lnTo>
                  <a:pt x="421868" y="607288"/>
                </a:lnTo>
                <a:lnTo>
                  <a:pt x="421868" y="607606"/>
                </a:lnTo>
                <a:lnTo>
                  <a:pt x="421868" y="608126"/>
                </a:lnTo>
                <a:lnTo>
                  <a:pt x="422389" y="608126"/>
                </a:lnTo>
                <a:lnTo>
                  <a:pt x="422389" y="607606"/>
                </a:lnTo>
                <a:lnTo>
                  <a:pt x="422059" y="607288"/>
                </a:lnTo>
                <a:lnTo>
                  <a:pt x="422389" y="606437"/>
                </a:lnTo>
                <a:lnTo>
                  <a:pt x="424472" y="604354"/>
                </a:lnTo>
              </a:path>
              <a:path w="444207" h="656463">
                <a:moveTo>
                  <a:pt x="424472" y="604354"/>
                </a:moveTo>
                <a:lnTo>
                  <a:pt x="424472" y="605269"/>
                </a:lnTo>
                <a:lnTo>
                  <a:pt x="425500" y="605269"/>
                </a:lnTo>
                <a:lnTo>
                  <a:pt x="425500" y="604354"/>
                </a:lnTo>
              </a:path>
              <a:path w="444207" h="656463">
                <a:moveTo>
                  <a:pt x="424472" y="605269"/>
                </a:moveTo>
                <a:lnTo>
                  <a:pt x="424472" y="606831"/>
                </a:lnTo>
                <a:lnTo>
                  <a:pt x="426270" y="605269"/>
                </a:lnTo>
              </a:path>
              <a:path w="444207" h="656463">
                <a:moveTo>
                  <a:pt x="421741" y="607606"/>
                </a:moveTo>
                <a:lnTo>
                  <a:pt x="417715" y="607606"/>
                </a:lnTo>
                <a:lnTo>
                  <a:pt x="417715" y="607809"/>
                </a:lnTo>
                <a:lnTo>
                  <a:pt x="421791" y="607809"/>
                </a:lnTo>
                <a:lnTo>
                  <a:pt x="421741" y="607606"/>
                </a:lnTo>
              </a:path>
              <a:path w="444207" h="656463">
                <a:moveTo>
                  <a:pt x="417715" y="607809"/>
                </a:moveTo>
                <a:lnTo>
                  <a:pt x="417715" y="608126"/>
                </a:lnTo>
                <a:lnTo>
                  <a:pt x="417715" y="609688"/>
                </a:lnTo>
                <a:lnTo>
                  <a:pt x="417495" y="610209"/>
                </a:lnTo>
                <a:lnTo>
                  <a:pt x="418096" y="610209"/>
                </a:lnTo>
                <a:lnTo>
                  <a:pt x="419138" y="609688"/>
                </a:lnTo>
                <a:lnTo>
                  <a:pt x="420700" y="608126"/>
                </a:lnTo>
                <a:lnTo>
                  <a:pt x="421538" y="607809"/>
                </a:lnTo>
              </a:path>
              <a:path w="444207" h="656463">
                <a:moveTo>
                  <a:pt x="421538" y="607809"/>
                </a:moveTo>
                <a:lnTo>
                  <a:pt x="421228" y="608126"/>
                </a:lnTo>
                <a:lnTo>
                  <a:pt x="421868" y="608126"/>
                </a:lnTo>
                <a:lnTo>
                  <a:pt x="421791" y="607809"/>
                </a:lnTo>
              </a:path>
              <a:path w="444207" h="656463">
                <a:moveTo>
                  <a:pt x="421228" y="608126"/>
                </a:moveTo>
                <a:lnTo>
                  <a:pt x="421030" y="608330"/>
                </a:lnTo>
                <a:lnTo>
                  <a:pt x="422389" y="608330"/>
                </a:lnTo>
                <a:lnTo>
                  <a:pt x="422389" y="608126"/>
                </a:lnTo>
              </a:path>
              <a:path w="444207" h="656463">
                <a:moveTo>
                  <a:pt x="420700" y="608126"/>
                </a:moveTo>
                <a:lnTo>
                  <a:pt x="420496" y="608330"/>
                </a:lnTo>
                <a:lnTo>
                  <a:pt x="421030" y="608330"/>
                </a:lnTo>
              </a:path>
              <a:path w="444207" h="656463">
                <a:moveTo>
                  <a:pt x="420496" y="608330"/>
                </a:moveTo>
                <a:lnTo>
                  <a:pt x="420249" y="608577"/>
                </a:lnTo>
                <a:lnTo>
                  <a:pt x="422337" y="608577"/>
                </a:lnTo>
                <a:lnTo>
                  <a:pt x="422389" y="608360"/>
                </a:lnTo>
              </a:path>
              <a:path w="444207" h="656463">
                <a:moveTo>
                  <a:pt x="420249" y="608577"/>
                </a:moveTo>
                <a:lnTo>
                  <a:pt x="419988" y="608838"/>
                </a:lnTo>
                <a:lnTo>
                  <a:pt x="419658" y="609168"/>
                </a:lnTo>
                <a:lnTo>
                  <a:pt x="419468" y="609358"/>
                </a:lnTo>
                <a:lnTo>
                  <a:pt x="419138" y="609688"/>
                </a:lnTo>
                <a:lnTo>
                  <a:pt x="420358" y="610209"/>
                </a:lnTo>
                <a:lnTo>
                  <a:pt x="419531" y="611251"/>
                </a:lnTo>
                <a:lnTo>
                  <a:pt x="417715" y="612005"/>
                </a:lnTo>
                <a:lnTo>
                  <a:pt x="417461" y="612292"/>
                </a:lnTo>
                <a:lnTo>
                  <a:pt x="417969" y="612292"/>
                </a:lnTo>
                <a:lnTo>
                  <a:pt x="418399" y="612005"/>
                </a:lnTo>
                <a:lnTo>
                  <a:pt x="419531" y="611251"/>
                </a:lnTo>
                <a:lnTo>
                  <a:pt x="421093" y="610209"/>
                </a:lnTo>
                <a:lnTo>
                  <a:pt x="421614" y="609688"/>
                </a:lnTo>
                <a:lnTo>
                  <a:pt x="419989" y="609358"/>
                </a:lnTo>
                <a:lnTo>
                  <a:pt x="420179" y="609168"/>
                </a:lnTo>
                <a:lnTo>
                  <a:pt x="420509" y="608838"/>
                </a:lnTo>
                <a:lnTo>
                  <a:pt x="421868" y="608577"/>
                </a:lnTo>
              </a:path>
              <a:path w="444207" h="656463">
                <a:moveTo>
                  <a:pt x="421868" y="608577"/>
                </a:moveTo>
                <a:lnTo>
                  <a:pt x="421868" y="609168"/>
                </a:lnTo>
                <a:lnTo>
                  <a:pt x="421868" y="609940"/>
                </a:lnTo>
                <a:lnTo>
                  <a:pt x="417715" y="614108"/>
                </a:lnTo>
                <a:lnTo>
                  <a:pt x="417020" y="623201"/>
                </a:lnTo>
                <a:lnTo>
                  <a:pt x="416940" y="624243"/>
                </a:lnTo>
                <a:lnTo>
                  <a:pt x="419011" y="623201"/>
                </a:lnTo>
                <a:lnTo>
                  <a:pt x="420972" y="614108"/>
                </a:lnTo>
                <a:lnTo>
                  <a:pt x="421868" y="609955"/>
                </a:lnTo>
                <a:lnTo>
                  <a:pt x="422194" y="609168"/>
                </a:lnTo>
                <a:lnTo>
                  <a:pt x="422337" y="608577"/>
                </a:lnTo>
              </a:path>
              <a:path w="444207" h="656463">
                <a:moveTo>
                  <a:pt x="418617" y="610209"/>
                </a:moveTo>
                <a:lnTo>
                  <a:pt x="418096" y="610209"/>
                </a:lnTo>
                <a:lnTo>
                  <a:pt x="418617" y="610209"/>
                </a:lnTo>
              </a:path>
              <a:path w="444207" h="656463">
                <a:moveTo>
                  <a:pt x="417495" y="610209"/>
                </a:moveTo>
                <a:lnTo>
                  <a:pt x="417334" y="610590"/>
                </a:lnTo>
                <a:lnTo>
                  <a:pt x="418334" y="610590"/>
                </a:lnTo>
                <a:lnTo>
                  <a:pt x="418617" y="610209"/>
                </a:lnTo>
              </a:path>
              <a:path w="444207" h="656463">
                <a:moveTo>
                  <a:pt x="417334" y="610590"/>
                </a:moveTo>
                <a:lnTo>
                  <a:pt x="417055" y="611250"/>
                </a:lnTo>
                <a:lnTo>
                  <a:pt x="417715" y="610590"/>
                </a:lnTo>
              </a:path>
              <a:path w="444207" h="656463">
                <a:moveTo>
                  <a:pt x="417715" y="610590"/>
                </a:moveTo>
                <a:lnTo>
                  <a:pt x="417715" y="611250"/>
                </a:lnTo>
                <a:lnTo>
                  <a:pt x="417576" y="611250"/>
                </a:lnTo>
                <a:lnTo>
                  <a:pt x="417385" y="611441"/>
                </a:lnTo>
                <a:lnTo>
                  <a:pt x="417715" y="611304"/>
                </a:lnTo>
                <a:lnTo>
                  <a:pt x="417845" y="611250"/>
                </a:lnTo>
                <a:lnTo>
                  <a:pt x="418334" y="610590"/>
                </a:lnTo>
              </a:path>
              <a:path w="444207" h="656463">
                <a:moveTo>
                  <a:pt x="417385" y="611441"/>
                </a:moveTo>
              </a:path>
              <a:path w="444207" h="656463">
                <a:moveTo>
                  <a:pt x="417385" y="611441"/>
                </a:moveTo>
                <a:lnTo>
                  <a:pt x="416674" y="612152"/>
                </a:lnTo>
                <a:lnTo>
                  <a:pt x="417026" y="612292"/>
                </a:lnTo>
                <a:lnTo>
                  <a:pt x="417085" y="612152"/>
                </a:lnTo>
              </a:path>
              <a:path w="444207" h="656463">
                <a:moveTo>
                  <a:pt x="417461" y="612292"/>
                </a:moveTo>
                <a:lnTo>
                  <a:pt x="417026" y="612292"/>
                </a:lnTo>
                <a:lnTo>
                  <a:pt x="417715" y="612397"/>
                </a:lnTo>
              </a:path>
              <a:path w="444207" h="656463">
                <a:moveTo>
                  <a:pt x="417715" y="612292"/>
                </a:moveTo>
                <a:lnTo>
                  <a:pt x="417969" y="612292"/>
                </a:lnTo>
                <a:lnTo>
                  <a:pt x="417969" y="612292"/>
                </a:lnTo>
              </a:path>
              <a:path w="444207" h="656463">
                <a:moveTo>
                  <a:pt x="410959" y="622947"/>
                </a:moveTo>
                <a:lnTo>
                  <a:pt x="410768" y="626656"/>
                </a:lnTo>
                <a:lnTo>
                  <a:pt x="409143" y="627875"/>
                </a:lnTo>
                <a:lnTo>
                  <a:pt x="409019" y="628395"/>
                </a:lnTo>
                <a:lnTo>
                  <a:pt x="409542" y="627875"/>
                </a:lnTo>
                <a:lnTo>
                  <a:pt x="409824" y="627594"/>
                </a:lnTo>
                <a:lnTo>
                  <a:pt x="410959" y="627128"/>
                </a:lnTo>
                <a:lnTo>
                  <a:pt x="412775" y="626313"/>
                </a:lnTo>
                <a:lnTo>
                  <a:pt x="417004" y="624573"/>
                </a:lnTo>
                <a:lnTo>
                  <a:pt x="416940" y="624243"/>
                </a:lnTo>
                <a:lnTo>
                  <a:pt x="417715" y="614108"/>
                </a:lnTo>
                <a:lnTo>
                  <a:pt x="417715" y="612397"/>
                </a:lnTo>
                <a:lnTo>
                  <a:pt x="417026" y="612292"/>
                </a:lnTo>
                <a:lnTo>
                  <a:pt x="416674" y="612152"/>
                </a:lnTo>
                <a:lnTo>
                  <a:pt x="417576" y="611250"/>
                </a:lnTo>
                <a:lnTo>
                  <a:pt x="417715" y="611250"/>
                </a:lnTo>
                <a:lnTo>
                  <a:pt x="417715" y="610590"/>
                </a:lnTo>
                <a:lnTo>
                  <a:pt x="417055" y="611250"/>
                </a:lnTo>
                <a:lnTo>
                  <a:pt x="417715" y="609688"/>
                </a:lnTo>
                <a:lnTo>
                  <a:pt x="415112" y="609688"/>
                </a:lnTo>
                <a:lnTo>
                  <a:pt x="415112" y="612292"/>
                </a:lnTo>
                <a:lnTo>
                  <a:pt x="415505" y="612292"/>
                </a:lnTo>
                <a:lnTo>
                  <a:pt x="416547" y="611251"/>
                </a:lnTo>
                <a:lnTo>
                  <a:pt x="416013" y="612292"/>
                </a:lnTo>
                <a:lnTo>
                  <a:pt x="416674" y="612292"/>
                </a:lnTo>
                <a:lnTo>
                  <a:pt x="416674" y="615149"/>
                </a:lnTo>
                <a:lnTo>
                  <a:pt x="415112" y="616191"/>
                </a:lnTo>
                <a:lnTo>
                  <a:pt x="413816" y="614362"/>
                </a:lnTo>
                <a:lnTo>
                  <a:pt x="413601" y="614362"/>
                </a:lnTo>
                <a:lnTo>
                  <a:pt x="411225" y="615403"/>
                </a:lnTo>
                <a:lnTo>
                  <a:pt x="410629" y="615594"/>
                </a:lnTo>
                <a:lnTo>
                  <a:pt x="411088" y="615403"/>
                </a:lnTo>
                <a:lnTo>
                  <a:pt x="412254" y="614883"/>
                </a:lnTo>
                <a:lnTo>
                  <a:pt x="412191" y="614565"/>
                </a:lnTo>
                <a:lnTo>
                  <a:pt x="413386" y="614362"/>
                </a:lnTo>
                <a:lnTo>
                  <a:pt x="413956" y="613841"/>
                </a:lnTo>
                <a:lnTo>
                  <a:pt x="413435" y="613321"/>
                </a:lnTo>
                <a:lnTo>
                  <a:pt x="412902" y="613321"/>
                </a:lnTo>
                <a:lnTo>
                  <a:pt x="412915" y="613841"/>
                </a:lnTo>
                <a:lnTo>
                  <a:pt x="413296" y="614362"/>
                </a:lnTo>
                <a:lnTo>
                  <a:pt x="412394" y="614362"/>
                </a:lnTo>
                <a:lnTo>
                  <a:pt x="412381" y="613841"/>
                </a:lnTo>
                <a:lnTo>
                  <a:pt x="411873" y="613841"/>
                </a:lnTo>
                <a:lnTo>
                  <a:pt x="411353" y="614362"/>
                </a:lnTo>
                <a:lnTo>
                  <a:pt x="411861" y="614362"/>
                </a:lnTo>
                <a:lnTo>
                  <a:pt x="411353" y="614362"/>
                </a:lnTo>
                <a:lnTo>
                  <a:pt x="410311" y="614362"/>
                </a:lnTo>
                <a:lnTo>
                  <a:pt x="409790" y="614883"/>
                </a:lnTo>
                <a:lnTo>
                  <a:pt x="411865" y="614883"/>
                </a:lnTo>
                <a:lnTo>
                  <a:pt x="411670" y="615073"/>
                </a:lnTo>
                <a:lnTo>
                  <a:pt x="411002" y="615403"/>
                </a:lnTo>
                <a:lnTo>
                  <a:pt x="410689" y="615533"/>
                </a:lnTo>
                <a:lnTo>
                  <a:pt x="409969" y="615924"/>
                </a:lnTo>
                <a:lnTo>
                  <a:pt x="410184" y="615924"/>
                </a:lnTo>
                <a:lnTo>
                  <a:pt x="405955" y="617677"/>
                </a:lnTo>
                <a:lnTo>
                  <a:pt x="404393" y="618197"/>
                </a:lnTo>
                <a:lnTo>
                  <a:pt x="404990" y="628916"/>
                </a:lnTo>
                <a:lnTo>
                  <a:pt x="410959" y="622947"/>
                </a:lnTo>
                <a:close/>
              </a:path>
              <a:path w="444207" h="656463">
                <a:moveTo>
                  <a:pt x="417461" y="612292"/>
                </a:moveTo>
                <a:lnTo>
                  <a:pt x="417715" y="612005"/>
                </a:lnTo>
                <a:lnTo>
                  <a:pt x="419531" y="611251"/>
                </a:lnTo>
                <a:lnTo>
                  <a:pt x="420358" y="610209"/>
                </a:lnTo>
                <a:lnTo>
                  <a:pt x="419138" y="609688"/>
                </a:lnTo>
                <a:lnTo>
                  <a:pt x="419658" y="609168"/>
                </a:lnTo>
                <a:lnTo>
                  <a:pt x="420700" y="608126"/>
                </a:lnTo>
                <a:lnTo>
                  <a:pt x="419138" y="609688"/>
                </a:lnTo>
                <a:lnTo>
                  <a:pt x="418096" y="610209"/>
                </a:lnTo>
                <a:lnTo>
                  <a:pt x="418617" y="610209"/>
                </a:lnTo>
                <a:lnTo>
                  <a:pt x="417845" y="611250"/>
                </a:lnTo>
                <a:lnTo>
                  <a:pt x="417715" y="611304"/>
                </a:lnTo>
                <a:lnTo>
                  <a:pt x="417385" y="611441"/>
                </a:lnTo>
                <a:lnTo>
                  <a:pt x="417026" y="612292"/>
                </a:lnTo>
                <a:lnTo>
                  <a:pt x="417461" y="612292"/>
                </a:lnTo>
                <a:close/>
              </a:path>
              <a:path w="444207" h="656463">
                <a:moveTo>
                  <a:pt x="413008" y="626313"/>
                </a:moveTo>
                <a:lnTo>
                  <a:pt x="413193" y="626313"/>
                </a:lnTo>
                <a:lnTo>
                  <a:pt x="413324" y="626182"/>
                </a:lnTo>
                <a:lnTo>
                  <a:pt x="415378" y="625271"/>
                </a:lnTo>
                <a:lnTo>
                  <a:pt x="416953" y="624623"/>
                </a:lnTo>
                <a:lnTo>
                  <a:pt x="418103" y="624243"/>
                </a:lnTo>
                <a:lnTo>
                  <a:pt x="418566" y="624052"/>
                </a:lnTo>
                <a:lnTo>
                  <a:pt x="419607" y="623531"/>
                </a:lnTo>
                <a:lnTo>
                  <a:pt x="417879" y="624243"/>
                </a:lnTo>
                <a:lnTo>
                  <a:pt x="417461" y="624243"/>
                </a:lnTo>
                <a:lnTo>
                  <a:pt x="419453" y="623201"/>
                </a:lnTo>
                <a:lnTo>
                  <a:pt x="421523" y="622160"/>
                </a:lnTo>
                <a:lnTo>
                  <a:pt x="421838" y="621639"/>
                </a:lnTo>
                <a:lnTo>
                  <a:pt x="422135" y="621118"/>
                </a:lnTo>
                <a:lnTo>
                  <a:pt x="423176" y="620077"/>
                </a:lnTo>
                <a:lnTo>
                  <a:pt x="424438" y="619556"/>
                </a:lnTo>
                <a:lnTo>
                  <a:pt x="427039" y="618483"/>
                </a:lnTo>
                <a:lnTo>
                  <a:pt x="427062" y="621118"/>
                </a:lnTo>
                <a:lnTo>
                  <a:pt x="428625" y="621118"/>
                </a:lnTo>
                <a:lnTo>
                  <a:pt x="428625" y="617624"/>
                </a:lnTo>
                <a:lnTo>
                  <a:pt x="427393" y="618337"/>
                </a:lnTo>
                <a:lnTo>
                  <a:pt x="427062" y="618426"/>
                </a:lnTo>
                <a:lnTo>
                  <a:pt x="427063" y="616185"/>
                </a:lnTo>
                <a:lnTo>
                  <a:pt x="423684" y="619556"/>
                </a:lnTo>
                <a:lnTo>
                  <a:pt x="427062" y="615670"/>
                </a:lnTo>
                <a:lnTo>
                  <a:pt x="421093" y="621639"/>
                </a:lnTo>
                <a:lnTo>
                  <a:pt x="420573" y="622160"/>
                </a:lnTo>
                <a:lnTo>
                  <a:pt x="419011" y="623201"/>
                </a:lnTo>
                <a:lnTo>
                  <a:pt x="416940" y="624243"/>
                </a:lnTo>
                <a:lnTo>
                  <a:pt x="417004" y="624573"/>
                </a:lnTo>
                <a:lnTo>
                  <a:pt x="412939" y="626313"/>
                </a:lnTo>
                <a:lnTo>
                  <a:pt x="411746" y="626833"/>
                </a:lnTo>
                <a:lnTo>
                  <a:pt x="413008" y="626313"/>
                </a:lnTo>
                <a:close/>
              </a:path>
              <a:path w="444207" h="656463">
                <a:moveTo>
                  <a:pt x="419410" y="624243"/>
                </a:moveTo>
                <a:lnTo>
                  <a:pt x="418892" y="624243"/>
                </a:lnTo>
                <a:lnTo>
                  <a:pt x="418375" y="624243"/>
                </a:lnTo>
                <a:lnTo>
                  <a:pt x="417858" y="625271"/>
                </a:lnTo>
                <a:lnTo>
                  <a:pt x="418376" y="625271"/>
                </a:lnTo>
                <a:lnTo>
                  <a:pt x="419410" y="624243"/>
                </a:lnTo>
                <a:close/>
              </a:path>
              <a:path w="444207" h="656463">
                <a:moveTo>
                  <a:pt x="266141" y="653872"/>
                </a:moveTo>
                <a:lnTo>
                  <a:pt x="266268" y="653872"/>
                </a:lnTo>
                <a:lnTo>
                  <a:pt x="410959" y="628484"/>
                </a:lnTo>
                <a:lnTo>
                  <a:pt x="409663" y="627875"/>
                </a:lnTo>
                <a:lnTo>
                  <a:pt x="410959" y="627875"/>
                </a:lnTo>
                <a:lnTo>
                  <a:pt x="410959" y="627354"/>
                </a:lnTo>
                <a:lnTo>
                  <a:pt x="412146" y="627354"/>
                </a:lnTo>
                <a:lnTo>
                  <a:pt x="412669" y="626833"/>
                </a:lnTo>
                <a:lnTo>
                  <a:pt x="413708" y="626833"/>
                </a:lnTo>
                <a:lnTo>
                  <a:pt x="413296" y="626313"/>
                </a:lnTo>
                <a:lnTo>
                  <a:pt x="416293" y="626313"/>
                </a:lnTo>
                <a:lnTo>
                  <a:pt x="416817" y="625792"/>
                </a:lnTo>
                <a:lnTo>
                  <a:pt x="417334" y="625792"/>
                </a:lnTo>
                <a:lnTo>
                  <a:pt x="417858" y="625271"/>
                </a:lnTo>
                <a:lnTo>
                  <a:pt x="415784" y="625271"/>
                </a:lnTo>
                <a:lnTo>
                  <a:pt x="415778" y="625792"/>
                </a:lnTo>
                <a:lnTo>
                  <a:pt x="414502" y="625792"/>
                </a:lnTo>
                <a:lnTo>
                  <a:pt x="414934" y="625614"/>
                </a:lnTo>
                <a:lnTo>
                  <a:pt x="415603" y="625271"/>
                </a:lnTo>
                <a:lnTo>
                  <a:pt x="415963" y="625094"/>
                </a:lnTo>
                <a:lnTo>
                  <a:pt x="416795" y="624781"/>
                </a:lnTo>
                <a:lnTo>
                  <a:pt x="418103" y="624243"/>
                </a:lnTo>
                <a:lnTo>
                  <a:pt x="416953" y="624623"/>
                </a:lnTo>
                <a:lnTo>
                  <a:pt x="415532" y="625271"/>
                </a:lnTo>
                <a:lnTo>
                  <a:pt x="414337" y="625792"/>
                </a:lnTo>
                <a:lnTo>
                  <a:pt x="413324" y="626182"/>
                </a:lnTo>
                <a:lnTo>
                  <a:pt x="413236" y="626313"/>
                </a:lnTo>
                <a:lnTo>
                  <a:pt x="413008" y="626313"/>
                </a:lnTo>
                <a:lnTo>
                  <a:pt x="411746" y="626833"/>
                </a:lnTo>
                <a:lnTo>
                  <a:pt x="412939" y="626313"/>
                </a:lnTo>
                <a:lnTo>
                  <a:pt x="417004" y="624573"/>
                </a:lnTo>
                <a:lnTo>
                  <a:pt x="412775" y="626313"/>
                </a:lnTo>
                <a:lnTo>
                  <a:pt x="410959" y="627128"/>
                </a:lnTo>
                <a:lnTo>
                  <a:pt x="411970" y="626833"/>
                </a:lnTo>
                <a:lnTo>
                  <a:pt x="410959" y="627250"/>
                </a:lnTo>
                <a:lnTo>
                  <a:pt x="410705" y="627354"/>
                </a:lnTo>
                <a:lnTo>
                  <a:pt x="409824" y="627594"/>
                </a:lnTo>
                <a:lnTo>
                  <a:pt x="409542" y="627875"/>
                </a:lnTo>
                <a:lnTo>
                  <a:pt x="409019" y="628395"/>
                </a:lnTo>
                <a:lnTo>
                  <a:pt x="408495" y="628916"/>
                </a:lnTo>
                <a:lnTo>
                  <a:pt x="267893" y="652119"/>
                </a:lnTo>
                <a:lnTo>
                  <a:pt x="265226" y="653872"/>
                </a:lnTo>
                <a:lnTo>
                  <a:pt x="264706" y="653872"/>
                </a:lnTo>
                <a:lnTo>
                  <a:pt x="265620" y="654392"/>
                </a:lnTo>
                <a:lnTo>
                  <a:pt x="266141" y="653872"/>
                </a:lnTo>
                <a:close/>
              </a:path>
              <a:path w="444207" h="656463">
                <a:moveTo>
                  <a:pt x="423430" y="95186"/>
                </a:moveTo>
                <a:lnTo>
                  <a:pt x="423430" y="92727"/>
                </a:lnTo>
                <a:lnTo>
                  <a:pt x="423285" y="92582"/>
                </a:lnTo>
                <a:lnTo>
                  <a:pt x="422910" y="92074"/>
                </a:lnTo>
                <a:lnTo>
                  <a:pt x="422909" y="92209"/>
                </a:lnTo>
                <a:lnTo>
                  <a:pt x="422774" y="92074"/>
                </a:lnTo>
                <a:lnTo>
                  <a:pt x="421220" y="91554"/>
                </a:lnTo>
                <a:lnTo>
                  <a:pt x="419265" y="91033"/>
                </a:lnTo>
                <a:lnTo>
                  <a:pt x="419264" y="90512"/>
                </a:lnTo>
                <a:lnTo>
                  <a:pt x="418617" y="90512"/>
                </a:lnTo>
                <a:lnTo>
                  <a:pt x="418236" y="89992"/>
                </a:lnTo>
                <a:lnTo>
                  <a:pt x="418236" y="89471"/>
                </a:lnTo>
                <a:lnTo>
                  <a:pt x="419011" y="89471"/>
                </a:lnTo>
                <a:lnTo>
                  <a:pt x="419264" y="89992"/>
                </a:lnTo>
                <a:lnTo>
                  <a:pt x="419658" y="89992"/>
                </a:lnTo>
                <a:lnTo>
                  <a:pt x="419265" y="89450"/>
                </a:lnTo>
                <a:lnTo>
                  <a:pt x="419265" y="89598"/>
                </a:lnTo>
                <a:lnTo>
                  <a:pt x="419011" y="89345"/>
                </a:lnTo>
                <a:lnTo>
                  <a:pt x="418236" y="89023"/>
                </a:lnTo>
                <a:lnTo>
                  <a:pt x="416555" y="88450"/>
                </a:lnTo>
                <a:lnTo>
                  <a:pt x="418236" y="89149"/>
                </a:lnTo>
                <a:lnTo>
                  <a:pt x="416767" y="88663"/>
                </a:lnTo>
                <a:lnTo>
                  <a:pt x="416940" y="88950"/>
                </a:lnTo>
                <a:lnTo>
                  <a:pt x="416547" y="89471"/>
                </a:lnTo>
                <a:lnTo>
                  <a:pt x="416153" y="89471"/>
                </a:lnTo>
                <a:lnTo>
                  <a:pt x="416153" y="91033"/>
                </a:lnTo>
                <a:lnTo>
                  <a:pt x="418236" y="91033"/>
                </a:lnTo>
                <a:lnTo>
                  <a:pt x="417068" y="89992"/>
                </a:lnTo>
                <a:lnTo>
                  <a:pt x="417576" y="89471"/>
                </a:lnTo>
                <a:lnTo>
                  <a:pt x="417055" y="88950"/>
                </a:lnTo>
                <a:lnTo>
                  <a:pt x="417461" y="88950"/>
                </a:lnTo>
                <a:lnTo>
                  <a:pt x="417576" y="89471"/>
                </a:lnTo>
                <a:lnTo>
                  <a:pt x="418096" y="89992"/>
                </a:lnTo>
                <a:lnTo>
                  <a:pt x="418236" y="90131"/>
                </a:lnTo>
                <a:lnTo>
                  <a:pt x="418236" y="92075"/>
                </a:lnTo>
                <a:lnTo>
                  <a:pt x="419265" y="92074"/>
                </a:lnTo>
                <a:lnTo>
                  <a:pt x="419265" y="92583"/>
                </a:lnTo>
                <a:lnTo>
                  <a:pt x="422909" y="92583"/>
                </a:lnTo>
                <a:lnTo>
                  <a:pt x="422910" y="95186"/>
                </a:lnTo>
                <a:lnTo>
                  <a:pt x="423430" y="95186"/>
                </a:lnTo>
                <a:close/>
              </a:path>
              <a:path w="444207" h="656463">
                <a:moveTo>
                  <a:pt x="423951" y="92074"/>
                </a:moveTo>
                <a:lnTo>
                  <a:pt x="423951" y="91835"/>
                </a:lnTo>
                <a:lnTo>
                  <a:pt x="423430" y="91554"/>
                </a:lnTo>
                <a:lnTo>
                  <a:pt x="423430" y="90777"/>
                </a:lnTo>
                <a:lnTo>
                  <a:pt x="422910" y="90256"/>
                </a:lnTo>
                <a:lnTo>
                  <a:pt x="422135" y="90512"/>
                </a:lnTo>
                <a:lnTo>
                  <a:pt x="419265" y="87642"/>
                </a:lnTo>
                <a:lnTo>
                  <a:pt x="418947" y="89281"/>
                </a:lnTo>
                <a:lnTo>
                  <a:pt x="419264" y="89412"/>
                </a:lnTo>
                <a:lnTo>
                  <a:pt x="420573" y="89992"/>
                </a:lnTo>
                <a:lnTo>
                  <a:pt x="421920" y="90512"/>
                </a:lnTo>
                <a:lnTo>
                  <a:pt x="422910" y="90923"/>
                </a:lnTo>
                <a:lnTo>
                  <a:pt x="423176" y="91033"/>
                </a:lnTo>
                <a:lnTo>
                  <a:pt x="423267" y="91554"/>
                </a:lnTo>
                <a:lnTo>
                  <a:pt x="423100" y="91884"/>
                </a:lnTo>
                <a:lnTo>
                  <a:pt x="423290" y="92075"/>
                </a:lnTo>
                <a:lnTo>
                  <a:pt x="423430" y="92020"/>
                </a:lnTo>
                <a:lnTo>
                  <a:pt x="423430" y="91621"/>
                </a:lnTo>
                <a:lnTo>
                  <a:pt x="423563" y="92074"/>
                </a:lnTo>
                <a:lnTo>
                  <a:pt x="423430" y="92074"/>
                </a:lnTo>
                <a:lnTo>
                  <a:pt x="423430" y="92214"/>
                </a:lnTo>
                <a:lnTo>
                  <a:pt x="423621" y="92405"/>
                </a:lnTo>
                <a:lnTo>
                  <a:pt x="423951" y="92234"/>
                </a:lnTo>
                <a:lnTo>
                  <a:pt x="423951" y="92582"/>
                </a:lnTo>
                <a:lnTo>
                  <a:pt x="424798" y="92583"/>
                </a:lnTo>
                <a:lnTo>
                  <a:pt x="423951" y="92074"/>
                </a:lnTo>
                <a:close/>
              </a:path>
              <a:path w="444207" h="656463">
                <a:moveTo>
                  <a:pt x="425767" y="92583"/>
                </a:moveTo>
                <a:lnTo>
                  <a:pt x="424726" y="92075"/>
                </a:lnTo>
                <a:lnTo>
                  <a:pt x="425246" y="92075"/>
                </a:lnTo>
                <a:lnTo>
                  <a:pt x="423951" y="90779"/>
                </a:lnTo>
                <a:lnTo>
                  <a:pt x="423430" y="90258"/>
                </a:lnTo>
                <a:lnTo>
                  <a:pt x="422909" y="89738"/>
                </a:lnTo>
                <a:lnTo>
                  <a:pt x="419265" y="86093"/>
                </a:lnTo>
                <a:lnTo>
                  <a:pt x="418236" y="85572"/>
                </a:lnTo>
                <a:lnTo>
                  <a:pt x="418236" y="86613"/>
                </a:lnTo>
                <a:lnTo>
                  <a:pt x="418947" y="89281"/>
                </a:lnTo>
                <a:lnTo>
                  <a:pt x="419265" y="87642"/>
                </a:lnTo>
                <a:lnTo>
                  <a:pt x="419265" y="86603"/>
                </a:lnTo>
                <a:lnTo>
                  <a:pt x="422910" y="90256"/>
                </a:lnTo>
                <a:lnTo>
                  <a:pt x="423430" y="90777"/>
                </a:lnTo>
                <a:lnTo>
                  <a:pt x="423951" y="91299"/>
                </a:lnTo>
                <a:lnTo>
                  <a:pt x="424205" y="91554"/>
                </a:lnTo>
                <a:lnTo>
                  <a:pt x="424532" y="92074"/>
                </a:lnTo>
                <a:lnTo>
                  <a:pt x="423951" y="91835"/>
                </a:lnTo>
                <a:lnTo>
                  <a:pt x="423951" y="92074"/>
                </a:lnTo>
                <a:lnTo>
                  <a:pt x="424798" y="92583"/>
                </a:lnTo>
                <a:lnTo>
                  <a:pt x="425767" y="92583"/>
                </a:lnTo>
                <a:close/>
              </a:path>
              <a:path w="444207" h="656463">
                <a:moveTo>
                  <a:pt x="420649" y="623011"/>
                </a:moveTo>
                <a:lnTo>
                  <a:pt x="421487" y="623201"/>
                </a:lnTo>
                <a:lnTo>
                  <a:pt x="422528" y="622160"/>
                </a:lnTo>
                <a:lnTo>
                  <a:pt x="422719" y="621969"/>
                </a:lnTo>
                <a:lnTo>
                  <a:pt x="423055" y="622160"/>
                </a:lnTo>
                <a:lnTo>
                  <a:pt x="427062" y="622160"/>
                </a:lnTo>
                <a:lnTo>
                  <a:pt x="424611" y="621118"/>
                </a:lnTo>
                <a:lnTo>
                  <a:pt x="427062" y="621118"/>
                </a:lnTo>
                <a:lnTo>
                  <a:pt x="427062" y="618473"/>
                </a:lnTo>
                <a:lnTo>
                  <a:pt x="426885" y="618858"/>
                </a:lnTo>
                <a:lnTo>
                  <a:pt x="426681" y="619556"/>
                </a:lnTo>
                <a:lnTo>
                  <a:pt x="424438" y="619556"/>
                </a:lnTo>
                <a:lnTo>
                  <a:pt x="424648" y="620077"/>
                </a:lnTo>
                <a:lnTo>
                  <a:pt x="425653" y="620077"/>
                </a:lnTo>
                <a:lnTo>
                  <a:pt x="424802" y="620420"/>
                </a:lnTo>
                <a:lnTo>
                  <a:pt x="424102" y="621118"/>
                </a:lnTo>
                <a:lnTo>
                  <a:pt x="424091" y="621639"/>
                </a:lnTo>
                <a:lnTo>
                  <a:pt x="422780" y="621639"/>
                </a:lnTo>
                <a:lnTo>
                  <a:pt x="421523" y="622160"/>
                </a:lnTo>
                <a:lnTo>
                  <a:pt x="421170" y="622490"/>
                </a:lnTo>
                <a:lnTo>
                  <a:pt x="420457" y="623201"/>
                </a:lnTo>
                <a:lnTo>
                  <a:pt x="420649" y="623011"/>
                </a:lnTo>
                <a:close/>
              </a:path>
              <a:path w="444207" h="656463">
                <a:moveTo>
                  <a:pt x="421228" y="608126"/>
                </a:moveTo>
                <a:lnTo>
                  <a:pt x="421538" y="607809"/>
                </a:lnTo>
                <a:lnTo>
                  <a:pt x="420700" y="608126"/>
                </a:lnTo>
                <a:lnTo>
                  <a:pt x="421030" y="608330"/>
                </a:lnTo>
                <a:lnTo>
                  <a:pt x="421228" y="608126"/>
                </a:lnTo>
                <a:close/>
              </a:path>
              <a:path w="444207" h="656463">
                <a:moveTo>
                  <a:pt x="188829" y="342"/>
                </a:moveTo>
                <a:lnTo>
                  <a:pt x="189301" y="5448"/>
                </a:lnTo>
                <a:lnTo>
                  <a:pt x="189903" y="11950"/>
                </a:lnTo>
                <a:lnTo>
                  <a:pt x="219747" y="16852"/>
                </a:lnTo>
                <a:lnTo>
                  <a:pt x="221123" y="17078"/>
                </a:lnTo>
                <a:lnTo>
                  <a:pt x="221366" y="17170"/>
                </a:lnTo>
                <a:lnTo>
                  <a:pt x="221716" y="17170"/>
                </a:lnTo>
                <a:lnTo>
                  <a:pt x="221372" y="17078"/>
                </a:lnTo>
                <a:lnTo>
                  <a:pt x="220522" y="16852"/>
                </a:lnTo>
                <a:lnTo>
                  <a:pt x="222084" y="11950"/>
                </a:lnTo>
                <a:lnTo>
                  <a:pt x="224155" y="5448"/>
                </a:lnTo>
                <a:lnTo>
                  <a:pt x="191023" y="342"/>
                </a:lnTo>
              </a:path>
              <a:path w="444207" h="656463">
                <a:moveTo>
                  <a:pt x="224155" y="5448"/>
                </a:moveTo>
                <a:lnTo>
                  <a:pt x="221716" y="17170"/>
                </a:lnTo>
                <a:lnTo>
                  <a:pt x="255112" y="17170"/>
                </a:lnTo>
              </a:path>
              <a:path w="444207" h="656463">
                <a:moveTo>
                  <a:pt x="221366" y="17170"/>
                </a:moveTo>
                <a:lnTo>
                  <a:pt x="378909" y="76479"/>
                </a:lnTo>
                <a:lnTo>
                  <a:pt x="379921" y="76860"/>
                </a:lnTo>
                <a:lnTo>
                  <a:pt x="380292" y="77000"/>
                </a:lnTo>
                <a:lnTo>
                  <a:pt x="400297" y="84531"/>
                </a:lnTo>
                <a:lnTo>
                  <a:pt x="403064" y="85572"/>
                </a:lnTo>
                <a:lnTo>
                  <a:pt x="405830" y="86613"/>
                </a:lnTo>
                <a:lnTo>
                  <a:pt x="405999" y="86677"/>
                </a:lnTo>
                <a:lnTo>
                  <a:pt x="418253" y="86677"/>
                </a:lnTo>
                <a:lnTo>
                  <a:pt x="418236" y="85572"/>
                </a:lnTo>
                <a:lnTo>
                  <a:pt x="416153" y="84531"/>
                </a:lnTo>
                <a:lnTo>
                  <a:pt x="415378" y="77000"/>
                </a:lnTo>
                <a:lnTo>
                  <a:pt x="413842" y="76860"/>
                </a:lnTo>
                <a:lnTo>
                  <a:pt x="411746" y="76479"/>
                </a:lnTo>
                <a:lnTo>
                  <a:pt x="255112" y="17170"/>
                </a:lnTo>
              </a:path>
              <a:path w="444207" h="656463">
                <a:moveTo>
                  <a:pt x="417855" y="77000"/>
                </a:moveTo>
                <a:lnTo>
                  <a:pt x="417969" y="77508"/>
                </a:lnTo>
                <a:lnTo>
                  <a:pt x="418340" y="77790"/>
                </a:lnTo>
                <a:lnTo>
                  <a:pt x="418645" y="77790"/>
                </a:lnTo>
                <a:lnTo>
                  <a:pt x="418363" y="77508"/>
                </a:lnTo>
                <a:lnTo>
                  <a:pt x="419925" y="77000"/>
                </a:lnTo>
              </a:path>
              <a:path w="444207" h="656463">
                <a:moveTo>
                  <a:pt x="420433" y="77508"/>
                </a:moveTo>
                <a:lnTo>
                  <a:pt x="418645" y="77790"/>
                </a:lnTo>
                <a:lnTo>
                  <a:pt x="419945" y="77790"/>
                </a:lnTo>
              </a:path>
              <a:path w="444207" h="656463">
                <a:moveTo>
                  <a:pt x="418340" y="77790"/>
                </a:moveTo>
                <a:lnTo>
                  <a:pt x="418655" y="78028"/>
                </a:lnTo>
                <a:lnTo>
                  <a:pt x="419531" y="78028"/>
                </a:lnTo>
                <a:lnTo>
                  <a:pt x="419945" y="77790"/>
                </a:lnTo>
              </a:path>
              <a:path w="444207" h="656463">
                <a:moveTo>
                  <a:pt x="422005" y="78028"/>
                </a:moveTo>
                <a:lnTo>
                  <a:pt x="419531" y="78028"/>
                </a:lnTo>
                <a:lnTo>
                  <a:pt x="422005" y="78028"/>
                </a:lnTo>
              </a:path>
              <a:path w="444207" h="656463">
                <a:moveTo>
                  <a:pt x="418655" y="78028"/>
                </a:moveTo>
                <a:lnTo>
                  <a:pt x="419357" y="78562"/>
                </a:lnTo>
                <a:lnTo>
                  <a:pt x="422535" y="78562"/>
                </a:lnTo>
                <a:lnTo>
                  <a:pt x="422005" y="78028"/>
                </a:lnTo>
              </a:path>
              <a:path w="444207" h="656463">
                <a:moveTo>
                  <a:pt x="419357" y="78562"/>
                </a:moveTo>
                <a:lnTo>
                  <a:pt x="419607" y="78752"/>
                </a:lnTo>
                <a:lnTo>
                  <a:pt x="419696" y="79048"/>
                </a:lnTo>
                <a:lnTo>
                  <a:pt x="419764" y="79273"/>
                </a:lnTo>
                <a:lnTo>
                  <a:pt x="422596" y="88696"/>
                </a:lnTo>
                <a:lnTo>
                  <a:pt x="422753" y="89217"/>
                </a:lnTo>
                <a:lnTo>
                  <a:pt x="422909" y="89738"/>
                </a:lnTo>
                <a:lnTo>
                  <a:pt x="423430" y="90258"/>
                </a:lnTo>
                <a:lnTo>
                  <a:pt x="423951" y="90779"/>
                </a:lnTo>
                <a:lnTo>
                  <a:pt x="425246" y="92075"/>
                </a:lnTo>
                <a:lnTo>
                  <a:pt x="425507" y="92329"/>
                </a:lnTo>
                <a:lnTo>
                  <a:pt x="425767" y="92583"/>
                </a:lnTo>
                <a:lnTo>
                  <a:pt x="426021" y="92583"/>
                </a:lnTo>
                <a:lnTo>
                  <a:pt x="426021" y="92329"/>
                </a:lnTo>
                <a:lnTo>
                  <a:pt x="425818" y="92075"/>
                </a:lnTo>
                <a:lnTo>
                  <a:pt x="424783" y="90779"/>
                </a:lnTo>
                <a:lnTo>
                  <a:pt x="424367" y="90258"/>
                </a:lnTo>
                <a:lnTo>
                  <a:pt x="423951" y="89738"/>
                </a:lnTo>
                <a:lnTo>
                  <a:pt x="423430" y="89217"/>
                </a:lnTo>
                <a:lnTo>
                  <a:pt x="422910" y="88696"/>
                </a:lnTo>
                <a:lnTo>
                  <a:pt x="422198" y="79273"/>
                </a:lnTo>
                <a:lnTo>
                  <a:pt x="421973" y="79048"/>
                </a:lnTo>
                <a:lnTo>
                  <a:pt x="421438" y="78752"/>
                </a:lnTo>
                <a:lnTo>
                  <a:pt x="421093" y="78562"/>
                </a:lnTo>
              </a:path>
              <a:path w="444207" h="656463">
                <a:moveTo>
                  <a:pt x="421614" y="78562"/>
                </a:moveTo>
                <a:lnTo>
                  <a:pt x="421762" y="78837"/>
                </a:lnTo>
                <a:lnTo>
                  <a:pt x="421973" y="79048"/>
                </a:lnTo>
                <a:lnTo>
                  <a:pt x="422191" y="79138"/>
                </a:lnTo>
                <a:lnTo>
                  <a:pt x="423214" y="79566"/>
                </a:lnTo>
                <a:lnTo>
                  <a:pt x="423684" y="79590"/>
                </a:lnTo>
                <a:lnTo>
                  <a:pt x="423534" y="79566"/>
                </a:lnTo>
                <a:lnTo>
                  <a:pt x="423109" y="79138"/>
                </a:lnTo>
                <a:lnTo>
                  <a:pt x="422135" y="79082"/>
                </a:lnTo>
                <a:lnTo>
                  <a:pt x="422359" y="79082"/>
                </a:lnTo>
                <a:lnTo>
                  <a:pt x="422442" y="78837"/>
                </a:lnTo>
                <a:lnTo>
                  <a:pt x="422535" y="78562"/>
                </a:lnTo>
              </a:path>
              <a:path w="444207" h="656463">
                <a:moveTo>
                  <a:pt x="423274" y="79590"/>
                </a:moveTo>
                <a:lnTo>
                  <a:pt x="423760" y="79794"/>
                </a:lnTo>
                <a:lnTo>
                  <a:pt x="424860" y="80111"/>
                </a:lnTo>
                <a:lnTo>
                  <a:pt x="430187" y="80111"/>
                </a:lnTo>
                <a:lnTo>
                  <a:pt x="430187" y="79794"/>
                </a:lnTo>
                <a:lnTo>
                  <a:pt x="430187" y="79590"/>
                </a:lnTo>
              </a:path>
              <a:path w="444207" h="656463">
                <a:moveTo>
                  <a:pt x="424860" y="80111"/>
                </a:moveTo>
              </a:path>
              <a:path w="444207" h="656463">
                <a:moveTo>
                  <a:pt x="424941" y="80111"/>
                </a:moveTo>
                <a:lnTo>
                  <a:pt x="430187" y="80111"/>
                </a:lnTo>
              </a:path>
              <a:path w="444207" h="656463">
                <a:moveTo>
                  <a:pt x="424860" y="80111"/>
                </a:moveTo>
                <a:lnTo>
                  <a:pt x="424860" y="80111"/>
                </a:lnTo>
                <a:lnTo>
                  <a:pt x="424941" y="80111"/>
                </a:lnTo>
              </a:path>
              <a:path w="444207" h="656463">
                <a:moveTo>
                  <a:pt x="424860" y="80111"/>
                </a:moveTo>
                <a:lnTo>
                  <a:pt x="425001" y="80302"/>
                </a:lnTo>
                <a:lnTo>
                  <a:pt x="425246" y="80632"/>
                </a:lnTo>
                <a:lnTo>
                  <a:pt x="426313" y="81343"/>
                </a:lnTo>
                <a:lnTo>
                  <a:pt x="427913" y="81343"/>
                </a:lnTo>
                <a:lnTo>
                  <a:pt x="426197" y="80632"/>
                </a:lnTo>
                <a:lnTo>
                  <a:pt x="425323" y="80302"/>
                </a:lnTo>
                <a:lnTo>
                  <a:pt x="424941" y="80111"/>
                </a:lnTo>
              </a:path>
              <a:path w="444207" h="656463">
                <a:moveTo>
                  <a:pt x="424941" y="80111"/>
                </a:moveTo>
                <a:lnTo>
                  <a:pt x="428104" y="80111"/>
                </a:lnTo>
                <a:lnTo>
                  <a:pt x="428244" y="80632"/>
                </a:lnTo>
                <a:lnTo>
                  <a:pt x="430060" y="80632"/>
                </a:lnTo>
                <a:lnTo>
                  <a:pt x="430187" y="80111"/>
                </a:lnTo>
              </a:path>
              <a:path w="444207" h="656463">
                <a:moveTo>
                  <a:pt x="428104" y="80632"/>
                </a:moveTo>
                <a:lnTo>
                  <a:pt x="428104" y="80632"/>
                </a:lnTo>
                <a:lnTo>
                  <a:pt x="428244" y="80632"/>
                </a:lnTo>
              </a:path>
              <a:path w="444207" h="656463">
                <a:moveTo>
                  <a:pt x="428104" y="80632"/>
                </a:moveTo>
                <a:lnTo>
                  <a:pt x="427913" y="81343"/>
                </a:lnTo>
                <a:lnTo>
                  <a:pt x="429886" y="81343"/>
                </a:lnTo>
                <a:lnTo>
                  <a:pt x="430060" y="80632"/>
                </a:lnTo>
              </a:path>
              <a:path w="444207" h="656463">
                <a:moveTo>
                  <a:pt x="426313" y="81343"/>
                </a:moveTo>
                <a:lnTo>
                  <a:pt x="426808" y="81673"/>
                </a:lnTo>
                <a:lnTo>
                  <a:pt x="429806" y="81673"/>
                </a:lnTo>
                <a:lnTo>
                  <a:pt x="429886" y="81343"/>
                </a:lnTo>
              </a:path>
              <a:path w="444207" h="656463">
                <a:moveTo>
                  <a:pt x="405999" y="86677"/>
                </a:moveTo>
                <a:lnTo>
                  <a:pt x="410654" y="88430"/>
                </a:lnTo>
                <a:lnTo>
                  <a:pt x="410629" y="86677"/>
                </a:lnTo>
              </a:path>
              <a:path w="444207" h="656463">
                <a:moveTo>
                  <a:pt x="410629" y="86677"/>
                </a:moveTo>
                <a:lnTo>
                  <a:pt x="413232" y="87198"/>
                </a:lnTo>
                <a:lnTo>
                  <a:pt x="414794" y="87718"/>
                </a:lnTo>
                <a:lnTo>
                  <a:pt x="416047" y="88239"/>
                </a:lnTo>
                <a:lnTo>
                  <a:pt x="418669" y="88239"/>
                </a:lnTo>
                <a:lnTo>
                  <a:pt x="418531" y="87718"/>
                </a:lnTo>
                <a:lnTo>
                  <a:pt x="418392" y="87198"/>
                </a:lnTo>
                <a:lnTo>
                  <a:pt x="418253" y="86677"/>
                </a:lnTo>
              </a:path>
              <a:path w="444207" h="656463">
                <a:moveTo>
                  <a:pt x="416047" y="88239"/>
                </a:moveTo>
                <a:lnTo>
                  <a:pt x="416153" y="88283"/>
                </a:lnTo>
                <a:lnTo>
                  <a:pt x="416344" y="88239"/>
                </a:lnTo>
              </a:path>
              <a:path w="444207" h="656463">
                <a:moveTo>
                  <a:pt x="416344" y="88239"/>
                </a:moveTo>
                <a:lnTo>
                  <a:pt x="418236" y="89023"/>
                </a:lnTo>
                <a:lnTo>
                  <a:pt x="418857" y="89281"/>
                </a:lnTo>
                <a:lnTo>
                  <a:pt x="419011" y="89345"/>
                </a:lnTo>
                <a:lnTo>
                  <a:pt x="419349" y="89450"/>
                </a:lnTo>
                <a:lnTo>
                  <a:pt x="419102" y="89345"/>
                </a:lnTo>
                <a:lnTo>
                  <a:pt x="418947" y="89281"/>
                </a:lnTo>
                <a:lnTo>
                  <a:pt x="418879" y="89023"/>
                </a:lnTo>
                <a:lnTo>
                  <a:pt x="418669" y="88239"/>
                </a:lnTo>
              </a:path>
              <a:path w="444207" h="656463">
                <a:moveTo>
                  <a:pt x="419116" y="89450"/>
                </a:moveTo>
                <a:lnTo>
                  <a:pt x="419265" y="89598"/>
                </a:lnTo>
                <a:lnTo>
                  <a:pt x="419265" y="89450"/>
                </a:lnTo>
              </a:path>
              <a:path w="444207" h="656463">
                <a:moveTo>
                  <a:pt x="419265" y="89450"/>
                </a:moveTo>
                <a:lnTo>
                  <a:pt x="419658" y="89992"/>
                </a:lnTo>
                <a:lnTo>
                  <a:pt x="419264" y="89992"/>
                </a:lnTo>
                <a:lnTo>
                  <a:pt x="420573" y="89992"/>
                </a:lnTo>
                <a:lnTo>
                  <a:pt x="419349" y="89450"/>
                </a:lnTo>
              </a:path>
              <a:path w="444207" h="656463">
                <a:moveTo>
                  <a:pt x="418236" y="89471"/>
                </a:moveTo>
                <a:lnTo>
                  <a:pt x="418236" y="89992"/>
                </a:lnTo>
                <a:lnTo>
                  <a:pt x="419264" y="89992"/>
                </a:lnTo>
                <a:lnTo>
                  <a:pt x="419011" y="89471"/>
                </a:lnTo>
              </a:path>
              <a:path w="444207" h="656463">
                <a:moveTo>
                  <a:pt x="418236" y="89992"/>
                </a:moveTo>
                <a:lnTo>
                  <a:pt x="418617" y="90512"/>
                </a:lnTo>
                <a:lnTo>
                  <a:pt x="421919" y="90512"/>
                </a:lnTo>
                <a:lnTo>
                  <a:pt x="420573" y="89992"/>
                </a:lnTo>
              </a:path>
              <a:path w="444207" h="656463">
                <a:moveTo>
                  <a:pt x="421614" y="90512"/>
                </a:moveTo>
                <a:lnTo>
                  <a:pt x="421919" y="90923"/>
                </a:lnTo>
                <a:lnTo>
                  <a:pt x="422500" y="91033"/>
                </a:lnTo>
                <a:lnTo>
                  <a:pt x="422655" y="91033"/>
                </a:lnTo>
                <a:lnTo>
                  <a:pt x="422910" y="91407"/>
                </a:lnTo>
                <a:lnTo>
                  <a:pt x="422910" y="91554"/>
                </a:lnTo>
                <a:lnTo>
                  <a:pt x="422910" y="91884"/>
                </a:lnTo>
                <a:lnTo>
                  <a:pt x="422910" y="92074"/>
                </a:lnTo>
                <a:lnTo>
                  <a:pt x="423285" y="92582"/>
                </a:lnTo>
                <a:lnTo>
                  <a:pt x="423430" y="92727"/>
                </a:lnTo>
                <a:lnTo>
                  <a:pt x="423430" y="93624"/>
                </a:lnTo>
                <a:lnTo>
                  <a:pt x="424332" y="93624"/>
                </a:lnTo>
                <a:lnTo>
                  <a:pt x="423556" y="92727"/>
                </a:lnTo>
                <a:lnTo>
                  <a:pt x="423430" y="92582"/>
                </a:lnTo>
                <a:lnTo>
                  <a:pt x="423290" y="92075"/>
                </a:lnTo>
                <a:lnTo>
                  <a:pt x="423100" y="91884"/>
                </a:lnTo>
                <a:lnTo>
                  <a:pt x="423267" y="91554"/>
                </a:lnTo>
                <a:lnTo>
                  <a:pt x="423166" y="91407"/>
                </a:lnTo>
                <a:lnTo>
                  <a:pt x="422910" y="91033"/>
                </a:lnTo>
                <a:lnTo>
                  <a:pt x="421920" y="90512"/>
                </a:lnTo>
              </a:path>
              <a:path w="444207" h="656463">
                <a:moveTo>
                  <a:pt x="423800" y="92582"/>
                </a:moveTo>
                <a:lnTo>
                  <a:pt x="423800" y="92583"/>
                </a:lnTo>
                <a:lnTo>
                  <a:pt x="425767" y="92583"/>
                </a:lnTo>
              </a:path>
              <a:path w="444207" h="656463">
                <a:moveTo>
                  <a:pt x="423800" y="92583"/>
                </a:moveTo>
                <a:lnTo>
                  <a:pt x="423871" y="92722"/>
                </a:lnTo>
                <a:lnTo>
                  <a:pt x="426021" y="92722"/>
                </a:lnTo>
                <a:lnTo>
                  <a:pt x="426021" y="92583"/>
                </a:lnTo>
              </a:path>
              <a:path w="444207" h="656463">
                <a:moveTo>
                  <a:pt x="423871" y="92722"/>
                </a:moveTo>
                <a:lnTo>
                  <a:pt x="424332" y="93624"/>
                </a:lnTo>
                <a:lnTo>
                  <a:pt x="424847" y="93624"/>
                </a:lnTo>
                <a:lnTo>
                  <a:pt x="423951" y="92722"/>
                </a:lnTo>
              </a:path>
              <a:path w="444207" h="656463">
                <a:moveTo>
                  <a:pt x="423951" y="92722"/>
                </a:moveTo>
                <a:lnTo>
                  <a:pt x="424314" y="93086"/>
                </a:lnTo>
                <a:lnTo>
                  <a:pt x="424852" y="93624"/>
                </a:lnTo>
                <a:lnTo>
                  <a:pt x="426021" y="93086"/>
                </a:lnTo>
                <a:lnTo>
                  <a:pt x="426021" y="92722"/>
                </a:lnTo>
              </a:path>
              <a:path w="444207" h="656463">
                <a:moveTo>
                  <a:pt x="426021" y="93624"/>
                </a:moveTo>
                <a:lnTo>
                  <a:pt x="425894" y="94665"/>
                </a:lnTo>
                <a:lnTo>
                  <a:pt x="426989" y="94665"/>
                </a:lnTo>
                <a:lnTo>
                  <a:pt x="427062" y="93624"/>
                </a:lnTo>
              </a:path>
              <a:path w="444207" h="656463">
                <a:moveTo>
                  <a:pt x="423430" y="93624"/>
                </a:moveTo>
                <a:lnTo>
                  <a:pt x="423430" y="95186"/>
                </a:lnTo>
                <a:lnTo>
                  <a:pt x="426021" y="95186"/>
                </a:lnTo>
                <a:lnTo>
                  <a:pt x="424847" y="93624"/>
                </a:lnTo>
              </a:path>
              <a:path w="444207" h="656463">
                <a:moveTo>
                  <a:pt x="425894" y="94665"/>
                </a:moveTo>
                <a:lnTo>
                  <a:pt x="425925" y="94792"/>
                </a:lnTo>
                <a:lnTo>
                  <a:pt x="426021" y="95186"/>
                </a:lnTo>
                <a:lnTo>
                  <a:pt x="426415" y="95186"/>
                </a:lnTo>
                <a:lnTo>
                  <a:pt x="426021" y="94792"/>
                </a:lnTo>
                <a:lnTo>
                  <a:pt x="426021" y="94665"/>
                </a:lnTo>
              </a:path>
              <a:path w="444207" h="656463">
                <a:moveTo>
                  <a:pt x="426021" y="94665"/>
                </a:moveTo>
                <a:lnTo>
                  <a:pt x="426989" y="94665"/>
                </a:lnTo>
                <a:lnTo>
                  <a:pt x="426989" y="94665"/>
                </a:lnTo>
              </a:path>
              <a:path w="444207" h="656463">
                <a:moveTo>
                  <a:pt x="423430" y="95186"/>
                </a:moveTo>
                <a:lnTo>
                  <a:pt x="423430" y="95707"/>
                </a:lnTo>
                <a:lnTo>
                  <a:pt x="424554" y="95707"/>
                </a:lnTo>
                <a:lnTo>
                  <a:pt x="426021" y="95707"/>
                </a:lnTo>
                <a:lnTo>
                  <a:pt x="426021" y="98831"/>
                </a:lnTo>
                <a:lnTo>
                  <a:pt x="427062" y="98831"/>
                </a:lnTo>
                <a:lnTo>
                  <a:pt x="426542" y="95707"/>
                </a:lnTo>
                <a:lnTo>
                  <a:pt x="426415" y="95186"/>
                </a:lnTo>
              </a:path>
              <a:path w="444207" h="656463">
                <a:moveTo>
                  <a:pt x="427583" y="96367"/>
                </a:moveTo>
                <a:lnTo>
                  <a:pt x="427583" y="97396"/>
                </a:lnTo>
                <a:lnTo>
                  <a:pt x="427840" y="97916"/>
                </a:lnTo>
                <a:lnTo>
                  <a:pt x="428104" y="98450"/>
                </a:lnTo>
                <a:lnTo>
                  <a:pt x="427062" y="98831"/>
                </a:lnTo>
                <a:lnTo>
                  <a:pt x="428487" y="98831"/>
                </a:lnTo>
                <a:lnTo>
                  <a:pt x="428327" y="98450"/>
                </a:lnTo>
                <a:lnTo>
                  <a:pt x="428104" y="97916"/>
                </a:lnTo>
                <a:lnTo>
                  <a:pt x="427929" y="97396"/>
                </a:lnTo>
              </a:path>
              <a:path w="444207" h="656463">
                <a:moveTo>
                  <a:pt x="426021" y="98831"/>
                </a:moveTo>
                <a:lnTo>
                  <a:pt x="426542" y="98831"/>
                </a:lnTo>
                <a:lnTo>
                  <a:pt x="426542" y="99339"/>
                </a:lnTo>
                <a:lnTo>
                  <a:pt x="428625" y="99339"/>
                </a:lnTo>
                <a:lnTo>
                  <a:pt x="428487" y="98831"/>
                </a:lnTo>
              </a:path>
              <a:path w="444207" h="656463">
                <a:moveTo>
                  <a:pt x="426542" y="99339"/>
                </a:moveTo>
                <a:lnTo>
                  <a:pt x="426542" y="99339"/>
                </a:lnTo>
                <a:lnTo>
                  <a:pt x="427062" y="99339"/>
                </a:lnTo>
              </a:path>
              <a:path w="444207" h="656463">
                <a:moveTo>
                  <a:pt x="427062" y="99339"/>
                </a:moveTo>
                <a:lnTo>
                  <a:pt x="428625" y="99479"/>
                </a:lnTo>
                <a:lnTo>
                  <a:pt x="428925" y="99999"/>
                </a:lnTo>
                <a:lnTo>
                  <a:pt x="429145" y="99999"/>
                </a:lnTo>
                <a:lnTo>
                  <a:pt x="428735" y="99479"/>
                </a:lnTo>
                <a:lnTo>
                  <a:pt x="428625" y="99339"/>
                </a:lnTo>
              </a:path>
              <a:path w="444207" h="656463">
                <a:moveTo>
                  <a:pt x="428998" y="99339"/>
                </a:moveTo>
                <a:lnTo>
                  <a:pt x="429031" y="99486"/>
                </a:lnTo>
                <a:lnTo>
                  <a:pt x="429145" y="99999"/>
                </a:lnTo>
                <a:lnTo>
                  <a:pt x="429364" y="99999"/>
                </a:lnTo>
                <a:lnTo>
                  <a:pt x="429145" y="99486"/>
                </a:lnTo>
              </a:path>
              <a:path w="444207" h="656463">
                <a:moveTo>
                  <a:pt x="428925" y="99999"/>
                </a:moveTo>
                <a:lnTo>
                  <a:pt x="429145" y="100380"/>
                </a:lnTo>
                <a:lnTo>
                  <a:pt x="429145" y="100520"/>
                </a:lnTo>
                <a:lnTo>
                  <a:pt x="429666" y="101041"/>
                </a:lnTo>
                <a:lnTo>
                  <a:pt x="430174" y="101549"/>
                </a:lnTo>
                <a:lnTo>
                  <a:pt x="430695" y="101549"/>
                </a:lnTo>
                <a:lnTo>
                  <a:pt x="430187" y="101041"/>
                </a:lnTo>
                <a:lnTo>
                  <a:pt x="429666" y="100520"/>
                </a:lnTo>
                <a:lnTo>
                  <a:pt x="429526" y="100380"/>
                </a:lnTo>
                <a:lnTo>
                  <a:pt x="429364" y="99999"/>
                </a:lnTo>
              </a:path>
              <a:path w="444207" h="656463">
                <a:moveTo>
                  <a:pt x="430695" y="101168"/>
                </a:moveTo>
                <a:lnTo>
                  <a:pt x="430695" y="101549"/>
                </a:lnTo>
                <a:lnTo>
                  <a:pt x="430854" y="101549"/>
                </a:lnTo>
              </a:path>
              <a:path w="444207" h="656463">
                <a:moveTo>
                  <a:pt x="430174" y="101549"/>
                </a:moveTo>
                <a:lnTo>
                  <a:pt x="430314" y="101688"/>
                </a:lnTo>
                <a:lnTo>
                  <a:pt x="430912" y="101688"/>
                </a:lnTo>
                <a:lnTo>
                  <a:pt x="430859" y="101561"/>
                </a:lnTo>
              </a:path>
              <a:path w="444207" h="656463">
                <a:moveTo>
                  <a:pt x="430314" y="101688"/>
                </a:moveTo>
                <a:lnTo>
                  <a:pt x="430694" y="102069"/>
                </a:lnTo>
                <a:lnTo>
                  <a:pt x="430695" y="101688"/>
                </a:lnTo>
              </a:path>
              <a:path w="444207" h="656463">
                <a:moveTo>
                  <a:pt x="430695" y="101688"/>
                </a:moveTo>
                <a:lnTo>
                  <a:pt x="430695" y="101688"/>
                </a:lnTo>
                <a:lnTo>
                  <a:pt x="430695" y="104152"/>
                </a:lnTo>
                <a:lnTo>
                  <a:pt x="431900" y="104152"/>
                </a:lnTo>
                <a:lnTo>
                  <a:pt x="431714" y="103609"/>
                </a:lnTo>
                <a:lnTo>
                  <a:pt x="431216" y="103111"/>
                </a:lnTo>
                <a:lnTo>
                  <a:pt x="431215" y="102590"/>
                </a:lnTo>
                <a:lnTo>
                  <a:pt x="431215" y="102415"/>
                </a:lnTo>
                <a:lnTo>
                  <a:pt x="430912" y="101688"/>
                </a:lnTo>
              </a:path>
              <a:path w="444207" h="656463">
                <a:moveTo>
                  <a:pt x="430695" y="104152"/>
                </a:moveTo>
                <a:lnTo>
                  <a:pt x="430695" y="107454"/>
                </a:lnTo>
                <a:lnTo>
                  <a:pt x="430695" y="108178"/>
                </a:lnTo>
                <a:lnTo>
                  <a:pt x="431215" y="107454"/>
                </a:lnTo>
                <a:lnTo>
                  <a:pt x="431215" y="104152"/>
                </a:lnTo>
              </a:path>
              <a:path w="444207" h="656463">
                <a:moveTo>
                  <a:pt x="431215" y="104152"/>
                </a:moveTo>
                <a:lnTo>
                  <a:pt x="431499" y="105194"/>
                </a:lnTo>
                <a:lnTo>
                  <a:pt x="432257" y="107973"/>
                </a:lnTo>
                <a:lnTo>
                  <a:pt x="432257" y="108178"/>
                </a:lnTo>
                <a:lnTo>
                  <a:pt x="432667" y="108178"/>
                </a:lnTo>
                <a:lnTo>
                  <a:pt x="432639" y="107973"/>
                </a:lnTo>
                <a:lnTo>
                  <a:pt x="432257" y="105194"/>
                </a:lnTo>
                <a:lnTo>
                  <a:pt x="431900" y="104152"/>
                </a:lnTo>
              </a:path>
              <a:path w="444207" h="656463">
                <a:moveTo>
                  <a:pt x="421868" y="609946"/>
                </a:moveTo>
                <a:lnTo>
                  <a:pt x="421868" y="608577"/>
                </a:lnTo>
                <a:lnTo>
                  <a:pt x="420509" y="608838"/>
                </a:lnTo>
                <a:lnTo>
                  <a:pt x="420447" y="609168"/>
                </a:lnTo>
                <a:lnTo>
                  <a:pt x="421614" y="609688"/>
                </a:lnTo>
                <a:lnTo>
                  <a:pt x="421093" y="610209"/>
                </a:lnTo>
                <a:lnTo>
                  <a:pt x="417969" y="612292"/>
                </a:lnTo>
                <a:lnTo>
                  <a:pt x="417715" y="612292"/>
                </a:lnTo>
                <a:lnTo>
                  <a:pt x="417715" y="613587"/>
                </a:lnTo>
                <a:lnTo>
                  <a:pt x="417715" y="614108"/>
                </a:lnTo>
                <a:lnTo>
                  <a:pt x="421868" y="609946"/>
                </a:lnTo>
                <a:close/>
              </a:path>
              <a:path w="444207" h="656463">
                <a:moveTo>
                  <a:pt x="420447" y="609168"/>
                </a:moveTo>
                <a:lnTo>
                  <a:pt x="420509" y="608838"/>
                </a:lnTo>
                <a:lnTo>
                  <a:pt x="420179" y="609168"/>
                </a:lnTo>
                <a:lnTo>
                  <a:pt x="419989" y="609358"/>
                </a:lnTo>
                <a:lnTo>
                  <a:pt x="421614" y="609688"/>
                </a:lnTo>
                <a:lnTo>
                  <a:pt x="420447" y="609168"/>
                </a:lnTo>
                <a:close/>
              </a:path>
              <a:path w="444207" h="656463">
                <a:moveTo>
                  <a:pt x="421868" y="607479"/>
                </a:moveTo>
                <a:lnTo>
                  <a:pt x="421868" y="608126"/>
                </a:lnTo>
                <a:lnTo>
                  <a:pt x="421741" y="607606"/>
                </a:lnTo>
                <a:lnTo>
                  <a:pt x="421741" y="710247"/>
                </a:lnTo>
                <a:lnTo>
                  <a:pt x="421868" y="607479"/>
                </a:lnTo>
                <a:close/>
              </a:path>
              <a:path w="444207" h="656463">
                <a:moveTo>
                  <a:pt x="422910" y="92074"/>
                </a:moveTo>
                <a:lnTo>
                  <a:pt x="422910" y="91554"/>
                </a:lnTo>
                <a:lnTo>
                  <a:pt x="422250" y="91554"/>
                </a:lnTo>
                <a:lnTo>
                  <a:pt x="422059" y="91363"/>
                </a:lnTo>
                <a:lnTo>
                  <a:pt x="422001" y="91033"/>
                </a:lnTo>
                <a:lnTo>
                  <a:pt x="421614" y="90512"/>
                </a:lnTo>
                <a:lnTo>
                  <a:pt x="419264" y="90512"/>
                </a:lnTo>
                <a:lnTo>
                  <a:pt x="420700" y="91033"/>
                </a:lnTo>
                <a:lnTo>
                  <a:pt x="421538" y="90843"/>
                </a:lnTo>
                <a:lnTo>
                  <a:pt x="421728" y="91033"/>
                </a:lnTo>
                <a:lnTo>
                  <a:pt x="421220" y="91554"/>
                </a:lnTo>
                <a:lnTo>
                  <a:pt x="422774" y="92074"/>
                </a:lnTo>
                <a:lnTo>
                  <a:pt x="422909" y="92209"/>
                </a:lnTo>
                <a:lnTo>
                  <a:pt x="422910" y="92074"/>
                </a:lnTo>
                <a:close/>
              </a:path>
              <a:path w="444207" h="656463">
                <a:moveTo>
                  <a:pt x="422910" y="90256"/>
                </a:moveTo>
                <a:lnTo>
                  <a:pt x="419265" y="86603"/>
                </a:lnTo>
                <a:lnTo>
                  <a:pt x="419265" y="87642"/>
                </a:lnTo>
                <a:lnTo>
                  <a:pt x="422135" y="90512"/>
                </a:lnTo>
                <a:lnTo>
                  <a:pt x="422910" y="90256"/>
                </a:lnTo>
                <a:close/>
              </a:path>
              <a:path w="444207" h="656463">
                <a:moveTo>
                  <a:pt x="423176" y="91033"/>
                </a:moveTo>
                <a:lnTo>
                  <a:pt x="422910" y="90923"/>
                </a:lnTo>
                <a:lnTo>
                  <a:pt x="423267" y="91554"/>
                </a:lnTo>
                <a:lnTo>
                  <a:pt x="423176" y="91033"/>
                </a:lnTo>
                <a:close/>
              </a:path>
              <a:path w="444207" h="656463">
                <a:moveTo>
                  <a:pt x="421728" y="91033"/>
                </a:moveTo>
                <a:lnTo>
                  <a:pt x="421538" y="90843"/>
                </a:lnTo>
                <a:lnTo>
                  <a:pt x="420700" y="91033"/>
                </a:lnTo>
                <a:lnTo>
                  <a:pt x="419264" y="90512"/>
                </a:lnTo>
                <a:lnTo>
                  <a:pt x="419265" y="91033"/>
                </a:lnTo>
                <a:lnTo>
                  <a:pt x="421220" y="91554"/>
                </a:lnTo>
                <a:lnTo>
                  <a:pt x="421728" y="91033"/>
                </a:lnTo>
                <a:close/>
              </a:path>
              <a:path w="444207" h="656463">
                <a:moveTo>
                  <a:pt x="428371" y="603453"/>
                </a:moveTo>
                <a:lnTo>
                  <a:pt x="423430" y="608393"/>
                </a:lnTo>
                <a:lnTo>
                  <a:pt x="429002" y="608393"/>
                </a:lnTo>
              </a:path>
              <a:path w="444207" h="656463">
                <a:moveTo>
                  <a:pt x="424472" y="604354"/>
                </a:moveTo>
                <a:lnTo>
                  <a:pt x="423430" y="605396"/>
                </a:lnTo>
                <a:lnTo>
                  <a:pt x="423826" y="605396"/>
                </a:lnTo>
                <a:lnTo>
                  <a:pt x="424472" y="604354"/>
                </a:lnTo>
              </a:path>
              <a:path w="444207" h="656463">
                <a:moveTo>
                  <a:pt x="423430" y="605396"/>
                </a:moveTo>
                <a:lnTo>
                  <a:pt x="422389" y="606437"/>
                </a:lnTo>
                <a:lnTo>
                  <a:pt x="422389" y="606767"/>
                </a:lnTo>
                <a:lnTo>
                  <a:pt x="422389" y="607606"/>
                </a:lnTo>
                <a:lnTo>
                  <a:pt x="422389" y="608126"/>
                </a:lnTo>
                <a:lnTo>
                  <a:pt x="422389" y="608290"/>
                </a:lnTo>
                <a:lnTo>
                  <a:pt x="422307" y="608699"/>
                </a:lnTo>
                <a:lnTo>
                  <a:pt x="422194" y="609168"/>
                </a:lnTo>
                <a:lnTo>
                  <a:pt x="422645" y="609168"/>
                </a:lnTo>
                <a:lnTo>
                  <a:pt x="422389" y="609168"/>
                </a:lnTo>
                <a:lnTo>
                  <a:pt x="422389" y="608699"/>
                </a:lnTo>
                <a:lnTo>
                  <a:pt x="422529" y="608360"/>
                </a:lnTo>
                <a:lnTo>
                  <a:pt x="422626" y="608126"/>
                </a:lnTo>
                <a:lnTo>
                  <a:pt x="422842" y="607606"/>
                </a:lnTo>
                <a:lnTo>
                  <a:pt x="422579" y="606767"/>
                </a:lnTo>
                <a:lnTo>
                  <a:pt x="422784" y="606437"/>
                </a:lnTo>
                <a:lnTo>
                  <a:pt x="423430" y="605396"/>
                </a:lnTo>
              </a:path>
              <a:path w="444207" h="656463">
                <a:moveTo>
                  <a:pt x="423430" y="605396"/>
                </a:moveTo>
                <a:lnTo>
                  <a:pt x="423621" y="605726"/>
                </a:lnTo>
                <a:lnTo>
                  <a:pt x="423826" y="605396"/>
                </a:lnTo>
              </a:path>
              <a:path w="444207" h="656463">
                <a:moveTo>
                  <a:pt x="423430" y="608381"/>
                </a:moveTo>
                <a:lnTo>
                  <a:pt x="423418" y="608393"/>
                </a:lnTo>
                <a:lnTo>
                  <a:pt x="423430" y="608393"/>
                </a:lnTo>
              </a:path>
              <a:path w="444207" h="656463">
                <a:moveTo>
                  <a:pt x="423430" y="608393"/>
                </a:moveTo>
              </a:path>
              <a:path w="444207" h="656463">
                <a:moveTo>
                  <a:pt x="423430" y="608393"/>
                </a:moveTo>
                <a:lnTo>
                  <a:pt x="422655" y="609168"/>
                </a:lnTo>
                <a:lnTo>
                  <a:pt x="429101" y="609168"/>
                </a:lnTo>
                <a:lnTo>
                  <a:pt x="429002" y="608393"/>
                </a:lnTo>
              </a:path>
              <a:path w="444207" h="656463">
                <a:moveTo>
                  <a:pt x="423418" y="608393"/>
                </a:moveTo>
                <a:lnTo>
                  <a:pt x="422645" y="609168"/>
                </a:lnTo>
                <a:lnTo>
                  <a:pt x="423430" y="608393"/>
                </a:lnTo>
              </a:path>
              <a:path w="444207" h="656463">
                <a:moveTo>
                  <a:pt x="422645" y="609168"/>
                </a:moveTo>
                <a:lnTo>
                  <a:pt x="429101" y="609168"/>
                </a:lnTo>
              </a:path>
              <a:path w="444207" h="656463">
                <a:moveTo>
                  <a:pt x="422194" y="609168"/>
                </a:moveTo>
                <a:lnTo>
                  <a:pt x="422084" y="609434"/>
                </a:lnTo>
                <a:lnTo>
                  <a:pt x="429135" y="609434"/>
                </a:lnTo>
                <a:lnTo>
                  <a:pt x="429101" y="609168"/>
                </a:lnTo>
              </a:path>
              <a:path w="444207" h="656463">
                <a:moveTo>
                  <a:pt x="422084" y="609434"/>
                </a:moveTo>
                <a:lnTo>
                  <a:pt x="421874" y="609940"/>
                </a:lnTo>
                <a:lnTo>
                  <a:pt x="422389" y="609434"/>
                </a:lnTo>
              </a:path>
              <a:path w="444207" h="656463">
                <a:moveTo>
                  <a:pt x="422389" y="609434"/>
                </a:moveTo>
                <a:lnTo>
                  <a:pt x="425501" y="613587"/>
                </a:lnTo>
                <a:lnTo>
                  <a:pt x="427062" y="615670"/>
                </a:lnTo>
                <a:lnTo>
                  <a:pt x="429666" y="613587"/>
                </a:lnTo>
                <a:lnTo>
                  <a:pt x="429135" y="609434"/>
                </a:lnTo>
              </a:path>
              <a:path w="444207" h="656463">
                <a:moveTo>
                  <a:pt x="422389" y="606437"/>
                </a:moveTo>
                <a:lnTo>
                  <a:pt x="422059" y="607288"/>
                </a:lnTo>
                <a:lnTo>
                  <a:pt x="422389" y="607606"/>
                </a:lnTo>
                <a:lnTo>
                  <a:pt x="422389" y="606437"/>
                </a:lnTo>
                <a:close/>
              </a:path>
              <a:path w="444207" h="656463">
                <a:moveTo>
                  <a:pt x="422910" y="91407"/>
                </a:moveTo>
                <a:lnTo>
                  <a:pt x="422655" y="91033"/>
                </a:lnTo>
                <a:lnTo>
                  <a:pt x="422001" y="91033"/>
                </a:lnTo>
                <a:lnTo>
                  <a:pt x="422059" y="91363"/>
                </a:lnTo>
                <a:lnTo>
                  <a:pt x="422250" y="91554"/>
                </a:lnTo>
                <a:lnTo>
                  <a:pt x="422910" y="91554"/>
                </a:lnTo>
                <a:lnTo>
                  <a:pt x="422910" y="91407"/>
                </a:lnTo>
                <a:close/>
              </a:path>
              <a:path w="444207" h="656463">
                <a:moveTo>
                  <a:pt x="422008" y="623201"/>
                </a:moveTo>
                <a:lnTo>
                  <a:pt x="423055" y="622160"/>
                </a:lnTo>
                <a:lnTo>
                  <a:pt x="422719" y="621969"/>
                </a:lnTo>
                <a:lnTo>
                  <a:pt x="422528" y="622160"/>
                </a:lnTo>
                <a:lnTo>
                  <a:pt x="421487" y="623201"/>
                </a:lnTo>
                <a:lnTo>
                  <a:pt x="422008" y="623201"/>
                </a:lnTo>
                <a:close/>
              </a:path>
              <a:path w="444207" h="656463">
                <a:moveTo>
                  <a:pt x="428891" y="614362"/>
                </a:moveTo>
                <a:lnTo>
                  <a:pt x="428625" y="614629"/>
                </a:lnTo>
                <a:lnTo>
                  <a:pt x="428891" y="614362"/>
                </a:lnTo>
                <a:close/>
              </a:path>
              <a:path w="444207" h="656463">
                <a:moveTo>
                  <a:pt x="429666" y="614042"/>
                </a:moveTo>
                <a:lnTo>
                  <a:pt x="432748" y="612770"/>
                </a:lnTo>
                <a:lnTo>
                  <a:pt x="433819" y="610176"/>
                </a:lnTo>
                <a:lnTo>
                  <a:pt x="434340" y="610385"/>
                </a:lnTo>
                <a:lnTo>
                  <a:pt x="434670" y="610539"/>
                </a:lnTo>
                <a:lnTo>
                  <a:pt x="435190" y="610019"/>
                </a:lnTo>
                <a:lnTo>
                  <a:pt x="435381" y="608811"/>
                </a:lnTo>
                <a:lnTo>
                  <a:pt x="435381" y="607872"/>
                </a:lnTo>
                <a:lnTo>
                  <a:pt x="434340" y="608914"/>
                </a:lnTo>
                <a:lnTo>
                  <a:pt x="433819" y="609434"/>
                </a:lnTo>
                <a:lnTo>
                  <a:pt x="432257" y="591756"/>
                </a:lnTo>
                <a:lnTo>
                  <a:pt x="438238" y="585787"/>
                </a:lnTo>
                <a:lnTo>
                  <a:pt x="432968" y="588568"/>
                </a:lnTo>
                <a:lnTo>
                  <a:pt x="432257" y="589280"/>
                </a:lnTo>
                <a:lnTo>
                  <a:pt x="431215" y="585787"/>
                </a:lnTo>
                <a:lnTo>
                  <a:pt x="431215" y="590321"/>
                </a:lnTo>
                <a:lnTo>
                  <a:pt x="430695" y="590842"/>
                </a:lnTo>
                <a:lnTo>
                  <a:pt x="430695" y="591896"/>
                </a:lnTo>
                <a:lnTo>
                  <a:pt x="430187" y="592404"/>
                </a:lnTo>
                <a:lnTo>
                  <a:pt x="430205" y="594468"/>
                </a:lnTo>
                <a:lnTo>
                  <a:pt x="430695" y="593494"/>
                </a:lnTo>
                <a:lnTo>
                  <a:pt x="430822" y="593242"/>
                </a:lnTo>
                <a:lnTo>
                  <a:pt x="431215" y="591375"/>
                </a:lnTo>
                <a:lnTo>
                  <a:pt x="432222" y="590368"/>
                </a:lnTo>
                <a:lnTo>
                  <a:pt x="432460" y="590130"/>
                </a:lnTo>
                <a:lnTo>
                  <a:pt x="432257" y="590617"/>
                </a:lnTo>
                <a:lnTo>
                  <a:pt x="431419" y="593255"/>
                </a:lnTo>
                <a:lnTo>
                  <a:pt x="430968" y="593706"/>
                </a:lnTo>
                <a:lnTo>
                  <a:pt x="430695" y="594360"/>
                </a:lnTo>
                <a:lnTo>
                  <a:pt x="430898" y="594283"/>
                </a:lnTo>
                <a:lnTo>
                  <a:pt x="430322" y="595900"/>
                </a:lnTo>
                <a:lnTo>
                  <a:pt x="429666" y="597484"/>
                </a:lnTo>
                <a:lnTo>
                  <a:pt x="428625" y="599554"/>
                </a:lnTo>
                <a:lnTo>
                  <a:pt x="428625" y="600075"/>
                </a:lnTo>
                <a:lnTo>
                  <a:pt x="430377" y="595845"/>
                </a:lnTo>
                <a:lnTo>
                  <a:pt x="429399" y="602411"/>
                </a:lnTo>
                <a:lnTo>
                  <a:pt x="428360" y="603453"/>
                </a:lnTo>
                <a:lnTo>
                  <a:pt x="423684" y="608126"/>
                </a:lnTo>
                <a:lnTo>
                  <a:pt x="423430" y="608126"/>
                </a:lnTo>
                <a:lnTo>
                  <a:pt x="423430" y="607928"/>
                </a:lnTo>
                <a:lnTo>
                  <a:pt x="424205" y="607606"/>
                </a:lnTo>
                <a:lnTo>
                  <a:pt x="423621" y="605726"/>
                </a:lnTo>
                <a:lnTo>
                  <a:pt x="423430" y="605396"/>
                </a:lnTo>
                <a:lnTo>
                  <a:pt x="422579" y="606767"/>
                </a:lnTo>
                <a:lnTo>
                  <a:pt x="422842" y="607606"/>
                </a:lnTo>
                <a:lnTo>
                  <a:pt x="423100" y="606247"/>
                </a:lnTo>
                <a:lnTo>
                  <a:pt x="423430" y="605916"/>
                </a:lnTo>
                <a:lnTo>
                  <a:pt x="423430" y="607606"/>
                </a:lnTo>
                <a:lnTo>
                  <a:pt x="422952" y="608126"/>
                </a:lnTo>
                <a:lnTo>
                  <a:pt x="423430" y="608381"/>
                </a:lnTo>
                <a:lnTo>
                  <a:pt x="428371" y="603453"/>
                </a:lnTo>
                <a:lnTo>
                  <a:pt x="429666" y="613587"/>
                </a:lnTo>
                <a:lnTo>
                  <a:pt x="428891" y="614362"/>
                </a:lnTo>
                <a:lnTo>
                  <a:pt x="429666" y="614042"/>
                </a:lnTo>
                <a:close/>
              </a:path>
              <a:path w="444207" h="656463">
                <a:moveTo>
                  <a:pt x="423430" y="608381"/>
                </a:moveTo>
                <a:lnTo>
                  <a:pt x="422952" y="608126"/>
                </a:lnTo>
                <a:lnTo>
                  <a:pt x="423430" y="607606"/>
                </a:lnTo>
                <a:lnTo>
                  <a:pt x="423430" y="605916"/>
                </a:lnTo>
                <a:lnTo>
                  <a:pt x="423100" y="606247"/>
                </a:lnTo>
                <a:lnTo>
                  <a:pt x="422842" y="607606"/>
                </a:lnTo>
                <a:lnTo>
                  <a:pt x="422626" y="608126"/>
                </a:lnTo>
                <a:lnTo>
                  <a:pt x="422558" y="608290"/>
                </a:lnTo>
                <a:lnTo>
                  <a:pt x="422389" y="608699"/>
                </a:lnTo>
                <a:lnTo>
                  <a:pt x="422389" y="609168"/>
                </a:lnTo>
                <a:lnTo>
                  <a:pt x="422645" y="609168"/>
                </a:lnTo>
                <a:lnTo>
                  <a:pt x="423430" y="608381"/>
                </a:lnTo>
                <a:close/>
              </a:path>
              <a:path w="444207" h="656463">
                <a:moveTo>
                  <a:pt x="424102" y="621118"/>
                </a:moveTo>
                <a:lnTo>
                  <a:pt x="424802" y="620420"/>
                </a:lnTo>
                <a:lnTo>
                  <a:pt x="425653" y="620077"/>
                </a:lnTo>
                <a:lnTo>
                  <a:pt x="424648" y="620077"/>
                </a:lnTo>
                <a:lnTo>
                  <a:pt x="423104" y="621118"/>
                </a:lnTo>
                <a:lnTo>
                  <a:pt x="422780" y="621639"/>
                </a:lnTo>
                <a:lnTo>
                  <a:pt x="424091" y="621639"/>
                </a:lnTo>
                <a:lnTo>
                  <a:pt x="424102" y="621118"/>
                </a:lnTo>
                <a:close/>
              </a:path>
              <a:path w="444207" h="656463">
                <a:moveTo>
                  <a:pt x="425640" y="79082"/>
                </a:moveTo>
                <a:lnTo>
                  <a:pt x="428104" y="78562"/>
                </a:lnTo>
                <a:lnTo>
                  <a:pt x="423583" y="78562"/>
                </a:lnTo>
                <a:lnTo>
                  <a:pt x="423049" y="78028"/>
                </a:lnTo>
                <a:lnTo>
                  <a:pt x="422005" y="78028"/>
                </a:lnTo>
                <a:lnTo>
                  <a:pt x="422535" y="78562"/>
                </a:lnTo>
                <a:lnTo>
                  <a:pt x="422359" y="79082"/>
                </a:lnTo>
                <a:lnTo>
                  <a:pt x="423053" y="79082"/>
                </a:lnTo>
                <a:lnTo>
                  <a:pt x="423534" y="79566"/>
                </a:lnTo>
                <a:lnTo>
                  <a:pt x="423684" y="79590"/>
                </a:lnTo>
                <a:lnTo>
                  <a:pt x="424611" y="79590"/>
                </a:lnTo>
                <a:lnTo>
                  <a:pt x="425640" y="79082"/>
                </a:lnTo>
                <a:close/>
              </a:path>
              <a:path w="444207" h="656463">
                <a:moveTo>
                  <a:pt x="422780" y="621639"/>
                </a:moveTo>
                <a:lnTo>
                  <a:pt x="423104" y="621118"/>
                </a:lnTo>
                <a:lnTo>
                  <a:pt x="424648" y="620077"/>
                </a:lnTo>
                <a:lnTo>
                  <a:pt x="424438" y="619556"/>
                </a:lnTo>
                <a:lnTo>
                  <a:pt x="423176" y="620077"/>
                </a:lnTo>
                <a:lnTo>
                  <a:pt x="422135" y="621118"/>
                </a:lnTo>
                <a:lnTo>
                  <a:pt x="421838" y="621639"/>
                </a:lnTo>
                <a:lnTo>
                  <a:pt x="421523" y="622160"/>
                </a:lnTo>
                <a:lnTo>
                  <a:pt x="422780" y="621639"/>
                </a:lnTo>
                <a:close/>
              </a:path>
              <a:path w="444207" h="656463">
                <a:moveTo>
                  <a:pt x="423800" y="92582"/>
                </a:moveTo>
                <a:lnTo>
                  <a:pt x="423951" y="92582"/>
                </a:lnTo>
                <a:lnTo>
                  <a:pt x="423951" y="92234"/>
                </a:lnTo>
                <a:lnTo>
                  <a:pt x="423621" y="92405"/>
                </a:lnTo>
                <a:lnTo>
                  <a:pt x="423430" y="92214"/>
                </a:lnTo>
                <a:lnTo>
                  <a:pt x="423430" y="92074"/>
                </a:lnTo>
                <a:lnTo>
                  <a:pt x="423563" y="92074"/>
                </a:lnTo>
                <a:lnTo>
                  <a:pt x="423430" y="91621"/>
                </a:lnTo>
                <a:lnTo>
                  <a:pt x="423430" y="92020"/>
                </a:lnTo>
                <a:lnTo>
                  <a:pt x="423290" y="92075"/>
                </a:lnTo>
                <a:lnTo>
                  <a:pt x="423430" y="92582"/>
                </a:lnTo>
                <a:lnTo>
                  <a:pt x="424332" y="93624"/>
                </a:lnTo>
                <a:lnTo>
                  <a:pt x="423800" y="92582"/>
                </a:lnTo>
                <a:close/>
              </a:path>
              <a:path w="444207" h="656463">
                <a:moveTo>
                  <a:pt x="428360" y="603453"/>
                </a:moveTo>
                <a:lnTo>
                  <a:pt x="424472" y="606831"/>
                </a:lnTo>
                <a:lnTo>
                  <a:pt x="424472" y="604354"/>
                </a:lnTo>
                <a:lnTo>
                  <a:pt x="423621" y="605726"/>
                </a:lnTo>
                <a:lnTo>
                  <a:pt x="424205" y="607606"/>
                </a:lnTo>
                <a:lnTo>
                  <a:pt x="423430" y="607928"/>
                </a:lnTo>
                <a:lnTo>
                  <a:pt x="423430" y="608126"/>
                </a:lnTo>
                <a:lnTo>
                  <a:pt x="423684" y="608126"/>
                </a:lnTo>
                <a:lnTo>
                  <a:pt x="428360" y="603453"/>
                </a:lnTo>
                <a:close/>
              </a:path>
              <a:path w="444207" h="656463">
                <a:moveTo>
                  <a:pt x="432003" y="86868"/>
                </a:moveTo>
                <a:lnTo>
                  <a:pt x="431215" y="85572"/>
                </a:lnTo>
                <a:lnTo>
                  <a:pt x="430187" y="84533"/>
                </a:lnTo>
                <a:lnTo>
                  <a:pt x="430186" y="83467"/>
                </a:lnTo>
                <a:lnTo>
                  <a:pt x="430883" y="83756"/>
                </a:lnTo>
                <a:lnTo>
                  <a:pt x="431038" y="83426"/>
                </a:lnTo>
                <a:lnTo>
                  <a:pt x="431215" y="83235"/>
                </a:lnTo>
                <a:lnTo>
                  <a:pt x="431888" y="83756"/>
                </a:lnTo>
                <a:lnTo>
                  <a:pt x="434860" y="83756"/>
                </a:lnTo>
                <a:lnTo>
                  <a:pt x="435000" y="86868"/>
                </a:lnTo>
                <a:lnTo>
                  <a:pt x="435190" y="87058"/>
                </a:lnTo>
                <a:lnTo>
                  <a:pt x="435381" y="87388"/>
                </a:lnTo>
                <a:lnTo>
                  <a:pt x="435902" y="88430"/>
                </a:lnTo>
                <a:lnTo>
                  <a:pt x="435901" y="87770"/>
                </a:lnTo>
                <a:lnTo>
                  <a:pt x="436557" y="88430"/>
                </a:lnTo>
                <a:lnTo>
                  <a:pt x="438492" y="88430"/>
                </a:lnTo>
                <a:lnTo>
                  <a:pt x="439013" y="91929"/>
                </a:lnTo>
                <a:lnTo>
                  <a:pt x="439534" y="92970"/>
                </a:lnTo>
                <a:lnTo>
                  <a:pt x="440055" y="94018"/>
                </a:lnTo>
                <a:lnTo>
                  <a:pt x="440575" y="95046"/>
                </a:lnTo>
                <a:lnTo>
                  <a:pt x="441096" y="96095"/>
                </a:lnTo>
                <a:lnTo>
                  <a:pt x="441096" y="98044"/>
                </a:lnTo>
                <a:lnTo>
                  <a:pt x="440575" y="96609"/>
                </a:lnTo>
                <a:lnTo>
                  <a:pt x="440575" y="96227"/>
                </a:lnTo>
                <a:lnTo>
                  <a:pt x="441096" y="96227"/>
                </a:lnTo>
                <a:lnTo>
                  <a:pt x="440575" y="95571"/>
                </a:lnTo>
                <a:lnTo>
                  <a:pt x="440433" y="96227"/>
                </a:lnTo>
                <a:lnTo>
                  <a:pt x="440449" y="96483"/>
                </a:lnTo>
                <a:lnTo>
                  <a:pt x="440575" y="96787"/>
                </a:lnTo>
                <a:lnTo>
                  <a:pt x="441557" y="99267"/>
                </a:lnTo>
                <a:lnTo>
                  <a:pt x="441617" y="99085"/>
                </a:lnTo>
                <a:lnTo>
                  <a:pt x="441616" y="97657"/>
                </a:lnTo>
                <a:lnTo>
                  <a:pt x="441228" y="96227"/>
                </a:lnTo>
                <a:lnTo>
                  <a:pt x="441096" y="95567"/>
                </a:lnTo>
                <a:lnTo>
                  <a:pt x="440575" y="94538"/>
                </a:lnTo>
                <a:lnTo>
                  <a:pt x="440055" y="93494"/>
                </a:lnTo>
                <a:lnTo>
                  <a:pt x="439534" y="92453"/>
                </a:lnTo>
                <a:lnTo>
                  <a:pt x="439013" y="88430"/>
                </a:lnTo>
                <a:lnTo>
                  <a:pt x="438492" y="87388"/>
                </a:lnTo>
                <a:lnTo>
                  <a:pt x="435902" y="87388"/>
                </a:lnTo>
                <a:lnTo>
                  <a:pt x="435711" y="87579"/>
                </a:lnTo>
                <a:lnTo>
                  <a:pt x="435521" y="87388"/>
                </a:lnTo>
                <a:lnTo>
                  <a:pt x="435381" y="87248"/>
                </a:lnTo>
                <a:lnTo>
                  <a:pt x="435381" y="83756"/>
                </a:lnTo>
                <a:lnTo>
                  <a:pt x="434860" y="83235"/>
                </a:lnTo>
                <a:lnTo>
                  <a:pt x="431368" y="83235"/>
                </a:lnTo>
                <a:lnTo>
                  <a:pt x="434860" y="82715"/>
                </a:lnTo>
                <a:lnTo>
                  <a:pt x="431215" y="82715"/>
                </a:lnTo>
                <a:lnTo>
                  <a:pt x="431215" y="83083"/>
                </a:lnTo>
                <a:lnTo>
                  <a:pt x="430847" y="83235"/>
                </a:lnTo>
                <a:lnTo>
                  <a:pt x="430187" y="83235"/>
                </a:lnTo>
                <a:lnTo>
                  <a:pt x="430187" y="82715"/>
                </a:lnTo>
                <a:lnTo>
                  <a:pt x="430847" y="82715"/>
                </a:lnTo>
                <a:lnTo>
                  <a:pt x="430187" y="82054"/>
                </a:lnTo>
                <a:lnTo>
                  <a:pt x="430187" y="82575"/>
                </a:lnTo>
                <a:lnTo>
                  <a:pt x="429321" y="82715"/>
                </a:lnTo>
                <a:lnTo>
                  <a:pt x="429627" y="83235"/>
                </a:lnTo>
                <a:lnTo>
                  <a:pt x="429411" y="83756"/>
                </a:lnTo>
                <a:lnTo>
                  <a:pt x="430187" y="84543"/>
                </a:lnTo>
                <a:lnTo>
                  <a:pt x="431215" y="86614"/>
                </a:lnTo>
                <a:lnTo>
                  <a:pt x="430187" y="85583"/>
                </a:lnTo>
                <a:lnTo>
                  <a:pt x="428104" y="83495"/>
                </a:lnTo>
                <a:lnTo>
                  <a:pt x="425246" y="80632"/>
                </a:lnTo>
                <a:lnTo>
                  <a:pt x="424860" y="80111"/>
                </a:lnTo>
                <a:lnTo>
                  <a:pt x="423760" y="79794"/>
                </a:lnTo>
                <a:lnTo>
                  <a:pt x="422191" y="79138"/>
                </a:lnTo>
                <a:lnTo>
                  <a:pt x="421973" y="79048"/>
                </a:lnTo>
                <a:lnTo>
                  <a:pt x="422198" y="79273"/>
                </a:lnTo>
                <a:lnTo>
                  <a:pt x="422910" y="88696"/>
                </a:lnTo>
                <a:lnTo>
                  <a:pt x="428104" y="85051"/>
                </a:lnTo>
                <a:lnTo>
                  <a:pt x="424205" y="80111"/>
                </a:lnTo>
                <a:lnTo>
                  <a:pt x="424726" y="80111"/>
                </a:lnTo>
                <a:lnTo>
                  <a:pt x="428104" y="84010"/>
                </a:lnTo>
                <a:lnTo>
                  <a:pt x="430187" y="86093"/>
                </a:lnTo>
                <a:lnTo>
                  <a:pt x="433044" y="99339"/>
                </a:lnTo>
                <a:lnTo>
                  <a:pt x="432003" y="86868"/>
                </a:lnTo>
                <a:close/>
              </a:path>
              <a:path w="444207" h="656463">
                <a:moveTo>
                  <a:pt x="431341" y="102715"/>
                </a:moveTo>
                <a:lnTo>
                  <a:pt x="431215" y="102303"/>
                </a:lnTo>
                <a:lnTo>
                  <a:pt x="430418" y="100380"/>
                </a:lnTo>
                <a:lnTo>
                  <a:pt x="430240" y="100380"/>
                </a:lnTo>
                <a:lnTo>
                  <a:pt x="430187" y="100252"/>
                </a:lnTo>
                <a:lnTo>
                  <a:pt x="429898" y="99339"/>
                </a:lnTo>
                <a:lnTo>
                  <a:pt x="429856" y="99669"/>
                </a:lnTo>
                <a:lnTo>
                  <a:pt x="429666" y="99339"/>
                </a:lnTo>
                <a:lnTo>
                  <a:pt x="429666" y="99211"/>
                </a:lnTo>
                <a:lnTo>
                  <a:pt x="429596" y="98831"/>
                </a:lnTo>
                <a:lnTo>
                  <a:pt x="429145" y="97523"/>
                </a:lnTo>
                <a:lnTo>
                  <a:pt x="432012" y="98831"/>
                </a:lnTo>
                <a:lnTo>
                  <a:pt x="432523" y="98831"/>
                </a:lnTo>
                <a:lnTo>
                  <a:pt x="433044" y="99339"/>
                </a:lnTo>
                <a:lnTo>
                  <a:pt x="430187" y="86093"/>
                </a:lnTo>
                <a:lnTo>
                  <a:pt x="428104" y="84010"/>
                </a:lnTo>
                <a:lnTo>
                  <a:pt x="424726" y="80111"/>
                </a:lnTo>
                <a:lnTo>
                  <a:pt x="424205" y="80111"/>
                </a:lnTo>
                <a:lnTo>
                  <a:pt x="428104" y="85051"/>
                </a:lnTo>
                <a:lnTo>
                  <a:pt x="422910" y="88696"/>
                </a:lnTo>
                <a:lnTo>
                  <a:pt x="423430" y="89217"/>
                </a:lnTo>
                <a:lnTo>
                  <a:pt x="423951" y="89738"/>
                </a:lnTo>
                <a:lnTo>
                  <a:pt x="428891" y="94665"/>
                </a:lnTo>
                <a:lnTo>
                  <a:pt x="429920" y="95707"/>
                </a:lnTo>
                <a:lnTo>
                  <a:pt x="429404" y="95707"/>
                </a:lnTo>
                <a:lnTo>
                  <a:pt x="428993" y="95298"/>
                </a:lnTo>
                <a:lnTo>
                  <a:pt x="429399" y="95707"/>
                </a:lnTo>
                <a:lnTo>
                  <a:pt x="428881" y="95707"/>
                </a:lnTo>
                <a:lnTo>
                  <a:pt x="429145" y="97747"/>
                </a:lnTo>
                <a:lnTo>
                  <a:pt x="429508" y="98831"/>
                </a:lnTo>
                <a:lnTo>
                  <a:pt x="429526" y="99339"/>
                </a:lnTo>
                <a:lnTo>
                  <a:pt x="429666" y="99479"/>
                </a:lnTo>
                <a:lnTo>
                  <a:pt x="430045" y="100380"/>
                </a:lnTo>
                <a:lnTo>
                  <a:pt x="430187" y="100380"/>
                </a:lnTo>
                <a:lnTo>
                  <a:pt x="430377" y="100711"/>
                </a:lnTo>
                <a:lnTo>
                  <a:pt x="430695" y="101262"/>
                </a:lnTo>
                <a:lnTo>
                  <a:pt x="431215" y="102415"/>
                </a:lnTo>
                <a:lnTo>
                  <a:pt x="431215" y="102730"/>
                </a:lnTo>
                <a:lnTo>
                  <a:pt x="431215" y="102590"/>
                </a:lnTo>
                <a:lnTo>
                  <a:pt x="431216" y="103111"/>
                </a:lnTo>
                <a:lnTo>
                  <a:pt x="431714" y="103609"/>
                </a:lnTo>
                <a:lnTo>
                  <a:pt x="431341" y="102715"/>
                </a:lnTo>
                <a:close/>
              </a:path>
              <a:path w="444207" h="656463">
                <a:moveTo>
                  <a:pt x="428882" y="95186"/>
                </a:moveTo>
                <a:lnTo>
                  <a:pt x="428360" y="94665"/>
                </a:lnTo>
                <a:lnTo>
                  <a:pt x="427317" y="93624"/>
                </a:lnTo>
                <a:lnTo>
                  <a:pt x="428358" y="94665"/>
                </a:lnTo>
                <a:lnTo>
                  <a:pt x="428993" y="95298"/>
                </a:lnTo>
                <a:close/>
              </a:path>
              <a:path w="444207" h="656463">
                <a:moveTo>
                  <a:pt x="428104" y="80111"/>
                </a:moveTo>
                <a:lnTo>
                  <a:pt x="426675" y="80111"/>
                </a:lnTo>
                <a:lnTo>
                  <a:pt x="425268" y="80246"/>
                </a:lnTo>
                <a:lnTo>
                  <a:pt x="424941" y="80111"/>
                </a:lnTo>
                <a:lnTo>
                  <a:pt x="425323" y="80302"/>
                </a:lnTo>
                <a:lnTo>
                  <a:pt x="426197" y="80632"/>
                </a:lnTo>
                <a:lnTo>
                  <a:pt x="428244" y="80632"/>
                </a:lnTo>
                <a:lnTo>
                  <a:pt x="428104" y="80111"/>
                </a:lnTo>
                <a:close/>
              </a:path>
              <a:path w="444207" h="656463">
                <a:moveTo>
                  <a:pt x="428104" y="78562"/>
                </a:moveTo>
                <a:lnTo>
                  <a:pt x="425640" y="79082"/>
                </a:lnTo>
                <a:lnTo>
                  <a:pt x="424611" y="79590"/>
                </a:lnTo>
                <a:lnTo>
                  <a:pt x="426151" y="79590"/>
                </a:lnTo>
                <a:lnTo>
                  <a:pt x="428104" y="79590"/>
                </a:lnTo>
                <a:lnTo>
                  <a:pt x="428104" y="78562"/>
                </a:lnTo>
                <a:close/>
              </a:path>
              <a:path w="444207" h="656463">
                <a:moveTo>
                  <a:pt x="425904" y="619556"/>
                </a:moveTo>
                <a:lnTo>
                  <a:pt x="426681" y="619556"/>
                </a:lnTo>
                <a:lnTo>
                  <a:pt x="426885" y="618858"/>
                </a:lnTo>
                <a:lnTo>
                  <a:pt x="427039" y="618483"/>
                </a:lnTo>
                <a:lnTo>
                  <a:pt x="424438" y="619556"/>
                </a:lnTo>
                <a:lnTo>
                  <a:pt x="425904" y="619556"/>
                </a:lnTo>
                <a:close/>
              </a:path>
              <a:path w="444207" h="656463">
                <a:moveTo>
                  <a:pt x="426675" y="80111"/>
                </a:moveTo>
                <a:lnTo>
                  <a:pt x="424941" y="80111"/>
                </a:lnTo>
                <a:lnTo>
                  <a:pt x="425268" y="80246"/>
                </a:lnTo>
                <a:lnTo>
                  <a:pt x="426675" y="80111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230467" y="2675813"/>
            <a:ext cx="473811" cy="54361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230465" y="2675826"/>
            <a:ext cx="473814" cy="543603"/>
          </a:xfrm>
          <a:custGeom>
            <a:avLst/>
            <a:gdLst/>
            <a:ahLst/>
            <a:cxnLst/>
            <a:rect l="l" t="t" r="r" b="b"/>
            <a:pathLst>
              <a:path w="473814" h="543603">
                <a:moveTo>
                  <a:pt x="383417" y="506704"/>
                </a:moveTo>
                <a:lnTo>
                  <a:pt x="178712" y="543603"/>
                </a:lnTo>
                <a:lnTo>
                  <a:pt x="93508" y="515011"/>
                </a:lnTo>
                <a:lnTo>
                  <a:pt x="93508" y="503071"/>
                </a:lnTo>
                <a:lnTo>
                  <a:pt x="161570" y="490077"/>
                </a:lnTo>
                <a:lnTo>
                  <a:pt x="161570" y="463568"/>
                </a:lnTo>
                <a:lnTo>
                  <a:pt x="18183" y="489035"/>
                </a:lnTo>
                <a:lnTo>
                  <a:pt x="0" y="481757"/>
                </a:lnTo>
                <a:lnTo>
                  <a:pt x="0" y="80555"/>
                </a:lnTo>
                <a:lnTo>
                  <a:pt x="455110" y="0"/>
                </a:lnTo>
                <a:lnTo>
                  <a:pt x="473814" y="7278"/>
                </a:lnTo>
                <a:lnTo>
                  <a:pt x="473814" y="407439"/>
                </a:lnTo>
                <a:lnTo>
                  <a:pt x="280550" y="442254"/>
                </a:lnTo>
                <a:lnTo>
                  <a:pt x="280550" y="468763"/>
                </a:lnTo>
                <a:lnTo>
                  <a:pt x="297172" y="465131"/>
                </a:lnTo>
                <a:lnTo>
                  <a:pt x="383417" y="495793"/>
                </a:lnTo>
                <a:lnTo>
                  <a:pt x="383417" y="506704"/>
                </a:lnTo>
                <a:close/>
              </a:path>
            </a:pathLst>
          </a:custGeom>
          <a:ln w="519">
            <a:solidFill>
              <a:srgbClr val="7F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322949" y="3175774"/>
            <a:ext cx="85204" cy="44691"/>
          </a:xfrm>
          <a:custGeom>
            <a:avLst/>
            <a:gdLst/>
            <a:ahLst/>
            <a:cxnLst/>
            <a:rect l="l" t="t" r="r" b="b"/>
            <a:pathLst>
              <a:path w="85204" h="44691">
                <a:moveTo>
                  <a:pt x="85204" y="44691"/>
                </a:moveTo>
                <a:lnTo>
                  <a:pt x="85204" y="32219"/>
                </a:lnTo>
                <a:lnTo>
                  <a:pt x="0" y="0"/>
                </a:lnTo>
                <a:lnTo>
                  <a:pt x="0" y="12979"/>
                </a:lnTo>
                <a:lnTo>
                  <a:pt x="85204" y="44691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409182" y="3171609"/>
            <a:ext cx="203136" cy="46774"/>
          </a:xfrm>
          <a:custGeom>
            <a:avLst/>
            <a:gdLst/>
            <a:ahLst/>
            <a:cxnLst/>
            <a:rect l="l" t="t" r="r" b="b"/>
            <a:pathLst>
              <a:path w="203136" h="46774">
                <a:moveTo>
                  <a:pt x="203136" y="9359"/>
                </a:moveTo>
                <a:lnTo>
                  <a:pt x="203136" y="0"/>
                </a:lnTo>
                <a:lnTo>
                  <a:pt x="0" y="36385"/>
                </a:lnTo>
                <a:lnTo>
                  <a:pt x="0" y="46774"/>
                </a:lnTo>
                <a:lnTo>
                  <a:pt x="203136" y="935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391529" y="3127959"/>
            <a:ext cx="24930" cy="50926"/>
          </a:xfrm>
          <a:custGeom>
            <a:avLst/>
            <a:gdLst/>
            <a:ahLst/>
            <a:cxnLst/>
            <a:rect l="l" t="t" r="r" b="b"/>
            <a:pathLst>
              <a:path w="24930" h="50926">
                <a:moveTo>
                  <a:pt x="24930" y="50926"/>
                </a:moveTo>
                <a:lnTo>
                  <a:pt x="24930" y="6235"/>
                </a:lnTo>
                <a:lnTo>
                  <a:pt x="0" y="0"/>
                </a:lnTo>
                <a:lnTo>
                  <a:pt x="0" y="44170"/>
                </a:lnTo>
                <a:lnTo>
                  <a:pt x="24930" y="50926"/>
                </a:lnTo>
                <a:close/>
              </a:path>
            </a:pathLst>
          </a:custGeom>
          <a:solidFill>
            <a:srgbClr val="8EA3B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230467" y="2756890"/>
            <a:ext cx="24930" cy="406920"/>
          </a:xfrm>
          <a:custGeom>
            <a:avLst/>
            <a:gdLst/>
            <a:ahLst/>
            <a:cxnLst/>
            <a:rect l="l" t="t" r="r" b="b"/>
            <a:pathLst>
              <a:path w="24930" h="406920">
                <a:moveTo>
                  <a:pt x="24930" y="406920"/>
                </a:moveTo>
                <a:lnTo>
                  <a:pt x="24930" y="9867"/>
                </a:lnTo>
                <a:lnTo>
                  <a:pt x="0" y="0"/>
                </a:lnTo>
                <a:lnTo>
                  <a:pt x="0" y="397052"/>
                </a:lnTo>
                <a:lnTo>
                  <a:pt x="24930" y="40692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249174" y="2686202"/>
            <a:ext cx="456145" cy="476046"/>
          </a:xfrm>
          <a:custGeom>
            <a:avLst/>
            <a:gdLst/>
            <a:ahLst/>
            <a:cxnLst/>
            <a:rect l="l" t="t" r="r" b="b"/>
            <a:pathLst>
              <a:path w="456145" h="476046">
                <a:moveTo>
                  <a:pt x="456145" y="394982"/>
                </a:moveTo>
                <a:lnTo>
                  <a:pt x="456145" y="0"/>
                </a:lnTo>
                <a:lnTo>
                  <a:pt x="0" y="80556"/>
                </a:lnTo>
                <a:lnTo>
                  <a:pt x="0" y="476046"/>
                </a:lnTo>
                <a:lnTo>
                  <a:pt x="456145" y="394982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246317" y="2682798"/>
            <a:ext cx="461860" cy="482866"/>
          </a:xfrm>
          <a:custGeom>
            <a:avLst/>
            <a:gdLst/>
            <a:ahLst/>
            <a:cxnLst/>
            <a:rect l="l" t="t" r="r" b="b"/>
            <a:pathLst>
              <a:path w="461860" h="482866">
                <a:moveTo>
                  <a:pt x="2349" y="476643"/>
                </a:moveTo>
                <a:lnTo>
                  <a:pt x="3352" y="86779"/>
                </a:lnTo>
                <a:lnTo>
                  <a:pt x="5714" y="83959"/>
                </a:lnTo>
                <a:lnTo>
                  <a:pt x="456145" y="3403"/>
                </a:lnTo>
                <a:lnTo>
                  <a:pt x="461860" y="0"/>
                </a:lnTo>
                <a:lnTo>
                  <a:pt x="0" y="81572"/>
                </a:lnTo>
                <a:lnTo>
                  <a:pt x="2349" y="476643"/>
                </a:lnTo>
                <a:close/>
              </a:path>
              <a:path w="461860" h="482866">
                <a:moveTo>
                  <a:pt x="461860" y="400786"/>
                </a:moveTo>
                <a:lnTo>
                  <a:pt x="461860" y="0"/>
                </a:lnTo>
                <a:lnTo>
                  <a:pt x="456145" y="3403"/>
                </a:lnTo>
                <a:lnTo>
                  <a:pt x="5714" y="83959"/>
                </a:lnTo>
                <a:lnTo>
                  <a:pt x="3352" y="86779"/>
                </a:lnTo>
                <a:lnTo>
                  <a:pt x="2349" y="476643"/>
                </a:lnTo>
                <a:lnTo>
                  <a:pt x="0" y="81572"/>
                </a:lnTo>
                <a:lnTo>
                  <a:pt x="0" y="482866"/>
                </a:lnTo>
                <a:lnTo>
                  <a:pt x="461860" y="400786"/>
                </a:lnTo>
                <a:lnTo>
                  <a:pt x="5714" y="479450"/>
                </a:lnTo>
                <a:lnTo>
                  <a:pt x="5714" y="86361"/>
                </a:lnTo>
                <a:lnTo>
                  <a:pt x="456146" y="6815"/>
                </a:lnTo>
                <a:lnTo>
                  <a:pt x="459498" y="6222"/>
                </a:lnTo>
                <a:lnTo>
                  <a:pt x="458508" y="395566"/>
                </a:lnTo>
                <a:lnTo>
                  <a:pt x="456145" y="398386"/>
                </a:lnTo>
                <a:lnTo>
                  <a:pt x="461860" y="400786"/>
                </a:lnTo>
                <a:close/>
              </a:path>
              <a:path w="461860" h="482866">
                <a:moveTo>
                  <a:pt x="459498" y="6222"/>
                </a:moveTo>
                <a:lnTo>
                  <a:pt x="456146" y="6815"/>
                </a:lnTo>
                <a:lnTo>
                  <a:pt x="456145" y="395986"/>
                </a:lnTo>
                <a:lnTo>
                  <a:pt x="5715" y="476045"/>
                </a:lnTo>
                <a:lnTo>
                  <a:pt x="5714" y="479450"/>
                </a:lnTo>
                <a:lnTo>
                  <a:pt x="461860" y="400786"/>
                </a:lnTo>
                <a:lnTo>
                  <a:pt x="456145" y="398386"/>
                </a:lnTo>
                <a:lnTo>
                  <a:pt x="458508" y="395566"/>
                </a:lnTo>
                <a:lnTo>
                  <a:pt x="459498" y="6222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294894" y="2730906"/>
            <a:ext cx="373024" cy="383539"/>
          </a:xfrm>
          <a:custGeom>
            <a:avLst/>
            <a:gdLst/>
            <a:ahLst/>
            <a:cxnLst/>
            <a:rect l="l" t="t" r="r" b="b"/>
            <a:pathLst>
              <a:path w="373024" h="383539">
                <a:moveTo>
                  <a:pt x="373024" y="317017"/>
                </a:moveTo>
                <a:lnTo>
                  <a:pt x="373024" y="0"/>
                </a:lnTo>
                <a:lnTo>
                  <a:pt x="0" y="66001"/>
                </a:lnTo>
                <a:lnTo>
                  <a:pt x="0" y="383539"/>
                </a:lnTo>
                <a:lnTo>
                  <a:pt x="373024" y="317017"/>
                </a:lnTo>
                <a:close/>
              </a:path>
            </a:pathLst>
          </a:custGeom>
          <a:solidFill>
            <a:srgbClr val="1B3D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478803" y="3093656"/>
            <a:ext cx="24930" cy="24942"/>
          </a:xfrm>
          <a:custGeom>
            <a:avLst/>
            <a:gdLst/>
            <a:ahLst/>
            <a:cxnLst/>
            <a:rect l="l" t="t" r="r" b="b"/>
            <a:pathLst>
              <a:path w="24930" h="24942">
                <a:moveTo>
                  <a:pt x="0" y="14554"/>
                </a:moveTo>
                <a:lnTo>
                  <a:pt x="1041" y="18707"/>
                </a:lnTo>
                <a:lnTo>
                  <a:pt x="3644" y="22339"/>
                </a:lnTo>
                <a:lnTo>
                  <a:pt x="7277" y="24942"/>
                </a:lnTo>
                <a:lnTo>
                  <a:pt x="12471" y="24942"/>
                </a:lnTo>
                <a:lnTo>
                  <a:pt x="17144" y="22339"/>
                </a:lnTo>
                <a:lnTo>
                  <a:pt x="20777" y="19748"/>
                </a:lnTo>
                <a:lnTo>
                  <a:pt x="24930" y="16103"/>
                </a:lnTo>
                <a:lnTo>
                  <a:pt x="24930" y="6235"/>
                </a:lnTo>
                <a:lnTo>
                  <a:pt x="20777" y="2082"/>
                </a:lnTo>
                <a:lnTo>
                  <a:pt x="17144" y="0"/>
                </a:lnTo>
                <a:lnTo>
                  <a:pt x="12471" y="0"/>
                </a:lnTo>
                <a:lnTo>
                  <a:pt x="7277" y="2082"/>
                </a:lnTo>
                <a:lnTo>
                  <a:pt x="3644" y="6235"/>
                </a:lnTo>
                <a:lnTo>
                  <a:pt x="1041" y="9867"/>
                </a:lnTo>
                <a:lnTo>
                  <a:pt x="0" y="14554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412306" y="3115487"/>
            <a:ext cx="96634" cy="63398"/>
          </a:xfrm>
          <a:custGeom>
            <a:avLst/>
            <a:gdLst/>
            <a:ahLst/>
            <a:cxnLst/>
            <a:rect l="l" t="t" r="r" b="b"/>
            <a:pathLst>
              <a:path w="96634" h="63398">
                <a:moveTo>
                  <a:pt x="96634" y="45719"/>
                </a:moveTo>
                <a:lnTo>
                  <a:pt x="96634" y="0"/>
                </a:lnTo>
                <a:lnTo>
                  <a:pt x="0" y="18186"/>
                </a:lnTo>
                <a:lnTo>
                  <a:pt x="0" y="63398"/>
                </a:lnTo>
                <a:lnTo>
                  <a:pt x="96634" y="45719"/>
                </a:lnTo>
                <a:close/>
              </a:path>
            </a:pathLst>
          </a:custGeom>
          <a:solidFill>
            <a:srgbClr val="E8EC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224485" y="2669641"/>
            <a:ext cx="485762" cy="555929"/>
          </a:xfrm>
          <a:custGeom>
            <a:avLst/>
            <a:gdLst/>
            <a:ahLst/>
            <a:cxnLst/>
            <a:rect l="l" t="t" r="r" b="b"/>
            <a:pathLst>
              <a:path w="485762" h="555929">
                <a:moveTo>
                  <a:pt x="302806" y="477523"/>
                </a:moveTo>
                <a:lnTo>
                  <a:pt x="293535" y="474941"/>
                </a:lnTo>
                <a:lnTo>
                  <a:pt x="286207" y="469125"/>
                </a:lnTo>
                <a:lnTo>
                  <a:pt x="281584" y="443445"/>
                </a:lnTo>
                <a:lnTo>
                  <a:pt x="281584" y="482473"/>
                </a:lnTo>
                <a:lnTo>
                  <a:pt x="302806" y="477523"/>
                </a:lnTo>
                <a:close/>
              </a:path>
              <a:path w="485762" h="555929">
                <a:moveTo>
                  <a:pt x="395363" y="497751"/>
                </a:moveTo>
                <a:lnTo>
                  <a:pt x="303491" y="465086"/>
                </a:lnTo>
                <a:lnTo>
                  <a:pt x="293535" y="467413"/>
                </a:lnTo>
                <a:lnTo>
                  <a:pt x="301155" y="476935"/>
                </a:lnTo>
                <a:lnTo>
                  <a:pt x="304507" y="477126"/>
                </a:lnTo>
                <a:lnTo>
                  <a:pt x="383413" y="501967"/>
                </a:lnTo>
                <a:lnTo>
                  <a:pt x="387124" y="507215"/>
                </a:lnTo>
                <a:lnTo>
                  <a:pt x="388340" y="506996"/>
                </a:lnTo>
                <a:lnTo>
                  <a:pt x="395363" y="517880"/>
                </a:lnTo>
                <a:lnTo>
                  <a:pt x="395363" y="497751"/>
                </a:lnTo>
                <a:close/>
              </a:path>
              <a:path w="485762" h="555929">
                <a:moveTo>
                  <a:pt x="105460" y="521195"/>
                </a:moveTo>
                <a:lnTo>
                  <a:pt x="101396" y="515531"/>
                </a:lnTo>
                <a:lnTo>
                  <a:pt x="100660" y="515112"/>
                </a:lnTo>
                <a:lnTo>
                  <a:pt x="93510" y="504342"/>
                </a:lnTo>
                <a:lnTo>
                  <a:pt x="93510" y="525500"/>
                </a:lnTo>
                <a:lnTo>
                  <a:pt x="105460" y="521195"/>
                </a:lnTo>
                <a:close/>
              </a:path>
              <a:path w="485762" h="555929">
                <a:moveTo>
                  <a:pt x="293535" y="453429"/>
                </a:moveTo>
                <a:lnTo>
                  <a:pt x="485762" y="418604"/>
                </a:lnTo>
                <a:lnTo>
                  <a:pt x="473811" y="413626"/>
                </a:lnTo>
                <a:lnTo>
                  <a:pt x="293535" y="448437"/>
                </a:lnTo>
                <a:lnTo>
                  <a:pt x="288632" y="454317"/>
                </a:lnTo>
                <a:lnTo>
                  <a:pt x="293535" y="467413"/>
                </a:lnTo>
                <a:lnTo>
                  <a:pt x="293535" y="453429"/>
                </a:lnTo>
                <a:close/>
              </a:path>
              <a:path w="485762" h="555929">
                <a:moveTo>
                  <a:pt x="478726" y="407733"/>
                </a:moveTo>
                <a:lnTo>
                  <a:pt x="485762" y="9359"/>
                </a:lnTo>
                <a:lnTo>
                  <a:pt x="462127" y="12052"/>
                </a:lnTo>
                <a:lnTo>
                  <a:pt x="473811" y="13449"/>
                </a:lnTo>
                <a:lnTo>
                  <a:pt x="477621" y="19024"/>
                </a:lnTo>
                <a:lnTo>
                  <a:pt x="473811" y="17541"/>
                </a:lnTo>
                <a:lnTo>
                  <a:pt x="473811" y="408623"/>
                </a:lnTo>
                <a:lnTo>
                  <a:pt x="478726" y="407733"/>
                </a:lnTo>
                <a:close/>
              </a:path>
              <a:path w="485762" h="555929">
                <a:moveTo>
                  <a:pt x="11950" y="482207"/>
                </a:moveTo>
                <a:lnTo>
                  <a:pt x="11950" y="91736"/>
                </a:lnTo>
                <a:lnTo>
                  <a:pt x="7023" y="92608"/>
                </a:lnTo>
                <a:lnTo>
                  <a:pt x="11950" y="86728"/>
                </a:lnTo>
                <a:lnTo>
                  <a:pt x="458927" y="11747"/>
                </a:lnTo>
                <a:lnTo>
                  <a:pt x="460465" y="12346"/>
                </a:lnTo>
                <a:lnTo>
                  <a:pt x="473811" y="17541"/>
                </a:lnTo>
                <a:lnTo>
                  <a:pt x="477621" y="19024"/>
                </a:lnTo>
                <a:lnTo>
                  <a:pt x="473811" y="13449"/>
                </a:lnTo>
                <a:lnTo>
                  <a:pt x="462127" y="12052"/>
                </a:lnTo>
                <a:lnTo>
                  <a:pt x="485762" y="9359"/>
                </a:lnTo>
                <a:lnTo>
                  <a:pt x="461695" y="0"/>
                </a:lnTo>
                <a:lnTo>
                  <a:pt x="266" y="81677"/>
                </a:lnTo>
                <a:lnTo>
                  <a:pt x="266" y="93933"/>
                </a:lnTo>
                <a:lnTo>
                  <a:pt x="8712" y="480542"/>
                </a:lnTo>
                <a:lnTo>
                  <a:pt x="11950" y="485851"/>
                </a:lnTo>
                <a:lnTo>
                  <a:pt x="11950" y="482207"/>
                </a:lnTo>
                <a:close/>
              </a:path>
              <a:path w="485762" h="555929">
                <a:moveTo>
                  <a:pt x="11950" y="91736"/>
                </a:moveTo>
                <a:lnTo>
                  <a:pt x="460465" y="12346"/>
                </a:lnTo>
                <a:lnTo>
                  <a:pt x="458927" y="11747"/>
                </a:lnTo>
                <a:lnTo>
                  <a:pt x="11950" y="86728"/>
                </a:lnTo>
                <a:lnTo>
                  <a:pt x="7023" y="92608"/>
                </a:lnTo>
                <a:lnTo>
                  <a:pt x="11950" y="91736"/>
                </a:lnTo>
                <a:close/>
              </a:path>
              <a:path w="485762" h="555929">
                <a:moveTo>
                  <a:pt x="170929" y="501154"/>
                </a:moveTo>
                <a:lnTo>
                  <a:pt x="158978" y="496252"/>
                </a:lnTo>
                <a:lnTo>
                  <a:pt x="163791" y="490385"/>
                </a:lnTo>
                <a:lnTo>
                  <a:pt x="166001" y="476148"/>
                </a:lnTo>
                <a:lnTo>
                  <a:pt x="170929" y="463130"/>
                </a:lnTo>
                <a:lnTo>
                  <a:pt x="25104" y="488967"/>
                </a:lnTo>
                <a:lnTo>
                  <a:pt x="11950" y="482207"/>
                </a:lnTo>
                <a:lnTo>
                  <a:pt x="11950" y="485851"/>
                </a:lnTo>
                <a:lnTo>
                  <a:pt x="8712" y="480542"/>
                </a:lnTo>
                <a:lnTo>
                  <a:pt x="266" y="93933"/>
                </a:lnTo>
                <a:lnTo>
                  <a:pt x="266" y="489645"/>
                </a:lnTo>
                <a:lnTo>
                  <a:pt x="23215" y="501446"/>
                </a:lnTo>
                <a:lnTo>
                  <a:pt x="23126" y="489318"/>
                </a:lnTo>
                <a:lnTo>
                  <a:pt x="26898" y="489889"/>
                </a:lnTo>
                <a:lnTo>
                  <a:pt x="158978" y="470268"/>
                </a:lnTo>
                <a:lnTo>
                  <a:pt x="158978" y="491340"/>
                </a:lnTo>
                <a:lnTo>
                  <a:pt x="105460" y="509244"/>
                </a:lnTo>
                <a:lnTo>
                  <a:pt x="105460" y="514158"/>
                </a:lnTo>
                <a:lnTo>
                  <a:pt x="170929" y="501154"/>
                </a:lnTo>
                <a:close/>
              </a:path>
              <a:path w="485762" h="555929">
                <a:moveTo>
                  <a:pt x="395363" y="517880"/>
                </a:moveTo>
                <a:lnTo>
                  <a:pt x="388340" y="506996"/>
                </a:lnTo>
                <a:lnTo>
                  <a:pt x="387124" y="507215"/>
                </a:lnTo>
                <a:lnTo>
                  <a:pt x="383413" y="501967"/>
                </a:lnTo>
                <a:lnTo>
                  <a:pt x="304507" y="477126"/>
                </a:lnTo>
                <a:lnTo>
                  <a:pt x="301155" y="476935"/>
                </a:lnTo>
                <a:lnTo>
                  <a:pt x="293535" y="467413"/>
                </a:lnTo>
                <a:lnTo>
                  <a:pt x="288632" y="454317"/>
                </a:lnTo>
                <a:lnTo>
                  <a:pt x="293535" y="448437"/>
                </a:lnTo>
                <a:lnTo>
                  <a:pt x="473811" y="413626"/>
                </a:lnTo>
                <a:lnTo>
                  <a:pt x="485762" y="418604"/>
                </a:lnTo>
                <a:lnTo>
                  <a:pt x="485762" y="9359"/>
                </a:lnTo>
                <a:lnTo>
                  <a:pt x="478726" y="407733"/>
                </a:lnTo>
                <a:lnTo>
                  <a:pt x="473811" y="408623"/>
                </a:lnTo>
                <a:lnTo>
                  <a:pt x="281584" y="443445"/>
                </a:lnTo>
                <a:lnTo>
                  <a:pt x="286207" y="469125"/>
                </a:lnTo>
                <a:lnTo>
                  <a:pt x="293535" y="474941"/>
                </a:lnTo>
                <a:lnTo>
                  <a:pt x="302806" y="477523"/>
                </a:lnTo>
                <a:lnTo>
                  <a:pt x="383413" y="506188"/>
                </a:lnTo>
                <a:lnTo>
                  <a:pt x="386579" y="507314"/>
                </a:lnTo>
                <a:lnTo>
                  <a:pt x="387400" y="507606"/>
                </a:lnTo>
                <a:lnTo>
                  <a:pt x="383413" y="512876"/>
                </a:lnTo>
                <a:lnTo>
                  <a:pt x="186601" y="544118"/>
                </a:lnTo>
                <a:lnTo>
                  <a:pt x="183642" y="543890"/>
                </a:lnTo>
                <a:lnTo>
                  <a:pt x="185123" y="543623"/>
                </a:lnTo>
                <a:lnTo>
                  <a:pt x="105460" y="516894"/>
                </a:lnTo>
                <a:lnTo>
                  <a:pt x="105460" y="509244"/>
                </a:lnTo>
                <a:lnTo>
                  <a:pt x="158978" y="491340"/>
                </a:lnTo>
                <a:lnTo>
                  <a:pt x="93510" y="504342"/>
                </a:lnTo>
                <a:lnTo>
                  <a:pt x="100660" y="515112"/>
                </a:lnTo>
                <a:lnTo>
                  <a:pt x="101396" y="515531"/>
                </a:lnTo>
                <a:lnTo>
                  <a:pt x="105460" y="521195"/>
                </a:lnTo>
                <a:lnTo>
                  <a:pt x="93510" y="525500"/>
                </a:lnTo>
                <a:lnTo>
                  <a:pt x="184251" y="555929"/>
                </a:lnTo>
                <a:lnTo>
                  <a:pt x="395363" y="517880"/>
                </a:lnTo>
                <a:close/>
              </a:path>
              <a:path w="485762" h="555929">
                <a:moveTo>
                  <a:pt x="170929" y="463130"/>
                </a:moveTo>
                <a:lnTo>
                  <a:pt x="166001" y="476148"/>
                </a:lnTo>
                <a:lnTo>
                  <a:pt x="163791" y="490385"/>
                </a:lnTo>
                <a:lnTo>
                  <a:pt x="158978" y="496252"/>
                </a:lnTo>
                <a:lnTo>
                  <a:pt x="170929" y="501154"/>
                </a:lnTo>
                <a:lnTo>
                  <a:pt x="170929" y="463130"/>
                </a:lnTo>
                <a:close/>
              </a:path>
              <a:path w="485762" h="555929">
                <a:moveTo>
                  <a:pt x="158978" y="477392"/>
                </a:moveTo>
                <a:lnTo>
                  <a:pt x="158978" y="470268"/>
                </a:lnTo>
                <a:lnTo>
                  <a:pt x="26898" y="489889"/>
                </a:lnTo>
                <a:lnTo>
                  <a:pt x="23126" y="489318"/>
                </a:lnTo>
                <a:lnTo>
                  <a:pt x="23215" y="501446"/>
                </a:lnTo>
                <a:lnTo>
                  <a:pt x="158978" y="477392"/>
                </a:lnTo>
                <a:close/>
              </a:path>
              <a:path w="485762" h="555929">
                <a:moveTo>
                  <a:pt x="383413" y="512876"/>
                </a:moveTo>
                <a:lnTo>
                  <a:pt x="387400" y="507606"/>
                </a:lnTo>
                <a:lnTo>
                  <a:pt x="386579" y="507314"/>
                </a:lnTo>
                <a:lnTo>
                  <a:pt x="383413" y="506188"/>
                </a:lnTo>
                <a:lnTo>
                  <a:pt x="383413" y="507884"/>
                </a:lnTo>
                <a:lnTo>
                  <a:pt x="185123" y="543623"/>
                </a:lnTo>
                <a:lnTo>
                  <a:pt x="183642" y="543890"/>
                </a:lnTo>
                <a:lnTo>
                  <a:pt x="186601" y="544118"/>
                </a:lnTo>
                <a:lnTo>
                  <a:pt x="383413" y="512876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299047" y="2743377"/>
            <a:ext cx="359511" cy="36690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359956" y="3307283"/>
            <a:ext cx="491248" cy="81457"/>
          </a:xfrm>
          <a:custGeom>
            <a:avLst/>
            <a:gdLst/>
            <a:ahLst/>
            <a:cxnLst/>
            <a:rect l="l" t="t" r="r" b="b"/>
            <a:pathLst>
              <a:path w="491248" h="81457">
                <a:moveTo>
                  <a:pt x="475640" y="81457"/>
                </a:moveTo>
                <a:lnTo>
                  <a:pt x="480948" y="75247"/>
                </a:lnTo>
                <a:lnTo>
                  <a:pt x="484873" y="68859"/>
                </a:lnTo>
                <a:lnTo>
                  <a:pt x="487426" y="62293"/>
                </a:lnTo>
                <a:lnTo>
                  <a:pt x="489965" y="55727"/>
                </a:lnTo>
                <a:lnTo>
                  <a:pt x="491248" y="48539"/>
                </a:lnTo>
                <a:lnTo>
                  <a:pt x="491248" y="32918"/>
                </a:lnTo>
                <a:lnTo>
                  <a:pt x="489965" y="25730"/>
                </a:lnTo>
                <a:lnTo>
                  <a:pt x="487426" y="19164"/>
                </a:lnTo>
                <a:lnTo>
                  <a:pt x="484873" y="12598"/>
                </a:lnTo>
                <a:lnTo>
                  <a:pt x="480948" y="6210"/>
                </a:lnTo>
                <a:lnTo>
                  <a:pt x="475640" y="0"/>
                </a:lnTo>
                <a:lnTo>
                  <a:pt x="460019" y="0"/>
                </a:lnTo>
                <a:lnTo>
                  <a:pt x="460019" y="1206"/>
                </a:lnTo>
                <a:lnTo>
                  <a:pt x="462254" y="3213"/>
                </a:lnTo>
                <a:lnTo>
                  <a:pt x="464388" y="5499"/>
                </a:lnTo>
                <a:lnTo>
                  <a:pt x="466420" y="8051"/>
                </a:lnTo>
                <a:lnTo>
                  <a:pt x="468439" y="10604"/>
                </a:lnTo>
                <a:lnTo>
                  <a:pt x="470331" y="13588"/>
                </a:lnTo>
                <a:lnTo>
                  <a:pt x="472071" y="17005"/>
                </a:lnTo>
                <a:lnTo>
                  <a:pt x="473735" y="20294"/>
                </a:lnTo>
                <a:lnTo>
                  <a:pt x="475068" y="23939"/>
                </a:lnTo>
                <a:lnTo>
                  <a:pt x="476110" y="27940"/>
                </a:lnTo>
                <a:lnTo>
                  <a:pt x="477151" y="31940"/>
                </a:lnTo>
                <a:lnTo>
                  <a:pt x="477672" y="36194"/>
                </a:lnTo>
                <a:lnTo>
                  <a:pt x="477672" y="45453"/>
                </a:lnTo>
                <a:lnTo>
                  <a:pt x="477164" y="49720"/>
                </a:lnTo>
                <a:lnTo>
                  <a:pt x="476161" y="53555"/>
                </a:lnTo>
                <a:lnTo>
                  <a:pt x="475145" y="57391"/>
                </a:lnTo>
                <a:lnTo>
                  <a:pt x="473786" y="61023"/>
                </a:lnTo>
                <a:lnTo>
                  <a:pt x="472071" y="64439"/>
                </a:lnTo>
                <a:lnTo>
                  <a:pt x="470446" y="67729"/>
                </a:lnTo>
                <a:lnTo>
                  <a:pt x="468579" y="70688"/>
                </a:lnTo>
                <a:lnTo>
                  <a:pt x="466483" y="73342"/>
                </a:lnTo>
                <a:lnTo>
                  <a:pt x="464375" y="75996"/>
                </a:lnTo>
                <a:lnTo>
                  <a:pt x="462229" y="78295"/>
                </a:lnTo>
                <a:lnTo>
                  <a:pt x="460019" y="80251"/>
                </a:lnTo>
                <a:lnTo>
                  <a:pt x="460019" y="81457"/>
                </a:lnTo>
                <a:lnTo>
                  <a:pt x="475640" y="81457"/>
                </a:lnTo>
                <a:close/>
              </a:path>
              <a:path w="491248" h="81457">
                <a:moveTo>
                  <a:pt x="114731" y="37020"/>
                </a:moveTo>
                <a:lnTo>
                  <a:pt x="115798" y="33591"/>
                </a:lnTo>
                <a:lnTo>
                  <a:pt x="117932" y="31064"/>
                </a:lnTo>
                <a:lnTo>
                  <a:pt x="120065" y="28536"/>
                </a:lnTo>
                <a:lnTo>
                  <a:pt x="123126" y="27279"/>
                </a:lnTo>
                <a:lnTo>
                  <a:pt x="128879" y="27279"/>
                </a:lnTo>
                <a:lnTo>
                  <a:pt x="130454" y="27470"/>
                </a:lnTo>
                <a:lnTo>
                  <a:pt x="131800" y="27876"/>
                </a:lnTo>
                <a:lnTo>
                  <a:pt x="133159" y="28282"/>
                </a:lnTo>
                <a:lnTo>
                  <a:pt x="134391" y="28778"/>
                </a:lnTo>
                <a:lnTo>
                  <a:pt x="135534" y="29387"/>
                </a:lnTo>
                <a:lnTo>
                  <a:pt x="136715" y="30022"/>
                </a:lnTo>
                <a:lnTo>
                  <a:pt x="137718" y="30670"/>
                </a:lnTo>
                <a:lnTo>
                  <a:pt x="138531" y="31330"/>
                </a:lnTo>
                <a:lnTo>
                  <a:pt x="139331" y="31991"/>
                </a:lnTo>
                <a:lnTo>
                  <a:pt x="140042" y="32575"/>
                </a:lnTo>
                <a:lnTo>
                  <a:pt x="140614" y="33070"/>
                </a:lnTo>
                <a:lnTo>
                  <a:pt x="142722" y="33070"/>
                </a:lnTo>
                <a:lnTo>
                  <a:pt x="142722" y="20370"/>
                </a:lnTo>
                <a:lnTo>
                  <a:pt x="140398" y="19253"/>
                </a:lnTo>
                <a:lnTo>
                  <a:pt x="137909" y="18364"/>
                </a:lnTo>
                <a:lnTo>
                  <a:pt x="135229" y="17665"/>
                </a:lnTo>
                <a:lnTo>
                  <a:pt x="132549" y="16979"/>
                </a:lnTo>
                <a:lnTo>
                  <a:pt x="129628" y="16637"/>
                </a:lnTo>
                <a:lnTo>
                  <a:pt x="122910" y="16637"/>
                </a:lnTo>
                <a:lnTo>
                  <a:pt x="119494" y="17094"/>
                </a:lnTo>
                <a:lnTo>
                  <a:pt x="116204" y="18008"/>
                </a:lnTo>
                <a:lnTo>
                  <a:pt x="112915" y="18910"/>
                </a:lnTo>
                <a:lnTo>
                  <a:pt x="110020" y="20345"/>
                </a:lnTo>
                <a:lnTo>
                  <a:pt x="107518" y="22313"/>
                </a:lnTo>
                <a:lnTo>
                  <a:pt x="104914" y="24383"/>
                </a:lnTo>
                <a:lnTo>
                  <a:pt x="102895" y="26987"/>
                </a:lnTo>
                <a:lnTo>
                  <a:pt x="101434" y="30137"/>
                </a:lnTo>
                <a:lnTo>
                  <a:pt x="99987" y="33273"/>
                </a:lnTo>
                <a:lnTo>
                  <a:pt x="99275" y="37020"/>
                </a:lnTo>
                <a:lnTo>
                  <a:pt x="99275" y="45453"/>
                </a:lnTo>
                <a:lnTo>
                  <a:pt x="99936" y="49047"/>
                </a:lnTo>
                <a:lnTo>
                  <a:pt x="101295" y="52108"/>
                </a:lnTo>
                <a:lnTo>
                  <a:pt x="102641" y="55168"/>
                </a:lnTo>
                <a:lnTo>
                  <a:pt x="104559" y="57708"/>
                </a:lnTo>
                <a:lnTo>
                  <a:pt x="107010" y="59728"/>
                </a:lnTo>
                <a:lnTo>
                  <a:pt x="109499" y="61734"/>
                </a:lnTo>
                <a:lnTo>
                  <a:pt x="112420" y="63233"/>
                </a:lnTo>
                <a:lnTo>
                  <a:pt x="115773" y="64198"/>
                </a:lnTo>
                <a:lnTo>
                  <a:pt x="119138" y="65163"/>
                </a:lnTo>
                <a:lnTo>
                  <a:pt x="122847" y="65646"/>
                </a:lnTo>
                <a:lnTo>
                  <a:pt x="129997" y="65646"/>
                </a:lnTo>
                <a:lnTo>
                  <a:pt x="132816" y="65316"/>
                </a:lnTo>
                <a:lnTo>
                  <a:pt x="135369" y="64668"/>
                </a:lnTo>
                <a:lnTo>
                  <a:pt x="137921" y="64020"/>
                </a:lnTo>
                <a:lnTo>
                  <a:pt x="140385" y="63144"/>
                </a:lnTo>
                <a:lnTo>
                  <a:pt x="142722" y="62039"/>
                </a:lnTo>
                <a:lnTo>
                  <a:pt x="142722" y="49339"/>
                </a:lnTo>
                <a:lnTo>
                  <a:pt x="140614" y="49339"/>
                </a:lnTo>
                <a:lnTo>
                  <a:pt x="140017" y="49911"/>
                </a:lnTo>
                <a:lnTo>
                  <a:pt x="139357" y="50507"/>
                </a:lnTo>
                <a:lnTo>
                  <a:pt x="138633" y="51117"/>
                </a:lnTo>
                <a:lnTo>
                  <a:pt x="137921" y="51727"/>
                </a:lnTo>
                <a:lnTo>
                  <a:pt x="137096" y="52298"/>
                </a:lnTo>
                <a:lnTo>
                  <a:pt x="136143" y="52857"/>
                </a:lnTo>
                <a:lnTo>
                  <a:pt x="135166" y="53428"/>
                </a:lnTo>
                <a:lnTo>
                  <a:pt x="133908" y="53936"/>
                </a:lnTo>
                <a:lnTo>
                  <a:pt x="132397" y="54368"/>
                </a:lnTo>
                <a:lnTo>
                  <a:pt x="130898" y="54787"/>
                </a:lnTo>
                <a:lnTo>
                  <a:pt x="129209" y="55003"/>
                </a:lnTo>
                <a:lnTo>
                  <a:pt x="123316" y="55003"/>
                </a:lnTo>
                <a:lnTo>
                  <a:pt x="120205" y="53847"/>
                </a:lnTo>
                <a:lnTo>
                  <a:pt x="118021" y="51523"/>
                </a:lnTo>
                <a:lnTo>
                  <a:pt x="115823" y="49212"/>
                </a:lnTo>
                <a:lnTo>
                  <a:pt x="114731" y="45821"/>
                </a:lnTo>
                <a:lnTo>
                  <a:pt x="114731" y="37020"/>
                </a:lnTo>
                <a:close/>
              </a:path>
              <a:path w="491248" h="81457">
                <a:moveTo>
                  <a:pt x="62801" y="2768"/>
                </a:moveTo>
                <a:lnTo>
                  <a:pt x="46532" y="2768"/>
                </a:lnTo>
                <a:lnTo>
                  <a:pt x="31610" y="46037"/>
                </a:lnTo>
                <a:lnTo>
                  <a:pt x="16713" y="2768"/>
                </a:lnTo>
                <a:lnTo>
                  <a:pt x="0" y="2768"/>
                </a:lnTo>
                <a:lnTo>
                  <a:pt x="22491" y="64401"/>
                </a:lnTo>
                <a:lnTo>
                  <a:pt x="40309" y="64401"/>
                </a:lnTo>
                <a:lnTo>
                  <a:pt x="62801" y="2768"/>
                </a:lnTo>
                <a:close/>
              </a:path>
              <a:path w="491248" h="81457">
                <a:moveTo>
                  <a:pt x="72787" y="17922"/>
                </a:moveTo>
                <a:lnTo>
                  <a:pt x="72787" y="64401"/>
                </a:lnTo>
                <a:lnTo>
                  <a:pt x="87744" y="64401"/>
                </a:lnTo>
                <a:lnTo>
                  <a:pt x="87744" y="17922"/>
                </a:lnTo>
                <a:lnTo>
                  <a:pt x="72787" y="17922"/>
                </a:lnTo>
                <a:close/>
              </a:path>
              <a:path w="491248" h="81457">
                <a:moveTo>
                  <a:pt x="72372" y="1"/>
                </a:moveTo>
                <a:lnTo>
                  <a:pt x="72372" y="11302"/>
                </a:lnTo>
                <a:lnTo>
                  <a:pt x="88163" y="11302"/>
                </a:lnTo>
                <a:lnTo>
                  <a:pt x="88163" y="1"/>
                </a:lnTo>
                <a:lnTo>
                  <a:pt x="72372" y="1"/>
                </a:lnTo>
                <a:close/>
              </a:path>
              <a:path w="491248" h="81457">
                <a:moveTo>
                  <a:pt x="169926" y="47574"/>
                </a:moveTo>
                <a:lnTo>
                  <a:pt x="169913" y="46151"/>
                </a:lnTo>
                <a:lnTo>
                  <a:pt x="169913" y="28016"/>
                </a:lnTo>
                <a:lnTo>
                  <a:pt x="183832" y="28016"/>
                </a:lnTo>
                <a:lnTo>
                  <a:pt x="183832" y="17919"/>
                </a:lnTo>
                <a:lnTo>
                  <a:pt x="169913" y="17919"/>
                </a:lnTo>
                <a:lnTo>
                  <a:pt x="169913" y="4635"/>
                </a:lnTo>
                <a:lnTo>
                  <a:pt x="154939" y="4635"/>
                </a:lnTo>
                <a:lnTo>
                  <a:pt x="154939" y="17919"/>
                </a:lnTo>
                <a:lnTo>
                  <a:pt x="148818" y="17919"/>
                </a:lnTo>
                <a:lnTo>
                  <a:pt x="148818" y="28016"/>
                </a:lnTo>
                <a:lnTo>
                  <a:pt x="154939" y="28016"/>
                </a:lnTo>
                <a:lnTo>
                  <a:pt x="154939" y="55435"/>
                </a:lnTo>
                <a:lnTo>
                  <a:pt x="156375" y="59448"/>
                </a:lnTo>
                <a:lnTo>
                  <a:pt x="159207" y="61798"/>
                </a:lnTo>
                <a:lnTo>
                  <a:pt x="162039" y="64135"/>
                </a:lnTo>
                <a:lnTo>
                  <a:pt x="166344" y="65316"/>
                </a:lnTo>
                <a:lnTo>
                  <a:pt x="174739" y="65316"/>
                </a:lnTo>
                <a:lnTo>
                  <a:pt x="176936" y="65201"/>
                </a:lnTo>
                <a:lnTo>
                  <a:pt x="178739" y="64960"/>
                </a:lnTo>
                <a:lnTo>
                  <a:pt x="180517" y="64731"/>
                </a:lnTo>
                <a:lnTo>
                  <a:pt x="182232" y="64401"/>
                </a:lnTo>
                <a:lnTo>
                  <a:pt x="183832" y="63995"/>
                </a:lnTo>
                <a:lnTo>
                  <a:pt x="183832" y="53809"/>
                </a:lnTo>
                <a:lnTo>
                  <a:pt x="182587" y="53809"/>
                </a:lnTo>
                <a:lnTo>
                  <a:pt x="182092" y="54089"/>
                </a:lnTo>
                <a:lnTo>
                  <a:pt x="181216" y="54381"/>
                </a:lnTo>
                <a:lnTo>
                  <a:pt x="179971" y="54711"/>
                </a:lnTo>
                <a:lnTo>
                  <a:pt x="178701" y="55041"/>
                </a:lnTo>
                <a:lnTo>
                  <a:pt x="177698" y="55219"/>
                </a:lnTo>
                <a:lnTo>
                  <a:pt x="175056" y="55219"/>
                </a:lnTo>
                <a:lnTo>
                  <a:pt x="173634" y="54927"/>
                </a:lnTo>
                <a:lnTo>
                  <a:pt x="172656" y="54356"/>
                </a:lnTo>
                <a:lnTo>
                  <a:pt x="171678" y="53797"/>
                </a:lnTo>
                <a:lnTo>
                  <a:pt x="170992" y="53035"/>
                </a:lnTo>
                <a:lnTo>
                  <a:pt x="170611" y="52069"/>
                </a:lnTo>
                <a:lnTo>
                  <a:pt x="170192" y="51092"/>
                </a:lnTo>
                <a:lnTo>
                  <a:pt x="169976" y="50012"/>
                </a:lnTo>
                <a:lnTo>
                  <a:pt x="169951" y="48780"/>
                </a:lnTo>
                <a:lnTo>
                  <a:pt x="169926" y="47574"/>
                </a:lnTo>
                <a:close/>
              </a:path>
              <a:path w="491248" h="81457">
                <a:moveTo>
                  <a:pt x="193894" y="17922"/>
                </a:moveTo>
                <a:lnTo>
                  <a:pt x="193894" y="64401"/>
                </a:lnTo>
                <a:lnTo>
                  <a:pt x="208851" y="64401"/>
                </a:lnTo>
                <a:lnTo>
                  <a:pt x="208851" y="17922"/>
                </a:lnTo>
                <a:lnTo>
                  <a:pt x="193894" y="17922"/>
                </a:lnTo>
                <a:close/>
              </a:path>
              <a:path w="491248" h="81457">
                <a:moveTo>
                  <a:pt x="193479" y="1"/>
                </a:moveTo>
                <a:lnTo>
                  <a:pt x="193479" y="11302"/>
                </a:lnTo>
                <a:lnTo>
                  <a:pt x="209270" y="11302"/>
                </a:lnTo>
                <a:lnTo>
                  <a:pt x="209270" y="1"/>
                </a:lnTo>
                <a:lnTo>
                  <a:pt x="193479" y="1"/>
                </a:lnTo>
                <a:close/>
              </a:path>
              <a:path w="491248" h="81457">
                <a:moveTo>
                  <a:pt x="270941" y="30467"/>
                </a:moveTo>
                <a:lnTo>
                  <a:pt x="272376" y="29756"/>
                </a:lnTo>
                <a:lnTo>
                  <a:pt x="273570" y="29324"/>
                </a:lnTo>
                <a:lnTo>
                  <a:pt x="274764" y="28892"/>
                </a:lnTo>
                <a:lnTo>
                  <a:pt x="275970" y="28689"/>
                </a:lnTo>
                <a:lnTo>
                  <a:pt x="279057" y="28689"/>
                </a:lnTo>
                <a:lnTo>
                  <a:pt x="280504" y="28917"/>
                </a:lnTo>
                <a:lnTo>
                  <a:pt x="281520" y="29362"/>
                </a:lnTo>
                <a:lnTo>
                  <a:pt x="282549" y="29819"/>
                </a:lnTo>
                <a:lnTo>
                  <a:pt x="283298" y="30543"/>
                </a:lnTo>
                <a:lnTo>
                  <a:pt x="283768" y="31534"/>
                </a:lnTo>
                <a:lnTo>
                  <a:pt x="284264" y="32537"/>
                </a:lnTo>
                <a:lnTo>
                  <a:pt x="284556" y="33820"/>
                </a:lnTo>
                <a:lnTo>
                  <a:pt x="284657" y="35382"/>
                </a:lnTo>
                <a:lnTo>
                  <a:pt x="284746" y="36956"/>
                </a:lnTo>
                <a:lnTo>
                  <a:pt x="284797" y="38900"/>
                </a:lnTo>
                <a:lnTo>
                  <a:pt x="284797" y="64401"/>
                </a:lnTo>
                <a:lnTo>
                  <a:pt x="299770" y="64401"/>
                </a:lnTo>
                <a:lnTo>
                  <a:pt x="299770" y="28486"/>
                </a:lnTo>
                <a:lnTo>
                  <a:pt x="298462" y="24155"/>
                </a:lnTo>
                <a:lnTo>
                  <a:pt x="295846" y="21145"/>
                </a:lnTo>
                <a:lnTo>
                  <a:pt x="293242" y="18148"/>
                </a:lnTo>
                <a:lnTo>
                  <a:pt x="289420" y="16637"/>
                </a:lnTo>
                <a:lnTo>
                  <a:pt x="281698" y="16637"/>
                </a:lnTo>
                <a:lnTo>
                  <a:pt x="278942" y="17348"/>
                </a:lnTo>
                <a:lnTo>
                  <a:pt x="276136" y="18795"/>
                </a:lnTo>
                <a:lnTo>
                  <a:pt x="273316" y="20231"/>
                </a:lnTo>
                <a:lnTo>
                  <a:pt x="270421" y="22199"/>
                </a:lnTo>
                <a:lnTo>
                  <a:pt x="267436" y="24714"/>
                </a:lnTo>
                <a:lnTo>
                  <a:pt x="266115" y="22059"/>
                </a:lnTo>
                <a:lnTo>
                  <a:pt x="264286" y="20053"/>
                </a:lnTo>
                <a:lnTo>
                  <a:pt x="261950" y="18681"/>
                </a:lnTo>
                <a:lnTo>
                  <a:pt x="259600" y="17322"/>
                </a:lnTo>
                <a:lnTo>
                  <a:pt x="256895" y="16637"/>
                </a:lnTo>
                <a:lnTo>
                  <a:pt x="250977" y="16637"/>
                </a:lnTo>
                <a:lnTo>
                  <a:pt x="248386" y="17208"/>
                </a:lnTo>
                <a:lnTo>
                  <a:pt x="246049" y="18338"/>
                </a:lnTo>
                <a:lnTo>
                  <a:pt x="243700" y="19469"/>
                </a:lnTo>
                <a:lnTo>
                  <a:pt x="241249" y="21043"/>
                </a:lnTo>
                <a:lnTo>
                  <a:pt x="238683" y="23050"/>
                </a:lnTo>
                <a:lnTo>
                  <a:pt x="238683" y="17919"/>
                </a:lnTo>
                <a:lnTo>
                  <a:pt x="223723" y="17919"/>
                </a:lnTo>
                <a:lnTo>
                  <a:pt x="223723" y="64401"/>
                </a:lnTo>
                <a:lnTo>
                  <a:pt x="238683" y="64401"/>
                </a:lnTo>
                <a:lnTo>
                  <a:pt x="238683" y="31457"/>
                </a:lnTo>
                <a:lnTo>
                  <a:pt x="239788" y="30797"/>
                </a:lnTo>
                <a:lnTo>
                  <a:pt x="241033" y="30162"/>
                </a:lnTo>
                <a:lnTo>
                  <a:pt x="242404" y="29578"/>
                </a:lnTo>
                <a:lnTo>
                  <a:pt x="243801" y="28981"/>
                </a:lnTo>
                <a:lnTo>
                  <a:pt x="245211" y="28689"/>
                </a:lnTo>
                <a:lnTo>
                  <a:pt x="248500" y="28689"/>
                </a:lnTo>
                <a:lnTo>
                  <a:pt x="249923" y="28917"/>
                </a:lnTo>
                <a:lnTo>
                  <a:pt x="250926" y="29362"/>
                </a:lnTo>
                <a:lnTo>
                  <a:pt x="251942" y="29819"/>
                </a:lnTo>
                <a:lnTo>
                  <a:pt x="252691" y="30543"/>
                </a:lnTo>
                <a:lnTo>
                  <a:pt x="253187" y="31534"/>
                </a:lnTo>
                <a:lnTo>
                  <a:pt x="253682" y="32537"/>
                </a:lnTo>
                <a:lnTo>
                  <a:pt x="253974" y="33820"/>
                </a:lnTo>
                <a:lnTo>
                  <a:pt x="254088" y="35407"/>
                </a:lnTo>
                <a:lnTo>
                  <a:pt x="254203" y="36995"/>
                </a:lnTo>
                <a:lnTo>
                  <a:pt x="254253" y="38912"/>
                </a:lnTo>
                <a:lnTo>
                  <a:pt x="254253" y="64401"/>
                </a:lnTo>
                <a:lnTo>
                  <a:pt x="269214" y="64401"/>
                </a:lnTo>
                <a:lnTo>
                  <a:pt x="269214" y="31457"/>
                </a:lnTo>
                <a:lnTo>
                  <a:pt x="270941" y="30467"/>
                </a:lnTo>
                <a:close/>
              </a:path>
              <a:path w="491248" h="81457">
                <a:moveTo>
                  <a:pt x="360667" y="36194"/>
                </a:moveTo>
                <a:lnTo>
                  <a:pt x="361175" y="31940"/>
                </a:lnTo>
                <a:lnTo>
                  <a:pt x="362216" y="27940"/>
                </a:lnTo>
                <a:lnTo>
                  <a:pt x="363245" y="23939"/>
                </a:lnTo>
                <a:lnTo>
                  <a:pt x="364604" y="20294"/>
                </a:lnTo>
                <a:lnTo>
                  <a:pt x="366255" y="17005"/>
                </a:lnTo>
                <a:lnTo>
                  <a:pt x="367982" y="13588"/>
                </a:lnTo>
                <a:lnTo>
                  <a:pt x="369874" y="10604"/>
                </a:lnTo>
                <a:lnTo>
                  <a:pt x="371919" y="8051"/>
                </a:lnTo>
                <a:lnTo>
                  <a:pt x="373938" y="5499"/>
                </a:lnTo>
                <a:lnTo>
                  <a:pt x="376072" y="3213"/>
                </a:lnTo>
                <a:lnTo>
                  <a:pt x="378307" y="1206"/>
                </a:lnTo>
                <a:lnTo>
                  <a:pt x="378307" y="0"/>
                </a:lnTo>
                <a:lnTo>
                  <a:pt x="362686" y="0"/>
                </a:lnTo>
                <a:lnTo>
                  <a:pt x="357390" y="6210"/>
                </a:lnTo>
                <a:lnTo>
                  <a:pt x="353466" y="12598"/>
                </a:lnTo>
                <a:lnTo>
                  <a:pt x="350901" y="19164"/>
                </a:lnTo>
                <a:lnTo>
                  <a:pt x="348348" y="25730"/>
                </a:lnTo>
                <a:lnTo>
                  <a:pt x="347065" y="32918"/>
                </a:lnTo>
                <a:lnTo>
                  <a:pt x="347065" y="48539"/>
                </a:lnTo>
                <a:lnTo>
                  <a:pt x="348348" y="55727"/>
                </a:lnTo>
                <a:lnTo>
                  <a:pt x="350901" y="62293"/>
                </a:lnTo>
                <a:lnTo>
                  <a:pt x="353466" y="68859"/>
                </a:lnTo>
                <a:lnTo>
                  <a:pt x="357390" y="75247"/>
                </a:lnTo>
                <a:lnTo>
                  <a:pt x="362686" y="81457"/>
                </a:lnTo>
                <a:lnTo>
                  <a:pt x="378307" y="81457"/>
                </a:lnTo>
                <a:lnTo>
                  <a:pt x="378307" y="80251"/>
                </a:lnTo>
                <a:lnTo>
                  <a:pt x="376097" y="78295"/>
                </a:lnTo>
                <a:lnTo>
                  <a:pt x="373951" y="75984"/>
                </a:lnTo>
                <a:lnTo>
                  <a:pt x="371868" y="73317"/>
                </a:lnTo>
                <a:lnTo>
                  <a:pt x="369773" y="70662"/>
                </a:lnTo>
                <a:lnTo>
                  <a:pt x="367906" y="67691"/>
                </a:lnTo>
                <a:lnTo>
                  <a:pt x="366255" y="64439"/>
                </a:lnTo>
                <a:lnTo>
                  <a:pt x="364553" y="61023"/>
                </a:lnTo>
                <a:lnTo>
                  <a:pt x="363169" y="57391"/>
                </a:lnTo>
                <a:lnTo>
                  <a:pt x="362178" y="53555"/>
                </a:lnTo>
                <a:lnTo>
                  <a:pt x="361162" y="49720"/>
                </a:lnTo>
                <a:lnTo>
                  <a:pt x="360667" y="45453"/>
                </a:lnTo>
                <a:lnTo>
                  <a:pt x="360667" y="36194"/>
                </a:lnTo>
                <a:close/>
              </a:path>
              <a:path w="491248" h="81457">
                <a:moveTo>
                  <a:pt x="422325" y="26619"/>
                </a:moveTo>
                <a:lnTo>
                  <a:pt x="420928" y="26898"/>
                </a:lnTo>
                <a:lnTo>
                  <a:pt x="419163" y="26987"/>
                </a:lnTo>
                <a:lnTo>
                  <a:pt x="417385" y="27063"/>
                </a:lnTo>
                <a:lnTo>
                  <a:pt x="415251" y="27114"/>
                </a:lnTo>
                <a:lnTo>
                  <a:pt x="416102" y="37744"/>
                </a:lnTo>
                <a:lnTo>
                  <a:pt x="418376" y="37757"/>
                </a:lnTo>
                <a:lnTo>
                  <a:pt x="420547" y="37782"/>
                </a:lnTo>
                <a:lnTo>
                  <a:pt x="422732" y="37820"/>
                </a:lnTo>
                <a:lnTo>
                  <a:pt x="424434" y="38011"/>
                </a:lnTo>
                <a:lnTo>
                  <a:pt x="425678" y="38366"/>
                </a:lnTo>
                <a:lnTo>
                  <a:pt x="425729" y="24701"/>
                </a:lnTo>
                <a:lnTo>
                  <a:pt x="424789" y="25526"/>
                </a:lnTo>
                <a:lnTo>
                  <a:pt x="423354" y="26162"/>
                </a:lnTo>
                <a:lnTo>
                  <a:pt x="422325" y="26619"/>
                </a:lnTo>
                <a:close/>
              </a:path>
              <a:path w="491248" h="81457">
                <a:moveTo>
                  <a:pt x="444207" y="55867"/>
                </a:moveTo>
                <a:lnTo>
                  <a:pt x="445414" y="53517"/>
                </a:lnTo>
                <a:lnTo>
                  <a:pt x="446608" y="51168"/>
                </a:lnTo>
                <a:lnTo>
                  <a:pt x="447217" y="48513"/>
                </a:lnTo>
                <a:lnTo>
                  <a:pt x="447217" y="41414"/>
                </a:lnTo>
                <a:lnTo>
                  <a:pt x="446036" y="38100"/>
                </a:lnTo>
                <a:lnTo>
                  <a:pt x="443661" y="35598"/>
                </a:lnTo>
                <a:lnTo>
                  <a:pt x="441299" y="33083"/>
                </a:lnTo>
                <a:lnTo>
                  <a:pt x="438111" y="31432"/>
                </a:lnTo>
                <a:lnTo>
                  <a:pt x="434086" y="30632"/>
                </a:lnTo>
                <a:lnTo>
                  <a:pt x="434086" y="30302"/>
                </a:lnTo>
                <a:lnTo>
                  <a:pt x="436943" y="29032"/>
                </a:lnTo>
                <a:lnTo>
                  <a:pt x="439165" y="27254"/>
                </a:lnTo>
                <a:lnTo>
                  <a:pt x="440753" y="24980"/>
                </a:lnTo>
                <a:lnTo>
                  <a:pt x="442328" y="22707"/>
                </a:lnTo>
                <a:lnTo>
                  <a:pt x="443115" y="20066"/>
                </a:lnTo>
                <a:lnTo>
                  <a:pt x="443115" y="14528"/>
                </a:lnTo>
                <a:lnTo>
                  <a:pt x="442544" y="12242"/>
                </a:lnTo>
                <a:lnTo>
                  <a:pt x="441388" y="10248"/>
                </a:lnTo>
                <a:lnTo>
                  <a:pt x="440258" y="8242"/>
                </a:lnTo>
                <a:lnTo>
                  <a:pt x="438505" y="6642"/>
                </a:lnTo>
                <a:lnTo>
                  <a:pt x="436143" y="5461"/>
                </a:lnTo>
                <a:lnTo>
                  <a:pt x="433882" y="4330"/>
                </a:lnTo>
                <a:lnTo>
                  <a:pt x="431596" y="3606"/>
                </a:lnTo>
                <a:lnTo>
                  <a:pt x="429298" y="3263"/>
                </a:lnTo>
                <a:lnTo>
                  <a:pt x="426986" y="2933"/>
                </a:lnTo>
                <a:lnTo>
                  <a:pt x="423354" y="2768"/>
                </a:lnTo>
                <a:lnTo>
                  <a:pt x="394423" y="2768"/>
                </a:lnTo>
                <a:lnTo>
                  <a:pt x="394423" y="64401"/>
                </a:lnTo>
                <a:lnTo>
                  <a:pt x="410260" y="53098"/>
                </a:lnTo>
                <a:lnTo>
                  <a:pt x="410260" y="37744"/>
                </a:lnTo>
                <a:lnTo>
                  <a:pt x="416102" y="37744"/>
                </a:lnTo>
                <a:lnTo>
                  <a:pt x="415251" y="27114"/>
                </a:lnTo>
                <a:lnTo>
                  <a:pt x="410260" y="27114"/>
                </a:lnTo>
                <a:lnTo>
                  <a:pt x="410260" y="14071"/>
                </a:lnTo>
                <a:lnTo>
                  <a:pt x="414858" y="14071"/>
                </a:lnTo>
                <a:lnTo>
                  <a:pt x="417296" y="14096"/>
                </a:lnTo>
                <a:lnTo>
                  <a:pt x="419011" y="14135"/>
                </a:lnTo>
                <a:lnTo>
                  <a:pt x="420751" y="14173"/>
                </a:lnTo>
                <a:lnTo>
                  <a:pt x="422186" y="14414"/>
                </a:lnTo>
                <a:lnTo>
                  <a:pt x="423354" y="14858"/>
                </a:lnTo>
                <a:lnTo>
                  <a:pt x="424649" y="15354"/>
                </a:lnTo>
                <a:lnTo>
                  <a:pt x="425551" y="16116"/>
                </a:lnTo>
                <a:lnTo>
                  <a:pt x="426059" y="17132"/>
                </a:lnTo>
                <a:lnTo>
                  <a:pt x="426580" y="18161"/>
                </a:lnTo>
                <a:lnTo>
                  <a:pt x="426821" y="19176"/>
                </a:lnTo>
                <a:lnTo>
                  <a:pt x="426821" y="21526"/>
                </a:lnTo>
                <a:lnTo>
                  <a:pt x="426605" y="22682"/>
                </a:lnTo>
                <a:lnTo>
                  <a:pt x="426173" y="23698"/>
                </a:lnTo>
                <a:lnTo>
                  <a:pt x="425729" y="24701"/>
                </a:lnTo>
                <a:lnTo>
                  <a:pt x="425678" y="38366"/>
                </a:lnTo>
                <a:lnTo>
                  <a:pt x="427507" y="38900"/>
                </a:lnTo>
                <a:lnTo>
                  <a:pt x="428790" y="39687"/>
                </a:lnTo>
                <a:lnTo>
                  <a:pt x="429539" y="40754"/>
                </a:lnTo>
                <a:lnTo>
                  <a:pt x="430301" y="41808"/>
                </a:lnTo>
                <a:lnTo>
                  <a:pt x="430682" y="43319"/>
                </a:lnTo>
                <a:lnTo>
                  <a:pt x="430682" y="46774"/>
                </a:lnTo>
                <a:lnTo>
                  <a:pt x="430377" y="48082"/>
                </a:lnTo>
                <a:lnTo>
                  <a:pt x="429755" y="49237"/>
                </a:lnTo>
                <a:lnTo>
                  <a:pt x="429120" y="50380"/>
                </a:lnTo>
                <a:lnTo>
                  <a:pt x="427989" y="51295"/>
                </a:lnTo>
                <a:lnTo>
                  <a:pt x="426338" y="51981"/>
                </a:lnTo>
                <a:lnTo>
                  <a:pt x="424713" y="52679"/>
                </a:lnTo>
                <a:lnTo>
                  <a:pt x="422935" y="53035"/>
                </a:lnTo>
                <a:lnTo>
                  <a:pt x="421005" y="53060"/>
                </a:lnTo>
                <a:lnTo>
                  <a:pt x="419087" y="53086"/>
                </a:lnTo>
                <a:lnTo>
                  <a:pt x="421360" y="64401"/>
                </a:lnTo>
                <a:lnTo>
                  <a:pt x="425831" y="64401"/>
                </a:lnTo>
                <a:lnTo>
                  <a:pt x="429526" y="64020"/>
                </a:lnTo>
                <a:lnTo>
                  <a:pt x="432447" y="63245"/>
                </a:lnTo>
                <a:lnTo>
                  <a:pt x="435356" y="62471"/>
                </a:lnTo>
                <a:lnTo>
                  <a:pt x="438035" y="61175"/>
                </a:lnTo>
                <a:lnTo>
                  <a:pt x="440461" y="59347"/>
                </a:lnTo>
                <a:lnTo>
                  <a:pt x="442556" y="57810"/>
                </a:lnTo>
                <a:lnTo>
                  <a:pt x="444207" y="55867"/>
                </a:lnTo>
                <a:close/>
              </a:path>
              <a:path w="491248" h="81457">
                <a:moveTo>
                  <a:pt x="421360" y="64401"/>
                </a:moveTo>
                <a:lnTo>
                  <a:pt x="419087" y="53086"/>
                </a:lnTo>
                <a:lnTo>
                  <a:pt x="410260" y="53098"/>
                </a:lnTo>
                <a:lnTo>
                  <a:pt x="394423" y="64401"/>
                </a:lnTo>
                <a:lnTo>
                  <a:pt x="421360" y="644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432743" y="3348445"/>
            <a:ext cx="14957" cy="0"/>
          </a:xfrm>
          <a:custGeom>
            <a:avLst/>
            <a:gdLst/>
            <a:ahLst/>
            <a:cxnLst/>
            <a:rect l="l" t="t" r="r" b="b"/>
            <a:pathLst>
              <a:path w="14957">
                <a:moveTo>
                  <a:pt x="0" y="0"/>
                </a:moveTo>
                <a:lnTo>
                  <a:pt x="14957" y="0"/>
                </a:lnTo>
              </a:path>
            </a:pathLst>
          </a:custGeom>
          <a:ln w="477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432329" y="3312935"/>
            <a:ext cx="15790" cy="0"/>
          </a:xfrm>
          <a:custGeom>
            <a:avLst/>
            <a:gdLst/>
            <a:ahLst/>
            <a:cxnLst/>
            <a:rect l="l" t="t" r="r" b="b"/>
            <a:pathLst>
              <a:path w="15790">
                <a:moveTo>
                  <a:pt x="0" y="0"/>
                </a:moveTo>
                <a:lnTo>
                  <a:pt x="15790" y="0"/>
                </a:lnTo>
              </a:path>
            </a:pathLst>
          </a:custGeom>
          <a:ln w="125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553851" y="3348445"/>
            <a:ext cx="14957" cy="0"/>
          </a:xfrm>
          <a:custGeom>
            <a:avLst/>
            <a:gdLst/>
            <a:ahLst/>
            <a:cxnLst/>
            <a:rect l="l" t="t" r="r" b="b"/>
            <a:pathLst>
              <a:path w="14957">
                <a:moveTo>
                  <a:pt x="0" y="0"/>
                </a:moveTo>
                <a:lnTo>
                  <a:pt x="14957" y="0"/>
                </a:lnTo>
              </a:path>
            </a:pathLst>
          </a:custGeom>
          <a:ln w="4774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553436" y="3312935"/>
            <a:ext cx="15790" cy="0"/>
          </a:xfrm>
          <a:custGeom>
            <a:avLst/>
            <a:gdLst/>
            <a:ahLst/>
            <a:cxnLst/>
            <a:rect l="l" t="t" r="r" b="b"/>
            <a:pathLst>
              <a:path w="15790">
                <a:moveTo>
                  <a:pt x="0" y="0"/>
                </a:moveTo>
                <a:lnTo>
                  <a:pt x="15790" y="0"/>
                </a:lnTo>
              </a:path>
            </a:pathLst>
          </a:custGeom>
          <a:ln w="1257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772668" y="2769108"/>
            <a:ext cx="371856" cy="37185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633472" y="2924555"/>
            <a:ext cx="481838" cy="296037"/>
          </a:xfrm>
          <a:custGeom>
            <a:avLst/>
            <a:gdLst/>
            <a:ahLst/>
            <a:cxnLst/>
            <a:rect l="l" t="t" r="r" b="b"/>
            <a:pathLst>
              <a:path w="481838" h="296037">
                <a:moveTo>
                  <a:pt x="0" y="296037"/>
                </a:moveTo>
                <a:lnTo>
                  <a:pt x="48183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133070" y="3082060"/>
            <a:ext cx="469558" cy="191548"/>
          </a:xfrm>
          <a:custGeom>
            <a:avLst/>
            <a:gdLst/>
            <a:ahLst/>
            <a:cxnLst/>
            <a:rect l="l" t="t" r="r" b="b"/>
            <a:pathLst>
              <a:path w="469558" h="191548">
                <a:moveTo>
                  <a:pt x="469550" y="120054"/>
                </a:moveTo>
                <a:lnTo>
                  <a:pt x="465030" y="97089"/>
                </a:lnTo>
                <a:lnTo>
                  <a:pt x="454830" y="82092"/>
                </a:lnTo>
                <a:lnTo>
                  <a:pt x="439421" y="67625"/>
                </a:lnTo>
                <a:lnTo>
                  <a:pt x="419268" y="53930"/>
                </a:lnTo>
                <a:lnTo>
                  <a:pt x="394834" y="41246"/>
                </a:lnTo>
                <a:lnTo>
                  <a:pt x="366582" y="29814"/>
                </a:lnTo>
                <a:lnTo>
                  <a:pt x="351170" y="24643"/>
                </a:lnTo>
                <a:lnTo>
                  <a:pt x="334978" y="19875"/>
                </a:lnTo>
                <a:lnTo>
                  <a:pt x="318063" y="15541"/>
                </a:lnTo>
                <a:lnTo>
                  <a:pt x="300484" y="11670"/>
                </a:lnTo>
                <a:lnTo>
                  <a:pt x="282299" y="8292"/>
                </a:lnTo>
                <a:lnTo>
                  <a:pt x="263565" y="5438"/>
                </a:lnTo>
                <a:lnTo>
                  <a:pt x="244341" y="3138"/>
                </a:lnTo>
                <a:lnTo>
                  <a:pt x="225055" y="1455"/>
                </a:lnTo>
                <a:lnTo>
                  <a:pt x="206136" y="415"/>
                </a:lnTo>
                <a:lnTo>
                  <a:pt x="187647" y="0"/>
                </a:lnTo>
                <a:lnTo>
                  <a:pt x="169650" y="191"/>
                </a:lnTo>
                <a:lnTo>
                  <a:pt x="152209" y="973"/>
                </a:lnTo>
                <a:lnTo>
                  <a:pt x="135386" y="2327"/>
                </a:lnTo>
                <a:lnTo>
                  <a:pt x="119244" y="4235"/>
                </a:lnTo>
                <a:lnTo>
                  <a:pt x="89255" y="9644"/>
                </a:lnTo>
                <a:lnTo>
                  <a:pt x="62746" y="17060"/>
                </a:lnTo>
                <a:lnTo>
                  <a:pt x="40220" y="26342"/>
                </a:lnTo>
                <a:lnTo>
                  <a:pt x="22179" y="37349"/>
                </a:lnTo>
                <a:lnTo>
                  <a:pt x="9128" y="49940"/>
                </a:lnTo>
                <a:lnTo>
                  <a:pt x="1569" y="63975"/>
                </a:lnTo>
                <a:lnTo>
                  <a:pt x="0" y="79168"/>
                </a:lnTo>
                <a:lnTo>
                  <a:pt x="1527" y="86835"/>
                </a:lnTo>
                <a:lnTo>
                  <a:pt x="8951" y="102010"/>
                </a:lnTo>
                <a:lnTo>
                  <a:pt x="21814" y="116773"/>
                </a:lnTo>
                <a:lnTo>
                  <a:pt x="39653" y="130886"/>
                </a:lnTo>
                <a:lnTo>
                  <a:pt x="62004" y="144106"/>
                </a:lnTo>
                <a:lnTo>
                  <a:pt x="88404" y="156194"/>
                </a:lnTo>
                <a:lnTo>
                  <a:pt x="118388" y="166908"/>
                </a:lnTo>
                <a:lnTo>
                  <a:pt x="134580" y="171675"/>
                </a:lnTo>
                <a:lnTo>
                  <a:pt x="151494" y="176008"/>
                </a:lnTo>
                <a:lnTo>
                  <a:pt x="169072" y="179878"/>
                </a:lnTo>
                <a:lnTo>
                  <a:pt x="187257" y="183254"/>
                </a:lnTo>
                <a:lnTo>
                  <a:pt x="205991" y="186107"/>
                </a:lnTo>
                <a:lnTo>
                  <a:pt x="225215" y="188405"/>
                </a:lnTo>
                <a:lnTo>
                  <a:pt x="244502" y="190090"/>
                </a:lnTo>
                <a:lnTo>
                  <a:pt x="263423" y="191132"/>
                </a:lnTo>
                <a:lnTo>
                  <a:pt x="281914" y="191548"/>
                </a:lnTo>
                <a:lnTo>
                  <a:pt x="299912" y="191358"/>
                </a:lnTo>
                <a:lnTo>
                  <a:pt x="317354" y="190577"/>
                </a:lnTo>
                <a:lnTo>
                  <a:pt x="334178" y="189224"/>
                </a:lnTo>
                <a:lnTo>
                  <a:pt x="350321" y="187317"/>
                </a:lnTo>
                <a:lnTo>
                  <a:pt x="380310" y="181908"/>
                </a:lnTo>
                <a:lnTo>
                  <a:pt x="406819" y="174492"/>
                </a:lnTo>
                <a:lnTo>
                  <a:pt x="429345" y="165209"/>
                </a:lnTo>
                <a:lnTo>
                  <a:pt x="447384" y="154201"/>
                </a:lnTo>
                <a:lnTo>
                  <a:pt x="460433" y="141608"/>
                </a:lnTo>
                <a:lnTo>
                  <a:pt x="467989" y="127570"/>
                </a:lnTo>
                <a:lnTo>
                  <a:pt x="469550" y="120054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347110" y="2815244"/>
            <a:ext cx="153884" cy="53053"/>
          </a:xfrm>
          <a:custGeom>
            <a:avLst/>
            <a:gdLst/>
            <a:ahLst/>
            <a:cxnLst/>
            <a:rect l="l" t="t" r="r" b="b"/>
            <a:pathLst>
              <a:path w="153884" h="53053">
                <a:moveTo>
                  <a:pt x="0" y="53053"/>
                </a:moveTo>
                <a:lnTo>
                  <a:pt x="153884" y="26005"/>
                </a:lnTo>
                <a:lnTo>
                  <a:pt x="153884" y="0"/>
                </a:lnTo>
                <a:lnTo>
                  <a:pt x="0" y="26005"/>
                </a:lnTo>
                <a:lnTo>
                  <a:pt x="0" y="53053"/>
                </a:lnTo>
                <a:close/>
              </a:path>
            </a:pathLst>
          </a:custGeom>
          <a:ln w="1040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3350234" y="2815234"/>
            <a:ext cx="146596" cy="40576"/>
          </a:xfrm>
          <a:custGeom>
            <a:avLst/>
            <a:gdLst/>
            <a:ahLst/>
            <a:cxnLst/>
            <a:rect l="l" t="t" r="r" b="b"/>
            <a:pathLst>
              <a:path w="146596" h="40576">
                <a:moveTo>
                  <a:pt x="0" y="40576"/>
                </a:moveTo>
                <a:lnTo>
                  <a:pt x="146596" y="13525"/>
                </a:lnTo>
                <a:lnTo>
                  <a:pt x="146596" y="0"/>
                </a:lnTo>
                <a:lnTo>
                  <a:pt x="0" y="26009"/>
                </a:lnTo>
                <a:lnTo>
                  <a:pt x="0" y="405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3347110" y="2838132"/>
            <a:ext cx="153885" cy="30162"/>
          </a:xfrm>
          <a:custGeom>
            <a:avLst/>
            <a:gdLst/>
            <a:ahLst/>
            <a:cxnLst/>
            <a:rect l="l" t="t" r="r" b="b"/>
            <a:pathLst>
              <a:path w="153885" h="30162">
                <a:moveTo>
                  <a:pt x="0" y="30162"/>
                </a:moveTo>
                <a:lnTo>
                  <a:pt x="153885" y="2070"/>
                </a:lnTo>
                <a:lnTo>
                  <a:pt x="150761" y="0"/>
                </a:lnTo>
                <a:lnTo>
                  <a:pt x="0" y="27050"/>
                </a:lnTo>
                <a:lnTo>
                  <a:pt x="0" y="301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3341905" y="2883910"/>
            <a:ext cx="165322" cy="29130"/>
          </a:xfrm>
          <a:custGeom>
            <a:avLst/>
            <a:gdLst/>
            <a:ahLst/>
            <a:cxnLst/>
            <a:rect l="l" t="t" r="r" b="b"/>
            <a:pathLst>
              <a:path w="165322" h="29130">
                <a:moveTo>
                  <a:pt x="0" y="29130"/>
                </a:moveTo>
                <a:lnTo>
                  <a:pt x="165322" y="0"/>
                </a:lnTo>
              </a:path>
            </a:pathLst>
          </a:custGeom>
          <a:ln w="10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341905" y="2766332"/>
            <a:ext cx="165322" cy="30172"/>
          </a:xfrm>
          <a:custGeom>
            <a:avLst/>
            <a:gdLst/>
            <a:ahLst/>
            <a:cxnLst/>
            <a:rect l="l" t="t" r="r" b="b"/>
            <a:pathLst>
              <a:path w="165322" h="30172">
                <a:moveTo>
                  <a:pt x="0" y="30172"/>
                </a:moveTo>
                <a:lnTo>
                  <a:pt x="165322" y="0"/>
                </a:lnTo>
              </a:path>
            </a:pathLst>
          </a:custGeom>
          <a:ln w="10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348151" y="2794421"/>
            <a:ext cx="0" cy="118620"/>
          </a:xfrm>
          <a:custGeom>
            <a:avLst/>
            <a:gdLst/>
            <a:ahLst/>
            <a:cxnLst/>
            <a:rect l="l" t="t" r="r" b="b"/>
            <a:pathLst>
              <a:path h="118620">
                <a:moveTo>
                  <a:pt x="0" y="0"/>
                </a:moveTo>
                <a:lnTo>
                  <a:pt x="0" y="118620"/>
                </a:lnTo>
              </a:path>
            </a:pathLst>
          </a:custGeom>
          <a:ln w="10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3107956" y="2597785"/>
            <a:ext cx="410718" cy="63780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3106407" y="2596210"/>
            <a:ext cx="417702" cy="641629"/>
          </a:xfrm>
          <a:custGeom>
            <a:avLst/>
            <a:gdLst/>
            <a:ahLst/>
            <a:cxnLst/>
            <a:rect l="l" t="t" r="r" b="b"/>
            <a:pathLst>
              <a:path w="417702" h="641629">
                <a:moveTo>
                  <a:pt x="34036" y="29121"/>
                </a:moveTo>
                <a:lnTo>
                  <a:pt x="26339" y="29921"/>
                </a:lnTo>
                <a:lnTo>
                  <a:pt x="26025" y="30130"/>
                </a:lnTo>
                <a:lnTo>
                  <a:pt x="34036" y="29121"/>
                </a:lnTo>
                <a:close/>
              </a:path>
              <a:path w="417702" h="641629">
                <a:moveTo>
                  <a:pt x="219456" y="10350"/>
                </a:moveTo>
                <a:lnTo>
                  <a:pt x="406805" y="79268"/>
                </a:lnTo>
                <a:lnTo>
                  <a:pt x="411899" y="78079"/>
                </a:lnTo>
                <a:lnTo>
                  <a:pt x="411721" y="81076"/>
                </a:lnTo>
                <a:lnTo>
                  <a:pt x="406805" y="79268"/>
                </a:lnTo>
                <a:lnTo>
                  <a:pt x="226656" y="123291"/>
                </a:lnTo>
                <a:lnTo>
                  <a:pt x="226672" y="124545"/>
                </a:lnTo>
                <a:lnTo>
                  <a:pt x="417702" y="79933"/>
                </a:lnTo>
                <a:lnTo>
                  <a:pt x="220408" y="7365"/>
                </a:lnTo>
                <a:lnTo>
                  <a:pt x="206844" y="3187"/>
                </a:lnTo>
                <a:lnTo>
                  <a:pt x="196227" y="0"/>
                </a:lnTo>
                <a:lnTo>
                  <a:pt x="195541" y="3073"/>
                </a:lnTo>
                <a:lnTo>
                  <a:pt x="187680" y="3124"/>
                </a:lnTo>
                <a:lnTo>
                  <a:pt x="195999" y="3124"/>
                </a:lnTo>
                <a:lnTo>
                  <a:pt x="205943" y="6184"/>
                </a:lnTo>
                <a:lnTo>
                  <a:pt x="219456" y="10350"/>
                </a:lnTo>
                <a:close/>
              </a:path>
              <a:path w="417702" h="641629">
                <a:moveTo>
                  <a:pt x="205943" y="6184"/>
                </a:moveTo>
                <a:lnTo>
                  <a:pt x="195999" y="3124"/>
                </a:lnTo>
                <a:lnTo>
                  <a:pt x="195711" y="3124"/>
                </a:lnTo>
                <a:lnTo>
                  <a:pt x="205943" y="6184"/>
                </a:lnTo>
                <a:close/>
              </a:path>
              <a:path w="417702" h="641629">
                <a:moveTo>
                  <a:pt x="232918" y="641629"/>
                </a:moveTo>
                <a:lnTo>
                  <a:pt x="231889" y="637908"/>
                </a:lnTo>
                <a:lnTo>
                  <a:pt x="226672" y="124545"/>
                </a:lnTo>
                <a:lnTo>
                  <a:pt x="226656" y="123291"/>
                </a:lnTo>
                <a:lnTo>
                  <a:pt x="406805" y="79268"/>
                </a:lnTo>
                <a:lnTo>
                  <a:pt x="223532" y="122059"/>
                </a:lnTo>
                <a:lnTo>
                  <a:pt x="225463" y="124828"/>
                </a:lnTo>
                <a:lnTo>
                  <a:pt x="229766" y="637116"/>
                </a:lnTo>
                <a:lnTo>
                  <a:pt x="229793" y="639394"/>
                </a:lnTo>
                <a:lnTo>
                  <a:pt x="125831" y="598373"/>
                </a:lnTo>
                <a:lnTo>
                  <a:pt x="16179" y="558152"/>
                </a:lnTo>
                <a:lnTo>
                  <a:pt x="15621" y="557784"/>
                </a:lnTo>
                <a:lnTo>
                  <a:pt x="15922" y="557895"/>
                </a:lnTo>
                <a:lnTo>
                  <a:pt x="11912" y="553885"/>
                </a:lnTo>
                <a:lnTo>
                  <a:pt x="9042" y="552069"/>
                </a:lnTo>
                <a:lnTo>
                  <a:pt x="8890" y="551866"/>
                </a:lnTo>
                <a:lnTo>
                  <a:pt x="5986" y="547990"/>
                </a:lnTo>
                <a:lnTo>
                  <a:pt x="5194" y="546415"/>
                </a:lnTo>
                <a:lnTo>
                  <a:pt x="5194" y="546773"/>
                </a:lnTo>
                <a:lnTo>
                  <a:pt x="5194" y="543344"/>
                </a:lnTo>
                <a:lnTo>
                  <a:pt x="5029" y="546087"/>
                </a:lnTo>
                <a:lnTo>
                  <a:pt x="6705" y="554164"/>
                </a:lnTo>
                <a:lnTo>
                  <a:pt x="5930" y="547916"/>
                </a:lnTo>
                <a:lnTo>
                  <a:pt x="6070" y="548157"/>
                </a:lnTo>
                <a:lnTo>
                  <a:pt x="8661" y="551713"/>
                </a:lnTo>
                <a:lnTo>
                  <a:pt x="9817" y="556209"/>
                </a:lnTo>
                <a:lnTo>
                  <a:pt x="10045" y="556399"/>
                </a:lnTo>
                <a:lnTo>
                  <a:pt x="14211" y="560603"/>
                </a:lnTo>
                <a:lnTo>
                  <a:pt x="124752" y="601306"/>
                </a:lnTo>
                <a:lnTo>
                  <a:pt x="232918" y="641629"/>
                </a:lnTo>
                <a:close/>
              </a:path>
              <a:path w="417702" h="641629">
                <a:moveTo>
                  <a:pt x="125831" y="598373"/>
                </a:moveTo>
                <a:lnTo>
                  <a:pt x="229793" y="639394"/>
                </a:lnTo>
                <a:lnTo>
                  <a:pt x="229766" y="637116"/>
                </a:lnTo>
                <a:lnTo>
                  <a:pt x="125831" y="598373"/>
                </a:lnTo>
                <a:close/>
              </a:path>
              <a:path w="417702" h="641629">
                <a:moveTo>
                  <a:pt x="229766" y="637116"/>
                </a:moveTo>
                <a:lnTo>
                  <a:pt x="225463" y="124828"/>
                </a:lnTo>
                <a:lnTo>
                  <a:pt x="223532" y="122059"/>
                </a:lnTo>
                <a:lnTo>
                  <a:pt x="229766" y="637116"/>
                </a:lnTo>
                <a:close/>
              </a:path>
              <a:path w="417702" h="641629">
                <a:moveTo>
                  <a:pt x="226672" y="124545"/>
                </a:moveTo>
                <a:lnTo>
                  <a:pt x="231889" y="637908"/>
                </a:lnTo>
                <a:lnTo>
                  <a:pt x="232918" y="641629"/>
                </a:lnTo>
                <a:lnTo>
                  <a:pt x="226672" y="124545"/>
                </a:lnTo>
                <a:close/>
              </a:path>
              <a:path w="417702" h="641629">
                <a:moveTo>
                  <a:pt x="411899" y="78079"/>
                </a:moveTo>
                <a:lnTo>
                  <a:pt x="406805" y="79268"/>
                </a:lnTo>
                <a:lnTo>
                  <a:pt x="411721" y="81076"/>
                </a:lnTo>
                <a:lnTo>
                  <a:pt x="411899" y="78079"/>
                </a:lnTo>
                <a:close/>
              </a:path>
              <a:path w="417702" h="641629">
                <a:moveTo>
                  <a:pt x="9042" y="552069"/>
                </a:moveTo>
                <a:lnTo>
                  <a:pt x="11912" y="553885"/>
                </a:lnTo>
                <a:lnTo>
                  <a:pt x="8890" y="551866"/>
                </a:lnTo>
                <a:lnTo>
                  <a:pt x="9042" y="552069"/>
                </a:lnTo>
                <a:close/>
              </a:path>
              <a:path w="417702" h="641629">
                <a:moveTo>
                  <a:pt x="5029" y="53289"/>
                </a:moveTo>
                <a:lnTo>
                  <a:pt x="3124" y="55676"/>
                </a:lnTo>
                <a:lnTo>
                  <a:pt x="3124" y="56129"/>
                </a:lnTo>
                <a:lnTo>
                  <a:pt x="5029" y="53289"/>
                </a:lnTo>
                <a:close/>
              </a:path>
              <a:path w="417702" h="641629">
                <a:moveTo>
                  <a:pt x="7138" y="47992"/>
                </a:moveTo>
                <a:lnTo>
                  <a:pt x="5029" y="53289"/>
                </a:lnTo>
                <a:lnTo>
                  <a:pt x="7138" y="47992"/>
                </a:lnTo>
                <a:close/>
              </a:path>
              <a:path w="417702" h="641629">
                <a:moveTo>
                  <a:pt x="7138" y="47992"/>
                </a:moveTo>
                <a:lnTo>
                  <a:pt x="7734" y="39827"/>
                </a:lnTo>
                <a:lnTo>
                  <a:pt x="4292" y="46710"/>
                </a:lnTo>
                <a:lnTo>
                  <a:pt x="2857" y="56527"/>
                </a:lnTo>
                <a:lnTo>
                  <a:pt x="3009" y="537870"/>
                </a:lnTo>
                <a:lnTo>
                  <a:pt x="3124" y="538454"/>
                </a:lnTo>
                <a:lnTo>
                  <a:pt x="3009" y="537870"/>
                </a:lnTo>
                <a:lnTo>
                  <a:pt x="2184" y="51968"/>
                </a:lnTo>
                <a:lnTo>
                  <a:pt x="0" y="55206"/>
                </a:lnTo>
                <a:lnTo>
                  <a:pt x="0" y="538759"/>
                </a:lnTo>
                <a:lnTo>
                  <a:pt x="2082" y="543978"/>
                </a:lnTo>
                <a:lnTo>
                  <a:pt x="2082" y="543648"/>
                </a:lnTo>
                <a:lnTo>
                  <a:pt x="2184" y="544233"/>
                </a:lnTo>
                <a:lnTo>
                  <a:pt x="3352" y="549668"/>
                </a:lnTo>
                <a:lnTo>
                  <a:pt x="6705" y="554164"/>
                </a:lnTo>
                <a:lnTo>
                  <a:pt x="5029" y="546087"/>
                </a:lnTo>
                <a:lnTo>
                  <a:pt x="5194" y="543344"/>
                </a:lnTo>
                <a:lnTo>
                  <a:pt x="3124" y="538156"/>
                </a:lnTo>
                <a:lnTo>
                  <a:pt x="3124" y="55676"/>
                </a:lnTo>
                <a:lnTo>
                  <a:pt x="5029" y="53289"/>
                </a:lnTo>
                <a:lnTo>
                  <a:pt x="7112" y="48044"/>
                </a:lnTo>
                <a:close/>
              </a:path>
              <a:path w="417702" h="641629">
                <a:moveTo>
                  <a:pt x="2857" y="56527"/>
                </a:moveTo>
                <a:lnTo>
                  <a:pt x="4292" y="46710"/>
                </a:lnTo>
                <a:lnTo>
                  <a:pt x="2234" y="51842"/>
                </a:lnTo>
                <a:lnTo>
                  <a:pt x="0" y="55206"/>
                </a:lnTo>
                <a:lnTo>
                  <a:pt x="2184" y="51968"/>
                </a:lnTo>
                <a:lnTo>
                  <a:pt x="2336" y="51688"/>
                </a:lnTo>
                <a:lnTo>
                  <a:pt x="2857" y="56527"/>
                </a:lnTo>
                <a:close/>
              </a:path>
              <a:path w="417702" h="641629">
                <a:moveTo>
                  <a:pt x="2082" y="543978"/>
                </a:moveTo>
                <a:lnTo>
                  <a:pt x="2082" y="547154"/>
                </a:lnTo>
                <a:lnTo>
                  <a:pt x="3352" y="549668"/>
                </a:lnTo>
                <a:lnTo>
                  <a:pt x="2184" y="544233"/>
                </a:lnTo>
                <a:lnTo>
                  <a:pt x="2082" y="543648"/>
                </a:lnTo>
                <a:lnTo>
                  <a:pt x="2082" y="543978"/>
                </a:lnTo>
                <a:close/>
              </a:path>
              <a:path w="417702" h="641629">
                <a:moveTo>
                  <a:pt x="2336" y="51688"/>
                </a:moveTo>
                <a:lnTo>
                  <a:pt x="2184" y="51968"/>
                </a:lnTo>
                <a:lnTo>
                  <a:pt x="3009" y="537870"/>
                </a:lnTo>
                <a:lnTo>
                  <a:pt x="2857" y="56527"/>
                </a:lnTo>
                <a:lnTo>
                  <a:pt x="2336" y="51688"/>
                </a:lnTo>
                <a:close/>
              </a:path>
              <a:path w="417702" h="641629">
                <a:moveTo>
                  <a:pt x="6705" y="554164"/>
                </a:moveTo>
                <a:lnTo>
                  <a:pt x="9930" y="556322"/>
                </a:lnTo>
                <a:lnTo>
                  <a:pt x="8661" y="551713"/>
                </a:lnTo>
                <a:lnTo>
                  <a:pt x="6070" y="548157"/>
                </a:lnTo>
                <a:lnTo>
                  <a:pt x="5930" y="547916"/>
                </a:lnTo>
                <a:lnTo>
                  <a:pt x="6705" y="554164"/>
                </a:lnTo>
                <a:close/>
              </a:path>
              <a:path w="417702" h="641629">
                <a:moveTo>
                  <a:pt x="24917" y="27127"/>
                </a:moveTo>
                <a:lnTo>
                  <a:pt x="18441" y="31432"/>
                </a:lnTo>
                <a:lnTo>
                  <a:pt x="16408" y="35661"/>
                </a:lnTo>
                <a:lnTo>
                  <a:pt x="15773" y="36258"/>
                </a:lnTo>
                <a:lnTo>
                  <a:pt x="13969" y="33667"/>
                </a:lnTo>
                <a:lnTo>
                  <a:pt x="10909" y="38768"/>
                </a:lnTo>
                <a:lnTo>
                  <a:pt x="7734" y="39827"/>
                </a:lnTo>
                <a:lnTo>
                  <a:pt x="7162" y="47929"/>
                </a:lnTo>
                <a:lnTo>
                  <a:pt x="9937" y="42392"/>
                </a:lnTo>
                <a:lnTo>
                  <a:pt x="9334" y="42595"/>
                </a:lnTo>
                <a:lnTo>
                  <a:pt x="10617" y="39255"/>
                </a:lnTo>
                <a:lnTo>
                  <a:pt x="11468" y="38582"/>
                </a:lnTo>
                <a:lnTo>
                  <a:pt x="12992" y="41363"/>
                </a:lnTo>
                <a:lnTo>
                  <a:pt x="16170" y="36058"/>
                </a:lnTo>
                <a:lnTo>
                  <a:pt x="20015" y="34124"/>
                </a:lnTo>
                <a:lnTo>
                  <a:pt x="18542" y="31381"/>
                </a:lnTo>
                <a:lnTo>
                  <a:pt x="24917" y="27127"/>
                </a:lnTo>
                <a:close/>
              </a:path>
              <a:path w="417702" h="641629">
                <a:moveTo>
                  <a:pt x="10236" y="41795"/>
                </a:moveTo>
                <a:lnTo>
                  <a:pt x="9334" y="42595"/>
                </a:lnTo>
                <a:lnTo>
                  <a:pt x="9937" y="42392"/>
                </a:lnTo>
                <a:lnTo>
                  <a:pt x="12992" y="41363"/>
                </a:lnTo>
                <a:lnTo>
                  <a:pt x="11468" y="38582"/>
                </a:lnTo>
                <a:lnTo>
                  <a:pt x="10617" y="39255"/>
                </a:lnTo>
                <a:lnTo>
                  <a:pt x="9334" y="42595"/>
                </a:lnTo>
                <a:lnTo>
                  <a:pt x="10236" y="41795"/>
                </a:lnTo>
                <a:close/>
              </a:path>
              <a:path w="417702" h="641629">
                <a:moveTo>
                  <a:pt x="18364" y="31483"/>
                </a:moveTo>
                <a:lnTo>
                  <a:pt x="13969" y="33667"/>
                </a:lnTo>
                <a:lnTo>
                  <a:pt x="15773" y="36258"/>
                </a:lnTo>
                <a:lnTo>
                  <a:pt x="16408" y="35661"/>
                </a:lnTo>
                <a:lnTo>
                  <a:pt x="18364" y="31483"/>
                </a:lnTo>
                <a:close/>
              </a:path>
              <a:path w="417702" h="641629">
                <a:moveTo>
                  <a:pt x="180584" y="3124"/>
                </a:moveTo>
                <a:lnTo>
                  <a:pt x="187680" y="3124"/>
                </a:lnTo>
                <a:lnTo>
                  <a:pt x="195541" y="3073"/>
                </a:lnTo>
                <a:lnTo>
                  <a:pt x="196227" y="0"/>
                </a:lnTo>
                <a:lnTo>
                  <a:pt x="180263" y="0"/>
                </a:lnTo>
                <a:lnTo>
                  <a:pt x="95897" y="14592"/>
                </a:lnTo>
                <a:lnTo>
                  <a:pt x="50139" y="22910"/>
                </a:lnTo>
                <a:lnTo>
                  <a:pt x="33502" y="26035"/>
                </a:lnTo>
                <a:lnTo>
                  <a:pt x="25666" y="30175"/>
                </a:lnTo>
                <a:lnTo>
                  <a:pt x="20015" y="34124"/>
                </a:lnTo>
                <a:lnTo>
                  <a:pt x="26025" y="30130"/>
                </a:lnTo>
                <a:lnTo>
                  <a:pt x="26339" y="29921"/>
                </a:lnTo>
                <a:lnTo>
                  <a:pt x="34036" y="29121"/>
                </a:lnTo>
                <a:lnTo>
                  <a:pt x="50711" y="25996"/>
                </a:lnTo>
                <a:lnTo>
                  <a:pt x="96456" y="17678"/>
                </a:lnTo>
                <a:lnTo>
                  <a:pt x="180403" y="3124"/>
                </a:lnTo>
                <a:lnTo>
                  <a:pt x="180657" y="3111"/>
                </a:lnTo>
                <a:close/>
              </a:path>
              <a:path w="417702" h="641629">
                <a:moveTo>
                  <a:pt x="24917" y="27127"/>
                </a:moveTo>
                <a:lnTo>
                  <a:pt x="18542" y="31381"/>
                </a:lnTo>
                <a:lnTo>
                  <a:pt x="20015" y="34124"/>
                </a:lnTo>
                <a:lnTo>
                  <a:pt x="25666" y="30175"/>
                </a:lnTo>
                <a:lnTo>
                  <a:pt x="33604" y="26022"/>
                </a:lnTo>
                <a:lnTo>
                  <a:pt x="24917" y="27127"/>
                </a:lnTo>
                <a:close/>
              </a:path>
              <a:path w="417702" h="641629">
                <a:moveTo>
                  <a:pt x="16179" y="558152"/>
                </a:moveTo>
                <a:lnTo>
                  <a:pt x="125831" y="598373"/>
                </a:lnTo>
                <a:lnTo>
                  <a:pt x="15922" y="557895"/>
                </a:lnTo>
                <a:lnTo>
                  <a:pt x="15621" y="557784"/>
                </a:lnTo>
                <a:lnTo>
                  <a:pt x="16179" y="558152"/>
                </a:lnTo>
                <a:close/>
              </a:path>
              <a:path w="417702" h="641629">
                <a:moveTo>
                  <a:pt x="180403" y="3124"/>
                </a:moveTo>
                <a:lnTo>
                  <a:pt x="96443" y="17678"/>
                </a:lnTo>
                <a:lnTo>
                  <a:pt x="180584" y="3124"/>
                </a:lnTo>
                <a:lnTo>
                  <a:pt x="180403" y="3124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321113" y="2675813"/>
            <a:ext cx="215239" cy="559777"/>
          </a:xfrm>
          <a:custGeom>
            <a:avLst/>
            <a:gdLst/>
            <a:ahLst/>
            <a:cxnLst/>
            <a:rect l="l" t="t" r="r" b="b"/>
            <a:pathLst>
              <a:path w="215239" h="559777">
                <a:moveTo>
                  <a:pt x="0" y="532726"/>
                </a:moveTo>
                <a:lnTo>
                  <a:pt x="1041" y="541045"/>
                </a:lnTo>
                <a:lnTo>
                  <a:pt x="2082" y="545211"/>
                </a:lnTo>
                <a:lnTo>
                  <a:pt x="4165" y="550405"/>
                </a:lnTo>
                <a:lnTo>
                  <a:pt x="8318" y="553529"/>
                </a:lnTo>
                <a:lnTo>
                  <a:pt x="13525" y="556653"/>
                </a:lnTo>
                <a:lnTo>
                  <a:pt x="18719" y="559777"/>
                </a:lnTo>
                <a:lnTo>
                  <a:pt x="30162" y="559777"/>
                </a:lnTo>
                <a:lnTo>
                  <a:pt x="185077" y="531685"/>
                </a:lnTo>
                <a:lnTo>
                  <a:pt x="191325" y="529602"/>
                </a:lnTo>
                <a:lnTo>
                  <a:pt x="197561" y="526478"/>
                </a:lnTo>
                <a:lnTo>
                  <a:pt x="202755" y="523354"/>
                </a:lnTo>
                <a:lnTo>
                  <a:pt x="205879" y="518147"/>
                </a:lnTo>
                <a:lnTo>
                  <a:pt x="210032" y="512952"/>
                </a:lnTo>
                <a:lnTo>
                  <a:pt x="213156" y="507745"/>
                </a:lnTo>
                <a:lnTo>
                  <a:pt x="215239" y="502539"/>
                </a:lnTo>
                <a:lnTo>
                  <a:pt x="215239" y="18732"/>
                </a:lnTo>
                <a:lnTo>
                  <a:pt x="213156" y="13525"/>
                </a:lnTo>
                <a:lnTo>
                  <a:pt x="210032" y="8318"/>
                </a:lnTo>
                <a:lnTo>
                  <a:pt x="205879" y="5206"/>
                </a:lnTo>
                <a:lnTo>
                  <a:pt x="202755" y="2082"/>
                </a:lnTo>
                <a:lnTo>
                  <a:pt x="197561" y="0"/>
                </a:lnTo>
                <a:lnTo>
                  <a:pt x="185077" y="0"/>
                </a:lnTo>
                <a:lnTo>
                  <a:pt x="30162" y="28092"/>
                </a:lnTo>
                <a:lnTo>
                  <a:pt x="23914" y="29133"/>
                </a:lnTo>
                <a:lnTo>
                  <a:pt x="18719" y="32257"/>
                </a:lnTo>
                <a:lnTo>
                  <a:pt x="13525" y="36410"/>
                </a:lnTo>
                <a:lnTo>
                  <a:pt x="8318" y="40576"/>
                </a:lnTo>
                <a:lnTo>
                  <a:pt x="4165" y="45783"/>
                </a:lnTo>
                <a:lnTo>
                  <a:pt x="2082" y="50977"/>
                </a:lnTo>
                <a:lnTo>
                  <a:pt x="1041" y="57226"/>
                </a:lnTo>
                <a:lnTo>
                  <a:pt x="0" y="63461"/>
                </a:lnTo>
                <a:lnTo>
                  <a:pt x="0" y="532726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318510" y="2673210"/>
            <a:ext cx="218097" cy="564972"/>
          </a:xfrm>
          <a:custGeom>
            <a:avLst/>
            <a:gdLst/>
            <a:ahLst/>
            <a:cxnLst/>
            <a:rect l="l" t="t" r="r" b="b"/>
            <a:pathLst>
              <a:path w="218097" h="564972">
                <a:moveTo>
                  <a:pt x="213418" y="17283"/>
                </a:moveTo>
                <a:lnTo>
                  <a:pt x="211074" y="13004"/>
                </a:lnTo>
                <a:lnTo>
                  <a:pt x="210413" y="12255"/>
                </a:lnTo>
                <a:lnTo>
                  <a:pt x="210032" y="5727"/>
                </a:lnTo>
                <a:lnTo>
                  <a:pt x="210283" y="5914"/>
                </a:lnTo>
                <a:lnTo>
                  <a:pt x="206819" y="2463"/>
                </a:lnTo>
                <a:lnTo>
                  <a:pt x="203517" y="6527"/>
                </a:lnTo>
                <a:lnTo>
                  <a:pt x="200164" y="5194"/>
                </a:lnTo>
                <a:lnTo>
                  <a:pt x="199186" y="5016"/>
                </a:lnTo>
                <a:lnTo>
                  <a:pt x="193928" y="0"/>
                </a:lnTo>
                <a:lnTo>
                  <a:pt x="187680" y="5194"/>
                </a:lnTo>
                <a:lnTo>
                  <a:pt x="33197" y="33261"/>
                </a:lnTo>
                <a:lnTo>
                  <a:pt x="187927" y="5194"/>
                </a:lnTo>
                <a:lnTo>
                  <a:pt x="188137" y="5156"/>
                </a:lnTo>
                <a:lnTo>
                  <a:pt x="193928" y="5194"/>
                </a:lnTo>
                <a:lnTo>
                  <a:pt x="199631" y="5194"/>
                </a:lnTo>
                <a:lnTo>
                  <a:pt x="203888" y="6897"/>
                </a:lnTo>
                <a:lnTo>
                  <a:pt x="204393" y="7099"/>
                </a:lnTo>
                <a:lnTo>
                  <a:pt x="206781" y="9778"/>
                </a:lnTo>
                <a:lnTo>
                  <a:pt x="210688" y="12714"/>
                </a:lnTo>
                <a:lnTo>
                  <a:pt x="213418" y="17283"/>
                </a:lnTo>
                <a:close/>
              </a:path>
              <a:path w="218097" h="564972">
                <a:moveTo>
                  <a:pt x="192987" y="529768"/>
                </a:moveTo>
                <a:lnTo>
                  <a:pt x="187027" y="531759"/>
                </a:lnTo>
                <a:lnTo>
                  <a:pt x="187223" y="531723"/>
                </a:lnTo>
                <a:lnTo>
                  <a:pt x="192760" y="529882"/>
                </a:lnTo>
                <a:lnTo>
                  <a:pt x="193103" y="529729"/>
                </a:lnTo>
                <a:lnTo>
                  <a:pt x="198892" y="526809"/>
                </a:lnTo>
                <a:lnTo>
                  <a:pt x="192987" y="529768"/>
                </a:lnTo>
                <a:close/>
              </a:path>
              <a:path w="218097" h="564972">
                <a:moveTo>
                  <a:pt x="200660" y="0"/>
                </a:moveTo>
                <a:lnTo>
                  <a:pt x="193928" y="0"/>
                </a:lnTo>
                <a:lnTo>
                  <a:pt x="199186" y="5016"/>
                </a:lnTo>
                <a:lnTo>
                  <a:pt x="200164" y="5194"/>
                </a:lnTo>
                <a:lnTo>
                  <a:pt x="203517" y="6527"/>
                </a:lnTo>
                <a:lnTo>
                  <a:pt x="206819" y="2463"/>
                </a:lnTo>
                <a:lnTo>
                  <a:pt x="200660" y="0"/>
                </a:lnTo>
                <a:close/>
              </a:path>
              <a:path w="218097" h="564972">
                <a:moveTo>
                  <a:pt x="201409" y="531367"/>
                </a:moveTo>
                <a:lnTo>
                  <a:pt x="207263" y="527850"/>
                </a:lnTo>
                <a:lnTo>
                  <a:pt x="203136" y="524624"/>
                </a:lnTo>
                <a:lnTo>
                  <a:pt x="198996" y="526757"/>
                </a:lnTo>
                <a:lnTo>
                  <a:pt x="198831" y="526846"/>
                </a:lnTo>
                <a:lnTo>
                  <a:pt x="194919" y="534606"/>
                </a:lnTo>
                <a:lnTo>
                  <a:pt x="201409" y="531367"/>
                </a:lnTo>
                <a:close/>
              </a:path>
              <a:path w="218097" h="564972">
                <a:moveTo>
                  <a:pt x="210502" y="522376"/>
                </a:moveTo>
                <a:lnTo>
                  <a:pt x="207263" y="527850"/>
                </a:lnTo>
                <a:lnTo>
                  <a:pt x="210645" y="522197"/>
                </a:lnTo>
                <a:lnTo>
                  <a:pt x="210616" y="513930"/>
                </a:lnTo>
                <a:lnTo>
                  <a:pt x="210413" y="514222"/>
                </a:lnTo>
                <a:lnTo>
                  <a:pt x="207263" y="527850"/>
                </a:lnTo>
                <a:lnTo>
                  <a:pt x="210502" y="522376"/>
                </a:lnTo>
                <a:close/>
              </a:path>
              <a:path w="218097" h="564972">
                <a:moveTo>
                  <a:pt x="210705" y="522096"/>
                </a:moveTo>
                <a:lnTo>
                  <a:pt x="214769" y="517042"/>
                </a:lnTo>
                <a:lnTo>
                  <a:pt x="213347" y="509384"/>
                </a:lnTo>
                <a:lnTo>
                  <a:pt x="210616" y="513930"/>
                </a:lnTo>
                <a:lnTo>
                  <a:pt x="210705" y="522096"/>
                </a:lnTo>
                <a:close/>
              </a:path>
              <a:path w="218097" h="564972">
                <a:moveTo>
                  <a:pt x="215430" y="504189"/>
                </a:moveTo>
                <a:lnTo>
                  <a:pt x="215430" y="22301"/>
                </a:lnTo>
                <a:lnTo>
                  <a:pt x="215226" y="21335"/>
                </a:lnTo>
                <a:lnTo>
                  <a:pt x="215226" y="504696"/>
                </a:lnTo>
                <a:lnTo>
                  <a:pt x="215430" y="504189"/>
                </a:lnTo>
                <a:close/>
              </a:path>
              <a:path w="218097" h="564972">
                <a:moveTo>
                  <a:pt x="220433" y="20827"/>
                </a:moveTo>
                <a:lnTo>
                  <a:pt x="218097" y="14960"/>
                </a:lnTo>
                <a:lnTo>
                  <a:pt x="214604" y="9143"/>
                </a:lnTo>
                <a:lnTo>
                  <a:pt x="213525" y="17462"/>
                </a:lnTo>
                <a:lnTo>
                  <a:pt x="213347" y="17106"/>
                </a:lnTo>
                <a:lnTo>
                  <a:pt x="214604" y="9143"/>
                </a:lnTo>
                <a:lnTo>
                  <a:pt x="210324" y="5956"/>
                </a:lnTo>
                <a:lnTo>
                  <a:pt x="210032" y="5727"/>
                </a:lnTo>
                <a:lnTo>
                  <a:pt x="210413" y="12255"/>
                </a:lnTo>
                <a:lnTo>
                  <a:pt x="211074" y="13004"/>
                </a:lnTo>
                <a:lnTo>
                  <a:pt x="213418" y="17283"/>
                </a:lnTo>
                <a:lnTo>
                  <a:pt x="215226" y="21794"/>
                </a:lnTo>
                <a:lnTo>
                  <a:pt x="215226" y="21335"/>
                </a:lnTo>
                <a:lnTo>
                  <a:pt x="215430" y="22301"/>
                </a:lnTo>
                <a:lnTo>
                  <a:pt x="215430" y="504189"/>
                </a:lnTo>
                <a:lnTo>
                  <a:pt x="215226" y="504696"/>
                </a:lnTo>
                <a:lnTo>
                  <a:pt x="213525" y="509015"/>
                </a:lnTo>
                <a:lnTo>
                  <a:pt x="213433" y="509169"/>
                </a:lnTo>
                <a:lnTo>
                  <a:pt x="210503" y="514072"/>
                </a:lnTo>
                <a:lnTo>
                  <a:pt x="206349" y="519264"/>
                </a:lnTo>
                <a:lnTo>
                  <a:pt x="204025" y="523722"/>
                </a:lnTo>
                <a:lnTo>
                  <a:pt x="203480" y="524050"/>
                </a:lnTo>
                <a:lnTo>
                  <a:pt x="198892" y="526809"/>
                </a:lnTo>
                <a:lnTo>
                  <a:pt x="193103" y="529729"/>
                </a:lnTo>
                <a:lnTo>
                  <a:pt x="187223" y="531723"/>
                </a:lnTo>
                <a:lnTo>
                  <a:pt x="187027" y="531759"/>
                </a:lnTo>
                <a:lnTo>
                  <a:pt x="32766" y="559777"/>
                </a:lnTo>
                <a:lnTo>
                  <a:pt x="26517" y="559777"/>
                </a:lnTo>
                <a:lnTo>
                  <a:pt x="32296" y="559815"/>
                </a:lnTo>
                <a:lnTo>
                  <a:pt x="32994" y="564972"/>
                </a:lnTo>
                <a:lnTo>
                  <a:pt x="186867" y="531812"/>
                </a:lnTo>
                <a:lnTo>
                  <a:pt x="188341" y="536803"/>
                </a:lnTo>
                <a:lnTo>
                  <a:pt x="194919" y="534606"/>
                </a:lnTo>
                <a:lnTo>
                  <a:pt x="198831" y="526846"/>
                </a:lnTo>
                <a:lnTo>
                  <a:pt x="198996" y="526757"/>
                </a:lnTo>
                <a:lnTo>
                  <a:pt x="203136" y="524624"/>
                </a:lnTo>
                <a:lnTo>
                  <a:pt x="207263" y="527850"/>
                </a:lnTo>
                <a:lnTo>
                  <a:pt x="210413" y="514222"/>
                </a:lnTo>
                <a:lnTo>
                  <a:pt x="210616" y="513930"/>
                </a:lnTo>
                <a:lnTo>
                  <a:pt x="213347" y="509384"/>
                </a:lnTo>
                <a:lnTo>
                  <a:pt x="214769" y="517042"/>
                </a:lnTo>
                <a:lnTo>
                  <a:pt x="215226" y="505142"/>
                </a:lnTo>
                <a:lnTo>
                  <a:pt x="218097" y="511517"/>
                </a:lnTo>
                <a:lnTo>
                  <a:pt x="220433" y="505650"/>
                </a:lnTo>
                <a:lnTo>
                  <a:pt x="220433" y="20827"/>
                </a:lnTo>
                <a:close/>
              </a:path>
              <a:path w="218097" h="564972">
                <a:moveTo>
                  <a:pt x="188341" y="536803"/>
                </a:moveTo>
                <a:lnTo>
                  <a:pt x="186867" y="531812"/>
                </a:lnTo>
                <a:lnTo>
                  <a:pt x="32994" y="564972"/>
                </a:lnTo>
                <a:lnTo>
                  <a:pt x="188341" y="536803"/>
                </a:lnTo>
                <a:close/>
              </a:path>
              <a:path w="218097" h="564972">
                <a:moveTo>
                  <a:pt x="193928" y="5194"/>
                </a:moveTo>
                <a:lnTo>
                  <a:pt x="188137" y="5156"/>
                </a:lnTo>
                <a:lnTo>
                  <a:pt x="187927" y="5194"/>
                </a:lnTo>
                <a:lnTo>
                  <a:pt x="193928" y="5194"/>
                </a:lnTo>
                <a:close/>
              </a:path>
              <a:path w="218097" h="564972">
                <a:moveTo>
                  <a:pt x="206781" y="9778"/>
                </a:moveTo>
                <a:lnTo>
                  <a:pt x="204393" y="7099"/>
                </a:lnTo>
                <a:lnTo>
                  <a:pt x="203888" y="6897"/>
                </a:lnTo>
                <a:lnTo>
                  <a:pt x="206781" y="9778"/>
                </a:lnTo>
                <a:close/>
              </a:path>
              <a:path w="218097" h="564972">
                <a:moveTo>
                  <a:pt x="218097" y="511517"/>
                </a:moveTo>
                <a:lnTo>
                  <a:pt x="215226" y="505142"/>
                </a:lnTo>
                <a:lnTo>
                  <a:pt x="214769" y="517042"/>
                </a:lnTo>
                <a:lnTo>
                  <a:pt x="218097" y="511517"/>
                </a:lnTo>
                <a:close/>
              </a:path>
              <a:path w="218097" h="564972">
                <a:moveTo>
                  <a:pt x="213525" y="509015"/>
                </a:moveTo>
                <a:lnTo>
                  <a:pt x="215226" y="504696"/>
                </a:lnTo>
                <a:lnTo>
                  <a:pt x="213433" y="509169"/>
                </a:lnTo>
                <a:lnTo>
                  <a:pt x="213525" y="509015"/>
                </a:lnTo>
                <a:close/>
              </a:path>
              <a:path w="218097" h="564972">
                <a:moveTo>
                  <a:pt x="210324" y="5956"/>
                </a:moveTo>
                <a:lnTo>
                  <a:pt x="214604" y="9143"/>
                </a:lnTo>
                <a:lnTo>
                  <a:pt x="210283" y="5914"/>
                </a:lnTo>
                <a:close/>
              </a:path>
              <a:path w="218097" h="564972">
                <a:moveTo>
                  <a:pt x="214604" y="9143"/>
                </a:moveTo>
                <a:lnTo>
                  <a:pt x="213347" y="17106"/>
                </a:lnTo>
                <a:lnTo>
                  <a:pt x="213525" y="17462"/>
                </a:lnTo>
                <a:lnTo>
                  <a:pt x="214604" y="9143"/>
                </a:lnTo>
                <a:close/>
              </a:path>
              <a:path w="218097" h="564972">
                <a:moveTo>
                  <a:pt x="206349" y="519264"/>
                </a:moveTo>
                <a:lnTo>
                  <a:pt x="203480" y="524050"/>
                </a:lnTo>
                <a:lnTo>
                  <a:pt x="204025" y="523722"/>
                </a:lnTo>
                <a:lnTo>
                  <a:pt x="206349" y="519264"/>
                </a:lnTo>
                <a:close/>
              </a:path>
              <a:path w="218097" h="564972">
                <a:moveTo>
                  <a:pt x="32766" y="559777"/>
                </a:moveTo>
                <a:lnTo>
                  <a:pt x="187027" y="531759"/>
                </a:lnTo>
                <a:lnTo>
                  <a:pt x="32506" y="559777"/>
                </a:lnTo>
                <a:lnTo>
                  <a:pt x="32766" y="559777"/>
                </a:lnTo>
                <a:close/>
              </a:path>
              <a:path w="218097" h="564972">
                <a:moveTo>
                  <a:pt x="17741" y="41046"/>
                </a:moveTo>
                <a:lnTo>
                  <a:pt x="12953" y="44805"/>
                </a:lnTo>
                <a:lnTo>
                  <a:pt x="12801" y="44996"/>
                </a:lnTo>
                <a:lnTo>
                  <a:pt x="17741" y="41046"/>
                </a:lnTo>
                <a:close/>
              </a:path>
              <a:path w="218097" h="564972">
                <a:moveTo>
                  <a:pt x="12471" y="554050"/>
                </a:moveTo>
                <a:lnTo>
                  <a:pt x="17449" y="557021"/>
                </a:lnTo>
                <a:lnTo>
                  <a:pt x="12402" y="553998"/>
                </a:lnTo>
                <a:close/>
              </a:path>
              <a:path w="218097" h="564972">
                <a:moveTo>
                  <a:pt x="8919" y="551389"/>
                </a:moveTo>
                <a:lnTo>
                  <a:pt x="5194" y="535101"/>
                </a:lnTo>
                <a:lnTo>
                  <a:pt x="5194" y="66345"/>
                </a:lnTo>
                <a:lnTo>
                  <a:pt x="6210" y="60261"/>
                </a:lnTo>
                <a:lnTo>
                  <a:pt x="5194" y="66065"/>
                </a:lnTo>
                <a:lnTo>
                  <a:pt x="9080" y="41338"/>
                </a:lnTo>
                <a:lnTo>
                  <a:pt x="4495" y="47066"/>
                </a:lnTo>
                <a:lnTo>
                  <a:pt x="5168" y="66497"/>
                </a:lnTo>
                <a:lnTo>
                  <a:pt x="5181" y="535000"/>
                </a:lnTo>
                <a:lnTo>
                  <a:pt x="5194" y="535330"/>
                </a:lnTo>
                <a:lnTo>
                  <a:pt x="4622" y="554647"/>
                </a:lnTo>
                <a:lnTo>
                  <a:pt x="9474" y="558291"/>
                </a:lnTo>
                <a:lnTo>
                  <a:pt x="14795" y="561479"/>
                </a:lnTo>
                <a:lnTo>
                  <a:pt x="12255" y="553910"/>
                </a:lnTo>
                <a:lnTo>
                  <a:pt x="9182" y="552043"/>
                </a:lnTo>
                <a:lnTo>
                  <a:pt x="8318" y="550938"/>
                </a:lnTo>
                <a:lnTo>
                  <a:pt x="7213" y="547179"/>
                </a:lnTo>
                <a:lnTo>
                  <a:pt x="8919" y="551389"/>
                </a:lnTo>
                <a:close/>
              </a:path>
              <a:path w="218097" h="564972">
                <a:moveTo>
                  <a:pt x="7099" y="546849"/>
                </a:moveTo>
                <a:lnTo>
                  <a:pt x="7183" y="547059"/>
                </a:lnTo>
                <a:lnTo>
                  <a:pt x="6197" y="543115"/>
                </a:lnTo>
                <a:lnTo>
                  <a:pt x="5194" y="535101"/>
                </a:lnTo>
                <a:lnTo>
                  <a:pt x="6172" y="543013"/>
                </a:lnTo>
                <a:lnTo>
                  <a:pt x="6223" y="543318"/>
                </a:lnTo>
                <a:lnTo>
                  <a:pt x="7099" y="546849"/>
                </a:lnTo>
                <a:close/>
              </a:path>
              <a:path w="218097" h="564972">
                <a:moveTo>
                  <a:pt x="14503" y="36995"/>
                </a:moveTo>
                <a:lnTo>
                  <a:pt x="9080" y="41338"/>
                </a:lnTo>
                <a:lnTo>
                  <a:pt x="8788" y="50012"/>
                </a:lnTo>
                <a:lnTo>
                  <a:pt x="7251" y="54013"/>
                </a:lnTo>
                <a:lnTo>
                  <a:pt x="7099" y="54559"/>
                </a:lnTo>
                <a:lnTo>
                  <a:pt x="9080" y="41338"/>
                </a:lnTo>
                <a:lnTo>
                  <a:pt x="5194" y="66065"/>
                </a:lnTo>
                <a:lnTo>
                  <a:pt x="6210" y="60261"/>
                </a:lnTo>
                <a:lnTo>
                  <a:pt x="7204" y="54296"/>
                </a:lnTo>
                <a:lnTo>
                  <a:pt x="9047" y="49688"/>
                </a:lnTo>
                <a:lnTo>
                  <a:pt x="9182" y="49352"/>
                </a:lnTo>
                <a:lnTo>
                  <a:pt x="12547" y="45199"/>
                </a:lnTo>
                <a:lnTo>
                  <a:pt x="14503" y="36995"/>
                </a:lnTo>
                <a:close/>
              </a:path>
              <a:path w="218097" h="564972">
                <a:moveTo>
                  <a:pt x="7213" y="547179"/>
                </a:moveTo>
                <a:lnTo>
                  <a:pt x="8318" y="550938"/>
                </a:lnTo>
                <a:lnTo>
                  <a:pt x="9182" y="552043"/>
                </a:lnTo>
                <a:lnTo>
                  <a:pt x="12255" y="553910"/>
                </a:lnTo>
                <a:lnTo>
                  <a:pt x="14795" y="561479"/>
                </a:lnTo>
                <a:lnTo>
                  <a:pt x="20599" y="564972"/>
                </a:lnTo>
                <a:lnTo>
                  <a:pt x="32994" y="564972"/>
                </a:lnTo>
                <a:lnTo>
                  <a:pt x="32296" y="559815"/>
                </a:lnTo>
                <a:lnTo>
                  <a:pt x="26517" y="559777"/>
                </a:lnTo>
                <a:lnTo>
                  <a:pt x="22042" y="559777"/>
                </a:lnTo>
                <a:lnTo>
                  <a:pt x="22656" y="560146"/>
                </a:lnTo>
                <a:lnTo>
                  <a:pt x="21323" y="559777"/>
                </a:lnTo>
                <a:lnTo>
                  <a:pt x="17449" y="557021"/>
                </a:lnTo>
                <a:lnTo>
                  <a:pt x="12471" y="554050"/>
                </a:lnTo>
                <a:lnTo>
                  <a:pt x="8919" y="551389"/>
                </a:lnTo>
                <a:lnTo>
                  <a:pt x="7213" y="547179"/>
                </a:lnTo>
                <a:close/>
              </a:path>
              <a:path w="218097" h="564972">
                <a:moveTo>
                  <a:pt x="187451" y="0"/>
                </a:moveTo>
                <a:lnTo>
                  <a:pt x="32296" y="28143"/>
                </a:lnTo>
                <a:lnTo>
                  <a:pt x="27851" y="33972"/>
                </a:lnTo>
                <a:lnTo>
                  <a:pt x="26949" y="34302"/>
                </a:lnTo>
                <a:lnTo>
                  <a:pt x="25603" y="29248"/>
                </a:lnTo>
                <a:lnTo>
                  <a:pt x="19837" y="32727"/>
                </a:lnTo>
                <a:lnTo>
                  <a:pt x="14503" y="36995"/>
                </a:lnTo>
                <a:lnTo>
                  <a:pt x="12547" y="45199"/>
                </a:lnTo>
                <a:lnTo>
                  <a:pt x="9182" y="49352"/>
                </a:lnTo>
                <a:lnTo>
                  <a:pt x="9047" y="49688"/>
                </a:lnTo>
                <a:lnTo>
                  <a:pt x="12801" y="44996"/>
                </a:lnTo>
                <a:lnTo>
                  <a:pt x="12953" y="44805"/>
                </a:lnTo>
                <a:lnTo>
                  <a:pt x="17741" y="41046"/>
                </a:lnTo>
                <a:lnTo>
                  <a:pt x="22656" y="37083"/>
                </a:lnTo>
                <a:lnTo>
                  <a:pt x="22948" y="36880"/>
                </a:lnTo>
                <a:lnTo>
                  <a:pt x="27434" y="34221"/>
                </a:lnTo>
                <a:lnTo>
                  <a:pt x="33197" y="33261"/>
                </a:lnTo>
                <a:lnTo>
                  <a:pt x="187680" y="5194"/>
                </a:lnTo>
                <a:lnTo>
                  <a:pt x="193928" y="0"/>
                </a:lnTo>
                <a:lnTo>
                  <a:pt x="187451" y="0"/>
                </a:lnTo>
                <a:close/>
              </a:path>
              <a:path w="218097" h="564972">
                <a:moveTo>
                  <a:pt x="9080" y="41338"/>
                </a:moveTo>
                <a:lnTo>
                  <a:pt x="7099" y="54559"/>
                </a:lnTo>
                <a:lnTo>
                  <a:pt x="7251" y="54013"/>
                </a:lnTo>
                <a:lnTo>
                  <a:pt x="8788" y="50012"/>
                </a:lnTo>
                <a:lnTo>
                  <a:pt x="9080" y="41338"/>
                </a:lnTo>
                <a:close/>
              </a:path>
              <a:path w="218097" h="564972">
                <a:moveTo>
                  <a:pt x="5181" y="535000"/>
                </a:moveTo>
                <a:lnTo>
                  <a:pt x="5168" y="66497"/>
                </a:lnTo>
                <a:lnTo>
                  <a:pt x="4495" y="47066"/>
                </a:lnTo>
                <a:lnTo>
                  <a:pt x="2158" y="52882"/>
                </a:lnTo>
                <a:lnTo>
                  <a:pt x="1079" y="59397"/>
                </a:lnTo>
                <a:lnTo>
                  <a:pt x="0" y="65849"/>
                </a:lnTo>
                <a:lnTo>
                  <a:pt x="0" y="535482"/>
                </a:lnTo>
                <a:lnTo>
                  <a:pt x="1079" y="544131"/>
                </a:lnTo>
                <a:lnTo>
                  <a:pt x="2197" y="548614"/>
                </a:lnTo>
                <a:lnTo>
                  <a:pt x="4622" y="554647"/>
                </a:lnTo>
                <a:lnTo>
                  <a:pt x="5194" y="535330"/>
                </a:lnTo>
                <a:lnTo>
                  <a:pt x="5181" y="535000"/>
                </a:lnTo>
                <a:close/>
              </a:path>
              <a:path w="218097" h="564972">
                <a:moveTo>
                  <a:pt x="21323" y="559777"/>
                </a:moveTo>
                <a:lnTo>
                  <a:pt x="22656" y="560146"/>
                </a:lnTo>
                <a:lnTo>
                  <a:pt x="22042" y="559777"/>
                </a:lnTo>
                <a:lnTo>
                  <a:pt x="17449" y="557021"/>
                </a:lnTo>
                <a:lnTo>
                  <a:pt x="21323" y="559777"/>
                </a:lnTo>
                <a:close/>
              </a:path>
              <a:path w="218097" h="564972">
                <a:moveTo>
                  <a:pt x="22808" y="36993"/>
                </a:moveTo>
                <a:lnTo>
                  <a:pt x="27434" y="34221"/>
                </a:lnTo>
                <a:lnTo>
                  <a:pt x="22948" y="36880"/>
                </a:lnTo>
                <a:lnTo>
                  <a:pt x="22656" y="37083"/>
                </a:lnTo>
                <a:lnTo>
                  <a:pt x="17741" y="41046"/>
                </a:lnTo>
                <a:lnTo>
                  <a:pt x="22808" y="36993"/>
                </a:lnTo>
                <a:close/>
              </a:path>
              <a:path w="218097" h="564972">
                <a:moveTo>
                  <a:pt x="32296" y="28143"/>
                </a:moveTo>
                <a:lnTo>
                  <a:pt x="25603" y="29248"/>
                </a:lnTo>
                <a:lnTo>
                  <a:pt x="26949" y="34302"/>
                </a:lnTo>
                <a:lnTo>
                  <a:pt x="27851" y="33972"/>
                </a:lnTo>
                <a:lnTo>
                  <a:pt x="32296" y="28143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338791" y="2750731"/>
            <a:ext cx="186118" cy="479653"/>
          </a:xfrm>
          <a:custGeom>
            <a:avLst/>
            <a:gdLst/>
            <a:ahLst/>
            <a:cxnLst/>
            <a:rect l="l" t="t" r="r" b="b"/>
            <a:pathLst>
              <a:path w="186118" h="479653">
                <a:moveTo>
                  <a:pt x="0" y="55143"/>
                </a:moveTo>
                <a:lnTo>
                  <a:pt x="0" y="457809"/>
                </a:lnTo>
                <a:lnTo>
                  <a:pt x="1041" y="463003"/>
                </a:lnTo>
                <a:lnTo>
                  <a:pt x="2082" y="468210"/>
                </a:lnTo>
                <a:lnTo>
                  <a:pt x="5194" y="472363"/>
                </a:lnTo>
                <a:lnTo>
                  <a:pt x="7277" y="475488"/>
                </a:lnTo>
                <a:lnTo>
                  <a:pt x="11442" y="477570"/>
                </a:lnTo>
                <a:lnTo>
                  <a:pt x="16637" y="479653"/>
                </a:lnTo>
                <a:lnTo>
                  <a:pt x="25996" y="479653"/>
                </a:lnTo>
                <a:lnTo>
                  <a:pt x="159080" y="456768"/>
                </a:lnTo>
                <a:lnTo>
                  <a:pt x="164287" y="454685"/>
                </a:lnTo>
                <a:lnTo>
                  <a:pt x="169481" y="452602"/>
                </a:lnTo>
                <a:lnTo>
                  <a:pt x="173647" y="448437"/>
                </a:lnTo>
                <a:lnTo>
                  <a:pt x="177800" y="445312"/>
                </a:lnTo>
                <a:lnTo>
                  <a:pt x="180924" y="440118"/>
                </a:lnTo>
                <a:lnTo>
                  <a:pt x="182994" y="435952"/>
                </a:lnTo>
                <a:lnTo>
                  <a:pt x="185077" y="430758"/>
                </a:lnTo>
                <a:lnTo>
                  <a:pt x="186118" y="424510"/>
                </a:lnTo>
                <a:lnTo>
                  <a:pt x="186118" y="21843"/>
                </a:lnTo>
                <a:lnTo>
                  <a:pt x="180924" y="7277"/>
                </a:lnTo>
                <a:lnTo>
                  <a:pt x="173647" y="2082"/>
                </a:lnTo>
                <a:lnTo>
                  <a:pt x="169481" y="0"/>
                </a:lnTo>
                <a:lnTo>
                  <a:pt x="159080" y="0"/>
                </a:lnTo>
                <a:lnTo>
                  <a:pt x="25996" y="22885"/>
                </a:lnTo>
                <a:lnTo>
                  <a:pt x="21831" y="24968"/>
                </a:lnTo>
                <a:lnTo>
                  <a:pt x="16637" y="28092"/>
                </a:lnTo>
                <a:lnTo>
                  <a:pt x="11442" y="31203"/>
                </a:lnTo>
                <a:lnTo>
                  <a:pt x="7277" y="34328"/>
                </a:lnTo>
                <a:lnTo>
                  <a:pt x="5194" y="39535"/>
                </a:lnTo>
                <a:lnTo>
                  <a:pt x="2082" y="43700"/>
                </a:lnTo>
                <a:lnTo>
                  <a:pt x="1041" y="48894"/>
                </a:lnTo>
                <a:lnTo>
                  <a:pt x="0" y="55143"/>
                </a:lnTo>
                <a:close/>
              </a:path>
            </a:pathLst>
          </a:custGeom>
          <a:solidFill>
            <a:srgbClr val="CAD2D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336188" y="2748114"/>
            <a:ext cx="191312" cy="484873"/>
          </a:xfrm>
          <a:custGeom>
            <a:avLst/>
            <a:gdLst/>
            <a:ahLst/>
            <a:cxnLst/>
            <a:rect l="l" t="t" r="r" b="b"/>
            <a:pathLst>
              <a:path w="191312" h="484873">
                <a:moveTo>
                  <a:pt x="183235" y="15151"/>
                </a:moveTo>
                <a:lnTo>
                  <a:pt x="185171" y="19989"/>
                </a:lnTo>
                <a:lnTo>
                  <a:pt x="183273" y="15227"/>
                </a:lnTo>
                <a:lnTo>
                  <a:pt x="183184" y="15024"/>
                </a:lnTo>
                <a:lnTo>
                  <a:pt x="181673" y="11734"/>
                </a:lnTo>
                <a:lnTo>
                  <a:pt x="181381" y="11442"/>
                </a:lnTo>
                <a:lnTo>
                  <a:pt x="183235" y="15151"/>
                </a:lnTo>
                <a:close/>
              </a:path>
              <a:path w="191312" h="484873">
                <a:moveTo>
                  <a:pt x="186156" y="426694"/>
                </a:moveTo>
                <a:lnTo>
                  <a:pt x="186118" y="24726"/>
                </a:lnTo>
                <a:lnTo>
                  <a:pt x="186118" y="427126"/>
                </a:lnTo>
                <a:lnTo>
                  <a:pt x="186156" y="426694"/>
                </a:lnTo>
                <a:close/>
              </a:path>
              <a:path w="191312" h="484873">
                <a:moveTo>
                  <a:pt x="190207" y="434073"/>
                </a:moveTo>
                <a:lnTo>
                  <a:pt x="191312" y="427342"/>
                </a:lnTo>
                <a:lnTo>
                  <a:pt x="191312" y="24206"/>
                </a:lnTo>
                <a:lnTo>
                  <a:pt x="190182" y="18516"/>
                </a:lnTo>
                <a:lnTo>
                  <a:pt x="187972" y="12992"/>
                </a:lnTo>
                <a:lnTo>
                  <a:pt x="186118" y="24460"/>
                </a:lnTo>
                <a:lnTo>
                  <a:pt x="186169" y="24980"/>
                </a:lnTo>
                <a:lnTo>
                  <a:pt x="187972" y="439635"/>
                </a:lnTo>
                <a:lnTo>
                  <a:pt x="190207" y="434073"/>
                </a:lnTo>
                <a:close/>
              </a:path>
              <a:path w="191312" h="484873">
                <a:moveTo>
                  <a:pt x="19240" y="479666"/>
                </a:moveTo>
                <a:lnTo>
                  <a:pt x="18745" y="484873"/>
                </a:lnTo>
                <a:lnTo>
                  <a:pt x="24434" y="484873"/>
                </a:lnTo>
                <a:lnTo>
                  <a:pt x="20218" y="479856"/>
                </a:lnTo>
                <a:lnTo>
                  <a:pt x="19240" y="479666"/>
                </a:lnTo>
                <a:close/>
              </a:path>
              <a:path w="191312" h="484873">
                <a:moveTo>
                  <a:pt x="6769" y="469265"/>
                </a:moveTo>
                <a:lnTo>
                  <a:pt x="8102" y="480123"/>
                </a:lnTo>
                <a:lnTo>
                  <a:pt x="7238" y="470319"/>
                </a:lnTo>
                <a:lnTo>
                  <a:pt x="6769" y="469265"/>
                </a:lnTo>
                <a:close/>
              </a:path>
              <a:path w="191312" h="484873">
                <a:moveTo>
                  <a:pt x="12026" y="38587"/>
                </a:moveTo>
                <a:lnTo>
                  <a:pt x="11442" y="39027"/>
                </a:lnTo>
                <a:lnTo>
                  <a:pt x="10083" y="43434"/>
                </a:lnTo>
                <a:lnTo>
                  <a:pt x="12026" y="38587"/>
                </a:lnTo>
                <a:close/>
              </a:path>
              <a:path w="191312" h="484873">
                <a:moveTo>
                  <a:pt x="162394" y="461899"/>
                </a:moveTo>
                <a:lnTo>
                  <a:pt x="160718" y="456958"/>
                </a:lnTo>
                <a:lnTo>
                  <a:pt x="28816" y="484873"/>
                </a:lnTo>
                <a:lnTo>
                  <a:pt x="162394" y="461899"/>
                </a:lnTo>
                <a:close/>
              </a:path>
              <a:path w="191312" h="484873">
                <a:moveTo>
                  <a:pt x="166890" y="5207"/>
                </a:moveTo>
                <a:lnTo>
                  <a:pt x="162128" y="5181"/>
                </a:lnTo>
                <a:lnTo>
                  <a:pt x="161980" y="5207"/>
                </a:lnTo>
                <a:lnTo>
                  <a:pt x="166890" y="5207"/>
                </a:lnTo>
                <a:close/>
              </a:path>
              <a:path w="191312" h="484873">
                <a:moveTo>
                  <a:pt x="182372" y="449707"/>
                </a:moveTo>
                <a:lnTo>
                  <a:pt x="178092" y="452894"/>
                </a:lnTo>
                <a:lnTo>
                  <a:pt x="182372" y="449707"/>
                </a:lnTo>
                <a:close/>
              </a:path>
              <a:path w="191312" h="484873">
                <a:moveTo>
                  <a:pt x="185115" y="432943"/>
                </a:moveTo>
                <a:lnTo>
                  <a:pt x="185788" y="443979"/>
                </a:lnTo>
                <a:lnTo>
                  <a:pt x="185267" y="432396"/>
                </a:lnTo>
                <a:lnTo>
                  <a:pt x="185115" y="432943"/>
                </a:lnTo>
                <a:close/>
              </a:path>
              <a:path w="191312" h="484873">
                <a:moveTo>
                  <a:pt x="185661" y="8356"/>
                </a:moveTo>
                <a:lnTo>
                  <a:pt x="185127" y="19773"/>
                </a:lnTo>
                <a:lnTo>
                  <a:pt x="185267" y="20231"/>
                </a:lnTo>
                <a:lnTo>
                  <a:pt x="185661" y="8356"/>
                </a:lnTo>
                <a:close/>
              </a:path>
              <a:path w="191312" h="484873">
                <a:moveTo>
                  <a:pt x="161239" y="456819"/>
                </a:moveTo>
                <a:lnTo>
                  <a:pt x="165912" y="454888"/>
                </a:lnTo>
                <a:lnTo>
                  <a:pt x="160939" y="456870"/>
                </a:lnTo>
                <a:lnTo>
                  <a:pt x="161239" y="456819"/>
                </a:lnTo>
                <a:close/>
              </a:path>
              <a:path w="191312" h="484873">
                <a:moveTo>
                  <a:pt x="28600" y="479666"/>
                </a:moveTo>
                <a:lnTo>
                  <a:pt x="160939" y="456870"/>
                </a:lnTo>
                <a:lnTo>
                  <a:pt x="28377" y="479666"/>
                </a:lnTo>
                <a:lnTo>
                  <a:pt x="28600" y="479666"/>
                </a:lnTo>
                <a:close/>
              </a:path>
              <a:path w="191312" h="484873">
                <a:moveTo>
                  <a:pt x="10083" y="43434"/>
                </a:moveTo>
                <a:lnTo>
                  <a:pt x="7238" y="46824"/>
                </a:lnTo>
                <a:lnTo>
                  <a:pt x="7126" y="47388"/>
                </a:lnTo>
                <a:lnTo>
                  <a:pt x="10083" y="43434"/>
                </a:lnTo>
                <a:close/>
              </a:path>
              <a:path w="191312" h="484873">
                <a:moveTo>
                  <a:pt x="1092" y="466128"/>
                </a:moveTo>
                <a:lnTo>
                  <a:pt x="2247" y="471919"/>
                </a:lnTo>
                <a:lnTo>
                  <a:pt x="5689" y="476504"/>
                </a:lnTo>
                <a:lnTo>
                  <a:pt x="8102" y="480123"/>
                </a:lnTo>
                <a:lnTo>
                  <a:pt x="6769" y="469265"/>
                </a:lnTo>
                <a:lnTo>
                  <a:pt x="7238" y="470319"/>
                </a:lnTo>
                <a:lnTo>
                  <a:pt x="8102" y="480123"/>
                </a:lnTo>
                <a:lnTo>
                  <a:pt x="12979" y="482561"/>
                </a:lnTo>
                <a:lnTo>
                  <a:pt x="11049" y="475780"/>
                </a:lnTo>
                <a:lnTo>
                  <a:pt x="9918" y="473481"/>
                </a:lnTo>
                <a:lnTo>
                  <a:pt x="7122" y="469738"/>
                </a:lnTo>
                <a:lnTo>
                  <a:pt x="6197" y="465112"/>
                </a:lnTo>
                <a:lnTo>
                  <a:pt x="5727" y="476554"/>
                </a:lnTo>
                <a:lnTo>
                  <a:pt x="5156" y="459905"/>
                </a:lnTo>
                <a:lnTo>
                  <a:pt x="5168" y="58191"/>
                </a:lnTo>
                <a:lnTo>
                  <a:pt x="5194" y="57759"/>
                </a:lnTo>
                <a:lnTo>
                  <a:pt x="5384" y="41173"/>
                </a:lnTo>
                <a:lnTo>
                  <a:pt x="2247" y="45224"/>
                </a:lnTo>
                <a:lnTo>
                  <a:pt x="1092" y="51041"/>
                </a:lnTo>
                <a:lnTo>
                  <a:pt x="0" y="57531"/>
                </a:lnTo>
                <a:lnTo>
                  <a:pt x="0" y="460679"/>
                </a:lnTo>
                <a:lnTo>
                  <a:pt x="1092" y="466128"/>
                </a:lnTo>
                <a:close/>
              </a:path>
              <a:path w="191312" h="484873">
                <a:moveTo>
                  <a:pt x="6197" y="465112"/>
                </a:moveTo>
                <a:lnTo>
                  <a:pt x="5194" y="460095"/>
                </a:lnTo>
                <a:lnTo>
                  <a:pt x="5194" y="460425"/>
                </a:lnTo>
                <a:lnTo>
                  <a:pt x="5194" y="58038"/>
                </a:lnTo>
                <a:lnTo>
                  <a:pt x="6210" y="51943"/>
                </a:lnTo>
                <a:lnTo>
                  <a:pt x="5727" y="40576"/>
                </a:lnTo>
                <a:lnTo>
                  <a:pt x="7734" y="35306"/>
                </a:lnTo>
                <a:lnTo>
                  <a:pt x="5504" y="40874"/>
                </a:lnTo>
                <a:lnTo>
                  <a:pt x="2247" y="45224"/>
                </a:lnTo>
                <a:lnTo>
                  <a:pt x="5384" y="41173"/>
                </a:lnTo>
                <a:lnTo>
                  <a:pt x="5194" y="57759"/>
                </a:lnTo>
                <a:lnTo>
                  <a:pt x="5168" y="58191"/>
                </a:lnTo>
                <a:lnTo>
                  <a:pt x="5156" y="459905"/>
                </a:lnTo>
                <a:lnTo>
                  <a:pt x="5638" y="476427"/>
                </a:lnTo>
                <a:lnTo>
                  <a:pt x="6197" y="465112"/>
                </a:lnTo>
                <a:close/>
              </a:path>
              <a:path w="191312" h="484873">
                <a:moveTo>
                  <a:pt x="12026" y="38587"/>
                </a:moveTo>
                <a:lnTo>
                  <a:pt x="15495" y="35978"/>
                </a:lnTo>
                <a:lnTo>
                  <a:pt x="12293" y="37922"/>
                </a:lnTo>
                <a:lnTo>
                  <a:pt x="12585" y="31661"/>
                </a:lnTo>
                <a:lnTo>
                  <a:pt x="7734" y="35306"/>
                </a:lnTo>
                <a:lnTo>
                  <a:pt x="6769" y="47866"/>
                </a:lnTo>
                <a:lnTo>
                  <a:pt x="6210" y="51943"/>
                </a:lnTo>
                <a:lnTo>
                  <a:pt x="7126" y="47388"/>
                </a:lnTo>
                <a:lnTo>
                  <a:pt x="7238" y="46824"/>
                </a:lnTo>
                <a:lnTo>
                  <a:pt x="10083" y="43434"/>
                </a:lnTo>
                <a:lnTo>
                  <a:pt x="11442" y="39027"/>
                </a:lnTo>
                <a:lnTo>
                  <a:pt x="12026" y="38587"/>
                </a:lnTo>
                <a:close/>
              </a:path>
              <a:path w="191312" h="484873">
                <a:moveTo>
                  <a:pt x="7734" y="35306"/>
                </a:moveTo>
                <a:lnTo>
                  <a:pt x="5727" y="40576"/>
                </a:lnTo>
                <a:lnTo>
                  <a:pt x="6210" y="51943"/>
                </a:lnTo>
                <a:lnTo>
                  <a:pt x="6769" y="47866"/>
                </a:lnTo>
                <a:lnTo>
                  <a:pt x="7734" y="35306"/>
                </a:lnTo>
                <a:close/>
              </a:path>
              <a:path w="191312" h="484873">
                <a:moveTo>
                  <a:pt x="24434" y="484873"/>
                </a:moveTo>
                <a:lnTo>
                  <a:pt x="28816" y="484873"/>
                </a:lnTo>
                <a:lnTo>
                  <a:pt x="28155" y="479704"/>
                </a:lnTo>
                <a:lnTo>
                  <a:pt x="24434" y="479666"/>
                </a:lnTo>
                <a:lnTo>
                  <a:pt x="19742" y="479666"/>
                </a:lnTo>
                <a:lnTo>
                  <a:pt x="15076" y="477800"/>
                </a:lnTo>
                <a:lnTo>
                  <a:pt x="12052" y="476669"/>
                </a:lnTo>
                <a:lnTo>
                  <a:pt x="11663" y="476088"/>
                </a:lnTo>
                <a:lnTo>
                  <a:pt x="9918" y="473481"/>
                </a:lnTo>
                <a:lnTo>
                  <a:pt x="11049" y="475780"/>
                </a:lnTo>
                <a:lnTo>
                  <a:pt x="12979" y="482561"/>
                </a:lnTo>
                <a:lnTo>
                  <a:pt x="18745" y="484873"/>
                </a:lnTo>
                <a:lnTo>
                  <a:pt x="19240" y="479666"/>
                </a:lnTo>
                <a:lnTo>
                  <a:pt x="20218" y="479856"/>
                </a:lnTo>
                <a:lnTo>
                  <a:pt x="24434" y="484873"/>
                </a:lnTo>
                <a:close/>
              </a:path>
              <a:path w="191312" h="484873">
                <a:moveTo>
                  <a:pt x="15011" y="477774"/>
                </a:moveTo>
                <a:lnTo>
                  <a:pt x="15201" y="477862"/>
                </a:lnTo>
                <a:lnTo>
                  <a:pt x="11663" y="476088"/>
                </a:lnTo>
                <a:lnTo>
                  <a:pt x="12052" y="476669"/>
                </a:lnTo>
                <a:lnTo>
                  <a:pt x="15011" y="477774"/>
                </a:lnTo>
                <a:close/>
              </a:path>
              <a:path w="191312" h="484873">
                <a:moveTo>
                  <a:pt x="17907" y="28473"/>
                </a:moveTo>
                <a:lnTo>
                  <a:pt x="12585" y="31661"/>
                </a:lnTo>
                <a:lnTo>
                  <a:pt x="15366" y="36055"/>
                </a:lnTo>
                <a:lnTo>
                  <a:pt x="15595" y="35902"/>
                </a:lnTo>
                <a:lnTo>
                  <a:pt x="17907" y="28473"/>
                </a:lnTo>
                <a:close/>
              </a:path>
              <a:path w="191312" h="484873">
                <a:moveTo>
                  <a:pt x="177406" y="2362"/>
                </a:moveTo>
                <a:lnTo>
                  <a:pt x="172694" y="0"/>
                </a:lnTo>
                <a:lnTo>
                  <a:pt x="172085" y="5207"/>
                </a:lnTo>
                <a:lnTo>
                  <a:pt x="170916" y="4940"/>
                </a:lnTo>
                <a:lnTo>
                  <a:pt x="166890" y="0"/>
                </a:lnTo>
                <a:lnTo>
                  <a:pt x="161467" y="0"/>
                </a:lnTo>
                <a:lnTo>
                  <a:pt x="161683" y="5207"/>
                </a:lnTo>
                <a:lnTo>
                  <a:pt x="29768" y="27838"/>
                </a:lnTo>
                <a:lnTo>
                  <a:pt x="29044" y="28067"/>
                </a:lnTo>
                <a:lnTo>
                  <a:pt x="27774" y="22999"/>
                </a:lnTo>
                <a:lnTo>
                  <a:pt x="23190" y="25311"/>
                </a:lnTo>
                <a:lnTo>
                  <a:pt x="17907" y="28473"/>
                </a:lnTo>
                <a:lnTo>
                  <a:pt x="15595" y="35902"/>
                </a:lnTo>
                <a:lnTo>
                  <a:pt x="15366" y="36055"/>
                </a:lnTo>
                <a:lnTo>
                  <a:pt x="12585" y="31661"/>
                </a:lnTo>
                <a:lnTo>
                  <a:pt x="12293" y="37922"/>
                </a:lnTo>
                <a:lnTo>
                  <a:pt x="15495" y="35978"/>
                </a:lnTo>
                <a:lnTo>
                  <a:pt x="20574" y="32931"/>
                </a:lnTo>
                <a:lnTo>
                  <a:pt x="25768" y="29819"/>
                </a:lnTo>
                <a:lnTo>
                  <a:pt x="25603" y="29921"/>
                </a:lnTo>
                <a:lnTo>
                  <a:pt x="29451" y="27997"/>
                </a:lnTo>
                <a:lnTo>
                  <a:pt x="161980" y="5207"/>
                </a:lnTo>
                <a:lnTo>
                  <a:pt x="162128" y="5181"/>
                </a:lnTo>
                <a:lnTo>
                  <a:pt x="166890" y="5207"/>
                </a:lnTo>
                <a:lnTo>
                  <a:pt x="181381" y="11442"/>
                </a:lnTo>
                <a:lnTo>
                  <a:pt x="186118" y="24726"/>
                </a:lnTo>
                <a:lnTo>
                  <a:pt x="186156" y="426694"/>
                </a:lnTo>
                <a:lnTo>
                  <a:pt x="186118" y="427126"/>
                </a:lnTo>
                <a:lnTo>
                  <a:pt x="186118" y="426923"/>
                </a:lnTo>
                <a:lnTo>
                  <a:pt x="185162" y="432659"/>
                </a:lnTo>
                <a:lnTo>
                  <a:pt x="183273" y="437413"/>
                </a:lnTo>
                <a:lnTo>
                  <a:pt x="183184" y="437603"/>
                </a:lnTo>
                <a:lnTo>
                  <a:pt x="181292" y="441388"/>
                </a:lnTo>
                <a:lnTo>
                  <a:pt x="178434" y="446152"/>
                </a:lnTo>
                <a:lnTo>
                  <a:pt x="174536" y="449084"/>
                </a:lnTo>
                <a:lnTo>
                  <a:pt x="171119" y="452805"/>
                </a:lnTo>
                <a:lnTo>
                  <a:pt x="170243" y="453377"/>
                </a:lnTo>
                <a:lnTo>
                  <a:pt x="165912" y="454888"/>
                </a:lnTo>
                <a:lnTo>
                  <a:pt x="161239" y="456819"/>
                </a:lnTo>
                <a:lnTo>
                  <a:pt x="160939" y="456870"/>
                </a:lnTo>
                <a:lnTo>
                  <a:pt x="28600" y="479666"/>
                </a:lnTo>
                <a:lnTo>
                  <a:pt x="24434" y="479666"/>
                </a:lnTo>
                <a:lnTo>
                  <a:pt x="28155" y="479704"/>
                </a:lnTo>
                <a:lnTo>
                  <a:pt x="28816" y="484873"/>
                </a:lnTo>
                <a:lnTo>
                  <a:pt x="160718" y="456958"/>
                </a:lnTo>
                <a:lnTo>
                  <a:pt x="162394" y="461899"/>
                </a:lnTo>
                <a:lnTo>
                  <a:pt x="167855" y="459714"/>
                </a:lnTo>
                <a:lnTo>
                  <a:pt x="173545" y="457428"/>
                </a:lnTo>
                <a:lnTo>
                  <a:pt x="178002" y="452984"/>
                </a:lnTo>
                <a:lnTo>
                  <a:pt x="177800" y="453136"/>
                </a:lnTo>
                <a:lnTo>
                  <a:pt x="178168" y="446595"/>
                </a:lnTo>
                <a:lnTo>
                  <a:pt x="178841" y="445846"/>
                </a:lnTo>
                <a:lnTo>
                  <a:pt x="181190" y="441566"/>
                </a:lnTo>
                <a:lnTo>
                  <a:pt x="182372" y="449707"/>
                </a:lnTo>
                <a:lnTo>
                  <a:pt x="185788" y="443979"/>
                </a:lnTo>
                <a:lnTo>
                  <a:pt x="185115" y="432943"/>
                </a:lnTo>
                <a:lnTo>
                  <a:pt x="185267" y="432396"/>
                </a:lnTo>
                <a:lnTo>
                  <a:pt x="185788" y="443979"/>
                </a:lnTo>
                <a:lnTo>
                  <a:pt x="187972" y="439635"/>
                </a:lnTo>
                <a:lnTo>
                  <a:pt x="186169" y="24980"/>
                </a:lnTo>
                <a:lnTo>
                  <a:pt x="186118" y="24460"/>
                </a:lnTo>
                <a:lnTo>
                  <a:pt x="187972" y="12992"/>
                </a:lnTo>
                <a:lnTo>
                  <a:pt x="185661" y="8356"/>
                </a:lnTo>
                <a:lnTo>
                  <a:pt x="185267" y="20231"/>
                </a:lnTo>
                <a:lnTo>
                  <a:pt x="185127" y="19773"/>
                </a:lnTo>
                <a:lnTo>
                  <a:pt x="185661" y="8356"/>
                </a:lnTo>
                <a:lnTo>
                  <a:pt x="181940" y="4635"/>
                </a:lnTo>
                <a:lnTo>
                  <a:pt x="181190" y="11061"/>
                </a:lnTo>
                <a:lnTo>
                  <a:pt x="179235" y="9105"/>
                </a:lnTo>
                <a:lnTo>
                  <a:pt x="178562" y="8623"/>
                </a:lnTo>
                <a:lnTo>
                  <a:pt x="177406" y="2362"/>
                </a:lnTo>
                <a:close/>
              </a:path>
              <a:path w="191312" h="484873">
                <a:moveTo>
                  <a:pt x="29768" y="27838"/>
                </a:moveTo>
                <a:lnTo>
                  <a:pt x="161683" y="5207"/>
                </a:lnTo>
                <a:lnTo>
                  <a:pt x="161467" y="0"/>
                </a:lnTo>
                <a:lnTo>
                  <a:pt x="27774" y="22999"/>
                </a:lnTo>
                <a:lnTo>
                  <a:pt x="29044" y="28067"/>
                </a:lnTo>
                <a:lnTo>
                  <a:pt x="29768" y="27838"/>
                </a:lnTo>
                <a:close/>
              </a:path>
              <a:path w="191312" h="484873">
                <a:moveTo>
                  <a:pt x="170611" y="453009"/>
                </a:moveTo>
                <a:lnTo>
                  <a:pt x="165912" y="454888"/>
                </a:lnTo>
                <a:lnTo>
                  <a:pt x="170243" y="453377"/>
                </a:lnTo>
                <a:lnTo>
                  <a:pt x="171119" y="452805"/>
                </a:lnTo>
                <a:lnTo>
                  <a:pt x="174536" y="449084"/>
                </a:lnTo>
                <a:lnTo>
                  <a:pt x="170611" y="453009"/>
                </a:lnTo>
                <a:close/>
              </a:path>
              <a:path w="191312" h="484873">
                <a:moveTo>
                  <a:pt x="172694" y="0"/>
                </a:moveTo>
                <a:lnTo>
                  <a:pt x="166890" y="0"/>
                </a:lnTo>
                <a:lnTo>
                  <a:pt x="170916" y="4940"/>
                </a:lnTo>
                <a:lnTo>
                  <a:pt x="172085" y="5207"/>
                </a:lnTo>
                <a:lnTo>
                  <a:pt x="172694" y="0"/>
                </a:lnTo>
                <a:close/>
              </a:path>
              <a:path w="191312" h="484873">
                <a:moveTo>
                  <a:pt x="181190" y="441566"/>
                </a:moveTo>
                <a:lnTo>
                  <a:pt x="178841" y="445846"/>
                </a:lnTo>
                <a:lnTo>
                  <a:pt x="178168" y="446595"/>
                </a:lnTo>
                <a:lnTo>
                  <a:pt x="177800" y="453136"/>
                </a:lnTo>
                <a:lnTo>
                  <a:pt x="178002" y="452984"/>
                </a:lnTo>
                <a:lnTo>
                  <a:pt x="182372" y="449707"/>
                </a:lnTo>
                <a:lnTo>
                  <a:pt x="181190" y="441566"/>
                </a:lnTo>
                <a:close/>
              </a:path>
              <a:path w="191312" h="484873">
                <a:moveTo>
                  <a:pt x="181940" y="4635"/>
                </a:moveTo>
                <a:lnTo>
                  <a:pt x="177406" y="2362"/>
                </a:lnTo>
                <a:lnTo>
                  <a:pt x="178562" y="8623"/>
                </a:lnTo>
                <a:lnTo>
                  <a:pt x="179235" y="9105"/>
                </a:lnTo>
                <a:lnTo>
                  <a:pt x="181190" y="11061"/>
                </a:lnTo>
                <a:lnTo>
                  <a:pt x="181940" y="4635"/>
                </a:lnTo>
                <a:close/>
              </a:path>
              <a:path w="191312" h="484873">
                <a:moveTo>
                  <a:pt x="183210" y="437538"/>
                </a:moveTo>
                <a:lnTo>
                  <a:pt x="181216" y="441514"/>
                </a:lnTo>
                <a:lnTo>
                  <a:pt x="183184" y="437603"/>
                </a:lnTo>
                <a:lnTo>
                  <a:pt x="183273" y="437413"/>
                </a:lnTo>
                <a:lnTo>
                  <a:pt x="185162" y="432659"/>
                </a:lnTo>
                <a:lnTo>
                  <a:pt x="183210" y="437538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355428" y="2772575"/>
            <a:ext cx="153885" cy="54101"/>
          </a:xfrm>
          <a:custGeom>
            <a:avLst/>
            <a:gdLst/>
            <a:ahLst/>
            <a:cxnLst/>
            <a:rect l="l" t="t" r="r" b="b"/>
            <a:pathLst>
              <a:path w="153885" h="54101">
                <a:moveTo>
                  <a:pt x="0" y="54101"/>
                </a:moveTo>
                <a:lnTo>
                  <a:pt x="153885" y="26009"/>
                </a:lnTo>
                <a:lnTo>
                  <a:pt x="153885" y="0"/>
                </a:lnTo>
                <a:lnTo>
                  <a:pt x="0" y="27050"/>
                </a:lnTo>
                <a:lnTo>
                  <a:pt x="0" y="54101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358553" y="2773616"/>
            <a:ext cx="147637" cy="44742"/>
          </a:xfrm>
          <a:custGeom>
            <a:avLst/>
            <a:gdLst/>
            <a:ahLst/>
            <a:cxnLst/>
            <a:rect l="l" t="t" r="r" b="b"/>
            <a:pathLst>
              <a:path w="147637" h="44742">
                <a:moveTo>
                  <a:pt x="0" y="44742"/>
                </a:moveTo>
                <a:lnTo>
                  <a:pt x="147637" y="18732"/>
                </a:lnTo>
                <a:lnTo>
                  <a:pt x="147637" y="0"/>
                </a:lnTo>
                <a:lnTo>
                  <a:pt x="0" y="26009"/>
                </a:lnTo>
                <a:lnTo>
                  <a:pt x="0" y="447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3356470" y="2796514"/>
            <a:ext cx="152844" cy="29121"/>
          </a:xfrm>
          <a:custGeom>
            <a:avLst/>
            <a:gdLst/>
            <a:ahLst/>
            <a:cxnLst/>
            <a:rect l="l" t="t" r="r" b="b"/>
            <a:pathLst>
              <a:path w="152844" h="29121">
                <a:moveTo>
                  <a:pt x="0" y="29121"/>
                </a:moveTo>
                <a:lnTo>
                  <a:pt x="152844" y="2070"/>
                </a:lnTo>
                <a:lnTo>
                  <a:pt x="149720" y="0"/>
                </a:lnTo>
                <a:lnTo>
                  <a:pt x="0" y="26009"/>
                </a:lnTo>
                <a:lnTo>
                  <a:pt x="0" y="29121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355428" y="2843326"/>
            <a:ext cx="153885" cy="55143"/>
          </a:xfrm>
          <a:custGeom>
            <a:avLst/>
            <a:gdLst/>
            <a:ahLst/>
            <a:cxnLst/>
            <a:rect l="l" t="t" r="r" b="b"/>
            <a:pathLst>
              <a:path w="153885" h="55143">
                <a:moveTo>
                  <a:pt x="0" y="55143"/>
                </a:moveTo>
                <a:lnTo>
                  <a:pt x="153885" y="27051"/>
                </a:lnTo>
                <a:lnTo>
                  <a:pt x="153885" y="0"/>
                </a:lnTo>
                <a:lnTo>
                  <a:pt x="0" y="28092"/>
                </a:lnTo>
                <a:lnTo>
                  <a:pt x="0" y="55143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3358553" y="2845409"/>
            <a:ext cx="147637" cy="45783"/>
          </a:xfrm>
          <a:custGeom>
            <a:avLst/>
            <a:gdLst/>
            <a:ahLst/>
            <a:cxnLst/>
            <a:rect l="l" t="t" r="r" b="b"/>
            <a:pathLst>
              <a:path w="147637" h="45783">
                <a:moveTo>
                  <a:pt x="0" y="45783"/>
                </a:moveTo>
                <a:lnTo>
                  <a:pt x="147637" y="18732"/>
                </a:lnTo>
                <a:lnTo>
                  <a:pt x="147637" y="0"/>
                </a:lnTo>
                <a:lnTo>
                  <a:pt x="0" y="26009"/>
                </a:lnTo>
                <a:lnTo>
                  <a:pt x="0" y="457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3356470" y="2868295"/>
            <a:ext cx="152844" cy="28092"/>
          </a:xfrm>
          <a:custGeom>
            <a:avLst/>
            <a:gdLst/>
            <a:ahLst/>
            <a:cxnLst/>
            <a:rect l="l" t="t" r="r" b="b"/>
            <a:pathLst>
              <a:path w="152844" h="28092">
                <a:moveTo>
                  <a:pt x="0" y="28092"/>
                </a:moveTo>
                <a:lnTo>
                  <a:pt x="152844" y="2082"/>
                </a:lnTo>
                <a:lnTo>
                  <a:pt x="149720" y="0"/>
                </a:lnTo>
                <a:lnTo>
                  <a:pt x="0" y="26009"/>
                </a:lnTo>
                <a:lnTo>
                  <a:pt x="0" y="28092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339388" y="2814751"/>
            <a:ext cx="184924" cy="37388"/>
          </a:xfrm>
          <a:custGeom>
            <a:avLst/>
            <a:gdLst/>
            <a:ahLst/>
            <a:cxnLst/>
            <a:rect l="l" t="t" r="r" b="b"/>
            <a:pathLst>
              <a:path w="184924" h="37388">
                <a:moveTo>
                  <a:pt x="0" y="32257"/>
                </a:moveTo>
                <a:lnTo>
                  <a:pt x="888" y="37388"/>
                </a:lnTo>
                <a:lnTo>
                  <a:pt x="184924" y="5130"/>
                </a:lnTo>
                <a:lnTo>
                  <a:pt x="184035" y="0"/>
                </a:lnTo>
                <a:lnTo>
                  <a:pt x="0" y="32257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339376" y="2883420"/>
            <a:ext cx="184950" cy="38430"/>
          </a:xfrm>
          <a:custGeom>
            <a:avLst/>
            <a:gdLst/>
            <a:ahLst/>
            <a:cxnLst/>
            <a:rect l="l" t="t" r="r" b="b"/>
            <a:pathLst>
              <a:path w="184950" h="38430">
                <a:moveTo>
                  <a:pt x="0" y="33299"/>
                </a:moveTo>
                <a:lnTo>
                  <a:pt x="914" y="38430"/>
                </a:lnTo>
                <a:lnTo>
                  <a:pt x="184950" y="5130"/>
                </a:lnTo>
                <a:lnTo>
                  <a:pt x="184035" y="0"/>
                </a:lnTo>
                <a:lnTo>
                  <a:pt x="0" y="33299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3339363" y="3136265"/>
            <a:ext cx="184975" cy="39446"/>
          </a:xfrm>
          <a:custGeom>
            <a:avLst/>
            <a:gdLst/>
            <a:ahLst/>
            <a:cxnLst/>
            <a:rect l="l" t="t" r="r" b="b"/>
            <a:pathLst>
              <a:path w="184975" h="39446">
                <a:moveTo>
                  <a:pt x="0" y="34340"/>
                </a:moveTo>
                <a:lnTo>
                  <a:pt x="939" y="39446"/>
                </a:lnTo>
                <a:lnTo>
                  <a:pt x="184975" y="5105"/>
                </a:lnTo>
                <a:lnTo>
                  <a:pt x="184035" y="0"/>
                </a:lnTo>
                <a:lnTo>
                  <a:pt x="0" y="3434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3379343" y="2909912"/>
            <a:ext cx="112293" cy="31216"/>
          </a:xfrm>
          <a:custGeom>
            <a:avLst/>
            <a:gdLst/>
            <a:ahLst/>
            <a:cxnLst/>
            <a:rect l="l" t="t" r="r" b="b"/>
            <a:pathLst>
              <a:path w="112293" h="31216">
                <a:moveTo>
                  <a:pt x="0" y="24980"/>
                </a:moveTo>
                <a:lnTo>
                  <a:pt x="1041" y="28092"/>
                </a:lnTo>
                <a:lnTo>
                  <a:pt x="2082" y="29133"/>
                </a:lnTo>
                <a:lnTo>
                  <a:pt x="4165" y="31216"/>
                </a:lnTo>
                <a:lnTo>
                  <a:pt x="7277" y="31216"/>
                </a:lnTo>
                <a:lnTo>
                  <a:pt x="103974" y="12496"/>
                </a:lnTo>
                <a:lnTo>
                  <a:pt x="107099" y="12496"/>
                </a:lnTo>
                <a:lnTo>
                  <a:pt x="109169" y="10414"/>
                </a:lnTo>
                <a:lnTo>
                  <a:pt x="110210" y="7289"/>
                </a:lnTo>
                <a:lnTo>
                  <a:pt x="112293" y="5206"/>
                </a:lnTo>
                <a:lnTo>
                  <a:pt x="110210" y="2082"/>
                </a:lnTo>
                <a:lnTo>
                  <a:pt x="109169" y="1041"/>
                </a:lnTo>
                <a:lnTo>
                  <a:pt x="107099" y="0"/>
                </a:lnTo>
                <a:lnTo>
                  <a:pt x="103974" y="0"/>
                </a:lnTo>
                <a:lnTo>
                  <a:pt x="7277" y="17691"/>
                </a:lnTo>
                <a:lnTo>
                  <a:pt x="4165" y="18732"/>
                </a:lnTo>
                <a:lnTo>
                  <a:pt x="2082" y="20815"/>
                </a:lnTo>
                <a:lnTo>
                  <a:pt x="1041" y="22898"/>
                </a:lnTo>
                <a:lnTo>
                  <a:pt x="0" y="24980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3384257" y="2919818"/>
            <a:ext cx="101434" cy="21818"/>
          </a:xfrm>
          <a:custGeom>
            <a:avLst/>
            <a:gdLst/>
            <a:ahLst/>
            <a:cxnLst/>
            <a:rect l="l" t="t" r="r" b="b"/>
            <a:pathLst>
              <a:path w="101434" h="21818">
                <a:moveTo>
                  <a:pt x="0" y="18732"/>
                </a:moveTo>
                <a:lnTo>
                  <a:pt x="571" y="21818"/>
                </a:lnTo>
                <a:lnTo>
                  <a:pt x="101434" y="3086"/>
                </a:lnTo>
                <a:lnTo>
                  <a:pt x="100850" y="0"/>
                </a:lnTo>
                <a:lnTo>
                  <a:pt x="0" y="18732"/>
                </a:lnTo>
                <a:close/>
              </a:path>
            </a:pathLst>
          </a:custGeom>
          <a:solidFill>
            <a:srgbClr val="96AAB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3347110" y="3176282"/>
            <a:ext cx="170522" cy="47866"/>
          </a:xfrm>
          <a:custGeom>
            <a:avLst/>
            <a:gdLst/>
            <a:ahLst/>
            <a:cxnLst/>
            <a:rect l="l" t="t" r="r" b="b"/>
            <a:pathLst>
              <a:path w="170522" h="47866">
                <a:moveTo>
                  <a:pt x="170522" y="0"/>
                </a:moveTo>
                <a:lnTo>
                  <a:pt x="0" y="29133"/>
                </a:lnTo>
                <a:lnTo>
                  <a:pt x="0" y="32257"/>
                </a:lnTo>
                <a:lnTo>
                  <a:pt x="1041" y="36410"/>
                </a:lnTo>
                <a:lnTo>
                  <a:pt x="2082" y="41617"/>
                </a:lnTo>
                <a:lnTo>
                  <a:pt x="4165" y="43700"/>
                </a:lnTo>
                <a:lnTo>
                  <a:pt x="9359" y="46812"/>
                </a:lnTo>
                <a:lnTo>
                  <a:pt x="13512" y="47866"/>
                </a:lnTo>
                <a:lnTo>
                  <a:pt x="18719" y="47866"/>
                </a:lnTo>
                <a:lnTo>
                  <a:pt x="83185" y="35369"/>
                </a:lnTo>
                <a:lnTo>
                  <a:pt x="128930" y="27050"/>
                </a:lnTo>
                <a:lnTo>
                  <a:pt x="152844" y="22885"/>
                </a:lnTo>
                <a:lnTo>
                  <a:pt x="159080" y="19761"/>
                </a:lnTo>
                <a:lnTo>
                  <a:pt x="162204" y="16649"/>
                </a:lnTo>
                <a:lnTo>
                  <a:pt x="164287" y="13525"/>
                </a:lnTo>
                <a:lnTo>
                  <a:pt x="168440" y="7277"/>
                </a:lnTo>
                <a:lnTo>
                  <a:pt x="170522" y="2070"/>
                </a:lnTo>
                <a:lnTo>
                  <a:pt x="1705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3100679" y="2591460"/>
            <a:ext cx="441909" cy="652487"/>
          </a:xfrm>
          <a:custGeom>
            <a:avLst/>
            <a:gdLst/>
            <a:ahLst/>
            <a:cxnLst/>
            <a:rect l="l" t="t" r="r" b="b"/>
            <a:pathLst>
              <a:path w="441909" h="652487">
                <a:moveTo>
                  <a:pt x="14566" y="572338"/>
                </a:moveTo>
                <a:lnTo>
                  <a:pt x="14008" y="570814"/>
                </a:lnTo>
                <a:lnTo>
                  <a:pt x="14566" y="570255"/>
                </a:lnTo>
                <a:lnTo>
                  <a:pt x="12407" y="569213"/>
                </a:lnTo>
                <a:lnTo>
                  <a:pt x="11442" y="566089"/>
                </a:lnTo>
                <a:lnTo>
                  <a:pt x="10401" y="565048"/>
                </a:lnTo>
                <a:lnTo>
                  <a:pt x="8318" y="561924"/>
                </a:lnTo>
                <a:lnTo>
                  <a:pt x="8242" y="565048"/>
                </a:lnTo>
                <a:lnTo>
                  <a:pt x="9283" y="566089"/>
                </a:lnTo>
                <a:lnTo>
                  <a:pt x="10401" y="566089"/>
                </a:lnTo>
                <a:lnTo>
                  <a:pt x="11442" y="568248"/>
                </a:lnTo>
                <a:lnTo>
                  <a:pt x="10401" y="567207"/>
                </a:lnTo>
                <a:lnTo>
                  <a:pt x="10401" y="570255"/>
                </a:lnTo>
                <a:lnTo>
                  <a:pt x="11442" y="570255"/>
                </a:lnTo>
                <a:lnTo>
                  <a:pt x="11442" y="572338"/>
                </a:lnTo>
                <a:lnTo>
                  <a:pt x="14566" y="572338"/>
                </a:lnTo>
                <a:close/>
              </a:path>
              <a:path w="441909" h="652487">
                <a:moveTo>
                  <a:pt x="10401" y="532790"/>
                </a:moveTo>
                <a:lnTo>
                  <a:pt x="10401" y="533831"/>
                </a:lnTo>
                <a:lnTo>
                  <a:pt x="11442" y="535914"/>
                </a:lnTo>
                <a:lnTo>
                  <a:pt x="10401" y="532790"/>
                </a:lnTo>
                <a:close/>
              </a:path>
              <a:path w="441909" h="652487">
                <a:moveTo>
                  <a:pt x="27114" y="566089"/>
                </a:moveTo>
                <a:lnTo>
                  <a:pt x="27812" y="567461"/>
                </a:lnTo>
                <a:lnTo>
                  <a:pt x="28886" y="567862"/>
                </a:lnTo>
                <a:lnTo>
                  <a:pt x="27114" y="566089"/>
                </a:lnTo>
                <a:close/>
              </a:path>
              <a:path w="441909" h="652487">
                <a:moveTo>
                  <a:pt x="34315" y="27127"/>
                </a:moveTo>
                <a:lnTo>
                  <a:pt x="32245" y="27127"/>
                </a:lnTo>
                <a:lnTo>
                  <a:pt x="34315" y="27127"/>
                </a:lnTo>
                <a:close/>
              </a:path>
              <a:path w="441909" h="652487">
                <a:moveTo>
                  <a:pt x="410159" y="615480"/>
                </a:moveTo>
                <a:lnTo>
                  <a:pt x="411321" y="614997"/>
                </a:lnTo>
                <a:lnTo>
                  <a:pt x="411683" y="613956"/>
                </a:lnTo>
                <a:lnTo>
                  <a:pt x="406552" y="613956"/>
                </a:lnTo>
                <a:lnTo>
                  <a:pt x="410641" y="614997"/>
                </a:lnTo>
                <a:lnTo>
                  <a:pt x="408635" y="616038"/>
                </a:lnTo>
                <a:lnTo>
                  <a:pt x="407593" y="616038"/>
                </a:lnTo>
                <a:lnTo>
                  <a:pt x="408635" y="616038"/>
                </a:lnTo>
                <a:lnTo>
                  <a:pt x="409676" y="616038"/>
                </a:lnTo>
                <a:lnTo>
                  <a:pt x="410159" y="615480"/>
                </a:lnTo>
                <a:close/>
              </a:path>
              <a:path w="441909" h="652487">
                <a:moveTo>
                  <a:pt x="404469" y="619163"/>
                </a:moveTo>
                <a:lnTo>
                  <a:pt x="406552" y="617080"/>
                </a:lnTo>
                <a:lnTo>
                  <a:pt x="406552" y="616038"/>
                </a:lnTo>
                <a:lnTo>
                  <a:pt x="407593" y="616038"/>
                </a:lnTo>
                <a:lnTo>
                  <a:pt x="406552" y="614997"/>
                </a:lnTo>
                <a:lnTo>
                  <a:pt x="404469" y="614997"/>
                </a:lnTo>
                <a:lnTo>
                  <a:pt x="404469" y="616038"/>
                </a:lnTo>
                <a:lnTo>
                  <a:pt x="405511" y="617080"/>
                </a:lnTo>
                <a:lnTo>
                  <a:pt x="404469" y="617080"/>
                </a:lnTo>
                <a:lnTo>
                  <a:pt x="402564" y="618197"/>
                </a:lnTo>
                <a:lnTo>
                  <a:pt x="401358" y="619623"/>
                </a:lnTo>
                <a:lnTo>
                  <a:pt x="401358" y="622274"/>
                </a:lnTo>
                <a:lnTo>
                  <a:pt x="404469" y="619163"/>
                </a:lnTo>
                <a:close/>
              </a:path>
              <a:path w="441909" h="652487">
                <a:moveTo>
                  <a:pt x="18728" y="562969"/>
                </a:moveTo>
                <a:lnTo>
                  <a:pt x="19370" y="563827"/>
                </a:lnTo>
                <a:lnTo>
                  <a:pt x="19505" y="564006"/>
                </a:lnTo>
                <a:lnTo>
                  <a:pt x="21236" y="564007"/>
                </a:lnTo>
                <a:lnTo>
                  <a:pt x="20802" y="563827"/>
                </a:lnTo>
              </a:path>
              <a:path w="441909" h="652487">
                <a:moveTo>
                  <a:pt x="19505" y="564007"/>
                </a:moveTo>
                <a:lnTo>
                  <a:pt x="21068" y="566094"/>
                </a:lnTo>
                <a:lnTo>
                  <a:pt x="21843" y="567131"/>
                </a:lnTo>
                <a:lnTo>
                  <a:pt x="22104" y="569213"/>
                </a:lnTo>
                <a:lnTo>
                  <a:pt x="22235" y="570255"/>
                </a:lnTo>
                <a:lnTo>
                  <a:pt x="27038" y="570255"/>
                </a:lnTo>
                <a:lnTo>
                  <a:pt x="24955" y="569213"/>
                </a:lnTo>
                <a:lnTo>
                  <a:pt x="22877" y="567131"/>
                </a:lnTo>
                <a:lnTo>
                  <a:pt x="21844" y="566094"/>
                </a:lnTo>
                <a:lnTo>
                  <a:pt x="19761" y="564007"/>
                </a:lnTo>
              </a:path>
              <a:path w="441909" h="652487">
                <a:moveTo>
                  <a:pt x="20802" y="564007"/>
                </a:moveTo>
                <a:lnTo>
                  <a:pt x="20927" y="564258"/>
                </a:lnTo>
                <a:lnTo>
                  <a:pt x="21043" y="564489"/>
                </a:lnTo>
                <a:lnTo>
                  <a:pt x="22402" y="564489"/>
                </a:lnTo>
                <a:lnTo>
                  <a:pt x="21844" y="564258"/>
                </a:lnTo>
                <a:lnTo>
                  <a:pt x="21236" y="564007"/>
                </a:lnTo>
              </a:path>
              <a:path w="441909" h="652487">
                <a:moveTo>
                  <a:pt x="27038" y="564007"/>
                </a:moveTo>
                <a:lnTo>
                  <a:pt x="24955" y="564007"/>
                </a:lnTo>
                <a:lnTo>
                  <a:pt x="22402" y="564489"/>
                </a:lnTo>
                <a:lnTo>
                  <a:pt x="27038" y="564489"/>
                </a:lnTo>
                <a:lnTo>
                  <a:pt x="27038" y="564007"/>
                </a:lnTo>
              </a:path>
              <a:path w="441909" h="652487">
                <a:moveTo>
                  <a:pt x="21043" y="564489"/>
                </a:moveTo>
                <a:lnTo>
                  <a:pt x="21322" y="565048"/>
                </a:lnTo>
                <a:lnTo>
                  <a:pt x="27038" y="565048"/>
                </a:lnTo>
                <a:lnTo>
                  <a:pt x="27038" y="564489"/>
                </a:lnTo>
              </a:path>
              <a:path w="441909" h="652487">
                <a:moveTo>
                  <a:pt x="21322" y="565048"/>
                </a:moveTo>
                <a:lnTo>
                  <a:pt x="24955" y="565048"/>
                </a:lnTo>
              </a:path>
              <a:path w="441909" h="652487">
                <a:moveTo>
                  <a:pt x="24955" y="565048"/>
                </a:moveTo>
                <a:lnTo>
                  <a:pt x="26073" y="566089"/>
                </a:lnTo>
                <a:lnTo>
                  <a:pt x="27038" y="567055"/>
                </a:lnTo>
                <a:lnTo>
                  <a:pt x="27038" y="567613"/>
                </a:lnTo>
                <a:lnTo>
                  <a:pt x="27038" y="568655"/>
                </a:lnTo>
                <a:lnTo>
                  <a:pt x="27038" y="570255"/>
                </a:lnTo>
                <a:lnTo>
                  <a:pt x="33997" y="570255"/>
                </a:lnTo>
                <a:lnTo>
                  <a:pt x="29679" y="568655"/>
                </a:lnTo>
                <a:lnTo>
                  <a:pt x="27597" y="567613"/>
                </a:lnTo>
                <a:lnTo>
                  <a:pt x="27392" y="567055"/>
                </a:lnTo>
                <a:lnTo>
                  <a:pt x="27038" y="566089"/>
                </a:lnTo>
                <a:lnTo>
                  <a:pt x="27038" y="565048"/>
                </a:lnTo>
              </a:path>
              <a:path w="441909" h="652487">
                <a:moveTo>
                  <a:pt x="21322" y="565048"/>
                </a:moveTo>
                <a:lnTo>
                  <a:pt x="21844" y="566094"/>
                </a:lnTo>
                <a:lnTo>
                  <a:pt x="21843" y="565048"/>
                </a:lnTo>
              </a:path>
              <a:path w="441909" h="652487">
                <a:moveTo>
                  <a:pt x="21843" y="565048"/>
                </a:moveTo>
                <a:lnTo>
                  <a:pt x="24955" y="568167"/>
                </a:lnTo>
                <a:lnTo>
                  <a:pt x="24955" y="565048"/>
                </a:lnTo>
              </a:path>
              <a:path w="441909" h="652487">
                <a:moveTo>
                  <a:pt x="22235" y="570255"/>
                </a:moveTo>
                <a:lnTo>
                  <a:pt x="22885" y="575449"/>
                </a:lnTo>
                <a:lnTo>
                  <a:pt x="48012" y="575449"/>
                </a:lnTo>
                <a:lnTo>
                  <a:pt x="33997" y="570255"/>
                </a:lnTo>
              </a:path>
              <a:path w="441909" h="652487">
                <a:moveTo>
                  <a:pt x="21285" y="574967"/>
                </a:moveTo>
                <a:lnTo>
                  <a:pt x="21767" y="575449"/>
                </a:lnTo>
                <a:lnTo>
                  <a:pt x="22885" y="575449"/>
                </a:lnTo>
              </a:path>
              <a:path w="441909" h="652487">
                <a:moveTo>
                  <a:pt x="21767" y="575449"/>
                </a:moveTo>
                <a:lnTo>
                  <a:pt x="22809" y="576491"/>
                </a:lnTo>
                <a:lnTo>
                  <a:pt x="24955" y="576491"/>
                </a:lnTo>
                <a:lnTo>
                  <a:pt x="189963" y="638937"/>
                </a:lnTo>
                <a:lnTo>
                  <a:pt x="219315" y="638937"/>
                </a:lnTo>
                <a:lnTo>
                  <a:pt x="50822" y="576491"/>
                </a:lnTo>
                <a:lnTo>
                  <a:pt x="48012" y="575449"/>
                </a:lnTo>
              </a:path>
              <a:path w="441909" h="652487">
                <a:moveTo>
                  <a:pt x="404469" y="616038"/>
                </a:moveTo>
                <a:lnTo>
                  <a:pt x="401358" y="616038"/>
                </a:lnTo>
                <a:lnTo>
                  <a:pt x="401358" y="617080"/>
                </a:lnTo>
                <a:lnTo>
                  <a:pt x="405511" y="617080"/>
                </a:lnTo>
                <a:lnTo>
                  <a:pt x="404469" y="616038"/>
                </a:lnTo>
              </a:path>
              <a:path w="441909" h="652487">
                <a:moveTo>
                  <a:pt x="401358" y="617080"/>
                </a:moveTo>
                <a:lnTo>
                  <a:pt x="401358" y="618197"/>
                </a:lnTo>
                <a:lnTo>
                  <a:pt x="401358" y="618404"/>
                </a:lnTo>
                <a:lnTo>
                  <a:pt x="398233" y="618941"/>
                </a:lnTo>
                <a:lnTo>
                  <a:pt x="394284" y="619623"/>
                </a:lnTo>
                <a:lnTo>
                  <a:pt x="372921" y="623315"/>
                </a:lnTo>
                <a:lnTo>
                  <a:pt x="348820" y="627481"/>
                </a:lnTo>
                <a:lnTo>
                  <a:pt x="403428" y="627481"/>
                </a:lnTo>
                <a:lnTo>
                  <a:pt x="398233" y="623315"/>
                </a:lnTo>
                <a:lnTo>
                  <a:pt x="401358" y="619623"/>
                </a:lnTo>
                <a:lnTo>
                  <a:pt x="401935" y="618941"/>
                </a:lnTo>
                <a:lnTo>
                  <a:pt x="402389" y="618404"/>
                </a:lnTo>
                <a:lnTo>
                  <a:pt x="402564" y="618197"/>
                </a:lnTo>
                <a:lnTo>
                  <a:pt x="404469" y="617080"/>
                </a:lnTo>
              </a:path>
              <a:path w="441909" h="652487">
                <a:moveTo>
                  <a:pt x="408635" y="622274"/>
                </a:moveTo>
                <a:lnTo>
                  <a:pt x="405302" y="626440"/>
                </a:lnTo>
                <a:lnTo>
                  <a:pt x="408635" y="626440"/>
                </a:lnTo>
              </a:path>
              <a:path w="441909" h="652487">
                <a:moveTo>
                  <a:pt x="405302" y="626440"/>
                </a:moveTo>
                <a:lnTo>
                  <a:pt x="404469" y="627481"/>
                </a:lnTo>
                <a:lnTo>
                  <a:pt x="405511" y="627481"/>
                </a:lnTo>
                <a:lnTo>
                  <a:pt x="406552" y="626440"/>
                </a:lnTo>
              </a:path>
              <a:path w="441909" h="652487">
                <a:moveTo>
                  <a:pt x="407593" y="626440"/>
                </a:moveTo>
                <a:lnTo>
                  <a:pt x="408635" y="627481"/>
                </a:lnTo>
                <a:lnTo>
                  <a:pt x="411759" y="627481"/>
                </a:lnTo>
                <a:lnTo>
                  <a:pt x="408635" y="626440"/>
                </a:lnTo>
              </a:path>
              <a:path w="441909" h="652487">
                <a:moveTo>
                  <a:pt x="348820" y="627481"/>
                </a:moveTo>
                <a:lnTo>
                  <a:pt x="347571" y="627697"/>
                </a:lnTo>
                <a:lnTo>
                  <a:pt x="264464" y="642061"/>
                </a:lnTo>
                <a:lnTo>
                  <a:pt x="325043" y="642061"/>
                </a:lnTo>
                <a:lnTo>
                  <a:pt x="408635" y="627697"/>
                </a:lnTo>
                <a:lnTo>
                  <a:pt x="405511" y="627481"/>
                </a:lnTo>
              </a:path>
              <a:path w="441909" h="652487">
                <a:moveTo>
                  <a:pt x="189963" y="638937"/>
                </a:moveTo>
                <a:lnTo>
                  <a:pt x="217246" y="649262"/>
                </a:lnTo>
                <a:lnTo>
                  <a:pt x="218719" y="638937"/>
                </a:lnTo>
              </a:path>
              <a:path w="441909" h="652487">
                <a:moveTo>
                  <a:pt x="218719" y="638937"/>
                </a:moveTo>
                <a:lnTo>
                  <a:pt x="218947" y="638986"/>
                </a:lnTo>
                <a:lnTo>
                  <a:pt x="220167" y="639254"/>
                </a:lnTo>
                <a:lnTo>
                  <a:pt x="261777" y="642015"/>
                </a:lnTo>
                <a:lnTo>
                  <a:pt x="262467" y="642061"/>
                </a:lnTo>
                <a:lnTo>
                  <a:pt x="264464" y="642061"/>
                </a:lnTo>
                <a:lnTo>
                  <a:pt x="263795" y="642015"/>
                </a:lnTo>
                <a:lnTo>
                  <a:pt x="223368" y="639254"/>
                </a:lnTo>
                <a:lnTo>
                  <a:pt x="219450" y="638986"/>
                </a:lnTo>
                <a:lnTo>
                  <a:pt x="219315" y="638937"/>
                </a:lnTo>
              </a:path>
              <a:path w="441909" h="652487">
                <a:moveTo>
                  <a:pt x="262467" y="642061"/>
                </a:moveTo>
                <a:lnTo>
                  <a:pt x="263232" y="642112"/>
                </a:lnTo>
                <a:lnTo>
                  <a:pt x="264363" y="652487"/>
                </a:lnTo>
                <a:lnTo>
                  <a:pt x="324747" y="642112"/>
                </a:lnTo>
                <a:lnTo>
                  <a:pt x="325043" y="642061"/>
                </a:lnTo>
              </a:path>
              <a:path w="441909" h="652487">
                <a:moveTo>
                  <a:pt x="431507" y="89560"/>
                </a:moveTo>
                <a:lnTo>
                  <a:pt x="434632" y="89560"/>
                </a:lnTo>
                <a:lnTo>
                  <a:pt x="434136" y="89001"/>
                </a:lnTo>
                <a:lnTo>
                  <a:pt x="434632" y="88442"/>
                </a:lnTo>
                <a:lnTo>
                  <a:pt x="434695" y="89560"/>
                </a:lnTo>
                <a:lnTo>
                  <a:pt x="435673" y="89560"/>
                </a:lnTo>
                <a:lnTo>
                  <a:pt x="435673" y="86436"/>
                </a:lnTo>
                <a:lnTo>
                  <a:pt x="432625" y="86436"/>
                </a:lnTo>
                <a:lnTo>
                  <a:pt x="432066" y="85877"/>
                </a:lnTo>
                <a:lnTo>
                  <a:pt x="431025" y="84835"/>
                </a:lnTo>
                <a:lnTo>
                  <a:pt x="429983" y="83794"/>
                </a:lnTo>
                <a:lnTo>
                  <a:pt x="429425" y="83235"/>
                </a:lnTo>
                <a:lnTo>
                  <a:pt x="429425" y="79146"/>
                </a:lnTo>
                <a:lnTo>
                  <a:pt x="423189" y="79146"/>
                </a:lnTo>
                <a:lnTo>
                  <a:pt x="422706" y="78600"/>
                </a:lnTo>
                <a:lnTo>
                  <a:pt x="422211" y="78104"/>
                </a:lnTo>
                <a:lnTo>
                  <a:pt x="426313" y="77063"/>
                </a:lnTo>
                <a:lnTo>
                  <a:pt x="421169" y="77063"/>
                </a:lnTo>
                <a:lnTo>
                  <a:pt x="421523" y="78104"/>
                </a:lnTo>
                <a:lnTo>
                  <a:pt x="421106" y="78105"/>
                </a:lnTo>
                <a:lnTo>
                  <a:pt x="424230" y="81229"/>
                </a:lnTo>
                <a:lnTo>
                  <a:pt x="426313" y="80443"/>
                </a:lnTo>
                <a:lnTo>
                  <a:pt x="426313" y="80124"/>
                </a:lnTo>
                <a:lnTo>
                  <a:pt x="426859" y="80670"/>
                </a:lnTo>
                <a:lnTo>
                  <a:pt x="427418" y="81229"/>
                </a:lnTo>
                <a:lnTo>
                  <a:pt x="429425" y="86436"/>
                </a:lnTo>
                <a:lnTo>
                  <a:pt x="430466" y="96837"/>
                </a:lnTo>
                <a:lnTo>
                  <a:pt x="431507" y="89560"/>
                </a:lnTo>
                <a:close/>
              </a:path>
              <a:path w="441909" h="652487">
                <a:moveTo>
                  <a:pt x="419582" y="77558"/>
                </a:moveTo>
                <a:lnTo>
                  <a:pt x="419123" y="77100"/>
                </a:lnTo>
                <a:lnTo>
                  <a:pt x="420077" y="77063"/>
                </a:lnTo>
                <a:lnTo>
                  <a:pt x="421523" y="78104"/>
                </a:lnTo>
                <a:lnTo>
                  <a:pt x="421169" y="77063"/>
                </a:lnTo>
                <a:lnTo>
                  <a:pt x="420141" y="76034"/>
                </a:lnTo>
                <a:lnTo>
                  <a:pt x="419087" y="77063"/>
                </a:lnTo>
                <a:lnTo>
                  <a:pt x="416953" y="76034"/>
                </a:lnTo>
                <a:lnTo>
                  <a:pt x="417017" y="74993"/>
                </a:lnTo>
                <a:lnTo>
                  <a:pt x="411664" y="74993"/>
                </a:lnTo>
                <a:lnTo>
                  <a:pt x="223812" y="5422"/>
                </a:lnTo>
                <a:lnTo>
                  <a:pt x="410717" y="74993"/>
                </a:lnTo>
                <a:lnTo>
                  <a:pt x="412521" y="75310"/>
                </a:lnTo>
                <a:lnTo>
                  <a:pt x="415912" y="76034"/>
                </a:lnTo>
                <a:lnTo>
                  <a:pt x="415912" y="82270"/>
                </a:lnTo>
                <a:lnTo>
                  <a:pt x="419036" y="85402"/>
                </a:lnTo>
                <a:lnTo>
                  <a:pt x="419036" y="87477"/>
                </a:lnTo>
                <a:lnTo>
                  <a:pt x="419989" y="88506"/>
                </a:lnTo>
                <a:lnTo>
                  <a:pt x="419649" y="87477"/>
                </a:lnTo>
                <a:lnTo>
                  <a:pt x="421106" y="87477"/>
                </a:lnTo>
                <a:lnTo>
                  <a:pt x="424230" y="89560"/>
                </a:lnTo>
                <a:lnTo>
                  <a:pt x="419582" y="77558"/>
                </a:lnTo>
                <a:close/>
              </a:path>
              <a:path w="441909" h="652487">
                <a:moveTo>
                  <a:pt x="436702" y="94754"/>
                </a:moveTo>
                <a:lnTo>
                  <a:pt x="434632" y="91643"/>
                </a:lnTo>
                <a:lnTo>
                  <a:pt x="434632" y="90184"/>
                </a:lnTo>
                <a:lnTo>
                  <a:pt x="435673" y="92671"/>
                </a:lnTo>
                <a:lnTo>
                  <a:pt x="435673" y="90538"/>
                </a:lnTo>
                <a:lnTo>
                  <a:pt x="436219" y="93154"/>
                </a:lnTo>
                <a:lnTo>
                  <a:pt x="436702" y="91566"/>
                </a:lnTo>
                <a:lnTo>
                  <a:pt x="437743" y="94686"/>
                </a:lnTo>
                <a:lnTo>
                  <a:pt x="437743" y="89560"/>
                </a:lnTo>
                <a:lnTo>
                  <a:pt x="434695" y="89560"/>
                </a:lnTo>
                <a:lnTo>
                  <a:pt x="434632" y="88442"/>
                </a:lnTo>
                <a:lnTo>
                  <a:pt x="434136" y="89001"/>
                </a:lnTo>
                <a:lnTo>
                  <a:pt x="434632" y="89496"/>
                </a:lnTo>
                <a:lnTo>
                  <a:pt x="431507" y="89560"/>
                </a:lnTo>
                <a:lnTo>
                  <a:pt x="430466" y="96837"/>
                </a:lnTo>
                <a:lnTo>
                  <a:pt x="429425" y="86436"/>
                </a:lnTo>
                <a:lnTo>
                  <a:pt x="427418" y="81229"/>
                </a:lnTo>
                <a:lnTo>
                  <a:pt x="426859" y="80670"/>
                </a:lnTo>
                <a:lnTo>
                  <a:pt x="426313" y="80124"/>
                </a:lnTo>
                <a:lnTo>
                  <a:pt x="426313" y="80443"/>
                </a:lnTo>
                <a:lnTo>
                  <a:pt x="424230" y="81229"/>
                </a:lnTo>
                <a:lnTo>
                  <a:pt x="421106" y="78105"/>
                </a:lnTo>
                <a:lnTo>
                  <a:pt x="421523" y="78104"/>
                </a:lnTo>
                <a:lnTo>
                  <a:pt x="420077" y="77063"/>
                </a:lnTo>
                <a:lnTo>
                  <a:pt x="419123" y="77100"/>
                </a:lnTo>
                <a:lnTo>
                  <a:pt x="419582" y="77558"/>
                </a:lnTo>
                <a:lnTo>
                  <a:pt x="424230" y="89560"/>
                </a:lnTo>
                <a:lnTo>
                  <a:pt x="421106" y="87477"/>
                </a:lnTo>
                <a:lnTo>
                  <a:pt x="419649" y="87477"/>
                </a:lnTo>
                <a:lnTo>
                  <a:pt x="419989" y="88506"/>
                </a:lnTo>
                <a:lnTo>
                  <a:pt x="422148" y="88506"/>
                </a:lnTo>
                <a:lnTo>
                  <a:pt x="421043" y="89560"/>
                </a:lnTo>
                <a:lnTo>
                  <a:pt x="421601" y="90106"/>
                </a:lnTo>
                <a:lnTo>
                  <a:pt x="424230" y="91207"/>
                </a:lnTo>
                <a:lnTo>
                  <a:pt x="424230" y="90601"/>
                </a:lnTo>
                <a:lnTo>
                  <a:pt x="424230" y="91207"/>
                </a:lnTo>
                <a:lnTo>
                  <a:pt x="424230" y="96837"/>
                </a:lnTo>
                <a:lnTo>
                  <a:pt x="426313" y="96837"/>
                </a:lnTo>
                <a:lnTo>
                  <a:pt x="425272" y="94830"/>
                </a:lnTo>
                <a:lnTo>
                  <a:pt x="424713" y="93230"/>
                </a:lnTo>
                <a:lnTo>
                  <a:pt x="424663" y="91643"/>
                </a:lnTo>
                <a:lnTo>
                  <a:pt x="424535" y="91334"/>
                </a:lnTo>
                <a:lnTo>
                  <a:pt x="425272" y="91643"/>
                </a:lnTo>
                <a:lnTo>
                  <a:pt x="425272" y="93109"/>
                </a:lnTo>
                <a:lnTo>
                  <a:pt x="425754" y="94272"/>
                </a:lnTo>
                <a:lnTo>
                  <a:pt x="426313" y="93713"/>
                </a:lnTo>
                <a:lnTo>
                  <a:pt x="427354" y="96230"/>
                </a:lnTo>
                <a:lnTo>
                  <a:pt x="427606" y="96837"/>
                </a:lnTo>
                <a:lnTo>
                  <a:pt x="429432" y="96837"/>
                </a:lnTo>
                <a:lnTo>
                  <a:pt x="432549" y="99961"/>
                </a:lnTo>
                <a:lnTo>
                  <a:pt x="430949" y="104673"/>
                </a:lnTo>
                <a:lnTo>
                  <a:pt x="429425" y="103149"/>
                </a:lnTo>
                <a:lnTo>
                  <a:pt x="429425" y="107340"/>
                </a:lnTo>
                <a:lnTo>
                  <a:pt x="431508" y="108376"/>
                </a:lnTo>
                <a:lnTo>
                  <a:pt x="431507" y="105156"/>
                </a:lnTo>
                <a:lnTo>
                  <a:pt x="434378" y="109804"/>
                </a:lnTo>
                <a:lnTo>
                  <a:pt x="436702" y="586892"/>
                </a:lnTo>
                <a:lnTo>
                  <a:pt x="436702" y="94754"/>
                </a:lnTo>
                <a:close/>
              </a:path>
              <a:path w="441909" h="652487">
                <a:moveTo>
                  <a:pt x="427355" y="602500"/>
                </a:moveTo>
                <a:lnTo>
                  <a:pt x="426313" y="603542"/>
                </a:lnTo>
                <a:lnTo>
                  <a:pt x="425272" y="604583"/>
                </a:lnTo>
                <a:lnTo>
                  <a:pt x="427355" y="602500"/>
                </a:lnTo>
                <a:close/>
              </a:path>
              <a:path w="441909" h="652487">
                <a:moveTo>
                  <a:pt x="434632" y="90184"/>
                </a:moveTo>
                <a:lnTo>
                  <a:pt x="434632" y="91643"/>
                </a:lnTo>
                <a:lnTo>
                  <a:pt x="435316" y="92671"/>
                </a:lnTo>
                <a:lnTo>
                  <a:pt x="435673" y="92671"/>
                </a:lnTo>
                <a:lnTo>
                  <a:pt x="435242" y="91643"/>
                </a:lnTo>
              </a:path>
              <a:path w="441909" h="652487">
                <a:moveTo>
                  <a:pt x="435673" y="90538"/>
                </a:moveTo>
                <a:lnTo>
                  <a:pt x="435673" y="92671"/>
                </a:lnTo>
                <a:lnTo>
                  <a:pt x="436118" y="92671"/>
                </a:lnTo>
              </a:path>
              <a:path w="441909" h="652487">
                <a:moveTo>
                  <a:pt x="436702" y="91566"/>
                </a:moveTo>
                <a:lnTo>
                  <a:pt x="436219" y="93154"/>
                </a:lnTo>
                <a:lnTo>
                  <a:pt x="437232" y="93154"/>
                </a:lnTo>
              </a:path>
              <a:path w="441909" h="652487">
                <a:moveTo>
                  <a:pt x="435316" y="92671"/>
                </a:moveTo>
                <a:lnTo>
                  <a:pt x="435637" y="93154"/>
                </a:lnTo>
                <a:lnTo>
                  <a:pt x="436219" y="93154"/>
                </a:lnTo>
                <a:lnTo>
                  <a:pt x="436118" y="92671"/>
                </a:lnTo>
              </a:path>
              <a:path w="441909" h="652487">
                <a:moveTo>
                  <a:pt x="435637" y="93154"/>
                </a:moveTo>
                <a:lnTo>
                  <a:pt x="435960" y="93639"/>
                </a:lnTo>
                <a:lnTo>
                  <a:pt x="437394" y="93639"/>
                </a:lnTo>
                <a:lnTo>
                  <a:pt x="437232" y="93154"/>
                </a:lnTo>
              </a:path>
              <a:path w="441909" h="652487">
                <a:moveTo>
                  <a:pt x="435960" y="93639"/>
                </a:moveTo>
                <a:lnTo>
                  <a:pt x="436413" y="94320"/>
                </a:lnTo>
                <a:lnTo>
                  <a:pt x="436702" y="94754"/>
                </a:lnTo>
                <a:lnTo>
                  <a:pt x="436702" y="96278"/>
                </a:lnTo>
                <a:lnTo>
                  <a:pt x="436702" y="99479"/>
                </a:lnTo>
                <a:lnTo>
                  <a:pt x="438585" y="99479"/>
                </a:lnTo>
                <a:lnTo>
                  <a:pt x="437261" y="96278"/>
                </a:lnTo>
                <a:lnTo>
                  <a:pt x="436826" y="94754"/>
                </a:lnTo>
                <a:lnTo>
                  <a:pt x="436702" y="94320"/>
                </a:lnTo>
                <a:lnTo>
                  <a:pt x="436702" y="93639"/>
                </a:lnTo>
              </a:path>
              <a:path w="441909" h="652487">
                <a:moveTo>
                  <a:pt x="436702" y="93639"/>
                </a:moveTo>
                <a:lnTo>
                  <a:pt x="437743" y="94686"/>
                </a:lnTo>
                <a:lnTo>
                  <a:pt x="437394" y="93639"/>
                </a:lnTo>
              </a:path>
              <a:path w="441909" h="652487">
                <a:moveTo>
                  <a:pt x="436702" y="99479"/>
                </a:moveTo>
                <a:lnTo>
                  <a:pt x="436702" y="586892"/>
                </a:lnTo>
                <a:lnTo>
                  <a:pt x="439796" y="586892"/>
                </a:lnTo>
                <a:lnTo>
                  <a:pt x="436956" y="99479"/>
                </a:lnTo>
              </a:path>
              <a:path w="441909" h="652487">
                <a:moveTo>
                  <a:pt x="436956" y="99479"/>
                </a:moveTo>
                <a:lnTo>
                  <a:pt x="438785" y="99961"/>
                </a:lnTo>
                <a:lnTo>
                  <a:pt x="438585" y="99479"/>
                </a:lnTo>
              </a:path>
              <a:path w="441909" h="652487">
                <a:moveTo>
                  <a:pt x="431507" y="105156"/>
                </a:moveTo>
                <a:lnTo>
                  <a:pt x="431507" y="109804"/>
                </a:lnTo>
                <a:lnTo>
                  <a:pt x="431507" y="586892"/>
                </a:lnTo>
                <a:lnTo>
                  <a:pt x="436702" y="586892"/>
                </a:lnTo>
                <a:lnTo>
                  <a:pt x="434378" y="109804"/>
                </a:lnTo>
              </a:path>
              <a:path w="441909" h="652487">
                <a:moveTo>
                  <a:pt x="431507" y="586892"/>
                </a:moveTo>
                <a:lnTo>
                  <a:pt x="431507" y="592099"/>
                </a:lnTo>
                <a:lnTo>
                  <a:pt x="439826" y="592099"/>
                </a:lnTo>
                <a:lnTo>
                  <a:pt x="439796" y="586892"/>
                </a:lnTo>
              </a:path>
              <a:path w="441909" h="652487">
                <a:moveTo>
                  <a:pt x="430949" y="591540"/>
                </a:moveTo>
                <a:lnTo>
                  <a:pt x="430717" y="592099"/>
                </a:lnTo>
                <a:lnTo>
                  <a:pt x="431507" y="592099"/>
                </a:lnTo>
              </a:path>
              <a:path w="441909" h="652487">
                <a:moveTo>
                  <a:pt x="430717" y="592099"/>
                </a:moveTo>
                <a:lnTo>
                  <a:pt x="429656" y="594664"/>
                </a:lnTo>
                <a:lnTo>
                  <a:pt x="437267" y="594664"/>
                </a:lnTo>
                <a:lnTo>
                  <a:pt x="439826" y="592099"/>
                </a:lnTo>
              </a:path>
              <a:path w="441909" h="652487">
                <a:moveTo>
                  <a:pt x="429425" y="594182"/>
                </a:moveTo>
                <a:lnTo>
                  <a:pt x="429425" y="595115"/>
                </a:lnTo>
                <a:lnTo>
                  <a:pt x="429469" y="595115"/>
                </a:lnTo>
              </a:path>
              <a:path w="441909" h="652487">
                <a:moveTo>
                  <a:pt x="429656" y="594664"/>
                </a:moveTo>
                <a:lnTo>
                  <a:pt x="429469" y="595115"/>
                </a:lnTo>
                <a:lnTo>
                  <a:pt x="429920" y="594664"/>
                </a:lnTo>
              </a:path>
              <a:path w="441909" h="652487">
                <a:moveTo>
                  <a:pt x="429920" y="594664"/>
                </a:moveTo>
                <a:lnTo>
                  <a:pt x="432549" y="596264"/>
                </a:lnTo>
                <a:lnTo>
                  <a:pt x="432028" y="597306"/>
                </a:lnTo>
                <a:lnTo>
                  <a:pt x="431507" y="598347"/>
                </a:lnTo>
                <a:lnTo>
                  <a:pt x="431348" y="599935"/>
                </a:lnTo>
                <a:lnTo>
                  <a:pt x="431195" y="601471"/>
                </a:lnTo>
                <a:lnTo>
                  <a:pt x="430675" y="606666"/>
                </a:lnTo>
                <a:lnTo>
                  <a:pt x="431507" y="606666"/>
                </a:lnTo>
                <a:lnTo>
                  <a:pt x="436702" y="601471"/>
                </a:lnTo>
                <a:lnTo>
                  <a:pt x="437261" y="599935"/>
                </a:lnTo>
                <a:lnTo>
                  <a:pt x="435673" y="598347"/>
                </a:lnTo>
                <a:lnTo>
                  <a:pt x="434632" y="597306"/>
                </a:lnTo>
                <a:lnTo>
                  <a:pt x="435670" y="596264"/>
                </a:lnTo>
                <a:lnTo>
                  <a:pt x="437267" y="594664"/>
                </a:lnTo>
              </a:path>
              <a:path w="441909" h="652487">
                <a:moveTo>
                  <a:pt x="429425" y="595115"/>
                </a:moveTo>
                <a:lnTo>
                  <a:pt x="428383" y="596201"/>
                </a:lnTo>
                <a:lnTo>
                  <a:pt x="429252" y="596264"/>
                </a:lnTo>
                <a:lnTo>
                  <a:pt x="429425" y="595223"/>
                </a:lnTo>
              </a:path>
              <a:path w="441909" h="652487">
                <a:moveTo>
                  <a:pt x="430675" y="606666"/>
                </a:moveTo>
                <a:lnTo>
                  <a:pt x="430570" y="607707"/>
                </a:lnTo>
                <a:lnTo>
                  <a:pt x="433590" y="607707"/>
                </a:lnTo>
                <a:lnTo>
                  <a:pt x="433590" y="606666"/>
                </a:lnTo>
              </a:path>
              <a:path w="441909" h="652487">
                <a:moveTo>
                  <a:pt x="430570" y="607707"/>
                </a:moveTo>
                <a:lnTo>
                  <a:pt x="430466" y="608749"/>
                </a:lnTo>
                <a:lnTo>
                  <a:pt x="431510" y="608749"/>
                </a:lnTo>
                <a:lnTo>
                  <a:pt x="432549" y="607707"/>
                </a:lnTo>
              </a:path>
              <a:path w="441909" h="652487">
                <a:moveTo>
                  <a:pt x="432549" y="607707"/>
                </a:moveTo>
                <a:lnTo>
                  <a:pt x="432549" y="609790"/>
                </a:lnTo>
                <a:lnTo>
                  <a:pt x="433590" y="609790"/>
                </a:lnTo>
                <a:lnTo>
                  <a:pt x="433590" y="607707"/>
                </a:lnTo>
              </a:path>
              <a:path w="441909" h="652487">
                <a:moveTo>
                  <a:pt x="430466" y="608749"/>
                </a:moveTo>
                <a:lnTo>
                  <a:pt x="430466" y="608749"/>
                </a:lnTo>
                <a:lnTo>
                  <a:pt x="431507" y="608749"/>
                </a:lnTo>
              </a:path>
              <a:path w="441909" h="652487">
                <a:moveTo>
                  <a:pt x="431507" y="608749"/>
                </a:moveTo>
                <a:lnTo>
                  <a:pt x="430471" y="609790"/>
                </a:lnTo>
                <a:lnTo>
                  <a:pt x="432549" y="609790"/>
                </a:lnTo>
                <a:lnTo>
                  <a:pt x="431510" y="608749"/>
                </a:lnTo>
              </a:path>
              <a:path w="441909" h="652487">
                <a:moveTo>
                  <a:pt x="430471" y="609790"/>
                </a:moveTo>
                <a:lnTo>
                  <a:pt x="431068" y="610908"/>
                </a:lnTo>
                <a:lnTo>
                  <a:pt x="432549" y="610908"/>
                </a:lnTo>
                <a:lnTo>
                  <a:pt x="432549" y="609790"/>
                </a:lnTo>
              </a:path>
              <a:path w="441909" h="652487">
                <a:moveTo>
                  <a:pt x="432549" y="609790"/>
                </a:moveTo>
                <a:lnTo>
                  <a:pt x="432549" y="610908"/>
                </a:lnTo>
                <a:lnTo>
                  <a:pt x="433590" y="610908"/>
                </a:lnTo>
                <a:lnTo>
                  <a:pt x="433590" y="609790"/>
                </a:lnTo>
              </a:path>
              <a:path w="441909" h="652487">
                <a:moveTo>
                  <a:pt x="431068" y="610908"/>
                </a:moveTo>
                <a:lnTo>
                  <a:pt x="431584" y="611873"/>
                </a:lnTo>
                <a:lnTo>
                  <a:pt x="433590" y="611873"/>
                </a:lnTo>
                <a:lnTo>
                  <a:pt x="433590" y="610908"/>
                </a:lnTo>
              </a:path>
              <a:path w="441909" h="652487">
                <a:moveTo>
                  <a:pt x="439826" y="594182"/>
                </a:moveTo>
                <a:lnTo>
                  <a:pt x="439826" y="597306"/>
                </a:lnTo>
                <a:lnTo>
                  <a:pt x="441909" y="597306"/>
                </a:lnTo>
                <a:lnTo>
                  <a:pt x="439826" y="594182"/>
                </a:lnTo>
                <a:close/>
              </a:path>
              <a:path w="441909" h="652487">
                <a:moveTo>
                  <a:pt x="437743" y="94686"/>
                </a:moveTo>
                <a:lnTo>
                  <a:pt x="437716" y="95732"/>
                </a:lnTo>
                <a:lnTo>
                  <a:pt x="438784" y="95796"/>
                </a:lnTo>
              </a:path>
              <a:path w="441909" h="652487">
                <a:moveTo>
                  <a:pt x="437714" y="95796"/>
                </a:moveTo>
                <a:lnTo>
                  <a:pt x="437691" y="96711"/>
                </a:lnTo>
                <a:lnTo>
                  <a:pt x="437743" y="95796"/>
                </a:lnTo>
              </a:path>
              <a:path w="441909" h="652487">
                <a:moveTo>
                  <a:pt x="437743" y="95796"/>
                </a:moveTo>
                <a:lnTo>
                  <a:pt x="437743" y="96837"/>
                </a:lnTo>
                <a:lnTo>
                  <a:pt x="438784" y="96837"/>
                </a:lnTo>
                <a:lnTo>
                  <a:pt x="438784" y="95796"/>
                </a:lnTo>
              </a:path>
              <a:path w="441909" h="652487">
                <a:moveTo>
                  <a:pt x="437733" y="96837"/>
                </a:moveTo>
                <a:lnTo>
                  <a:pt x="438061" y="97810"/>
                </a:lnTo>
                <a:lnTo>
                  <a:pt x="438413" y="98856"/>
                </a:lnTo>
                <a:lnTo>
                  <a:pt x="438785" y="99961"/>
                </a:lnTo>
                <a:lnTo>
                  <a:pt x="439826" y="99961"/>
                </a:lnTo>
                <a:lnTo>
                  <a:pt x="439826" y="98856"/>
                </a:lnTo>
                <a:lnTo>
                  <a:pt x="438784" y="97810"/>
                </a:lnTo>
                <a:lnTo>
                  <a:pt x="438784" y="96837"/>
                </a:lnTo>
              </a:path>
              <a:path w="441909" h="652487">
                <a:moveTo>
                  <a:pt x="436956" y="99479"/>
                </a:moveTo>
                <a:lnTo>
                  <a:pt x="436959" y="99961"/>
                </a:lnTo>
                <a:lnTo>
                  <a:pt x="438785" y="99961"/>
                </a:lnTo>
              </a:path>
              <a:path w="441909" h="652487">
                <a:moveTo>
                  <a:pt x="436959" y="99961"/>
                </a:moveTo>
                <a:lnTo>
                  <a:pt x="436964" y="100906"/>
                </a:lnTo>
                <a:lnTo>
                  <a:pt x="436977" y="103085"/>
                </a:lnTo>
                <a:lnTo>
                  <a:pt x="439826" y="103085"/>
                </a:lnTo>
                <a:lnTo>
                  <a:pt x="439826" y="100906"/>
                </a:lnTo>
                <a:lnTo>
                  <a:pt x="439826" y="99961"/>
                </a:lnTo>
              </a:path>
              <a:path w="441909" h="652487">
                <a:moveTo>
                  <a:pt x="436977" y="103085"/>
                </a:moveTo>
                <a:lnTo>
                  <a:pt x="436983" y="104114"/>
                </a:lnTo>
                <a:lnTo>
                  <a:pt x="439826" y="104114"/>
                </a:lnTo>
                <a:lnTo>
                  <a:pt x="439826" y="103085"/>
                </a:lnTo>
              </a:path>
              <a:path w="441909" h="652487">
                <a:moveTo>
                  <a:pt x="439826" y="103085"/>
                </a:moveTo>
                <a:lnTo>
                  <a:pt x="439826" y="103089"/>
                </a:lnTo>
                <a:lnTo>
                  <a:pt x="439826" y="103085"/>
                </a:lnTo>
              </a:path>
              <a:path w="441909" h="652487">
                <a:moveTo>
                  <a:pt x="439826" y="103089"/>
                </a:moveTo>
                <a:lnTo>
                  <a:pt x="439826" y="104114"/>
                </a:lnTo>
                <a:lnTo>
                  <a:pt x="439830" y="104114"/>
                </a:lnTo>
              </a:path>
              <a:path w="441909" h="652487">
                <a:moveTo>
                  <a:pt x="436983" y="104114"/>
                </a:moveTo>
                <a:lnTo>
                  <a:pt x="439826" y="592099"/>
                </a:lnTo>
                <a:lnTo>
                  <a:pt x="439305" y="594182"/>
                </a:lnTo>
                <a:lnTo>
                  <a:pt x="441896" y="594182"/>
                </a:lnTo>
                <a:lnTo>
                  <a:pt x="441887" y="592099"/>
                </a:lnTo>
                <a:lnTo>
                  <a:pt x="439830" y="104114"/>
                </a:lnTo>
              </a:path>
              <a:path w="441909" h="652487">
                <a:moveTo>
                  <a:pt x="439305" y="594182"/>
                </a:moveTo>
                <a:lnTo>
                  <a:pt x="438785" y="596264"/>
                </a:lnTo>
                <a:lnTo>
                  <a:pt x="438352" y="597306"/>
                </a:lnTo>
                <a:lnTo>
                  <a:pt x="438027" y="598418"/>
                </a:lnTo>
                <a:lnTo>
                  <a:pt x="437743" y="599389"/>
                </a:lnTo>
                <a:lnTo>
                  <a:pt x="437696" y="599501"/>
                </a:lnTo>
                <a:lnTo>
                  <a:pt x="436849" y="601543"/>
                </a:lnTo>
                <a:lnTo>
                  <a:pt x="436702" y="601897"/>
                </a:lnTo>
                <a:lnTo>
                  <a:pt x="436702" y="602500"/>
                </a:lnTo>
                <a:lnTo>
                  <a:pt x="437358" y="601897"/>
                </a:lnTo>
                <a:lnTo>
                  <a:pt x="437743" y="601543"/>
                </a:lnTo>
                <a:lnTo>
                  <a:pt x="437743" y="599501"/>
                </a:lnTo>
                <a:lnTo>
                  <a:pt x="438785" y="598418"/>
                </a:lnTo>
                <a:lnTo>
                  <a:pt x="438785" y="597306"/>
                </a:lnTo>
                <a:lnTo>
                  <a:pt x="439826" y="597306"/>
                </a:lnTo>
                <a:lnTo>
                  <a:pt x="439826" y="596264"/>
                </a:lnTo>
                <a:lnTo>
                  <a:pt x="439826" y="594182"/>
                </a:lnTo>
              </a:path>
              <a:path w="441909" h="652487">
                <a:moveTo>
                  <a:pt x="439826" y="594182"/>
                </a:moveTo>
                <a:lnTo>
                  <a:pt x="441909" y="597306"/>
                </a:lnTo>
                <a:lnTo>
                  <a:pt x="441896" y="594182"/>
                </a:lnTo>
              </a:path>
              <a:path w="441909" h="652487">
                <a:moveTo>
                  <a:pt x="429425" y="101003"/>
                </a:moveTo>
                <a:lnTo>
                  <a:pt x="429920" y="101549"/>
                </a:lnTo>
                <a:lnTo>
                  <a:pt x="429425" y="101003"/>
                </a:lnTo>
                <a:close/>
              </a:path>
              <a:path w="441909" h="652487">
                <a:moveTo>
                  <a:pt x="412800" y="612914"/>
                </a:moveTo>
                <a:lnTo>
                  <a:pt x="412800" y="613879"/>
                </a:lnTo>
                <a:lnTo>
                  <a:pt x="412800" y="612914"/>
                </a:lnTo>
                <a:close/>
              </a:path>
              <a:path w="441909" h="652487">
                <a:moveTo>
                  <a:pt x="221741" y="15620"/>
                </a:moveTo>
                <a:lnTo>
                  <a:pt x="221162" y="15533"/>
                </a:lnTo>
                <a:lnTo>
                  <a:pt x="409778" y="85394"/>
                </a:lnTo>
                <a:lnTo>
                  <a:pt x="221741" y="15620"/>
                </a:lnTo>
                <a:close/>
              </a:path>
              <a:path w="441909" h="652487">
                <a:moveTo>
                  <a:pt x="398233" y="618941"/>
                </a:moveTo>
                <a:lnTo>
                  <a:pt x="263795" y="642015"/>
                </a:lnTo>
                <a:lnTo>
                  <a:pt x="264464" y="642061"/>
                </a:lnTo>
                <a:lnTo>
                  <a:pt x="398233" y="618941"/>
                </a:lnTo>
                <a:close/>
              </a:path>
              <a:path w="441909" h="652487">
                <a:moveTo>
                  <a:pt x="37510" y="36487"/>
                </a:moveTo>
                <a:lnTo>
                  <a:pt x="36474" y="37528"/>
                </a:lnTo>
                <a:lnTo>
                  <a:pt x="37510" y="36487"/>
                </a:lnTo>
                <a:close/>
              </a:path>
              <a:path w="441909" h="652487">
                <a:moveTo>
                  <a:pt x="14564" y="39611"/>
                </a:moveTo>
                <a:lnTo>
                  <a:pt x="15605" y="38569"/>
                </a:lnTo>
                <a:lnTo>
                  <a:pt x="18719" y="35458"/>
                </a:lnTo>
                <a:lnTo>
                  <a:pt x="20802" y="34409"/>
                </a:lnTo>
                <a:lnTo>
                  <a:pt x="20802" y="35445"/>
                </a:lnTo>
                <a:lnTo>
                  <a:pt x="25996" y="30251"/>
                </a:lnTo>
                <a:lnTo>
                  <a:pt x="25571" y="30251"/>
                </a:lnTo>
                <a:lnTo>
                  <a:pt x="24955" y="30251"/>
                </a:lnTo>
                <a:lnTo>
                  <a:pt x="25571" y="30251"/>
                </a:lnTo>
                <a:lnTo>
                  <a:pt x="28079" y="29209"/>
                </a:lnTo>
                <a:lnTo>
                  <a:pt x="30162" y="28168"/>
                </a:lnTo>
                <a:lnTo>
                  <a:pt x="30645" y="28651"/>
                </a:lnTo>
                <a:lnTo>
                  <a:pt x="32169" y="27127"/>
                </a:lnTo>
                <a:lnTo>
                  <a:pt x="29044" y="27127"/>
                </a:lnTo>
                <a:lnTo>
                  <a:pt x="28003" y="28168"/>
                </a:lnTo>
                <a:lnTo>
                  <a:pt x="27645" y="29210"/>
                </a:lnTo>
                <a:lnTo>
                  <a:pt x="26479" y="29692"/>
                </a:lnTo>
                <a:lnTo>
                  <a:pt x="25925" y="29210"/>
                </a:lnTo>
                <a:lnTo>
                  <a:pt x="24889" y="30251"/>
                </a:lnTo>
                <a:lnTo>
                  <a:pt x="24409" y="30733"/>
                </a:lnTo>
                <a:lnTo>
                  <a:pt x="23926" y="31292"/>
                </a:lnTo>
                <a:lnTo>
                  <a:pt x="21843" y="32334"/>
                </a:lnTo>
                <a:lnTo>
                  <a:pt x="20802" y="32766"/>
                </a:lnTo>
                <a:lnTo>
                  <a:pt x="20802" y="33375"/>
                </a:lnTo>
                <a:lnTo>
                  <a:pt x="18719" y="35448"/>
                </a:lnTo>
                <a:lnTo>
                  <a:pt x="15608" y="38564"/>
                </a:lnTo>
                <a:lnTo>
                  <a:pt x="14566" y="38569"/>
                </a:lnTo>
                <a:lnTo>
                  <a:pt x="14566" y="34404"/>
                </a:lnTo>
                <a:lnTo>
                  <a:pt x="13525" y="34404"/>
                </a:lnTo>
                <a:lnTo>
                  <a:pt x="13525" y="37452"/>
                </a:lnTo>
                <a:lnTo>
                  <a:pt x="12966" y="38011"/>
                </a:lnTo>
                <a:lnTo>
                  <a:pt x="13525" y="38569"/>
                </a:lnTo>
                <a:lnTo>
                  <a:pt x="13525" y="39611"/>
                </a:lnTo>
                <a:lnTo>
                  <a:pt x="11374" y="39611"/>
                </a:lnTo>
                <a:lnTo>
                  <a:pt x="9372" y="38569"/>
                </a:lnTo>
                <a:lnTo>
                  <a:pt x="9372" y="39611"/>
                </a:lnTo>
                <a:lnTo>
                  <a:pt x="10401" y="40652"/>
                </a:lnTo>
                <a:lnTo>
                  <a:pt x="13525" y="40652"/>
                </a:lnTo>
                <a:lnTo>
                  <a:pt x="14564" y="39611"/>
                </a:lnTo>
                <a:close/>
              </a:path>
              <a:path w="441909" h="652487">
                <a:moveTo>
                  <a:pt x="2082" y="556793"/>
                </a:moveTo>
                <a:lnTo>
                  <a:pt x="1041" y="552640"/>
                </a:lnTo>
                <a:lnTo>
                  <a:pt x="1041" y="557771"/>
                </a:lnTo>
                <a:lnTo>
                  <a:pt x="2082" y="556793"/>
                </a:lnTo>
                <a:close/>
              </a:path>
              <a:path w="441909" h="652487">
                <a:moveTo>
                  <a:pt x="9372" y="561924"/>
                </a:moveTo>
                <a:lnTo>
                  <a:pt x="5209" y="557771"/>
                </a:lnTo>
                <a:lnTo>
                  <a:pt x="5207" y="560958"/>
                </a:lnTo>
                <a:lnTo>
                  <a:pt x="4648" y="559358"/>
                </a:lnTo>
                <a:lnTo>
                  <a:pt x="4165" y="557771"/>
                </a:lnTo>
                <a:lnTo>
                  <a:pt x="4165" y="556729"/>
                </a:lnTo>
                <a:lnTo>
                  <a:pt x="7277" y="557771"/>
                </a:lnTo>
                <a:lnTo>
                  <a:pt x="8331" y="551522"/>
                </a:lnTo>
                <a:lnTo>
                  <a:pt x="11447" y="554647"/>
                </a:lnTo>
                <a:lnTo>
                  <a:pt x="11442" y="551522"/>
                </a:lnTo>
                <a:lnTo>
                  <a:pt x="12484" y="547369"/>
                </a:lnTo>
                <a:lnTo>
                  <a:pt x="10477" y="547370"/>
                </a:lnTo>
                <a:lnTo>
                  <a:pt x="11442" y="548335"/>
                </a:lnTo>
                <a:lnTo>
                  <a:pt x="11442" y="551457"/>
                </a:lnTo>
                <a:lnTo>
                  <a:pt x="11186" y="551522"/>
                </a:lnTo>
                <a:lnTo>
                  <a:pt x="11442" y="552564"/>
                </a:lnTo>
                <a:lnTo>
                  <a:pt x="10401" y="551522"/>
                </a:lnTo>
                <a:lnTo>
                  <a:pt x="6248" y="547369"/>
                </a:lnTo>
                <a:lnTo>
                  <a:pt x="2082" y="552564"/>
                </a:lnTo>
                <a:lnTo>
                  <a:pt x="1041" y="530720"/>
                </a:lnTo>
                <a:lnTo>
                  <a:pt x="1041" y="525513"/>
                </a:lnTo>
                <a:lnTo>
                  <a:pt x="0" y="525513"/>
                </a:lnTo>
                <a:lnTo>
                  <a:pt x="0" y="551599"/>
                </a:lnTo>
                <a:lnTo>
                  <a:pt x="1041" y="552640"/>
                </a:lnTo>
                <a:lnTo>
                  <a:pt x="2082" y="556793"/>
                </a:lnTo>
                <a:lnTo>
                  <a:pt x="1041" y="557771"/>
                </a:lnTo>
                <a:lnTo>
                  <a:pt x="3060" y="557771"/>
                </a:lnTo>
                <a:lnTo>
                  <a:pt x="2082" y="553681"/>
                </a:lnTo>
                <a:lnTo>
                  <a:pt x="1041" y="551522"/>
                </a:lnTo>
                <a:lnTo>
                  <a:pt x="1041" y="550481"/>
                </a:lnTo>
                <a:lnTo>
                  <a:pt x="2082" y="552998"/>
                </a:lnTo>
                <a:lnTo>
                  <a:pt x="2565" y="554164"/>
                </a:lnTo>
                <a:lnTo>
                  <a:pt x="3124" y="555688"/>
                </a:lnTo>
                <a:lnTo>
                  <a:pt x="3989" y="557771"/>
                </a:lnTo>
                <a:lnTo>
                  <a:pt x="4165" y="558196"/>
                </a:lnTo>
                <a:lnTo>
                  <a:pt x="4165" y="559917"/>
                </a:lnTo>
                <a:lnTo>
                  <a:pt x="3124" y="561924"/>
                </a:lnTo>
                <a:lnTo>
                  <a:pt x="6172" y="561924"/>
                </a:lnTo>
                <a:lnTo>
                  <a:pt x="6248" y="561320"/>
                </a:lnTo>
                <a:lnTo>
                  <a:pt x="6248" y="559841"/>
                </a:lnTo>
                <a:lnTo>
                  <a:pt x="8326" y="561924"/>
                </a:lnTo>
                <a:lnTo>
                  <a:pt x="10401" y="564006"/>
                </a:lnTo>
                <a:lnTo>
                  <a:pt x="11442" y="565048"/>
                </a:lnTo>
                <a:lnTo>
                  <a:pt x="9372" y="561924"/>
                </a:lnTo>
                <a:close/>
              </a:path>
              <a:path w="441909" h="652487">
                <a:moveTo>
                  <a:pt x="4165" y="558196"/>
                </a:moveTo>
                <a:lnTo>
                  <a:pt x="3989" y="557771"/>
                </a:lnTo>
                <a:lnTo>
                  <a:pt x="3124" y="555688"/>
                </a:lnTo>
                <a:lnTo>
                  <a:pt x="2565" y="554164"/>
                </a:lnTo>
                <a:lnTo>
                  <a:pt x="2082" y="552998"/>
                </a:lnTo>
                <a:lnTo>
                  <a:pt x="1041" y="550481"/>
                </a:lnTo>
                <a:lnTo>
                  <a:pt x="1041" y="551522"/>
                </a:lnTo>
                <a:lnTo>
                  <a:pt x="2082" y="553681"/>
                </a:lnTo>
                <a:lnTo>
                  <a:pt x="3060" y="557771"/>
                </a:lnTo>
                <a:lnTo>
                  <a:pt x="4165" y="558876"/>
                </a:lnTo>
                <a:lnTo>
                  <a:pt x="4165" y="558196"/>
                </a:lnTo>
                <a:close/>
              </a:path>
              <a:path w="441909" h="652487">
                <a:moveTo>
                  <a:pt x="4165" y="559917"/>
                </a:moveTo>
                <a:lnTo>
                  <a:pt x="4165" y="558876"/>
                </a:lnTo>
                <a:lnTo>
                  <a:pt x="3124" y="557771"/>
                </a:lnTo>
                <a:lnTo>
                  <a:pt x="3124" y="561924"/>
                </a:lnTo>
                <a:lnTo>
                  <a:pt x="4165" y="559917"/>
                </a:lnTo>
                <a:close/>
              </a:path>
              <a:path w="441909" h="652487">
                <a:moveTo>
                  <a:pt x="4165" y="51053"/>
                </a:moveTo>
                <a:lnTo>
                  <a:pt x="5027" y="51053"/>
                </a:lnTo>
                <a:lnTo>
                  <a:pt x="5207" y="50620"/>
                </a:lnTo>
                <a:lnTo>
                  <a:pt x="5689" y="49453"/>
                </a:lnTo>
                <a:lnTo>
                  <a:pt x="5206" y="48907"/>
                </a:lnTo>
                <a:lnTo>
                  <a:pt x="5206" y="50012"/>
                </a:lnTo>
                <a:lnTo>
                  <a:pt x="4165" y="50985"/>
                </a:lnTo>
                <a:lnTo>
                  <a:pt x="4165" y="53136"/>
                </a:lnTo>
                <a:lnTo>
                  <a:pt x="4165" y="51053"/>
                </a:lnTo>
                <a:close/>
              </a:path>
              <a:path w="441909" h="652487">
                <a:moveTo>
                  <a:pt x="5206" y="49938"/>
                </a:moveTo>
                <a:lnTo>
                  <a:pt x="5206" y="48907"/>
                </a:lnTo>
                <a:lnTo>
                  <a:pt x="4165" y="49949"/>
                </a:lnTo>
                <a:lnTo>
                  <a:pt x="4165" y="50985"/>
                </a:lnTo>
                <a:lnTo>
                  <a:pt x="5206" y="49938"/>
                </a:lnTo>
                <a:close/>
              </a:path>
              <a:path w="441909" h="652487">
                <a:moveTo>
                  <a:pt x="6248" y="559841"/>
                </a:moveTo>
                <a:lnTo>
                  <a:pt x="6248" y="560882"/>
                </a:lnTo>
                <a:lnTo>
                  <a:pt x="7287" y="560882"/>
                </a:lnTo>
              </a:path>
              <a:path w="441909" h="652487">
                <a:moveTo>
                  <a:pt x="6248" y="560882"/>
                </a:moveTo>
                <a:lnTo>
                  <a:pt x="6248" y="561320"/>
                </a:lnTo>
                <a:lnTo>
                  <a:pt x="6172" y="561924"/>
                </a:lnTo>
                <a:lnTo>
                  <a:pt x="6498" y="561924"/>
                </a:lnTo>
                <a:lnTo>
                  <a:pt x="6949" y="561320"/>
                </a:lnTo>
                <a:lnTo>
                  <a:pt x="7277" y="560882"/>
                </a:lnTo>
              </a:path>
              <a:path w="441909" h="652487">
                <a:moveTo>
                  <a:pt x="7277" y="560882"/>
                </a:moveTo>
                <a:lnTo>
                  <a:pt x="7277" y="561924"/>
                </a:lnTo>
                <a:lnTo>
                  <a:pt x="8326" y="561924"/>
                </a:lnTo>
                <a:lnTo>
                  <a:pt x="7287" y="560882"/>
                </a:lnTo>
              </a:path>
              <a:path w="441909" h="652487">
                <a:moveTo>
                  <a:pt x="7277" y="561924"/>
                </a:moveTo>
                <a:lnTo>
                  <a:pt x="7277" y="564083"/>
                </a:lnTo>
                <a:lnTo>
                  <a:pt x="8265" y="564083"/>
                </a:lnTo>
                <a:lnTo>
                  <a:pt x="8318" y="561924"/>
                </a:lnTo>
              </a:path>
              <a:path w="441909" h="652487">
                <a:moveTo>
                  <a:pt x="8318" y="561924"/>
                </a:moveTo>
                <a:lnTo>
                  <a:pt x="9707" y="564006"/>
                </a:lnTo>
                <a:lnTo>
                  <a:pt x="10401" y="565048"/>
                </a:lnTo>
                <a:lnTo>
                  <a:pt x="11442" y="566089"/>
                </a:lnTo>
                <a:lnTo>
                  <a:pt x="12407" y="569213"/>
                </a:lnTo>
                <a:lnTo>
                  <a:pt x="14566" y="570255"/>
                </a:lnTo>
                <a:lnTo>
                  <a:pt x="16644" y="570255"/>
                </a:lnTo>
                <a:lnTo>
                  <a:pt x="14566" y="569213"/>
                </a:lnTo>
                <a:lnTo>
                  <a:pt x="12484" y="566089"/>
                </a:lnTo>
                <a:lnTo>
                  <a:pt x="11442" y="565048"/>
                </a:lnTo>
                <a:lnTo>
                  <a:pt x="10401" y="564006"/>
                </a:lnTo>
                <a:lnTo>
                  <a:pt x="8326" y="561924"/>
                </a:lnTo>
              </a:path>
              <a:path w="441909" h="652487">
                <a:moveTo>
                  <a:pt x="5207" y="561924"/>
                </a:moveTo>
                <a:lnTo>
                  <a:pt x="5207" y="561924"/>
                </a:lnTo>
                <a:lnTo>
                  <a:pt x="6172" y="561924"/>
                </a:lnTo>
              </a:path>
              <a:path w="441909" h="652487">
                <a:moveTo>
                  <a:pt x="16649" y="561924"/>
                </a:moveTo>
                <a:lnTo>
                  <a:pt x="16644" y="570255"/>
                </a:lnTo>
                <a:lnTo>
                  <a:pt x="20112" y="570255"/>
                </a:lnTo>
              </a:path>
              <a:path w="441909" h="652487">
                <a:moveTo>
                  <a:pt x="5207" y="561924"/>
                </a:moveTo>
                <a:lnTo>
                  <a:pt x="6498" y="561924"/>
                </a:lnTo>
              </a:path>
              <a:path w="441909" h="652487">
                <a:moveTo>
                  <a:pt x="5207" y="561924"/>
                </a:moveTo>
                <a:lnTo>
                  <a:pt x="5207" y="564083"/>
                </a:lnTo>
                <a:lnTo>
                  <a:pt x="7277" y="564083"/>
                </a:lnTo>
                <a:lnTo>
                  <a:pt x="6248" y="562000"/>
                </a:lnTo>
              </a:path>
              <a:path w="441909" h="652487">
                <a:moveTo>
                  <a:pt x="6248" y="561924"/>
                </a:moveTo>
                <a:lnTo>
                  <a:pt x="6498" y="561924"/>
                </a:lnTo>
                <a:lnTo>
                  <a:pt x="6498" y="561924"/>
                </a:lnTo>
              </a:path>
              <a:path w="441909" h="652487">
                <a:moveTo>
                  <a:pt x="5207" y="564083"/>
                </a:moveTo>
                <a:lnTo>
                  <a:pt x="5206" y="565048"/>
                </a:lnTo>
                <a:lnTo>
                  <a:pt x="5528" y="565048"/>
                </a:lnTo>
                <a:lnTo>
                  <a:pt x="6248" y="565048"/>
                </a:lnTo>
                <a:lnTo>
                  <a:pt x="6248" y="566089"/>
                </a:lnTo>
                <a:lnTo>
                  <a:pt x="9283" y="566089"/>
                </a:lnTo>
                <a:lnTo>
                  <a:pt x="8242" y="565048"/>
                </a:lnTo>
                <a:lnTo>
                  <a:pt x="8265" y="564083"/>
                </a:lnTo>
              </a:path>
              <a:path w="441909" h="652487">
                <a:moveTo>
                  <a:pt x="14566" y="570255"/>
                </a:moveTo>
                <a:lnTo>
                  <a:pt x="14008" y="570814"/>
                </a:lnTo>
                <a:lnTo>
                  <a:pt x="14093" y="571046"/>
                </a:lnTo>
                <a:lnTo>
                  <a:pt x="20441" y="571046"/>
                </a:lnTo>
                <a:lnTo>
                  <a:pt x="20344" y="570814"/>
                </a:lnTo>
                <a:lnTo>
                  <a:pt x="20112" y="570255"/>
                </a:lnTo>
              </a:path>
              <a:path w="441909" h="652487">
                <a:moveTo>
                  <a:pt x="14093" y="571046"/>
                </a:moveTo>
                <a:lnTo>
                  <a:pt x="14213" y="571373"/>
                </a:lnTo>
                <a:lnTo>
                  <a:pt x="14566" y="572338"/>
                </a:lnTo>
                <a:lnTo>
                  <a:pt x="14566" y="573379"/>
                </a:lnTo>
                <a:lnTo>
                  <a:pt x="16573" y="573379"/>
                </a:lnTo>
                <a:lnTo>
                  <a:pt x="15532" y="572338"/>
                </a:lnTo>
                <a:lnTo>
                  <a:pt x="14566" y="571373"/>
                </a:lnTo>
                <a:lnTo>
                  <a:pt x="14566" y="571046"/>
                </a:lnTo>
              </a:path>
              <a:path w="441909" h="652487">
                <a:moveTo>
                  <a:pt x="14566" y="571046"/>
                </a:moveTo>
                <a:lnTo>
                  <a:pt x="16649" y="571911"/>
                </a:lnTo>
                <a:lnTo>
                  <a:pt x="17678" y="572338"/>
                </a:lnTo>
                <a:lnTo>
                  <a:pt x="16649" y="572338"/>
                </a:lnTo>
                <a:lnTo>
                  <a:pt x="16573" y="573379"/>
                </a:lnTo>
                <a:lnTo>
                  <a:pt x="21411" y="573379"/>
                </a:lnTo>
                <a:lnTo>
                  <a:pt x="20978" y="572338"/>
                </a:lnTo>
                <a:lnTo>
                  <a:pt x="20800" y="571911"/>
                </a:lnTo>
                <a:lnTo>
                  <a:pt x="20441" y="571046"/>
                </a:lnTo>
              </a:path>
              <a:path w="441909" h="652487">
                <a:moveTo>
                  <a:pt x="16573" y="573379"/>
                </a:moveTo>
              </a:path>
              <a:path w="441909" h="652487">
                <a:moveTo>
                  <a:pt x="16649" y="573379"/>
                </a:moveTo>
                <a:lnTo>
                  <a:pt x="19761" y="573379"/>
                </a:lnTo>
                <a:lnTo>
                  <a:pt x="21843" y="574420"/>
                </a:lnTo>
                <a:lnTo>
                  <a:pt x="21411" y="573379"/>
                </a:lnTo>
              </a:path>
              <a:path w="441909" h="652487">
                <a:moveTo>
                  <a:pt x="14566" y="573379"/>
                </a:moveTo>
                <a:lnTo>
                  <a:pt x="14566" y="574420"/>
                </a:lnTo>
                <a:lnTo>
                  <a:pt x="16649" y="574421"/>
                </a:lnTo>
                <a:lnTo>
                  <a:pt x="16649" y="573379"/>
                </a:lnTo>
              </a:path>
              <a:path w="441909" h="652487">
                <a:moveTo>
                  <a:pt x="7277" y="46901"/>
                </a:moveTo>
                <a:lnTo>
                  <a:pt x="8331" y="44353"/>
                </a:lnTo>
                <a:lnTo>
                  <a:pt x="8331" y="43776"/>
                </a:lnTo>
                <a:lnTo>
                  <a:pt x="8569" y="43776"/>
                </a:lnTo>
                <a:lnTo>
                  <a:pt x="8801" y="43218"/>
                </a:lnTo>
                <a:lnTo>
                  <a:pt x="8331" y="43690"/>
                </a:lnTo>
                <a:lnTo>
                  <a:pt x="7277" y="44749"/>
                </a:lnTo>
                <a:lnTo>
                  <a:pt x="6731" y="47383"/>
                </a:lnTo>
                <a:lnTo>
                  <a:pt x="7277" y="46901"/>
                </a:lnTo>
                <a:close/>
              </a:path>
              <a:path w="441909" h="652487">
                <a:moveTo>
                  <a:pt x="6731" y="47383"/>
                </a:moveTo>
                <a:lnTo>
                  <a:pt x="7277" y="44749"/>
                </a:lnTo>
                <a:lnTo>
                  <a:pt x="8245" y="43776"/>
                </a:lnTo>
                <a:lnTo>
                  <a:pt x="8801" y="43218"/>
                </a:lnTo>
                <a:lnTo>
                  <a:pt x="8331" y="40652"/>
                </a:lnTo>
                <a:lnTo>
                  <a:pt x="7277" y="40652"/>
                </a:lnTo>
                <a:lnTo>
                  <a:pt x="7277" y="43776"/>
                </a:lnTo>
                <a:lnTo>
                  <a:pt x="6248" y="45783"/>
                </a:lnTo>
                <a:lnTo>
                  <a:pt x="6248" y="47866"/>
                </a:lnTo>
                <a:lnTo>
                  <a:pt x="6731" y="47383"/>
                </a:lnTo>
                <a:close/>
              </a:path>
              <a:path w="441909" h="652487">
                <a:moveTo>
                  <a:pt x="7277" y="560882"/>
                </a:moveTo>
                <a:lnTo>
                  <a:pt x="6498" y="561924"/>
                </a:lnTo>
                <a:lnTo>
                  <a:pt x="6248" y="561924"/>
                </a:lnTo>
                <a:lnTo>
                  <a:pt x="7277" y="564083"/>
                </a:lnTo>
                <a:lnTo>
                  <a:pt x="7277" y="560882"/>
                </a:lnTo>
                <a:close/>
              </a:path>
              <a:path w="441909" h="652487">
                <a:moveTo>
                  <a:pt x="11442" y="43776"/>
                </a:moveTo>
                <a:lnTo>
                  <a:pt x="10401" y="43776"/>
                </a:lnTo>
                <a:lnTo>
                  <a:pt x="9372" y="40652"/>
                </a:lnTo>
                <a:lnTo>
                  <a:pt x="9372" y="44818"/>
                </a:lnTo>
                <a:lnTo>
                  <a:pt x="8331" y="45846"/>
                </a:lnTo>
                <a:lnTo>
                  <a:pt x="11442" y="43776"/>
                </a:lnTo>
                <a:close/>
              </a:path>
              <a:path w="441909" h="652487">
                <a:moveTo>
                  <a:pt x="11186" y="551522"/>
                </a:moveTo>
                <a:lnTo>
                  <a:pt x="11442" y="551457"/>
                </a:lnTo>
                <a:lnTo>
                  <a:pt x="11442" y="548335"/>
                </a:lnTo>
                <a:lnTo>
                  <a:pt x="10477" y="547370"/>
                </a:lnTo>
                <a:lnTo>
                  <a:pt x="10960" y="550976"/>
                </a:lnTo>
                <a:lnTo>
                  <a:pt x="10401" y="549440"/>
                </a:lnTo>
                <a:lnTo>
                  <a:pt x="9541" y="547370"/>
                </a:lnTo>
                <a:lnTo>
                  <a:pt x="8877" y="545769"/>
                </a:lnTo>
                <a:lnTo>
                  <a:pt x="6248" y="547369"/>
                </a:lnTo>
                <a:lnTo>
                  <a:pt x="10401" y="551522"/>
                </a:lnTo>
                <a:lnTo>
                  <a:pt x="11442" y="552564"/>
                </a:lnTo>
                <a:lnTo>
                  <a:pt x="11186" y="551522"/>
                </a:lnTo>
                <a:close/>
              </a:path>
              <a:path w="441909" h="652487">
                <a:moveTo>
                  <a:pt x="12484" y="61531"/>
                </a:moveTo>
                <a:lnTo>
                  <a:pt x="12001" y="57848"/>
                </a:lnTo>
                <a:lnTo>
                  <a:pt x="11015" y="61455"/>
                </a:lnTo>
                <a:lnTo>
                  <a:pt x="11442" y="62572"/>
                </a:lnTo>
                <a:lnTo>
                  <a:pt x="12484" y="61531"/>
                </a:lnTo>
                <a:close/>
              </a:path>
              <a:path w="441909" h="652487">
                <a:moveTo>
                  <a:pt x="15608" y="558812"/>
                </a:moveTo>
                <a:lnTo>
                  <a:pt x="14643" y="555688"/>
                </a:lnTo>
                <a:lnTo>
                  <a:pt x="16649" y="554647"/>
                </a:lnTo>
                <a:lnTo>
                  <a:pt x="14566" y="554647"/>
                </a:lnTo>
                <a:lnTo>
                  <a:pt x="14566" y="551522"/>
                </a:lnTo>
                <a:lnTo>
                  <a:pt x="12484" y="551522"/>
                </a:lnTo>
                <a:lnTo>
                  <a:pt x="12484" y="547369"/>
                </a:lnTo>
                <a:lnTo>
                  <a:pt x="11508" y="551522"/>
                </a:lnTo>
                <a:lnTo>
                  <a:pt x="11447" y="554647"/>
                </a:lnTo>
                <a:lnTo>
                  <a:pt x="12486" y="555688"/>
                </a:lnTo>
                <a:lnTo>
                  <a:pt x="12484" y="552493"/>
                </a:lnTo>
                <a:lnTo>
                  <a:pt x="13525" y="553529"/>
                </a:lnTo>
                <a:lnTo>
                  <a:pt x="13601" y="554647"/>
                </a:lnTo>
                <a:lnTo>
                  <a:pt x="14566" y="555612"/>
                </a:lnTo>
                <a:lnTo>
                  <a:pt x="13705" y="555688"/>
                </a:lnTo>
                <a:lnTo>
                  <a:pt x="13525" y="555688"/>
                </a:lnTo>
                <a:lnTo>
                  <a:pt x="14577" y="558812"/>
                </a:lnTo>
                <a:lnTo>
                  <a:pt x="11445" y="555688"/>
                </a:lnTo>
                <a:lnTo>
                  <a:pt x="14574" y="558812"/>
                </a:lnTo>
                <a:lnTo>
                  <a:pt x="15608" y="558812"/>
                </a:lnTo>
                <a:close/>
              </a:path>
              <a:path w="441909" h="652487">
                <a:moveTo>
                  <a:pt x="10401" y="530720"/>
                </a:moveTo>
                <a:lnTo>
                  <a:pt x="9918" y="64096"/>
                </a:lnTo>
                <a:lnTo>
                  <a:pt x="7277" y="61455"/>
                </a:lnTo>
                <a:lnTo>
                  <a:pt x="12484" y="56260"/>
                </a:lnTo>
                <a:lnTo>
                  <a:pt x="13525" y="54178"/>
                </a:lnTo>
                <a:lnTo>
                  <a:pt x="10401" y="54178"/>
                </a:lnTo>
                <a:lnTo>
                  <a:pt x="11442" y="43776"/>
                </a:lnTo>
                <a:lnTo>
                  <a:pt x="6248" y="48545"/>
                </a:lnTo>
                <a:lnTo>
                  <a:pt x="5206" y="51054"/>
                </a:lnTo>
                <a:lnTo>
                  <a:pt x="8331" y="51054"/>
                </a:lnTo>
                <a:lnTo>
                  <a:pt x="3606" y="55702"/>
                </a:lnTo>
                <a:lnTo>
                  <a:pt x="3124" y="52031"/>
                </a:lnTo>
                <a:lnTo>
                  <a:pt x="3124" y="55219"/>
                </a:lnTo>
                <a:lnTo>
                  <a:pt x="3124" y="56260"/>
                </a:lnTo>
                <a:lnTo>
                  <a:pt x="2082" y="58343"/>
                </a:lnTo>
                <a:lnTo>
                  <a:pt x="2082" y="59385"/>
                </a:lnTo>
                <a:lnTo>
                  <a:pt x="6248" y="525513"/>
                </a:lnTo>
                <a:lnTo>
                  <a:pt x="5206" y="535914"/>
                </a:lnTo>
                <a:lnTo>
                  <a:pt x="10401" y="535914"/>
                </a:lnTo>
                <a:lnTo>
                  <a:pt x="10401" y="530720"/>
                </a:lnTo>
                <a:close/>
              </a:path>
              <a:path w="441909" h="652487">
                <a:moveTo>
                  <a:pt x="13525" y="554570"/>
                </a:moveTo>
                <a:lnTo>
                  <a:pt x="13042" y="554088"/>
                </a:lnTo>
                <a:lnTo>
                  <a:pt x="12484" y="553605"/>
                </a:lnTo>
                <a:lnTo>
                  <a:pt x="13274" y="554647"/>
                </a:lnTo>
                <a:lnTo>
                  <a:pt x="13525" y="555254"/>
                </a:lnTo>
                <a:lnTo>
                  <a:pt x="13525" y="554570"/>
                </a:lnTo>
                <a:close/>
              </a:path>
              <a:path w="441909" h="652487">
                <a:moveTo>
                  <a:pt x="33210" y="26085"/>
                </a:moveTo>
                <a:lnTo>
                  <a:pt x="38620" y="26161"/>
                </a:lnTo>
                <a:lnTo>
                  <a:pt x="38481" y="26085"/>
                </a:lnTo>
              </a:path>
              <a:path w="441909" h="652487">
                <a:moveTo>
                  <a:pt x="39522" y="26085"/>
                </a:moveTo>
                <a:lnTo>
                  <a:pt x="38620" y="26161"/>
                </a:lnTo>
                <a:lnTo>
                  <a:pt x="39525" y="26161"/>
                </a:lnTo>
              </a:path>
              <a:path w="441909" h="652487">
                <a:moveTo>
                  <a:pt x="33134" y="26161"/>
                </a:moveTo>
                <a:lnTo>
                  <a:pt x="32169" y="27127"/>
                </a:lnTo>
                <a:lnTo>
                  <a:pt x="30645" y="28651"/>
                </a:lnTo>
                <a:lnTo>
                  <a:pt x="39632" y="28651"/>
                </a:lnTo>
                <a:lnTo>
                  <a:pt x="39566" y="27127"/>
                </a:lnTo>
                <a:lnTo>
                  <a:pt x="39525" y="26161"/>
                </a:lnTo>
              </a:path>
              <a:path w="441909" h="652487">
                <a:moveTo>
                  <a:pt x="30162" y="28168"/>
                </a:moveTo>
                <a:lnTo>
                  <a:pt x="29197" y="28651"/>
                </a:lnTo>
                <a:lnTo>
                  <a:pt x="30645" y="28651"/>
                </a:lnTo>
              </a:path>
              <a:path w="441909" h="652487">
                <a:moveTo>
                  <a:pt x="29197" y="28651"/>
                </a:moveTo>
                <a:lnTo>
                  <a:pt x="28079" y="29209"/>
                </a:lnTo>
                <a:lnTo>
                  <a:pt x="25571" y="30251"/>
                </a:lnTo>
                <a:lnTo>
                  <a:pt x="39700" y="30251"/>
                </a:lnTo>
                <a:lnTo>
                  <a:pt x="39655" y="29209"/>
                </a:lnTo>
                <a:lnTo>
                  <a:pt x="39632" y="28651"/>
                </a:lnTo>
              </a:path>
              <a:path w="441909" h="652487">
                <a:moveTo>
                  <a:pt x="25571" y="30251"/>
                </a:moveTo>
                <a:lnTo>
                  <a:pt x="25571" y="30251"/>
                </a:lnTo>
                <a:lnTo>
                  <a:pt x="25996" y="30251"/>
                </a:lnTo>
              </a:path>
              <a:path w="441909" h="652487">
                <a:moveTo>
                  <a:pt x="25996" y="30251"/>
                </a:moveTo>
                <a:lnTo>
                  <a:pt x="21844" y="34404"/>
                </a:lnTo>
                <a:lnTo>
                  <a:pt x="39877" y="34404"/>
                </a:lnTo>
                <a:lnTo>
                  <a:pt x="39700" y="30251"/>
                </a:lnTo>
              </a:path>
              <a:path w="441909" h="652487">
                <a:moveTo>
                  <a:pt x="20802" y="32766"/>
                </a:moveTo>
                <a:lnTo>
                  <a:pt x="19335" y="33375"/>
                </a:lnTo>
                <a:lnTo>
                  <a:pt x="19761" y="34404"/>
                </a:lnTo>
                <a:lnTo>
                  <a:pt x="18719" y="35445"/>
                </a:lnTo>
                <a:lnTo>
                  <a:pt x="19773" y="34404"/>
                </a:lnTo>
                <a:lnTo>
                  <a:pt x="20802" y="33375"/>
                </a:lnTo>
              </a:path>
              <a:path w="441909" h="652487">
                <a:moveTo>
                  <a:pt x="21844" y="34404"/>
                </a:moveTo>
                <a:lnTo>
                  <a:pt x="20802" y="35445"/>
                </a:lnTo>
                <a:lnTo>
                  <a:pt x="29121" y="35445"/>
                </a:lnTo>
                <a:lnTo>
                  <a:pt x="31203" y="34404"/>
                </a:lnTo>
              </a:path>
              <a:path w="441909" h="652487">
                <a:moveTo>
                  <a:pt x="31203" y="34404"/>
                </a:moveTo>
                <a:lnTo>
                  <a:pt x="31203" y="34963"/>
                </a:lnTo>
                <a:lnTo>
                  <a:pt x="39901" y="34963"/>
                </a:lnTo>
                <a:lnTo>
                  <a:pt x="39877" y="34404"/>
                </a:lnTo>
              </a:path>
              <a:path w="441909" h="652487">
                <a:moveTo>
                  <a:pt x="14566" y="34404"/>
                </a:moveTo>
                <a:lnTo>
                  <a:pt x="14566" y="35445"/>
                </a:lnTo>
                <a:lnTo>
                  <a:pt x="15532" y="35445"/>
                </a:lnTo>
              </a:path>
              <a:path w="441909" h="652487">
                <a:moveTo>
                  <a:pt x="20802" y="34409"/>
                </a:moveTo>
                <a:lnTo>
                  <a:pt x="18744" y="35445"/>
                </a:lnTo>
                <a:lnTo>
                  <a:pt x="20802" y="35445"/>
                </a:lnTo>
              </a:path>
              <a:path w="441909" h="652487">
                <a:moveTo>
                  <a:pt x="31203" y="34963"/>
                </a:moveTo>
                <a:lnTo>
                  <a:pt x="31203" y="36004"/>
                </a:lnTo>
                <a:lnTo>
                  <a:pt x="37230" y="36004"/>
                </a:lnTo>
                <a:lnTo>
                  <a:pt x="39027" y="34963"/>
                </a:lnTo>
              </a:path>
              <a:path w="441909" h="652487">
                <a:moveTo>
                  <a:pt x="39027" y="34963"/>
                </a:moveTo>
                <a:lnTo>
                  <a:pt x="38481" y="36487"/>
                </a:lnTo>
                <a:lnTo>
                  <a:pt x="39966" y="36487"/>
                </a:lnTo>
                <a:lnTo>
                  <a:pt x="39901" y="34963"/>
                </a:lnTo>
              </a:path>
              <a:path w="441909" h="652487">
                <a:moveTo>
                  <a:pt x="14566" y="35445"/>
                </a:moveTo>
                <a:lnTo>
                  <a:pt x="18719" y="35458"/>
                </a:lnTo>
              </a:path>
              <a:path w="441909" h="652487">
                <a:moveTo>
                  <a:pt x="18744" y="35445"/>
                </a:moveTo>
                <a:lnTo>
                  <a:pt x="29121" y="35458"/>
                </a:lnTo>
              </a:path>
              <a:path w="441909" h="652487">
                <a:moveTo>
                  <a:pt x="14566" y="35458"/>
                </a:moveTo>
                <a:lnTo>
                  <a:pt x="14566" y="36487"/>
                </a:lnTo>
                <a:lnTo>
                  <a:pt x="29121" y="36487"/>
                </a:lnTo>
                <a:lnTo>
                  <a:pt x="29121" y="35458"/>
                </a:lnTo>
              </a:path>
              <a:path w="441909" h="652487">
                <a:moveTo>
                  <a:pt x="31203" y="36004"/>
                </a:moveTo>
                <a:lnTo>
                  <a:pt x="31203" y="37528"/>
                </a:lnTo>
                <a:lnTo>
                  <a:pt x="34874" y="36004"/>
                </a:lnTo>
              </a:path>
              <a:path w="441909" h="652487">
                <a:moveTo>
                  <a:pt x="34874" y="36004"/>
                </a:moveTo>
                <a:lnTo>
                  <a:pt x="35356" y="36487"/>
                </a:lnTo>
                <a:lnTo>
                  <a:pt x="36398" y="36487"/>
                </a:lnTo>
                <a:lnTo>
                  <a:pt x="37230" y="36004"/>
                </a:lnTo>
              </a:path>
              <a:path w="441909" h="652487">
                <a:moveTo>
                  <a:pt x="14566" y="36487"/>
                </a:moveTo>
                <a:lnTo>
                  <a:pt x="14566" y="38569"/>
                </a:lnTo>
                <a:lnTo>
                  <a:pt x="18719" y="38569"/>
                </a:lnTo>
                <a:lnTo>
                  <a:pt x="18719" y="36487"/>
                </a:lnTo>
              </a:path>
              <a:path w="441909" h="652487">
                <a:moveTo>
                  <a:pt x="18719" y="36487"/>
                </a:moveTo>
                <a:lnTo>
                  <a:pt x="18868" y="37528"/>
                </a:lnTo>
                <a:lnTo>
                  <a:pt x="28426" y="37528"/>
                </a:lnTo>
                <a:lnTo>
                  <a:pt x="29121" y="36487"/>
                </a:lnTo>
              </a:path>
              <a:path w="441909" h="652487">
                <a:moveTo>
                  <a:pt x="31203" y="37528"/>
                </a:moveTo>
              </a:path>
              <a:path w="441909" h="652487">
                <a:moveTo>
                  <a:pt x="18868" y="37528"/>
                </a:moveTo>
                <a:lnTo>
                  <a:pt x="19017" y="38569"/>
                </a:lnTo>
                <a:lnTo>
                  <a:pt x="19761" y="43776"/>
                </a:lnTo>
                <a:lnTo>
                  <a:pt x="24955" y="38569"/>
                </a:lnTo>
                <a:lnTo>
                  <a:pt x="25996" y="37528"/>
                </a:lnTo>
              </a:path>
              <a:path w="441909" h="652487">
                <a:moveTo>
                  <a:pt x="25996" y="37528"/>
                </a:moveTo>
                <a:lnTo>
                  <a:pt x="25996" y="39611"/>
                </a:lnTo>
                <a:lnTo>
                  <a:pt x="26555" y="40170"/>
                </a:lnTo>
                <a:lnTo>
                  <a:pt x="26075" y="40652"/>
                </a:lnTo>
                <a:lnTo>
                  <a:pt x="25039" y="41694"/>
                </a:lnTo>
                <a:lnTo>
                  <a:pt x="29121" y="41694"/>
                </a:lnTo>
                <a:lnTo>
                  <a:pt x="29121" y="40731"/>
                </a:lnTo>
                <a:lnTo>
                  <a:pt x="28155" y="40170"/>
                </a:lnTo>
                <a:lnTo>
                  <a:pt x="27038" y="39611"/>
                </a:lnTo>
                <a:lnTo>
                  <a:pt x="28426" y="37528"/>
                </a:lnTo>
              </a:path>
              <a:path w="441909" h="652487">
                <a:moveTo>
                  <a:pt x="31203" y="37528"/>
                </a:moveTo>
                <a:lnTo>
                  <a:pt x="31203" y="37705"/>
                </a:lnTo>
                <a:lnTo>
                  <a:pt x="31274" y="38569"/>
                </a:lnTo>
                <a:lnTo>
                  <a:pt x="32308" y="38569"/>
                </a:lnTo>
                <a:lnTo>
                  <a:pt x="33173" y="37705"/>
                </a:lnTo>
                <a:lnTo>
                  <a:pt x="33350" y="37528"/>
                </a:lnTo>
              </a:path>
              <a:path w="441909" h="652487">
                <a:moveTo>
                  <a:pt x="14566" y="38569"/>
                </a:moveTo>
                <a:lnTo>
                  <a:pt x="14566" y="38569"/>
                </a:lnTo>
                <a:lnTo>
                  <a:pt x="15608" y="38569"/>
                </a:lnTo>
              </a:path>
              <a:path w="441909" h="652487">
                <a:moveTo>
                  <a:pt x="15608" y="38569"/>
                </a:moveTo>
                <a:lnTo>
                  <a:pt x="14566" y="39611"/>
                </a:lnTo>
                <a:lnTo>
                  <a:pt x="18719" y="39611"/>
                </a:lnTo>
                <a:lnTo>
                  <a:pt x="18719" y="38569"/>
                </a:lnTo>
              </a:path>
              <a:path w="441909" h="652487">
                <a:moveTo>
                  <a:pt x="14566" y="39611"/>
                </a:moveTo>
                <a:lnTo>
                  <a:pt x="14566" y="39611"/>
                </a:lnTo>
                <a:lnTo>
                  <a:pt x="14566" y="39611"/>
                </a:lnTo>
              </a:path>
              <a:path w="441909" h="652487">
                <a:moveTo>
                  <a:pt x="14566" y="39611"/>
                </a:moveTo>
                <a:lnTo>
                  <a:pt x="13509" y="45419"/>
                </a:lnTo>
                <a:lnTo>
                  <a:pt x="13434" y="45834"/>
                </a:lnTo>
                <a:lnTo>
                  <a:pt x="18719" y="45846"/>
                </a:lnTo>
                <a:lnTo>
                  <a:pt x="17708" y="45834"/>
                </a:lnTo>
                <a:lnTo>
                  <a:pt x="18719" y="45419"/>
                </a:lnTo>
                <a:lnTo>
                  <a:pt x="18719" y="39611"/>
                </a:lnTo>
              </a:path>
              <a:path w="441909" h="652487">
                <a:moveTo>
                  <a:pt x="23926" y="39611"/>
                </a:moveTo>
                <a:lnTo>
                  <a:pt x="23406" y="40652"/>
                </a:lnTo>
                <a:lnTo>
                  <a:pt x="25393" y="40652"/>
                </a:lnTo>
                <a:lnTo>
                  <a:pt x="24955" y="39621"/>
                </a:lnTo>
              </a:path>
              <a:path w="441909" h="652487">
                <a:moveTo>
                  <a:pt x="23406" y="40652"/>
                </a:moveTo>
                <a:lnTo>
                  <a:pt x="22885" y="41694"/>
                </a:lnTo>
                <a:lnTo>
                  <a:pt x="23926" y="42735"/>
                </a:lnTo>
                <a:lnTo>
                  <a:pt x="23926" y="41694"/>
                </a:lnTo>
                <a:lnTo>
                  <a:pt x="23926" y="40652"/>
                </a:lnTo>
              </a:path>
              <a:path w="441909" h="652487">
                <a:moveTo>
                  <a:pt x="24955" y="40652"/>
                </a:moveTo>
                <a:lnTo>
                  <a:pt x="24955" y="41694"/>
                </a:lnTo>
                <a:lnTo>
                  <a:pt x="25393" y="40652"/>
                </a:lnTo>
              </a:path>
              <a:path w="441909" h="652487">
                <a:moveTo>
                  <a:pt x="25039" y="41694"/>
                </a:moveTo>
                <a:lnTo>
                  <a:pt x="25996" y="41694"/>
                </a:lnTo>
              </a:path>
              <a:path w="441909" h="652487">
                <a:moveTo>
                  <a:pt x="25996" y="41694"/>
                </a:moveTo>
                <a:lnTo>
                  <a:pt x="29121" y="41694"/>
                </a:lnTo>
                <a:lnTo>
                  <a:pt x="29121" y="41694"/>
                </a:lnTo>
              </a:path>
              <a:path w="441909" h="652487">
                <a:moveTo>
                  <a:pt x="24955" y="41694"/>
                </a:moveTo>
                <a:lnTo>
                  <a:pt x="24002" y="42735"/>
                </a:lnTo>
                <a:lnTo>
                  <a:pt x="25996" y="42735"/>
                </a:lnTo>
                <a:lnTo>
                  <a:pt x="25996" y="41694"/>
                </a:lnTo>
              </a:path>
              <a:path w="441909" h="652487">
                <a:moveTo>
                  <a:pt x="20802" y="42735"/>
                </a:moveTo>
                <a:lnTo>
                  <a:pt x="20802" y="42735"/>
                </a:lnTo>
                <a:lnTo>
                  <a:pt x="23926" y="42735"/>
                </a:lnTo>
              </a:path>
              <a:path w="441909" h="652487">
                <a:moveTo>
                  <a:pt x="23926" y="42735"/>
                </a:moveTo>
                <a:lnTo>
                  <a:pt x="25996" y="42735"/>
                </a:lnTo>
              </a:path>
              <a:path w="441909" h="652487">
                <a:moveTo>
                  <a:pt x="20802" y="42735"/>
                </a:moveTo>
                <a:lnTo>
                  <a:pt x="23926" y="43776"/>
                </a:lnTo>
                <a:lnTo>
                  <a:pt x="23926" y="44818"/>
                </a:lnTo>
                <a:lnTo>
                  <a:pt x="24955" y="44818"/>
                </a:lnTo>
                <a:lnTo>
                  <a:pt x="24955" y="43776"/>
                </a:lnTo>
                <a:lnTo>
                  <a:pt x="25996" y="43776"/>
                </a:lnTo>
                <a:lnTo>
                  <a:pt x="25996" y="42735"/>
                </a:lnTo>
              </a:path>
              <a:path w="441909" h="652487">
                <a:moveTo>
                  <a:pt x="13431" y="45846"/>
                </a:moveTo>
                <a:lnTo>
                  <a:pt x="12673" y="50012"/>
                </a:lnTo>
                <a:lnTo>
                  <a:pt x="13525" y="50012"/>
                </a:lnTo>
                <a:lnTo>
                  <a:pt x="17678" y="45846"/>
                </a:lnTo>
              </a:path>
              <a:path w="441909" h="652487">
                <a:moveTo>
                  <a:pt x="17678" y="45846"/>
                </a:moveTo>
                <a:lnTo>
                  <a:pt x="18719" y="45864"/>
                </a:lnTo>
              </a:path>
              <a:path w="441909" h="652487">
                <a:moveTo>
                  <a:pt x="17660" y="45864"/>
                </a:moveTo>
                <a:lnTo>
                  <a:pt x="14566" y="48983"/>
                </a:lnTo>
                <a:lnTo>
                  <a:pt x="17678" y="45864"/>
                </a:lnTo>
              </a:path>
              <a:path w="441909" h="652487">
                <a:moveTo>
                  <a:pt x="17678" y="45864"/>
                </a:moveTo>
                <a:lnTo>
                  <a:pt x="16649" y="47942"/>
                </a:lnTo>
                <a:lnTo>
                  <a:pt x="16217" y="48983"/>
                </a:lnTo>
                <a:lnTo>
                  <a:pt x="15790" y="50012"/>
                </a:lnTo>
                <a:lnTo>
                  <a:pt x="15681" y="51053"/>
                </a:lnTo>
                <a:lnTo>
                  <a:pt x="18719" y="51053"/>
                </a:lnTo>
                <a:lnTo>
                  <a:pt x="16649" y="50081"/>
                </a:lnTo>
                <a:lnTo>
                  <a:pt x="16649" y="48983"/>
                </a:lnTo>
                <a:lnTo>
                  <a:pt x="18012" y="48983"/>
                </a:lnTo>
                <a:lnTo>
                  <a:pt x="18719" y="48983"/>
                </a:lnTo>
                <a:lnTo>
                  <a:pt x="18719" y="47942"/>
                </a:lnTo>
                <a:lnTo>
                  <a:pt x="18719" y="45864"/>
                </a:lnTo>
              </a:path>
              <a:path w="441909" h="652487">
                <a:moveTo>
                  <a:pt x="12673" y="50012"/>
                </a:moveTo>
                <a:lnTo>
                  <a:pt x="12484" y="51053"/>
                </a:lnTo>
                <a:lnTo>
                  <a:pt x="15608" y="51053"/>
                </a:lnTo>
                <a:lnTo>
                  <a:pt x="15608" y="50012"/>
                </a:lnTo>
              </a:path>
              <a:path w="441909" h="652487">
                <a:moveTo>
                  <a:pt x="12484" y="51053"/>
                </a:moveTo>
                <a:lnTo>
                  <a:pt x="12484" y="51054"/>
                </a:lnTo>
                <a:lnTo>
                  <a:pt x="13533" y="51053"/>
                </a:lnTo>
              </a:path>
              <a:path w="441909" h="652487">
                <a:moveTo>
                  <a:pt x="13533" y="51053"/>
                </a:moveTo>
                <a:lnTo>
                  <a:pt x="15608" y="51054"/>
                </a:lnTo>
              </a:path>
              <a:path w="441909" h="652487">
                <a:moveTo>
                  <a:pt x="15681" y="51053"/>
                </a:moveTo>
                <a:lnTo>
                  <a:pt x="15608" y="53200"/>
                </a:lnTo>
                <a:lnTo>
                  <a:pt x="16649" y="53200"/>
                </a:lnTo>
                <a:lnTo>
                  <a:pt x="16649" y="51127"/>
                </a:lnTo>
              </a:path>
              <a:path w="441909" h="652487">
                <a:moveTo>
                  <a:pt x="16649" y="51053"/>
                </a:moveTo>
                <a:lnTo>
                  <a:pt x="18719" y="51054"/>
                </a:lnTo>
                <a:lnTo>
                  <a:pt x="18719" y="51053"/>
                </a:lnTo>
              </a:path>
              <a:path w="441909" h="652487">
                <a:moveTo>
                  <a:pt x="13533" y="51054"/>
                </a:moveTo>
                <a:lnTo>
                  <a:pt x="13590" y="52095"/>
                </a:lnTo>
                <a:lnTo>
                  <a:pt x="13705" y="54178"/>
                </a:lnTo>
                <a:lnTo>
                  <a:pt x="14566" y="54178"/>
                </a:lnTo>
                <a:lnTo>
                  <a:pt x="14566" y="52095"/>
                </a:lnTo>
                <a:lnTo>
                  <a:pt x="15357" y="51054"/>
                </a:lnTo>
              </a:path>
              <a:path w="441909" h="652487">
                <a:moveTo>
                  <a:pt x="15357" y="51054"/>
                </a:moveTo>
                <a:lnTo>
                  <a:pt x="15608" y="51054"/>
                </a:lnTo>
                <a:lnTo>
                  <a:pt x="15608" y="51054"/>
                </a:lnTo>
              </a:path>
              <a:path w="441909" h="652487">
                <a:moveTo>
                  <a:pt x="15125" y="51612"/>
                </a:moveTo>
                <a:lnTo>
                  <a:pt x="14822" y="53200"/>
                </a:lnTo>
                <a:lnTo>
                  <a:pt x="15608" y="53200"/>
                </a:lnTo>
              </a:path>
              <a:path w="441909" h="652487">
                <a:moveTo>
                  <a:pt x="14822" y="53200"/>
                </a:moveTo>
                <a:lnTo>
                  <a:pt x="14635" y="54178"/>
                </a:lnTo>
                <a:lnTo>
                  <a:pt x="16649" y="54178"/>
                </a:lnTo>
                <a:lnTo>
                  <a:pt x="16649" y="53200"/>
                </a:lnTo>
              </a:path>
              <a:path w="441909" h="652487">
                <a:moveTo>
                  <a:pt x="16217" y="48983"/>
                </a:moveTo>
                <a:lnTo>
                  <a:pt x="16649" y="47942"/>
                </a:lnTo>
                <a:lnTo>
                  <a:pt x="17678" y="45864"/>
                </a:lnTo>
                <a:lnTo>
                  <a:pt x="14566" y="48983"/>
                </a:lnTo>
                <a:lnTo>
                  <a:pt x="15608" y="48983"/>
                </a:lnTo>
                <a:lnTo>
                  <a:pt x="15790" y="50012"/>
                </a:lnTo>
                <a:lnTo>
                  <a:pt x="16217" y="48983"/>
                </a:lnTo>
                <a:close/>
              </a:path>
              <a:path w="441909" h="652487">
                <a:moveTo>
                  <a:pt x="17678" y="559841"/>
                </a:moveTo>
                <a:lnTo>
                  <a:pt x="17195" y="559295"/>
                </a:lnTo>
                <a:lnTo>
                  <a:pt x="16765" y="559725"/>
                </a:lnTo>
                <a:lnTo>
                  <a:pt x="16649" y="559446"/>
                </a:lnTo>
                <a:lnTo>
                  <a:pt x="16649" y="559677"/>
                </a:lnTo>
                <a:lnTo>
                  <a:pt x="15608" y="559245"/>
                </a:lnTo>
                <a:lnTo>
                  <a:pt x="15608" y="559841"/>
                </a:lnTo>
                <a:lnTo>
                  <a:pt x="17678" y="559841"/>
                </a:lnTo>
                <a:close/>
              </a:path>
              <a:path w="441909" h="652487">
                <a:moveTo>
                  <a:pt x="17678" y="560104"/>
                </a:moveTo>
                <a:lnTo>
                  <a:pt x="17044" y="559841"/>
                </a:lnTo>
                <a:lnTo>
                  <a:pt x="16649" y="559841"/>
                </a:lnTo>
                <a:lnTo>
                  <a:pt x="17672" y="561911"/>
                </a:lnTo>
                <a:lnTo>
                  <a:pt x="17678" y="560104"/>
                </a:lnTo>
                <a:close/>
              </a:path>
              <a:path w="441909" h="652487">
                <a:moveTo>
                  <a:pt x="18719" y="50012"/>
                </a:moveTo>
                <a:lnTo>
                  <a:pt x="17678" y="49047"/>
                </a:lnTo>
                <a:lnTo>
                  <a:pt x="16649" y="48983"/>
                </a:lnTo>
                <a:lnTo>
                  <a:pt x="16649" y="50081"/>
                </a:lnTo>
                <a:lnTo>
                  <a:pt x="18719" y="51054"/>
                </a:lnTo>
                <a:lnTo>
                  <a:pt x="18719" y="50012"/>
                </a:lnTo>
                <a:close/>
              </a:path>
              <a:path w="441909" h="652487">
                <a:moveTo>
                  <a:pt x="15608" y="38569"/>
                </a:moveTo>
                <a:lnTo>
                  <a:pt x="18719" y="35458"/>
                </a:lnTo>
                <a:lnTo>
                  <a:pt x="15608" y="38567"/>
                </a:lnTo>
                <a:lnTo>
                  <a:pt x="14566" y="39608"/>
                </a:lnTo>
                <a:lnTo>
                  <a:pt x="15608" y="38569"/>
                </a:lnTo>
                <a:close/>
              </a:path>
              <a:path w="441909" h="652487">
                <a:moveTo>
                  <a:pt x="15608" y="34404"/>
                </a:moveTo>
                <a:lnTo>
                  <a:pt x="18719" y="34404"/>
                </a:lnTo>
                <a:lnTo>
                  <a:pt x="18719" y="33375"/>
                </a:lnTo>
                <a:lnTo>
                  <a:pt x="19335" y="33375"/>
                </a:lnTo>
                <a:lnTo>
                  <a:pt x="20802" y="32766"/>
                </a:lnTo>
                <a:lnTo>
                  <a:pt x="21843" y="32334"/>
                </a:lnTo>
                <a:lnTo>
                  <a:pt x="23926" y="31292"/>
                </a:lnTo>
                <a:lnTo>
                  <a:pt x="24409" y="30733"/>
                </a:lnTo>
                <a:lnTo>
                  <a:pt x="24889" y="30251"/>
                </a:lnTo>
                <a:lnTo>
                  <a:pt x="25925" y="29210"/>
                </a:lnTo>
                <a:lnTo>
                  <a:pt x="20802" y="29209"/>
                </a:lnTo>
                <a:lnTo>
                  <a:pt x="20802" y="32334"/>
                </a:lnTo>
                <a:lnTo>
                  <a:pt x="20726" y="31292"/>
                </a:lnTo>
                <a:lnTo>
                  <a:pt x="19690" y="32334"/>
                </a:lnTo>
                <a:lnTo>
                  <a:pt x="18719" y="32334"/>
                </a:lnTo>
                <a:lnTo>
                  <a:pt x="18719" y="33309"/>
                </a:lnTo>
                <a:lnTo>
                  <a:pt x="18173" y="33858"/>
                </a:lnTo>
                <a:lnTo>
                  <a:pt x="15608" y="33375"/>
                </a:lnTo>
                <a:lnTo>
                  <a:pt x="14566" y="33375"/>
                </a:lnTo>
                <a:lnTo>
                  <a:pt x="14566" y="34404"/>
                </a:lnTo>
                <a:lnTo>
                  <a:pt x="15532" y="35445"/>
                </a:lnTo>
                <a:lnTo>
                  <a:pt x="15608" y="34404"/>
                </a:lnTo>
                <a:close/>
              </a:path>
              <a:path w="441909" h="652487">
                <a:moveTo>
                  <a:pt x="20802" y="45847"/>
                </a:moveTo>
                <a:lnTo>
                  <a:pt x="19761" y="45847"/>
                </a:lnTo>
                <a:lnTo>
                  <a:pt x="19510" y="45847"/>
                </a:lnTo>
                <a:lnTo>
                  <a:pt x="19278" y="46405"/>
                </a:lnTo>
                <a:lnTo>
                  <a:pt x="19761" y="48983"/>
                </a:lnTo>
                <a:lnTo>
                  <a:pt x="20802" y="48983"/>
                </a:lnTo>
                <a:lnTo>
                  <a:pt x="20802" y="45847"/>
                </a:lnTo>
                <a:close/>
              </a:path>
              <a:path w="441909" h="652487">
                <a:moveTo>
                  <a:pt x="19837" y="45846"/>
                </a:moveTo>
                <a:lnTo>
                  <a:pt x="19761" y="45243"/>
                </a:lnTo>
                <a:lnTo>
                  <a:pt x="19510" y="45847"/>
                </a:lnTo>
                <a:lnTo>
                  <a:pt x="19837" y="45846"/>
                </a:lnTo>
                <a:close/>
              </a:path>
              <a:path w="441909" h="652487">
                <a:moveTo>
                  <a:pt x="10401" y="554647"/>
                </a:moveTo>
                <a:lnTo>
                  <a:pt x="10254" y="555688"/>
                </a:lnTo>
                <a:lnTo>
                  <a:pt x="11444" y="555690"/>
                </a:lnTo>
              </a:path>
              <a:path w="441909" h="652487">
                <a:moveTo>
                  <a:pt x="11445" y="555688"/>
                </a:moveTo>
                <a:lnTo>
                  <a:pt x="11444" y="555690"/>
                </a:lnTo>
                <a:lnTo>
                  <a:pt x="11447" y="555690"/>
                </a:lnTo>
              </a:path>
              <a:path w="441909" h="652487">
                <a:moveTo>
                  <a:pt x="10253" y="555690"/>
                </a:moveTo>
                <a:lnTo>
                  <a:pt x="9372" y="561924"/>
                </a:lnTo>
                <a:lnTo>
                  <a:pt x="11444" y="555690"/>
                </a:lnTo>
              </a:path>
              <a:path w="441909" h="652487">
                <a:moveTo>
                  <a:pt x="11444" y="555690"/>
                </a:moveTo>
                <a:lnTo>
                  <a:pt x="14566" y="558812"/>
                </a:lnTo>
                <a:lnTo>
                  <a:pt x="14849" y="560362"/>
                </a:lnTo>
                <a:lnTo>
                  <a:pt x="16128" y="560362"/>
                </a:lnTo>
                <a:lnTo>
                  <a:pt x="14579" y="558818"/>
                </a:lnTo>
                <a:lnTo>
                  <a:pt x="11447" y="555690"/>
                </a:lnTo>
              </a:path>
              <a:path w="441909" h="652487">
                <a:moveTo>
                  <a:pt x="20802" y="558812"/>
                </a:moveTo>
                <a:lnTo>
                  <a:pt x="14584" y="558819"/>
                </a:lnTo>
                <a:lnTo>
                  <a:pt x="15009" y="559245"/>
                </a:lnTo>
                <a:lnTo>
                  <a:pt x="20802" y="559245"/>
                </a:lnTo>
                <a:lnTo>
                  <a:pt x="20802" y="558819"/>
                </a:lnTo>
              </a:path>
              <a:path w="441909" h="652487">
                <a:moveTo>
                  <a:pt x="15009" y="559245"/>
                </a:moveTo>
                <a:lnTo>
                  <a:pt x="15606" y="559841"/>
                </a:lnTo>
                <a:lnTo>
                  <a:pt x="16128" y="560362"/>
                </a:lnTo>
                <a:lnTo>
                  <a:pt x="16907" y="560362"/>
                </a:lnTo>
                <a:lnTo>
                  <a:pt x="16649" y="559841"/>
                </a:lnTo>
                <a:lnTo>
                  <a:pt x="15608" y="559841"/>
                </a:lnTo>
                <a:lnTo>
                  <a:pt x="15608" y="559245"/>
                </a:lnTo>
              </a:path>
              <a:path w="441909" h="652487">
                <a:moveTo>
                  <a:pt x="15608" y="559245"/>
                </a:moveTo>
                <a:lnTo>
                  <a:pt x="20802" y="559295"/>
                </a:lnTo>
              </a:path>
              <a:path w="441909" h="652487">
                <a:moveTo>
                  <a:pt x="15729" y="559295"/>
                </a:moveTo>
                <a:lnTo>
                  <a:pt x="16094" y="559446"/>
                </a:lnTo>
                <a:lnTo>
                  <a:pt x="17044" y="559446"/>
                </a:lnTo>
                <a:lnTo>
                  <a:pt x="17195" y="559295"/>
                </a:lnTo>
              </a:path>
              <a:path w="441909" h="652487">
                <a:moveTo>
                  <a:pt x="17195" y="559295"/>
                </a:moveTo>
                <a:lnTo>
                  <a:pt x="17678" y="559777"/>
                </a:lnTo>
                <a:lnTo>
                  <a:pt x="20778" y="559841"/>
                </a:lnTo>
                <a:lnTo>
                  <a:pt x="20802" y="559295"/>
                </a:lnTo>
              </a:path>
              <a:path w="441909" h="652487">
                <a:moveTo>
                  <a:pt x="16094" y="559446"/>
                </a:moveTo>
                <a:lnTo>
                  <a:pt x="16649" y="559677"/>
                </a:lnTo>
                <a:lnTo>
                  <a:pt x="16649" y="559446"/>
                </a:lnTo>
              </a:path>
              <a:path w="441909" h="652487">
                <a:moveTo>
                  <a:pt x="16649" y="559446"/>
                </a:moveTo>
                <a:lnTo>
                  <a:pt x="16765" y="559725"/>
                </a:lnTo>
                <a:lnTo>
                  <a:pt x="17044" y="559446"/>
                </a:lnTo>
              </a:path>
              <a:path w="441909" h="652487">
                <a:moveTo>
                  <a:pt x="17044" y="559841"/>
                </a:moveTo>
                <a:lnTo>
                  <a:pt x="17044" y="559841"/>
                </a:lnTo>
                <a:lnTo>
                  <a:pt x="17678" y="559841"/>
                </a:lnTo>
              </a:path>
              <a:path w="441909" h="652487">
                <a:moveTo>
                  <a:pt x="17044" y="559841"/>
                </a:moveTo>
                <a:lnTo>
                  <a:pt x="17678" y="560104"/>
                </a:lnTo>
                <a:lnTo>
                  <a:pt x="17677" y="560336"/>
                </a:lnTo>
                <a:lnTo>
                  <a:pt x="17672" y="561911"/>
                </a:lnTo>
                <a:lnTo>
                  <a:pt x="19824" y="561911"/>
                </a:lnTo>
                <a:lnTo>
                  <a:pt x="18237" y="560336"/>
                </a:lnTo>
                <a:lnTo>
                  <a:pt x="18005" y="560104"/>
                </a:lnTo>
                <a:lnTo>
                  <a:pt x="17741" y="559841"/>
                </a:lnTo>
                <a:lnTo>
                  <a:pt x="20778" y="559841"/>
                </a:lnTo>
              </a:path>
              <a:path w="441909" h="652487">
                <a:moveTo>
                  <a:pt x="14849" y="560362"/>
                </a:moveTo>
                <a:lnTo>
                  <a:pt x="15130" y="561911"/>
                </a:lnTo>
                <a:lnTo>
                  <a:pt x="17672" y="561911"/>
                </a:lnTo>
                <a:lnTo>
                  <a:pt x="16907" y="560362"/>
                </a:lnTo>
              </a:path>
              <a:path w="441909" h="652487">
                <a:moveTo>
                  <a:pt x="15130" y="561911"/>
                </a:moveTo>
                <a:lnTo>
                  <a:pt x="19837" y="561924"/>
                </a:lnTo>
              </a:path>
              <a:path w="441909" h="652487">
                <a:moveTo>
                  <a:pt x="15133" y="561924"/>
                </a:moveTo>
                <a:lnTo>
                  <a:pt x="16649" y="570255"/>
                </a:lnTo>
                <a:lnTo>
                  <a:pt x="16649" y="561924"/>
                </a:lnTo>
              </a:path>
              <a:path w="441909" h="652487">
                <a:moveTo>
                  <a:pt x="16649" y="561924"/>
                </a:moveTo>
                <a:lnTo>
                  <a:pt x="17082" y="562965"/>
                </a:lnTo>
                <a:lnTo>
                  <a:pt x="18813" y="567131"/>
                </a:lnTo>
                <a:lnTo>
                  <a:pt x="21843" y="574420"/>
                </a:lnTo>
                <a:lnTo>
                  <a:pt x="22756" y="574420"/>
                </a:lnTo>
                <a:lnTo>
                  <a:pt x="21843" y="567131"/>
                </a:lnTo>
                <a:lnTo>
                  <a:pt x="18728" y="562969"/>
                </a:lnTo>
                <a:lnTo>
                  <a:pt x="17685" y="561924"/>
                </a:lnTo>
                <a:lnTo>
                  <a:pt x="19837" y="561924"/>
                </a:lnTo>
              </a:path>
              <a:path w="441909" h="652487">
                <a:moveTo>
                  <a:pt x="16649" y="573379"/>
                </a:moveTo>
                <a:lnTo>
                  <a:pt x="16649" y="573925"/>
                </a:lnTo>
                <a:lnTo>
                  <a:pt x="20853" y="573925"/>
                </a:lnTo>
                <a:lnTo>
                  <a:pt x="19761" y="573379"/>
                </a:lnTo>
              </a:path>
              <a:path w="441909" h="652487">
                <a:moveTo>
                  <a:pt x="16649" y="573925"/>
                </a:moveTo>
                <a:lnTo>
                  <a:pt x="16649" y="574420"/>
                </a:lnTo>
                <a:lnTo>
                  <a:pt x="16649" y="575449"/>
                </a:lnTo>
                <a:lnTo>
                  <a:pt x="20726" y="575449"/>
                </a:lnTo>
                <a:lnTo>
                  <a:pt x="19697" y="574420"/>
                </a:lnTo>
                <a:lnTo>
                  <a:pt x="19202" y="573925"/>
                </a:lnTo>
              </a:path>
              <a:path w="441909" h="652487">
                <a:moveTo>
                  <a:pt x="19202" y="573925"/>
                </a:moveTo>
                <a:lnTo>
                  <a:pt x="20399" y="574420"/>
                </a:lnTo>
                <a:lnTo>
                  <a:pt x="21843" y="574420"/>
                </a:lnTo>
                <a:lnTo>
                  <a:pt x="20853" y="573925"/>
                </a:lnTo>
              </a:path>
              <a:path w="441909" h="652487">
                <a:moveTo>
                  <a:pt x="20399" y="574420"/>
                </a:moveTo>
                <a:lnTo>
                  <a:pt x="20572" y="574967"/>
                </a:lnTo>
                <a:lnTo>
                  <a:pt x="22824" y="574967"/>
                </a:lnTo>
                <a:lnTo>
                  <a:pt x="22756" y="574421"/>
                </a:lnTo>
              </a:path>
              <a:path w="441909" h="652487">
                <a:moveTo>
                  <a:pt x="20572" y="574967"/>
                </a:moveTo>
                <a:lnTo>
                  <a:pt x="20726" y="575449"/>
                </a:lnTo>
                <a:lnTo>
                  <a:pt x="21767" y="576491"/>
                </a:lnTo>
                <a:lnTo>
                  <a:pt x="22809" y="576491"/>
                </a:lnTo>
                <a:lnTo>
                  <a:pt x="21767" y="575449"/>
                </a:lnTo>
                <a:lnTo>
                  <a:pt x="21285" y="574967"/>
                </a:lnTo>
              </a:path>
              <a:path w="441909" h="652487">
                <a:moveTo>
                  <a:pt x="21285" y="574967"/>
                </a:moveTo>
                <a:lnTo>
                  <a:pt x="22885" y="575449"/>
                </a:lnTo>
                <a:lnTo>
                  <a:pt x="22824" y="574967"/>
                </a:lnTo>
              </a:path>
              <a:path w="441909" h="652487">
                <a:moveTo>
                  <a:pt x="20399" y="574421"/>
                </a:moveTo>
                <a:lnTo>
                  <a:pt x="19202" y="573925"/>
                </a:lnTo>
                <a:lnTo>
                  <a:pt x="19697" y="574420"/>
                </a:lnTo>
                <a:lnTo>
                  <a:pt x="20726" y="575449"/>
                </a:lnTo>
                <a:lnTo>
                  <a:pt x="20399" y="574421"/>
                </a:lnTo>
                <a:close/>
              </a:path>
              <a:path w="441909" h="652487">
                <a:moveTo>
                  <a:pt x="19690" y="32334"/>
                </a:moveTo>
                <a:lnTo>
                  <a:pt x="20726" y="31292"/>
                </a:lnTo>
                <a:lnTo>
                  <a:pt x="20802" y="32334"/>
                </a:lnTo>
                <a:lnTo>
                  <a:pt x="20802" y="30251"/>
                </a:lnTo>
                <a:lnTo>
                  <a:pt x="18719" y="30251"/>
                </a:lnTo>
                <a:lnTo>
                  <a:pt x="18719" y="32334"/>
                </a:lnTo>
                <a:lnTo>
                  <a:pt x="19690" y="32334"/>
                </a:lnTo>
                <a:close/>
              </a:path>
              <a:path w="441909" h="652487">
                <a:moveTo>
                  <a:pt x="18653" y="33375"/>
                </a:moveTo>
                <a:lnTo>
                  <a:pt x="18719" y="32334"/>
                </a:lnTo>
                <a:lnTo>
                  <a:pt x="15608" y="32334"/>
                </a:lnTo>
                <a:lnTo>
                  <a:pt x="15608" y="33375"/>
                </a:lnTo>
                <a:lnTo>
                  <a:pt x="18173" y="33858"/>
                </a:lnTo>
                <a:lnTo>
                  <a:pt x="18653" y="33375"/>
                </a:lnTo>
                <a:close/>
              </a:path>
              <a:path w="441909" h="652487">
                <a:moveTo>
                  <a:pt x="19761" y="34404"/>
                </a:moveTo>
                <a:lnTo>
                  <a:pt x="19335" y="33375"/>
                </a:lnTo>
                <a:lnTo>
                  <a:pt x="18719" y="33375"/>
                </a:lnTo>
                <a:lnTo>
                  <a:pt x="18719" y="34404"/>
                </a:lnTo>
                <a:lnTo>
                  <a:pt x="15608" y="34404"/>
                </a:lnTo>
                <a:lnTo>
                  <a:pt x="15532" y="35445"/>
                </a:lnTo>
                <a:lnTo>
                  <a:pt x="18719" y="35445"/>
                </a:lnTo>
                <a:lnTo>
                  <a:pt x="19761" y="34404"/>
                </a:lnTo>
                <a:close/>
              </a:path>
              <a:path w="441909" h="652487">
                <a:moveTo>
                  <a:pt x="19886" y="44940"/>
                </a:moveTo>
                <a:lnTo>
                  <a:pt x="20802" y="44818"/>
                </a:lnTo>
                <a:lnTo>
                  <a:pt x="20802" y="44565"/>
                </a:lnTo>
                <a:lnTo>
                  <a:pt x="20370" y="43776"/>
                </a:lnTo>
                <a:lnTo>
                  <a:pt x="19761" y="43776"/>
                </a:lnTo>
                <a:lnTo>
                  <a:pt x="18719" y="36487"/>
                </a:lnTo>
                <a:lnTo>
                  <a:pt x="18722" y="44818"/>
                </a:lnTo>
                <a:lnTo>
                  <a:pt x="19761" y="44992"/>
                </a:lnTo>
                <a:close/>
              </a:path>
              <a:path w="441909" h="652487">
                <a:moveTo>
                  <a:pt x="24955" y="564007"/>
                </a:moveTo>
                <a:lnTo>
                  <a:pt x="24955" y="562965"/>
                </a:lnTo>
                <a:lnTo>
                  <a:pt x="21920" y="564006"/>
                </a:lnTo>
                <a:lnTo>
                  <a:pt x="20878" y="562965"/>
                </a:lnTo>
                <a:lnTo>
                  <a:pt x="20802" y="559841"/>
                </a:lnTo>
                <a:lnTo>
                  <a:pt x="17741" y="559841"/>
                </a:lnTo>
                <a:lnTo>
                  <a:pt x="18237" y="560336"/>
                </a:lnTo>
                <a:lnTo>
                  <a:pt x="19837" y="561924"/>
                </a:lnTo>
                <a:lnTo>
                  <a:pt x="17685" y="561924"/>
                </a:lnTo>
                <a:lnTo>
                  <a:pt x="18719" y="562965"/>
                </a:lnTo>
                <a:lnTo>
                  <a:pt x="20802" y="562965"/>
                </a:lnTo>
                <a:lnTo>
                  <a:pt x="21236" y="564006"/>
                </a:lnTo>
                <a:lnTo>
                  <a:pt x="21844" y="564006"/>
                </a:lnTo>
                <a:lnTo>
                  <a:pt x="22402" y="564489"/>
                </a:lnTo>
                <a:lnTo>
                  <a:pt x="24955" y="564007"/>
                </a:lnTo>
                <a:close/>
              </a:path>
              <a:path w="441909" h="652487">
                <a:moveTo>
                  <a:pt x="21361" y="44335"/>
                </a:moveTo>
                <a:lnTo>
                  <a:pt x="20802" y="43776"/>
                </a:lnTo>
                <a:lnTo>
                  <a:pt x="20370" y="43776"/>
                </a:lnTo>
                <a:lnTo>
                  <a:pt x="20802" y="44565"/>
                </a:lnTo>
                <a:lnTo>
                  <a:pt x="20872" y="44818"/>
                </a:lnTo>
                <a:lnTo>
                  <a:pt x="21361" y="44335"/>
                </a:lnTo>
                <a:close/>
              </a:path>
              <a:path w="441909" h="652487">
                <a:moveTo>
                  <a:pt x="20802" y="564007"/>
                </a:moveTo>
                <a:lnTo>
                  <a:pt x="19763" y="564007"/>
                </a:lnTo>
                <a:lnTo>
                  <a:pt x="21844" y="566094"/>
                </a:lnTo>
                <a:lnTo>
                  <a:pt x="20802" y="564007"/>
                </a:lnTo>
                <a:close/>
              </a:path>
              <a:path w="441909" h="652487">
                <a:moveTo>
                  <a:pt x="21844" y="564006"/>
                </a:moveTo>
                <a:lnTo>
                  <a:pt x="21236" y="564006"/>
                </a:lnTo>
                <a:lnTo>
                  <a:pt x="21844" y="564258"/>
                </a:lnTo>
                <a:lnTo>
                  <a:pt x="22402" y="564489"/>
                </a:lnTo>
                <a:lnTo>
                  <a:pt x="21844" y="564006"/>
                </a:lnTo>
                <a:close/>
              </a:path>
              <a:path w="441909" h="652487">
                <a:moveTo>
                  <a:pt x="20802" y="562965"/>
                </a:moveTo>
                <a:lnTo>
                  <a:pt x="18728" y="562969"/>
                </a:lnTo>
                <a:lnTo>
                  <a:pt x="20802" y="563827"/>
                </a:lnTo>
                <a:lnTo>
                  <a:pt x="21236" y="564006"/>
                </a:lnTo>
                <a:lnTo>
                  <a:pt x="20802" y="562965"/>
                </a:lnTo>
                <a:close/>
              </a:path>
              <a:path w="441909" h="652487">
                <a:moveTo>
                  <a:pt x="24955" y="562965"/>
                </a:moveTo>
                <a:lnTo>
                  <a:pt x="21843" y="562965"/>
                </a:lnTo>
                <a:lnTo>
                  <a:pt x="21843" y="559841"/>
                </a:lnTo>
                <a:lnTo>
                  <a:pt x="20802" y="559841"/>
                </a:lnTo>
                <a:lnTo>
                  <a:pt x="20802" y="562889"/>
                </a:lnTo>
                <a:lnTo>
                  <a:pt x="21844" y="563930"/>
                </a:lnTo>
                <a:lnTo>
                  <a:pt x="24955" y="562965"/>
                </a:lnTo>
                <a:close/>
              </a:path>
              <a:path w="441909" h="652487">
                <a:moveTo>
                  <a:pt x="27038" y="567055"/>
                </a:moveTo>
                <a:lnTo>
                  <a:pt x="26073" y="566089"/>
                </a:lnTo>
                <a:lnTo>
                  <a:pt x="25031" y="565048"/>
                </a:lnTo>
                <a:lnTo>
                  <a:pt x="24955" y="568167"/>
                </a:lnTo>
                <a:lnTo>
                  <a:pt x="21843" y="565048"/>
                </a:lnTo>
                <a:lnTo>
                  <a:pt x="21844" y="566094"/>
                </a:lnTo>
                <a:lnTo>
                  <a:pt x="24955" y="569213"/>
                </a:lnTo>
                <a:lnTo>
                  <a:pt x="27038" y="570255"/>
                </a:lnTo>
                <a:lnTo>
                  <a:pt x="27038" y="567055"/>
                </a:lnTo>
                <a:close/>
              </a:path>
              <a:path w="441909" h="652487">
                <a:moveTo>
                  <a:pt x="10401" y="533831"/>
                </a:moveTo>
                <a:lnTo>
                  <a:pt x="10401" y="535914"/>
                </a:lnTo>
                <a:lnTo>
                  <a:pt x="11442" y="535914"/>
                </a:lnTo>
                <a:lnTo>
                  <a:pt x="10401" y="533831"/>
                </a:lnTo>
                <a:close/>
              </a:path>
              <a:path w="441909" h="652487">
                <a:moveTo>
                  <a:pt x="11442" y="62572"/>
                </a:moveTo>
                <a:lnTo>
                  <a:pt x="11015" y="61455"/>
                </a:lnTo>
                <a:lnTo>
                  <a:pt x="12001" y="57848"/>
                </a:lnTo>
                <a:lnTo>
                  <a:pt x="12484" y="61455"/>
                </a:lnTo>
                <a:lnTo>
                  <a:pt x="12484" y="58343"/>
                </a:lnTo>
                <a:lnTo>
                  <a:pt x="12484" y="57365"/>
                </a:lnTo>
                <a:lnTo>
                  <a:pt x="12484" y="61455"/>
                </a:lnTo>
                <a:lnTo>
                  <a:pt x="13525" y="61455"/>
                </a:lnTo>
                <a:lnTo>
                  <a:pt x="13525" y="56324"/>
                </a:lnTo>
                <a:lnTo>
                  <a:pt x="12484" y="56686"/>
                </a:lnTo>
                <a:lnTo>
                  <a:pt x="13042" y="55778"/>
                </a:lnTo>
                <a:lnTo>
                  <a:pt x="13525" y="55293"/>
                </a:lnTo>
                <a:lnTo>
                  <a:pt x="14566" y="54246"/>
                </a:lnTo>
                <a:lnTo>
                  <a:pt x="15125" y="51612"/>
                </a:lnTo>
                <a:lnTo>
                  <a:pt x="15608" y="53200"/>
                </a:lnTo>
                <a:lnTo>
                  <a:pt x="15608" y="51127"/>
                </a:lnTo>
                <a:lnTo>
                  <a:pt x="15790" y="50012"/>
                </a:lnTo>
                <a:lnTo>
                  <a:pt x="15608" y="48983"/>
                </a:lnTo>
                <a:lnTo>
                  <a:pt x="14566" y="48983"/>
                </a:lnTo>
                <a:lnTo>
                  <a:pt x="17678" y="45859"/>
                </a:lnTo>
                <a:lnTo>
                  <a:pt x="18719" y="45846"/>
                </a:lnTo>
                <a:lnTo>
                  <a:pt x="18719" y="48983"/>
                </a:lnTo>
                <a:lnTo>
                  <a:pt x="17678" y="48983"/>
                </a:lnTo>
                <a:lnTo>
                  <a:pt x="18719" y="50012"/>
                </a:lnTo>
                <a:lnTo>
                  <a:pt x="19761" y="50012"/>
                </a:lnTo>
                <a:lnTo>
                  <a:pt x="19761" y="48983"/>
                </a:lnTo>
                <a:lnTo>
                  <a:pt x="19278" y="46405"/>
                </a:lnTo>
                <a:lnTo>
                  <a:pt x="19510" y="45847"/>
                </a:lnTo>
                <a:lnTo>
                  <a:pt x="19761" y="45243"/>
                </a:lnTo>
                <a:lnTo>
                  <a:pt x="19837" y="45846"/>
                </a:lnTo>
                <a:lnTo>
                  <a:pt x="23926" y="45846"/>
                </a:lnTo>
                <a:lnTo>
                  <a:pt x="23926" y="44818"/>
                </a:lnTo>
                <a:lnTo>
                  <a:pt x="20802" y="42735"/>
                </a:lnTo>
                <a:lnTo>
                  <a:pt x="23926" y="42735"/>
                </a:lnTo>
                <a:lnTo>
                  <a:pt x="22885" y="41694"/>
                </a:lnTo>
                <a:lnTo>
                  <a:pt x="23926" y="39611"/>
                </a:lnTo>
                <a:lnTo>
                  <a:pt x="24955" y="39621"/>
                </a:lnTo>
                <a:lnTo>
                  <a:pt x="25393" y="40652"/>
                </a:lnTo>
                <a:lnTo>
                  <a:pt x="26075" y="40652"/>
                </a:lnTo>
                <a:lnTo>
                  <a:pt x="26555" y="40170"/>
                </a:lnTo>
                <a:lnTo>
                  <a:pt x="25996" y="39611"/>
                </a:lnTo>
                <a:lnTo>
                  <a:pt x="25996" y="38577"/>
                </a:lnTo>
                <a:lnTo>
                  <a:pt x="24955" y="38569"/>
                </a:lnTo>
                <a:lnTo>
                  <a:pt x="19761" y="43776"/>
                </a:lnTo>
                <a:lnTo>
                  <a:pt x="20802" y="42735"/>
                </a:lnTo>
                <a:lnTo>
                  <a:pt x="19761" y="43776"/>
                </a:lnTo>
                <a:lnTo>
                  <a:pt x="20802" y="43776"/>
                </a:lnTo>
                <a:lnTo>
                  <a:pt x="21361" y="44335"/>
                </a:lnTo>
                <a:lnTo>
                  <a:pt x="20872" y="44818"/>
                </a:lnTo>
                <a:lnTo>
                  <a:pt x="20319" y="45364"/>
                </a:lnTo>
                <a:lnTo>
                  <a:pt x="19886" y="44940"/>
                </a:lnTo>
                <a:lnTo>
                  <a:pt x="18722" y="44818"/>
                </a:lnTo>
                <a:lnTo>
                  <a:pt x="19759" y="43778"/>
                </a:lnTo>
                <a:lnTo>
                  <a:pt x="18719" y="44818"/>
                </a:lnTo>
                <a:lnTo>
                  <a:pt x="18719" y="45419"/>
                </a:lnTo>
                <a:lnTo>
                  <a:pt x="17708" y="45834"/>
                </a:lnTo>
                <a:lnTo>
                  <a:pt x="13525" y="50012"/>
                </a:lnTo>
                <a:lnTo>
                  <a:pt x="15608" y="50012"/>
                </a:lnTo>
                <a:lnTo>
                  <a:pt x="15608" y="51054"/>
                </a:lnTo>
                <a:lnTo>
                  <a:pt x="15357" y="51054"/>
                </a:lnTo>
                <a:lnTo>
                  <a:pt x="14566" y="52095"/>
                </a:lnTo>
                <a:lnTo>
                  <a:pt x="14566" y="54178"/>
                </a:lnTo>
                <a:lnTo>
                  <a:pt x="13705" y="54178"/>
                </a:lnTo>
                <a:lnTo>
                  <a:pt x="13533" y="51053"/>
                </a:lnTo>
                <a:lnTo>
                  <a:pt x="12484" y="51054"/>
                </a:lnTo>
                <a:lnTo>
                  <a:pt x="14566" y="39611"/>
                </a:lnTo>
                <a:lnTo>
                  <a:pt x="13525" y="40652"/>
                </a:lnTo>
                <a:lnTo>
                  <a:pt x="10401" y="40589"/>
                </a:lnTo>
                <a:lnTo>
                  <a:pt x="9372" y="39611"/>
                </a:lnTo>
                <a:lnTo>
                  <a:pt x="8331" y="39611"/>
                </a:lnTo>
                <a:lnTo>
                  <a:pt x="9372" y="40652"/>
                </a:lnTo>
                <a:lnTo>
                  <a:pt x="10401" y="43776"/>
                </a:lnTo>
                <a:lnTo>
                  <a:pt x="11442" y="43776"/>
                </a:lnTo>
                <a:lnTo>
                  <a:pt x="10401" y="54178"/>
                </a:lnTo>
                <a:lnTo>
                  <a:pt x="13525" y="54178"/>
                </a:lnTo>
                <a:lnTo>
                  <a:pt x="12484" y="56260"/>
                </a:lnTo>
                <a:lnTo>
                  <a:pt x="7277" y="61455"/>
                </a:lnTo>
                <a:lnTo>
                  <a:pt x="9918" y="64096"/>
                </a:lnTo>
                <a:lnTo>
                  <a:pt x="10401" y="530720"/>
                </a:lnTo>
                <a:lnTo>
                  <a:pt x="10401" y="532790"/>
                </a:lnTo>
                <a:lnTo>
                  <a:pt x="11442" y="535914"/>
                </a:lnTo>
                <a:lnTo>
                  <a:pt x="11442" y="62572"/>
                </a:lnTo>
                <a:close/>
              </a:path>
              <a:path w="441909" h="652487">
                <a:moveTo>
                  <a:pt x="25996" y="40731"/>
                </a:moveTo>
                <a:lnTo>
                  <a:pt x="25393" y="40652"/>
                </a:lnTo>
                <a:lnTo>
                  <a:pt x="25039" y="41694"/>
                </a:lnTo>
                <a:lnTo>
                  <a:pt x="25996" y="40731"/>
                </a:lnTo>
                <a:close/>
              </a:path>
              <a:path w="441909" h="652487">
                <a:moveTo>
                  <a:pt x="27645" y="29210"/>
                </a:moveTo>
                <a:lnTo>
                  <a:pt x="28003" y="28168"/>
                </a:lnTo>
                <a:lnTo>
                  <a:pt x="26962" y="28168"/>
                </a:lnTo>
                <a:lnTo>
                  <a:pt x="25925" y="29210"/>
                </a:lnTo>
                <a:lnTo>
                  <a:pt x="26479" y="29692"/>
                </a:lnTo>
                <a:lnTo>
                  <a:pt x="27645" y="29210"/>
                </a:lnTo>
                <a:close/>
              </a:path>
              <a:path w="441909" h="652487">
                <a:moveTo>
                  <a:pt x="31203" y="40652"/>
                </a:moveTo>
                <a:lnTo>
                  <a:pt x="31203" y="38641"/>
                </a:lnTo>
                <a:lnTo>
                  <a:pt x="31203" y="37705"/>
                </a:lnTo>
                <a:lnTo>
                  <a:pt x="31203" y="38569"/>
                </a:lnTo>
                <a:lnTo>
                  <a:pt x="30238" y="39611"/>
                </a:lnTo>
                <a:lnTo>
                  <a:pt x="27038" y="39611"/>
                </a:lnTo>
                <a:lnTo>
                  <a:pt x="29121" y="40652"/>
                </a:lnTo>
                <a:lnTo>
                  <a:pt x="31203" y="40652"/>
                </a:lnTo>
                <a:close/>
              </a:path>
              <a:path w="441909" h="652487">
                <a:moveTo>
                  <a:pt x="29121" y="39611"/>
                </a:moveTo>
                <a:lnTo>
                  <a:pt x="29121" y="38569"/>
                </a:lnTo>
                <a:lnTo>
                  <a:pt x="31203" y="37705"/>
                </a:lnTo>
                <a:lnTo>
                  <a:pt x="31203" y="34404"/>
                </a:lnTo>
                <a:lnTo>
                  <a:pt x="29121" y="35445"/>
                </a:lnTo>
                <a:lnTo>
                  <a:pt x="29121" y="36487"/>
                </a:lnTo>
                <a:lnTo>
                  <a:pt x="27038" y="39611"/>
                </a:lnTo>
                <a:lnTo>
                  <a:pt x="29121" y="39611"/>
                </a:lnTo>
                <a:close/>
              </a:path>
              <a:path w="441909" h="652487">
                <a:moveTo>
                  <a:pt x="31203" y="38569"/>
                </a:moveTo>
                <a:lnTo>
                  <a:pt x="31203" y="37705"/>
                </a:lnTo>
                <a:lnTo>
                  <a:pt x="29121" y="38569"/>
                </a:lnTo>
                <a:lnTo>
                  <a:pt x="29121" y="39611"/>
                </a:lnTo>
                <a:lnTo>
                  <a:pt x="30238" y="39611"/>
                </a:lnTo>
                <a:lnTo>
                  <a:pt x="31203" y="38569"/>
                </a:lnTo>
                <a:close/>
              </a:path>
              <a:path w="441909" h="652487">
                <a:moveTo>
                  <a:pt x="36474" y="37528"/>
                </a:moveTo>
                <a:lnTo>
                  <a:pt x="37439" y="36487"/>
                </a:lnTo>
                <a:lnTo>
                  <a:pt x="38481" y="36487"/>
                </a:lnTo>
                <a:lnTo>
                  <a:pt x="39027" y="34963"/>
                </a:lnTo>
                <a:lnTo>
                  <a:pt x="36398" y="36487"/>
                </a:lnTo>
                <a:lnTo>
                  <a:pt x="35356" y="36487"/>
                </a:lnTo>
                <a:lnTo>
                  <a:pt x="34874" y="36004"/>
                </a:lnTo>
                <a:lnTo>
                  <a:pt x="32791" y="37045"/>
                </a:lnTo>
                <a:lnTo>
                  <a:pt x="31629" y="37528"/>
                </a:lnTo>
                <a:lnTo>
                  <a:pt x="36474" y="37528"/>
                </a:lnTo>
                <a:close/>
              </a:path>
              <a:path w="441909" h="652487">
                <a:moveTo>
                  <a:pt x="32791" y="37045"/>
                </a:moveTo>
                <a:lnTo>
                  <a:pt x="34874" y="36004"/>
                </a:lnTo>
                <a:lnTo>
                  <a:pt x="31203" y="37528"/>
                </a:lnTo>
                <a:lnTo>
                  <a:pt x="31629" y="37528"/>
                </a:lnTo>
                <a:lnTo>
                  <a:pt x="32791" y="37045"/>
                </a:lnTo>
                <a:close/>
              </a:path>
              <a:path w="441909" h="652487">
                <a:moveTo>
                  <a:pt x="424230" y="91207"/>
                </a:moveTo>
                <a:lnTo>
                  <a:pt x="421601" y="90106"/>
                </a:lnTo>
                <a:lnTo>
                  <a:pt x="421043" y="89560"/>
                </a:lnTo>
                <a:lnTo>
                  <a:pt x="422148" y="88506"/>
                </a:lnTo>
                <a:lnTo>
                  <a:pt x="419989" y="88506"/>
                </a:lnTo>
                <a:lnTo>
                  <a:pt x="419036" y="87477"/>
                </a:lnTo>
                <a:lnTo>
                  <a:pt x="419036" y="85402"/>
                </a:lnTo>
                <a:lnTo>
                  <a:pt x="415912" y="82270"/>
                </a:lnTo>
                <a:lnTo>
                  <a:pt x="415912" y="76034"/>
                </a:lnTo>
                <a:lnTo>
                  <a:pt x="412521" y="75310"/>
                </a:lnTo>
                <a:lnTo>
                  <a:pt x="410717" y="74993"/>
                </a:lnTo>
                <a:lnTo>
                  <a:pt x="223812" y="5422"/>
                </a:lnTo>
                <a:lnTo>
                  <a:pt x="220713" y="15366"/>
                </a:lnTo>
                <a:lnTo>
                  <a:pt x="189102" y="10401"/>
                </a:lnTo>
                <a:lnTo>
                  <a:pt x="187426" y="10426"/>
                </a:lnTo>
                <a:lnTo>
                  <a:pt x="188145" y="73"/>
                </a:lnTo>
                <a:lnTo>
                  <a:pt x="187729" y="73"/>
                </a:lnTo>
                <a:lnTo>
                  <a:pt x="39056" y="26085"/>
                </a:lnTo>
                <a:lnTo>
                  <a:pt x="38481" y="26085"/>
                </a:lnTo>
                <a:lnTo>
                  <a:pt x="38620" y="26161"/>
                </a:lnTo>
                <a:lnTo>
                  <a:pt x="39522" y="26085"/>
                </a:lnTo>
                <a:lnTo>
                  <a:pt x="39966" y="36487"/>
                </a:lnTo>
                <a:lnTo>
                  <a:pt x="188247" y="10550"/>
                </a:lnTo>
                <a:lnTo>
                  <a:pt x="221162" y="15533"/>
                </a:lnTo>
                <a:lnTo>
                  <a:pt x="221741" y="15620"/>
                </a:lnTo>
                <a:lnTo>
                  <a:pt x="409778" y="85394"/>
                </a:lnTo>
                <a:lnTo>
                  <a:pt x="412724" y="85394"/>
                </a:lnTo>
                <a:lnTo>
                  <a:pt x="411200" y="83870"/>
                </a:lnTo>
                <a:lnTo>
                  <a:pt x="414312" y="84899"/>
                </a:lnTo>
                <a:lnTo>
                  <a:pt x="415912" y="85567"/>
                </a:lnTo>
                <a:lnTo>
                  <a:pt x="417995" y="86436"/>
                </a:lnTo>
                <a:lnTo>
                  <a:pt x="418477" y="86994"/>
                </a:lnTo>
                <a:lnTo>
                  <a:pt x="418960" y="87477"/>
                </a:lnTo>
                <a:lnTo>
                  <a:pt x="419036" y="91643"/>
                </a:lnTo>
                <a:lnTo>
                  <a:pt x="423132" y="91643"/>
                </a:lnTo>
                <a:lnTo>
                  <a:pt x="423671" y="92189"/>
                </a:lnTo>
                <a:lnTo>
                  <a:pt x="424230" y="92748"/>
                </a:lnTo>
                <a:lnTo>
                  <a:pt x="424230" y="91207"/>
                </a:lnTo>
                <a:close/>
              </a:path>
              <a:path w="441909" h="652487">
                <a:moveTo>
                  <a:pt x="28886" y="567862"/>
                </a:moveTo>
                <a:lnTo>
                  <a:pt x="27812" y="567461"/>
                </a:lnTo>
                <a:lnTo>
                  <a:pt x="27114" y="566089"/>
                </a:lnTo>
                <a:lnTo>
                  <a:pt x="27597" y="567613"/>
                </a:lnTo>
                <a:lnTo>
                  <a:pt x="29679" y="568655"/>
                </a:lnTo>
                <a:lnTo>
                  <a:pt x="219450" y="638986"/>
                </a:lnTo>
                <a:lnTo>
                  <a:pt x="28886" y="567862"/>
                </a:lnTo>
                <a:close/>
              </a:path>
              <a:path w="441909" h="652487">
                <a:moveTo>
                  <a:pt x="223812" y="5422"/>
                </a:moveTo>
                <a:lnTo>
                  <a:pt x="188634" y="73"/>
                </a:lnTo>
                <a:lnTo>
                  <a:pt x="188145" y="73"/>
                </a:lnTo>
                <a:lnTo>
                  <a:pt x="187426" y="10426"/>
                </a:lnTo>
                <a:lnTo>
                  <a:pt x="189102" y="10401"/>
                </a:lnTo>
                <a:lnTo>
                  <a:pt x="220713" y="15366"/>
                </a:lnTo>
                <a:lnTo>
                  <a:pt x="223812" y="5422"/>
                </a:lnTo>
                <a:close/>
              </a:path>
              <a:path w="441909" h="652487">
                <a:moveTo>
                  <a:pt x="411759" y="626440"/>
                </a:moveTo>
                <a:lnTo>
                  <a:pt x="409676" y="625398"/>
                </a:lnTo>
                <a:lnTo>
                  <a:pt x="411759" y="621233"/>
                </a:lnTo>
                <a:lnTo>
                  <a:pt x="412800" y="617080"/>
                </a:lnTo>
                <a:lnTo>
                  <a:pt x="412800" y="614383"/>
                </a:lnTo>
                <a:lnTo>
                  <a:pt x="412241" y="614438"/>
                </a:lnTo>
                <a:lnTo>
                  <a:pt x="412724" y="613956"/>
                </a:lnTo>
                <a:lnTo>
                  <a:pt x="412724" y="612914"/>
                </a:lnTo>
                <a:lnTo>
                  <a:pt x="411683" y="613956"/>
                </a:lnTo>
                <a:lnTo>
                  <a:pt x="411321" y="614997"/>
                </a:lnTo>
                <a:lnTo>
                  <a:pt x="411759" y="614997"/>
                </a:lnTo>
                <a:lnTo>
                  <a:pt x="406552" y="619155"/>
                </a:lnTo>
                <a:lnTo>
                  <a:pt x="404469" y="619163"/>
                </a:lnTo>
                <a:lnTo>
                  <a:pt x="401358" y="622274"/>
                </a:lnTo>
                <a:lnTo>
                  <a:pt x="401358" y="619623"/>
                </a:lnTo>
                <a:lnTo>
                  <a:pt x="398233" y="623315"/>
                </a:lnTo>
                <a:lnTo>
                  <a:pt x="403428" y="627481"/>
                </a:lnTo>
                <a:lnTo>
                  <a:pt x="404469" y="621233"/>
                </a:lnTo>
                <a:lnTo>
                  <a:pt x="406552" y="620191"/>
                </a:lnTo>
                <a:lnTo>
                  <a:pt x="408635" y="622274"/>
                </a:lnTo>
                <a:lnTo>
                  <a:pt x="408635" y="626440"/>
                </a:lnTo>
                <a:lnTo>
                  <a:pt x="411759" y="627481"/>
                </a:lnTo>
                <a:lnTo>
                  <a:pt x="411759" y="626440"/>
                </a:lnTo>
                <a:close/>
              </a:path>
              <a:path w="441909" h="652487">
                <a:moveTo>
                  <a:pt x="401358" y="618404"/>
                </a:moveTo>
                <a:lnTo>
                  <a:pt x="401358" y="617080"/>
                </a:lnTo>
                <a:lnTo>
                  <a:pt x="398233" y="617080"/>
                </a:lnTo>
                <a:lnTo>
                  <a:pt x="398233" y="618941"/>
                </a:lnTo>
                <a:lnTo>
                  <a:pt x="401358" y="618404"/>
                </a:lnTo>
                <a:close/>
              </a:path>
              <a:path w="441909" h="652487">
                <a:moveTo>
                  <a:pt x="408635" y="627481"/>
                </a:moveTo>
                <a:lnTo>
                  <a:pt x="407593" y="626440"/>
                </a:lnTo>
                <a:lnTo>
                  <a:pt x="406552" y="626440"/>
                </a:lnTo>
                <a:lnTo>
                  <a:pt x="405511" y="627481"/>
                </a:lnTo>
                <a:lnTo>
                  <a:pt x="408635" y="627697"/>
                </a:lnTo>
                <a:lnTo>
                  <a:pt x="408635" y="627481"/>
                </a:lnTo>
                <a:close/>
              </a:path>
              <a:path w="441909" h="652487">
                <a:moveTo>
                  <a:pt x="263232" y="642112"/>
                </a:moveTo>
                <a:lnTo>
                  <a:pt x="220167" y="639254"/>
                </a:lnTo>
                <a:lnTo>
                  <a:pt x="218719" y="638937"/>
                </a:lnTo>
                <a:lnTo>
                  <a:pt x="217246" y="649262"/>
                </a:lnTo>
                <a:lnTo>
                  <a:pt x="264363" y="652487"/>
                </a:lnTo>
                <a:lnTo>
                  <a:pt x="263232" y="642112"/>
                </a:lnTo>
                <a:close/>
              </a:path>
              <a:path w="441909" h="652487">
                <a:moveTo>
                  <a:pt x="408635" y="622274"/>
                </a:moveTo>
                <a:lnTo>
                  <a:pt x="406552" y="620191"/>
                </a:lnTo>
                <a:lnTo>
                  <a:pt x="404469" y="621233"/>
                </a:lnTo>
                <a:lnTo>
                  <a:pt x="403428" y="627481"/>
                </a:lnTo>
                <a:lnTo>
                  <a:pt x="404469" y="627481"/>
                </a:lnTo>
                <a:lnTo>
                  <a:pt x="408635" y="622274"/>
                </a:lnTo>
                <a:close/>
              </a:path>
              <a:path w="441909" h="652487">
                <a:moveTo>
                  <a:pt x="410641" y="614997"/>
                </a:moveTo>
                <a:lnTo>
                  <a:pt x="406552" y="613956"/>
                </a:lnTo>
                <a:lnTo>
                  <a:pt x="406552" y="614997"/>
                </a:lnTo>
                <a:lnTo>
                  <a:pt x="407593" y="616038"/>
                </a:lnTo>
                <a:lnTo>
                  <a:pt x="408635" y="616038"/>
                </a:lnTo>
                <a:lnTo>
                  <a:pt x="410641" y="614997"/>
                </a:lnTo>
                <a:close/>
              </a:path>
              <a:path w="441909" h="652487">
                <a:moveTo>
                  <a:pt x="414870" y="625398"/>
                </a:moveTo>
                <a:lnTo>
                  <a:pt x="411759" y="624357"/>
                </a:lnTo>
                <a:lnTo>
                  <a:pt x="411759" y="625398"/>
                </a:lnTo>
                <a:lnTo>
                  <a:pt x="410717" y="625398"/>
                </a:lnTo>
                <a:lnTo>
                  <a:pt x="411759" y="623310"/>
                </a:lnTo>
                <a:lnTo>
                  <a:pt x="414870" y="620191"/>
                </a:lnTo>
                <a:lnTo>
                  <a:pt x="415912" y="614997"/>
                </a:lnTo>
                <a:lnTo>
                  <a:pt x="415912" y="613961"/>
                </a:lnTo>
                <a:lnTo>
                  <a:pt x="413404" y="613956"/>
                </a:lnTo>
                <a:lnTo>
                  <a:pt x="413766" y="612914"/>
                </a:lnTo>
                <a:lnTo>
                  <a:pt x="414807" y="611873"/>
                </a:lnTo>
                <a:lnTo>
                  <a:pt x="412800" y="610831"/>
                </a:lnTo>
                <a:lnTo>
                  <a:pt x="412800" y="613879"/>
                </a:lnTo>
                <a:lnTo>
                  <a:pt x="412724" y="612914"/>
                </a:lnTo>
                <a:lnTo>
                  <a:pt x="412724" y="613956"/>
                </a:lnTo>
                <a:lnTo>
                  <a:pt x="412800" y="617080"/>
                </a:lnTo>
                <a:lnTo>
                  <a:pt x="411759" y="621233"/>
                </a:lnTo>
                <a:lnTo>
                  <a:pt x="409676" y="625398"/>
                </a:lnTo>
                <a:lnTo>
                  <a:pt x="411759" y="626440"/>
                </a:lnTo>
                <a:lnTo>
                  <a:pt x="414870" y="626440"/>
                </a:lnTo>
                <a:lnTo>
                  <a:pt x="414870" y="625398"/>
                </a:lnTo>
                <a:close/>
              </a:path>
              <a:path w="441909" h="652487">
                <a:moveTo>
                  <a:pt x="412800" y="614383"/>
                </a:moveTo>
                <a:lnTo>
                  <a:pt x="412800" y="614206"/>
                </a:lnTo>
                <a:lnTo>
                  <a:pt x="412800" y="613956"/>
                </a:lnTo>
                <a:lnTo>
                  <a:pt x="412241" y="614438"/>
                </a:lnTo>
                <a:lnTo>
                  <a:pt x="412800" y="614383"/>
                </a:lnTo>
                <a:close/>
              </a:path>
              <a:path w="441909" h="652487">
                <a:moveTo>
                  <a:pt x="411200" y="83870"/>
                </a:moveTo>
                <a:lnTo>
                  <a:pt x="412229" y="84899"/>
                </a:lnTo>
                <a:lnTo>
                  <a:pt x="412677" y="85348"/>
                </a:lnTo>
                <a:lnTo>
                  <a:pt x="415387" y="85348"/>
                </a:lnTo>
                <a:lnTo>
                  <a:pt x="414312" y="84899"/>
                </a:lnTo>
              </a:path>
              <a:path w="441909" h="652487">
                <a:moveTo>
                  <a:pt x="412677" y="85348"/>
                </a:moveTo>
                <a:lnTo>
                  <a:pt x="414758" y="85348"/>
                </a:lnTo>
              </a:path>
              <a:path w="441909" h="652487">
                <a:moveTo>
                  <a:pt x="414758" y="85348"/>
                </a:moveTo>
                <a:lnTo>
                  <a:pt x="412800" y="85394"/>
                </a:lnTo>
                <a:lnTo>
                  <a:pt x="415499" y="85394"/>
                </a:lnTo>
              </a:path>
              <a:path w="441909" h="652487">
                <a:moveTo>
                  <a:pt x="412724" y="85394"/>
                </a:moveTo>
                <a:lnTo>
                  <a:pt x="413765" y="86436"/>
                </a:lnTo>
                <a:lnTo>
                  <a:pt x="415841" y="86436"/>
                </a:lnTo>
                <a:lnTo>
                  <a:pt x="414870" y="85394"/>
                </a:lnTo>
              </a:path>
              <a:path w="441909" h="652487">
                <a:moveTo>
                  <a:pt x="414870" y="85394"/>
                </a:moveTo>
                <a:lnTo>
                  <a:pt x="415912" y="85567"/>
                </a:lnTo>
                <a:lnTo>
                  <a:pt x="415499" y="85394"/>
                </a:lnTo>
              </a:path>
              <a:path w="441909" h="652487">
                <a:moveTo>
                  <a:pt x="415912" y="612914"/>
                </a:moveTo>
                <a:lnTo>
                  <a:pt x="415366" y="612355"/>
                </a:lnTo>
                <a:lnTo>
                  <a:pt x="414807" y="611873"/>
                </a:lnTo>
                <a:lnTo>
                  <a:pt x="413766" y="612914"/>
                </a:lnTo>
                <a:lnTo>
                  <a:pt x="413404" y="613956"/>
                </a:lnTo>
                <a:lnTo>
                  <a:pt x="415912" y="613961"/>
                </a:lnTo>
                <a:lnTo>
                  <a:pt x="415912" y="612914"/>
                </a:lnTo>
                <a:close/>
              </a:path>
              <a:path w="441909" h="652487">
                <a:moveTo>
                  <a:pt x="422148" y="602500"/>
                </a:moveTo>
                <a:lnTo>
                  <a:pt x="422148" y="606107"/>
                </a:lnTo>
                <a:lnTo>
                  <a:pt x="422148" y="608749"/>
                </a:lnTo>
                <a:lnTo>
                  <a:pt x="423189" y="608749"/>
                </a:lnTo>
                <a:lnTo>
                  <a:pt x="423189" y="606232"/>
                </a:lnTo>
                <a:lnTo>
                  <a:pt x="422643" y="606107"/>
                </a:lnTo>
                <a:lnTo>
                  <a:pt x="423189" y="602500"/>
                </a:lnTo>
              </a:path>
              <a:path w="441909" h="652487">
                <a:moveTo>
                  <a:pt x="420560" y="608190"/>
                </a:moveTo>
                <a:lnTo>
                  <a:pt x="420001" y="608749"/>
                </a:lnTo>
                <a:lnTo>
                  <a:pt x="422148" y="608749"/>
                </a:lnTo>
              </a:path>
              <a:path w="441909" h="652487">
                <a:moveTo>
                  <a:pt x="415912" y="608749"/>
                </a:moveTo>
                <a:lnTo>
                  <a:pt x="415912" y="608749"/>
                </a:lnTo>
                <a:lnTo>
                  <a:pt x="420001" y="608749"/>
                </a:lnTo>
              </a:path>
              <a:path w="441909" h="652487">
                <a:moveTo>
                  <a:pt x="420001" y="608749"/>
                </a:moveTo>
                <a:lnTo>
                  <a:pt x="423189" y="608749"/>
                </a:lnTo>
              </a:path>
              <a:path w="441909" h="652487">
                <a:moveTo>
                  <a:pt x="415912" y="608749"/>
                </a:moveTo>
                <a:lnTo>
                  <a:pt x="415912" y="609790"/>
                </a:lnTo>
                <a:lnTo>
                  <a:pt x="423189" y="609790"/>
                </a:lnTo>
                <a:lnTo>
                  <a:pt x="423189" y="608749"/>
                </a:lnTo>
              </a:path>
              <a:path w="441909" h="652487">
                <a:moveTo>
                  <a:pt x="415912" y="609790"/>
                </a:moveTo>
                <a:lnTo>
                  <a:pt x="415912" y="610831"/>
                </a:lnTo>
                <a:lnTo>
                  <a:pt x="415850" y="611807"/>
                </a:lnTo>
                <a:lnTo>
                  <a:pt x="416882" y="610831"/>
                </a:lnTo>
                <a:lnTo>
                  <a:pt x="417918" y="609790"/>
                </a:lnTo>
                <a:lnTo>
                  <a:pt x="419639" y="609790"/>
                </a:lnTo>
              </a:path>
              <a:path w="441909" h="652487">
                <a:moveTo>
                  <a:pt x="419639" y="609790"/>
                </a:moveTo>
                <a:lnTo>
                  <a:pt x="423189" y="609790"/>
                </a:lnTo>
              </a:path>
              <a:path w="441909" h="652487">
                <a:moveTo>
                  <a:pt x="419639" y="609790"/>
                </a:moveTo>
                <a:lnTo>
                  <a:pt x="418477" y="610273"/>
                </a:lnTo>
                <a:lnTo>
                  <a:pt x="419036" y="610831"/>
                </a:lnTo>
                <a:lnTo>
                  <a:pt x="416528" y="611873"/>
                </a:lnTo>
                <a:lnTo>
                  <a:pt x="415912" y="611873"/>
                </a:lnTo>
                <a:lnTo>
                  <a:pt x="417995" y="611873"/>
                </a:lnTo>
                <a:lnTo>
                  <a:pt x="419550" y="610831"/>
                </a:lnTo>
                <a:lnTo>
                  <a:pt x="420385" y="610273"/>
                </a:lnTo>
                <a:lnTo>
                  <a:pt x="421106" y="609790"/>
                </a:lnTo>
              </a:path>
              <a:path w="441909" h="652487">
                <a:moveTo>
                  <a:pt x="421106" y="609790"/>
                </a:moveTo>
                <a:lnTo>
                  <a:pt x="418334" y="616038"/>
                </a:lnTo>
                <a:lnTo>
                  <a:pt x="416953" y="619150"/>
                </a:lnTo>
                <a:lnTo>
                  <a:pt x="414876" y="621233"/>
                </a:lnTo>
                <a:lnTo>
                  <a:pt x="414183" y="622274"/>
                </a:lnTo>
                <a:lnTo>
                  <a:pt x="413491" y="623315"/>
                </a:lnTo>
                <a:lnTo>
                  <a:pt x="412800" y="624357"/>
                </a:lnTo>
                <a:lnTo>
                  <a:pt x="415975" y="624357"/>
                </a:lnTo>
                <a:lnTo>
                  <a:pt x="416953" y="623315"/>
                </a:lnTo>
                <a:lnTo>
                  <a:pt x="416953" y="622274"/>
                </a:lnTo>
                <a:lnTo>
                  <a:pt x="417990" y="621238"/>
                </a:lnTo>
                <a:lnTo>
                  <a:pt x="420077" y="619150"/>
                </a:lnTo>
                <a:lnTo>
                  <a:pt x="423189" y="616038"/>
                </a:lnTo>
                <a:lnTo>
                  <a:pt x="423189" y="609790"/>
                </a:lnTo>
              </a:path>
              <a:path w="441909" h="652487">
                <a:moveTo>
                  <a:pt x="415846" y="611873"/>
                </a:moveTo>
                <a:lnTo>
                  <a:pt x="415912" y="612129"/>
                </a:lnTo>
                <a:lnTo>
                  <a:pt x="417994" y="611873"/>
                </a:lnTo>
              </a:path>
              <a:path w="441909" h="652487">
                <a:moveTo>
                  <a:pt x="416528" y="611873"/>
                </a:moveTo>
                <a:lnTo>
                  <a:pt x="419036" y="610831"/>
                </a:lnTo>
                <a:lnTo>
                  <a:pt x="418477" y="610273"/>
                </a:lnTo>
                <a:lnTo>
                  <a:pt x="419639" y="609790"/>
                </a:lnTo>
                <a:lnTo>
                  <a:pt x="417918" y="609790"/>
                </a:lnTo>
                <a:lnTo>
                  <a:pt x="416882" y="610831"/>
                </a:lnTo>
                <a:lnTo>
                  <a:pt x="415912" y="611807"/>
                </a:lnTo>
                <a:lnTo>
                  <a:pt x="416528" y="611873"/>
                </a:lnTo>
                <a:close/>
              </a:path>
              <a:path w="441909" h="652487">
                <a:moveTo>
                  <a:pt x="419036" y="87553"/>
                </a:moveTo>
                <a:lnTo>
                  <a:pt x="416953" y="86436"/>
                </a:lnTo>
                <a:lnTo>
                  <a:pt x="415912" y="85567"/>
                </a:lnTo>
                <a:lnTo>
                  <a:pt x="414870" y="85394"/>
                </a:lnTo>
                <a:lnTo>
                  <a:pt x="415841" y="86436"/>
                </a:lnTo>
                <a:lnTo>
                  <a:pt x="416877" y="87477"/>
                </a:lnTo>
                <a:lnTo>
                  <a:pt x="419036" y="88506"/>
                </a:lnTo>
                <a:lnTo>
                  <a:pt x="419036" y="87553"/>
                </a:lnTo>
                <a:close/>
              </a:path>
              <a:path w="441909" h="652487">
                <a:moveTo>
                  <a:pt x="418058" y="623315"/>
                </a:moveTo>
                <a:lnTo>
                  <a:pt x="418058" y="622274"/>
                </a:lnTo>
                <a:lnTo>
                  <a:pt x="418541" y="621791"/>
                </a:lnTo>
                <a:lnTo>
                  <a:pt x="419099" y="622274"/>
                </a:lnTo>
                <a:lnTo>
                  <a:pt x="423189" y="622274"/>
                </a:lnTo>
                <a:lnTo>
                  <a:pt x="423189" y="619226"/>
                </a:lnTo>
                <a:lnTo>
                  <a:pt x="422224" y="620191"/>
                </a:lnTo>
                <a:lnTo>
                  <a:pt x="420077" y="620191"/>
                </a:lnTo>
                <a:lnTo>
                  <a:pt x="420623" y="620750"/>
                </a:lnTo>
                <a:lnTo>
                  <a:pt x="421182" y="621233"/>
                </a:lnTo>
                <a:lnTo>
                  <a:pt x="419461" y="621233"/>
                </a:lnTo>
                <a:lnTo>
                  <a:pt x="417378" y="622274"/>
                </a:lnTo>
                <a:lnTo>
                  <a:pt x="417017" y="623316"/>
                </a:lnTo>
                <a:lnTo>
                  <a:pt x="418058" y="623315"/>
                </a:lnTo>
                <a:close/>
              </a:path>
              <a:path w="441909" h="652487">
                <a:moveTo>
                  <a:pt x="419099" y="622274"/>
                </a:moveTo>
                <a:lnTo>
                  <a:pt x="418541" y="621791"/>
                </a:lnTo>
                <a:lnTo>
                  <a:pt x="418058" y="622274"/>
                </a:lnTo>
                <a:lnTo>
                  <a:pt x="418058" y="623315"/>
                </a:lnTo>
                <a:lnTo>
                  <a:pt x="419099" y="622274"/>
                </a:lnTo>
                <a:close/>
              </a:path>
              <a:path w="441909" h="652487">
                <a:moveTo>
                  <a:pt x="420141" y="76034"/>
                </a:moveTo>
                <a:lnTo>
                  <a:pt x="418058" y="76034"/>
                </a:lnTo>
                <a:lnTo>
                  <a:pt x="417017" y="74993"/>
                </a:lnTo>
                <a:lnTo>
                  <a:pt x="416953" y="76034"/>
                </a:lnTo>
                <a:lnTo>
                  <a:pt x="419036" y="77063"/>
                </a:lnTo>
                <a:lnTo>
                  <a:pt x="420141" y="76034"/>
                </a:lnTo>
                <a:close/>
              </a:path>
              <a:path w="441909" h="652487">
                <a:moveTo>
                  <a:pt x="418477" y="86994"/>
                </a:moveTo>
                <a:lnTo>
                  <a:pt x="417995" y="86436"/>
                </a:lnTo>
                <a:lnTo>
                  <a:pt x="415912" y="85567"/>
                </a:lnTo>
                <a:lnTo>
                  <a:pt x="416953" y="86436"/>
                </a:lnTo>
                <a:lnTo>
                  <a:pt x="418960" y="87477"/>
                </a:lnTo>
                <a:lnTo>
                  <a:pt x="418477" y="86994"/>
                </a:lnTo>
                <a:close/>
              </a:path>
              <a:path w="441909" h="652487">
                <a:moveTo>
                  <a:pt x="419036" y="88506"/>
                </a:moveTo>
                <a:lnTo>
                  <a:pt x="416877" y="87477"/>
                </a:lnTo>
                <a:lnTo>
                  <a:pt x="415912" y="86436"/>
                </a:lnTo>
                <a:lnTo>
                  <a:pt x="415912" y="88506"/>
                </a:lnTo>
                <a:lnTo>
                  <a:pt x="419036" y="88506"/>
                </a:lnTo>
                <a:close/>
              </a:path>
              <a:path w="441909" h="652487">
                <a:moveTo>
                  <a:pt x="411759" y="624357"/>
                </a:moveTo>
                <a:lnTo>
                  <a:pt x="414870" y="625398"/>
                </a:lnTo>
                <a:lnTo>
                  <a:pt x="416953" y="625398"/>
                </a:lnTo>
                <a:lnTo>
                  <a:pt x="416953" y="623379"/>
                </a:lnTo>
                <a:lnTo>
                  <a:pt x="417378" y="622274"/>
                </a:lnTo>
                <a:lnTo>
                  <a:pt x="419461" y="621233"/>
                </a:lnTo>
                <a:lnTo>
                  <a:pt x="421182" y="621233"/>
                </a:lnTo>
                <a:lnTo>
                  <a:pt x="420623" y="620750"/>
                </a:lnTo>
                <a:lnTo>
                  <a:pt x="420077" y="620191"/>
                </a:lnTo>
                <a:lnTo>
                  <a:pt x="421106" y="619150"/>
                </a:lnTo>
                <a:lnTo>
                  <a:pt x="423189" y="619150"/>
                </a:lnTo>
                <a:lnTo>
                  <a:pt x="423189" y="620191"/>
                </a:lnTo>
                <a:lnTo>
                  <a:pt x="426313" y="620191"/>
                </a:lnTo>
                <a:lnTo>
                  <a:pt x="423265" y="619150"/>
                </a:lnTo>
                <a:lnTo>
                  <a:pt x="423189" y="618899"/>
                </a:lnTo>
                <a:lnTo>
                  <a:pt x="423189" y="617072"/>
                </a:lnTo>
                <a:lnTo>
                  <a:pt x="423748" y="618667"/>
                </a:lnTo>
                <a:lnTo>
                  <a:pt x="424294" y="619150"/>
                </a:lnTo>
                <a:lnTo>
                  <a:pt x="426313" y="617131"/>
                </a:lnTo>
                <a:lnTo>
                  <a:pt x="426859" y="616585"/>
                </a:lnTo>
                <a:lnTo>
                  <a:pt x="426313" y="613956"/>
                </a:lnTo>
                <a:lnTo>
                  <a:pt x="429425" y="601471"/>
                </a:lnTo>
                <a:lnTo>
                  <a:pt x="428383" y="611873"/>
                </a:lnTo>
                <a:lnTo>
                  <a:pt x="427354" y="612914"/>
                </a:lnTo>
                <a:lnTo>
                  <a:pt x="433590" y="612914"/>
                </a:lnTo>
                <a:lnTo>
                  <a:pt x="433590" y="611873"/>
                </a:lnTo>
                <a:lnTo>
                  <a:pt x="431584" y="611873"/>
                </a:lnTo>
                <a:lnTo>
                  <a:pt x="430471" y="609790"/>
                </a:lnTo>
                <a:lnTo>
                  <a:pt x="429425" y="609790"/>
                </a:lnTo>
                <a:lnTo>
                  <a:pt x="430466" y="608749"/>
                </a:lnTo>
                <a:lnTo>
                  <a:pt x="431507" y="598347"/>
                </a:lnTo>
                <a:lnTo>
                  <a:pt x="432549" y="596264"/>
                </a:lnTo>
                <a:lnTo>
                  <a:pt x="429920" y="594664"/>
                </a:lnTo>
                <a:lnTo>
                  <a:pt x="429425" y="595223"/>
                </a:lnTo>
                <a:lnTo>
                  <a:pt x="429252" y="596264"/>
                </a:lnTo>
                <a:lnTo>
                  <a:pt x="430471" y="598347"/>
                </a:lnTo>
                <a:lnTo>
                  <a:pt x="430466" y="599389"/>
                </a:lnTo>
                <a:lnTo>
                  <a:pt x="428383" y="601471"/>
                </a:lnTo>
                <a:lnTo>
                  <a:pt x="428383" y="602500"/>
                </a:lnTo>
                <a:lnTo>
                  <a:pt x="425272" y="604583"/>
                </a:lnTo>
                <a:lnTo>
                  <a:pt x="425272" y="599389"/>
                </a:lnTo>
                <a:lnTo>
                  <a:pt x="424230" y="599389"/>
                </a:lnTo>
                <a:lnTo>
                  <a:pt x="424230" y="601472"/>
                </a:lnTo>
                <a:lnTo>
                  <a:pt x="423189" y="601471"/>
                </a:lnTo>
                <a:lnTo>
                  <a:pt x="423189" y="605554"/>
                </a:lnTo>
                <a:lnTo>
                  <a:pt x="423671" y="605066"/>
                </a:lnTo>
                <a:lnTo>
                  <a:pt x="424230" y="602500"/>
                </a:lnTo>
                <a:lnTo>
                  <a:pt x="424230" y="606666"/>
                </a:lnTo>
                <a:lnTo>
                  <a:pt x="423189" y="607707"/>
                </a:lnTo>
                <a:lnTo>
                  <a:pt x="423189" y="606232"/>
                </a:lnTo>
                <a:lnTo>
                  <a:pt x="423189" y="607707"/>
                </a:lnTo>
                <a:lnTo>
                  <a:pt x="423189" y="616038"/>
                </a:lnTo>
                <a:lnTo>
                  <a:pt x="417995" y="621233"/>
                </a:lnTo>
                <a:lnTo>
                  <a:pt x="416953" y="622274"/>
                </a:lnTo>
                <a:lnTo>
                  <a:pt x="416953" y="623315"/>
                </a:lnTo>
                <a:lnTo>
                  <a:pt x="415975" y="624357"/>
                </a:lnTo>
                <a:lnTo>
                  <a:pt x="412800" y="624357"/>
                </a:lnTo>
                <a:lnTo>
                  <a:pt x="414870" y="621238"/>
                </a:lnTo>
                <a:lnTo>
                  <a:pt x="416953" y="619150"/>
                </a:lnTo>
                <a:lnTo>
                  <a:pt x="421106" y="609790"/>
                </a:lnTo>
                <a:lnTo>
                  <a:pt x="417995" y="611873"/>
                </a:lnTo>
                <a:lnTo>
                  <a:pt x="415912" y="612129"/>
                </a:lnTo>
                <a:lnTo>
                  <a:pt x="415846" y="611873"/>
                </a:lnTo>
                <a:lnTo>
                  <a:pt x="415912" y="610831"/>
                </a:lnTo>
                <a:lnTo>
                  <a:pt x="412800" y="610831"/>
                </a:lnTo>
                <a:lnTo>
                  <a:pt x="414807" y="611873"/>
                </a:lnTo>
                <a:lnTo>
                  <a:pt x="415366" y="612355"/>
                </a:lnTo>
                <a:lnTo>
                  <a:pt x="415912" y="612914"/>
                </a:lnTo>
                <a:lnTo>
                  <a:pt x="415912" y="614997"/>
                </a:lnTo>
                <a:lnTo>
                  <a:pt x="414870" y="620191"/>
                </a:lnTo>
                <a:lnTo>
                  <a:pt x="411759" y="623310"/>
                </a:lnTo>
                <a:lnTo>
                  <a:pt x="410717" y="625398"/>
                </a:lnTo>
                <a:lnTo>
                  <a:pt x="411759" y="625398"/>
                </a:lnTo>
                <a:lnTo>
                  <a:pt x="411759" y="624357"/>
                </a:lnTo>
                <a:close/>
              </a:path>
              <a:path w="441909" h="652487">
                <a:moveTo>
                  <a:pt x="423189" y="619226"/>
                </a:moveTo>
                <a:lnTo>
                  <a:pt x="422585" y="619150"/>
                </a:lnTo>
                <a:lnTo>
                  <a:pt x="421106" y="619150"/>
                </a:lnTo>
                <a:lnTo>
                  <a:pt x="420077" y="620191"/>
                </a:lnTo>
                <a:lnTo>
                  <a:pt x="422224" y="620191"/>
                </a:lnTo>
                <a:lnTo>
                  <a:pt x="423189" y="619226"/>
                </a:lnTo>
                <a:close/>
              </a:path>
              <a:path w="441909" h="652487">
                <a:moveTo>
                  <a:pt x="424230" y="606663"/>
                </a:moveTo>
                <a:lnTo>
                  <a:pt x="424230" y="605624"/>
                </a:lnTo>
                <a:lnTo>
                  <a:pt x="424230" y="602500"/>
                </a:lnTo>
                <a:lnTo>
                  <a:pt x="423671" y="605066"/>
                </a:lnTo>
                <a:lnTo>
                  <a:pt x="423189" y="605554"/>
                </a:lnTo>
                <a:lnTo>
                  <a:pt x="423189" y="602500"/>
                </a:lnTo>
                <a:lnTo>
                  <a:pt x="422643" y="606107"/>
                </a:lnTo>
                <a:lnTo>
                  <a:pt x="423189" y="606232"/>
                </a:lnTo>
                <a:lnTo>
                  <a:pt x="423189" y="607707"/>
                </a:lnTo>
                <a:lnTo>
                  <a:pt x="424230" y="606663"/>
                </a:lnTo>
                <a:close/>
              </a:path>
              <a:path w="441909" h="652487">
                <a:moveTo>
                  <a:pt x="424535" y="91334"/>
                </a:moveTo>
                <a:lnTo>
                  <a:pt x="424663" y="91643"/>
                </a:lnTo>
                <a:lnTo>
                  <a:pt x="424713" y="93230"/>
                </a:lnTo>
                <a:lnTo>
                  <a:pt x="424908" y="93789"/>
                </a:lnTo>
                <a:lnTo>
                  <a:pt x="425272" y="94830"/>
                </a:lnTo>
                <a:lnTo>
                  <a:pt x="425812" y="95872"/>
                </a:lnTo>
                <a:lnTo>
                  <a:pt x="426313" y="96837"/>
                </a:lnTo>
                <a:lnTo>
                  <a:pt x="426584" y="97396"/>
                </a:lnTo>
                <a:lnTo>
                  <a:pt x="427837" y="97396"/>
                </a:lnTo>
                <a:lnTo>
                  <a:pt x="427355" y="96913"/>
                </a:lnTo>
                <a:lnTo>
                  <a:pt x="426313" y="95872"/>
                </a:lnTo>
                <a:lnTo>
                  <a:pt x="425792" y="94830"/>
                </a:lnTo>
                <a:lnTo>
                  <a:pt x="425272" y="93789"/>
                </a:lnTo>
                <a:lnTo>
                  <a:pt x="425272" y="93230"/>
                </a:lnTo>
                <a:lnTo>
                  <a:pt x="425272" y="91643"/>
                </a:lnTo>
              </a:path>
              <a:path w="441909" h="652487">
                <a:moveTo>
                  <a:pt x="429432" y="96837"/>
                </a:moveTo>
                <a:lnTo>
                  <a:pt x="427837" y="97396"/>
                </a:lnTo>
                <a:lnTo>
                  <a:pt x="429990" y="97396"/>
                </a:lnTo>
              </a:path>
              <a:path w="441909" h="652487">
                <a:moveTo>
                  <a:pt x="426584" y="97396"/>
                </a:moveTo>
                <a:lnTo>
                  <a:pt x="426818" y="97878"/>
                </a:lnTo>
                <a:lnTo>
                  <a:pt x="430471" y="97878"/>
                </a:lnTo>
                <a:lnTo>
                  <a:pt x="429990" y="97396"/>
                </a:lnTo>
              </a:path>
              <a:path w="441909" h="652487">
                <a:moveTo>
                  <a:pt x="426818" y="97878"/>
                </a:moveTo>
                <a:lnTo>
                  <a:pt x="427354" y="98983"/>
                </a:lnTo>
                <a:lnTo>
                  <a:pt x="428332" y="99961"/>
                </a:lnTo>
                <a:lnTo>
                  <a:pt x="428356" y="98983"/>
                </a:lnTo>
                <a:lnTo>
                  <a:pt x="428383" y="97878"/>
                </a:lnTo>
              </a:path>
              <a:path w="441909" h="652487">
                <a:moveTo>
                  <a:pt x="428383" y="97878"/>
                </a:moveTo>
                <a:lnTo>
                  <a:pt x="429255" y="99961"/>
                </a:lnTo>
                <a:lnTo>
                  <a:pt x="429417" y="101003"/>
                </a:lnTo>
                <a:lnTo>
                  <a:pt x="432195" y="101003"/>
                </a:lnTo>
                <a:lnTo>
                  <a:pt x="432549" y="99961"/>
                </a:lnTo>
                <a:lnTo>
                  <a:pt x="430471" y="97878"/>
                </a:lnTo>
              </a:path>
              <a:path w="441909" h="652487">
                <a:moveTo>
                  <a:pt x="429417" y="101003"/>
                </a:moveTo>
                <a:lnTo>
                  <a:pt x="429425" y="101549"/>
                </a:lnTo>
                <a:lnTo>
                  <a:pt x="429920" y="101549"/>
                </a:lnTo>
                <a:lnTo>
                  <a:pt x="429461" y="101089"/>
                </a:lnTo>
              </a:path>
              <a:path w="441909" h="652487">
                <a:moveTo>
                  <a:pt x="429425" y="101003"/>
                </a:moveTo>
                <a:lnTo>
                  <a:pt x="429920" y="101549"/>
                </a:lnTo>
                <a:lnTo>
                  <a:pt x="432010" y="101549"/>
                </a:lnTo>
                <a:lnTo>
                  <a:pt x="432195" y="101003"/>
                </a:lnTo>
              </a:path>
              <a:path w="441909" h="652487">
                <a:moveTo>
                  <a:pt x="429425" y="101549"/>
                </a:moveTo>
                <a:lnTo>
                  <a:pt x="429425" y="103149"/>
                </a:lnTo>
                <a:lnTo>
                  <a:pt x="430949" y="104673"/>
                </a:lnTo>
                <a:lnTo>
                  <a:pt x="431466" y="103149"/>
                </a:lnTo>
                <a:lnTo>
                  <a:pt x="432010" y="101549"/>
                </a:lnTo>
              </a:path>
              <a:path w="441909" h="652487">
                <a:moveTo>
                  <a:pt x="429432" y="96837"/>
                </a:moveTo>
                <a:lnTo>
                  <a:pt x="427606" y="96837"/>
                </a:lnTo>
                <a:lnTo>
                  <a:pt x="427354" y="96230"/>
                </a:lnTo>
                <a:lnTo>
                  <a:pt x="426313" y="93713"/>
                </a:lnTo>
                <a:lnTo>
                  <a:pt x="425754" y="94272"/>
                </a:lnTo>
                <a:lnTo>
                  <a:pt x="425272" y="93109"/>
                </a:lnTo>
                <a:lnTo>
                  <a:pt x="425272" y="93789"/>
                </a:lnTo>
                <a:lnTo>
                  <a:pt x="426313" y="95872"/>
                </a:lnTo>
                <a:lnTo>
                  <a:pt x="427278" y="96837"/>
                </a:lnTo>
                <a:lnTo>
                  <a:pt x="427837" y="97396"/>
                </a:lnTo>
                <a:lnTo>
                  <a:pt x="429432" y="96837"/>
                </a:lnTo>
                <a:close/>
              </a:path>
              <a:path w="441909" h="652487">
                <a:moveTo>
                  <a:pt x="427355" y="96913"/>
                </a:moveTo>
                <a:lnTo>
                  <a:pt x="427837" y="97396"/>
                </a:lnTo>
                <a:lnTo>
                  <a:pt x="427355" y="96913"/>
                </a:lnTo>
                <a:close/>
              </a:path>
              <a:path w="441909" h="652487">
                <a:moveTo>
                  <a:pt x="427355" y="96837"/>
                </a:moveTo>
                <a:close/>
              </a:path>
              <a:path w="441909" h="652487">
                <a:moveTo>
                  <a:pt x="428383" y="602500"/>
                </a:moveTo>
                <a:lnTo>
                  <a:pt x="428383" y="601471"/>
                </a:lnTo>
                <a:lnTo>
                  <a:pt x="430466" y="599389"/>
                </a:lnTo>
                <a:lnTo>
                  <a:pt x="430471" y="598347"/>
                </a:lnTo>
                <a:lnTo>
                  <a:pt x="429252" y="596264"/>
                </a:lnTo>
                <a:lnTo>
                  <a:pt x="426313" y="596264"/>
                </a:lnTo>
                <a:lnTo>
                  <a:pt x="426313" y="602500"/>
                </a:lnTo>
                <a:lnTo>
                  <a:pt x="425272" y="602500"/>
                </a:lnTo>
                <a:lnTo>
                  <a:pt x="425272" y="604583"/>
                </a:lnTo>
                <a:lnTo>
                  <a:pt x="426313" y="603542"/>
                </a:lnTo>
                <a:lnTo>
                  <a:pt x="427355" y="602500"/>
                </a:lnTo>
                <a:lnTo>
                  <a:pt x="427354" y="597230"/>
                </a:lnTo>
                <a:lnTo>
                  <a:pt x="428383" y="598347"/>
                </a:lnTo>
                <a:lnTo>
                  <a:pt x="429432" y="599389"/>
                </a:lnTo>
                <a:lnTo>
                  <a:pt x="428383" y="601471"/>
                </a:lnTo>
                <a:lnTo>
                  <a:pt x="427355" y="602500"/>
                </a:lnTo>
                <a:lnTo>
                  <a:pt x="425272" y="604583"/>
                </a:lnTo>
                <a:lnTo>
                  <a:pt x="428383" y="602500"/>
                </a:lnTo>
                <a:close/>
              </a:path>
              <a:path w="441909" h="652487">
                <a:moveTo>
                  <a:pt x="428383" y="601471"/>
                </a:moveTo>
                <a:lnTo>
                  <a:pt x="429432" y="599389"/>
                </a:lnTo>
                <a:lnTo>
                  <a:pt x="428383" y="598347"/>
                </a:lnTo>
                <a:lnTo>
                  <a:pt x="427354" y="597230"/>
                </a:lnTo>
                <a:lnTo>
                  <a:pt x="427355" y="602500"/>
                </a:lnTo>
                <a:lnTo>
                  <a:pt x="428383" y="601471"/>
                </a:lnTo>
                <a:close/>
              </a:path>
              <a:path w="441909" h="652487">
                <a:moveTo>
                  <a:pt x="429425" y="101053"/>
                </a:moveTo>
                <a:lnTo>
                  <a:pt x="429255" y="99961"/>
                </a:lnTo>
                <a:lnTo>
                  <a:pt x="428383" y="97878"/>
                </a:lnTo>
                <a:lnTo>
                  <a:pt x="428332" y="99961"/>
                </a:lnTo>
                <a:lnTo>
                  <a:pt x="428383" y="98920"/>
                </a:lnTo>
                <a:lnTo>
                  <a:pt x="428383" y="102107"/>
                </a:lnTo>
                <a:lnTo>
                  <a:pt x="429425" y="103149"/>
                </a:lnTo>
                <a:lnTo>
                  <a:pt x="429425" y="101053"/>
                </a:lnTo>
                <a:close/>
              </a:path>
              <a:path w="441909" h="652487">
                <a:moveTo>
                  <a:pt x="429425" y="595160"/>
                </a:moveTo>
                <a:lnTo>
                  <a:pt x="429425" y="594182"/>
                </a:lnTo>
                <a:lnTo>
                  <a:pt x="429469" y="595115"/>
                </a:lnTo>
                <a:lnTo>
                  <a:pt x="430949" y="591540"/>
                </a:lnTo>
                <a:lnTo>
                  <a:pt x="431507" y="592099"/>
                </a:lnTo>
                <a:lnTo>
                  <a:pt x="431507" y="586892"/>
                </a:lnTo>
                <a:lnTo>
                  <a:pt x="429425" y="586892"/>
                </a:lnTo>
                <a:lnTo>
                  <a:pt x="429425" y="593064"/>
                </a:lnTo>
                <a:lnTo>
                  <a:pt x="428383" y="594106"/>
                </a:lnTo>
                <a:lnTo>
                  <a:pt x="428383" y="596201"/>
                </a:lnTo>
                <a:lnTo>
                  <a:pt x="429425" y="595160"/>
                </a:lnTo>
                <a:close/>
              </a:path>
              <a:path w="441909" h="652487">
                <a:moveTo>
                  <a:pt x="432549" y="607707"/>
                </a:moveTo>
                <a:lnTo>
                  <a:pt x="431510" y="608749"/>
                </a:lnTo>
                <a:lnTo>
                  <a:pt x="432549" y="609790"/>
                </a:lnTo>
                <a:lnTo>
                  <a:pt x="432549" y="607707"/>
                </a:lnTo>
                <a:close/>
              </a:path>
              <a:path w="441909" h="652487">
                <a:moveTo>
                  <a:pt x="434632" y="604583"/>
                </a:moveTo>
                <a:lnTo>
                  <a:pt x="435673" y="603542"/>
                </a:lnTo>
                <a:lnTo>
                  <a:pt x="436702" y="606666"/>
                </a:lnTo>
                <a:lnTo>
                  <a:pt x="437743" y="606666"/>
                </a:lnTo>
                <a:lnTo>
                  <a:pt x="437743" y="601543"/>
                </a:lnTo>
                <a:lnTo>
                  <a:pt x="436702" y="602500"/>
                </a:lnTo>
                <a:lnTo>
                  <a:pt x="436219" y="603059"/>
                </a:lnTo>
                <a:lnTo>
                  <a:pt x="436702" y="601471"/>
                </a:lnTo>
                <a:lnTo>
                  <a:pt x="433670" y="605545"/>
                </a:lnTo>
                <a:lnTo>
                  <a:pt x="433590" y="606666"/>
                </a:lnTo>
                <a:lnTo>
                  <a:pt x="433590" y="611873"/>
                </a:lnTo>
                <a:lnTo>
                  <a:pt x="434632" y="611873"/>
                </a:lnTo>
                <a:lnTo>
                  <a:pt x="434632" y="604583"/>
                </a:lnTo>
                <a:close/>
              </a:path>
              <a:path w="441909" h="652487">
                <a:moveTo>
                  <a:pt x="433670" y="605545"/>
                </a:moveTo>
                <a:lnTo>
                  <a:pt x="436702" y="601471"/>
                </a:lnTo>
                <a:lnTo>
                  <a:pt x="431507" y="606666"/>
                </a:lnTo>
                <a:lnTo>
                  <a:pt x="433590" y="606666"/>
                </a:lnTo>
                <a:lnTo>
                  <a:pt x="433670" y="605545"/>
                </a:lnTo>
                <a:close/>
              </a:path>
              <a:path w="441909" h="652487">
                <a:moveTo>
                  <a:pt x="435673" y="606666"/>
                </a:moveTo>
                <a:lnTo>
                  <a:pt x="434632" y="604583"/>
                </a:lnTo>
                <a:lnTo>
                  <a:pt x="434632" y="606272"/>
                </a:lnTo>
                <a:lnTo>
                  <a:pt x="434632" y="605624"/>
                </a:lnTo>
                <a:lnTo>
                  <a:pt x="434632" y="606666"/>
                </a:lnTo>
                <a:lnTo>
                  <a:pt x="434632" y="606272"/>
                </a:lnTo>
                <a:lnTo>
                  <a:pt x="434632" y="609790"/>
                </a:lnTo>
                <a:lnTo>
                  <a:pt x="435673" y="609790"/>
                </a:lnTo>
                <a:lnTo>
                  <a:pt x="435673" y="606666"/>
                </a:lnTo>
                <a:close/>
              </a:path>
              <a:path w="441909" h="652487">
                <a:moveTo>
                  <a:pt x="436702" y="608749"/>
                </a:moveTo>
                <a:lnTo>
                  <a:pt x="436702" y="606666"/>
                </a:lnTo>
                <a:lnTo>
                  <a:pt x="435673" y="603542"/>
                </a:lnTo>
                <a:lnTo>
                  <a:pt x="434632" y="604583"/>
                </a:lnTo>
                <a:lnTo>
                  <a:pt x="435673" y="606666"/>
                </a:lnTo>
                <a:lnTo>
                  <a:pt x="435673" y="608749"/>
                </a:lnTo>
                <a:lnTo>
                  <a:pt x="436702" y="608749"/>
                </a:lnTo>
                <a:close/>
              </a:path>
              <a:path w="441909" h="652487">
                <a:moveTo>
                  <a:pt x="436702" y="602579"/>
                </a:moveTo>
                <a:lnTo>
                  <a:pt x="436702" y="601897"/>
                </a:lnTo>
                <a:lnTo>
                  <a:pt x="437696" y="599501"/>
                </a:lnTo>
                <a:lnTo>
                  <a:pt x="438352" y="597306"/>
                </a:lnTo>
                <a:lnTo>
                  <a:pt x="438785" y="596264"/>
                </a:lnTo>
                <a:lnTo>
                  <a:pt x="439826" y="592099"/>
                </a:lnTo>
                <a:lnTo>
                  <a:pt x="434632" y="597306"/>
                </a:lnTo>
                <a:lnTo>
                  <a:pt x="437261" y="599935"/>
                </a:lnTo>
                <a:lnTo>
                  <a:pt x="436702" y="601471"/>
                </a:lnTo>
                <a:lnTo>
                  <a:pt x="436219" y="603059"/>
                </a:lnTo>
                <a:lnTo>
                  <a:pt x="436702" y="602579"/>
                </a:lnTo>
                <a:close/>
              </a:path>
              <a:path w="441909" h="652487">
                <a:moveTo>
                  <a:pt x="437691" y="96711"/>
                </a:moveTo>
                <a:lnTo>
                  <a:pt x="437743" y="94686"/>
                </a:lnTo>
                <a:lnTo>
                  <a:pt x="436702" y="93639"/>
                </a:lnTo>
                <a:lnTo>
                  <a:pt x="436702" y="94320"/>
                </a:lnTo>
                <a:lnTo>
                  <a:pt x="437261" y="96278"/>
                </a:lnTo>
                <a:lnTo>
                  <a:pt x="438785" y="99961"/>
                </a:lnTo>
                <a:lnTo>
                  <a:pt x="437691" y="96711"/>
                </a:lnTo>
                <a:close/>
              </a:path>
              <a:path w="441909" h="652487">
                <a:moveTo>
                  <a:pt x="441909" y="101942"/>
                </a:moveTo>
                <a:lnTo>
                  <a:pt x="439826" y="100906"/>
                </a:lnTo>
                <a:lnTo>
                  <a:pt x="439826" y="103089"/>
                </a:lnTo>
                <a:lnTo>
                  <a:pt x="439826" y="104114"/>
                </a:lnTo>
                <a:lnTo>
                  <a:pt x="439826" y="103089"/>
                </a:lnTo>
                <a:lnTo>
                  <a:pt x="441909" y="597306"/>
                </a:lnTo>
                <a:lnTo>
                  <a:pt x="441909" y="101942"/>
                </a:lnTo>
                <a:close/>
              </a:path>
              <a:path w="441909" h="652487">
                <a:moveTo>
                  <a:pt x="439826" y="597382"/>
                </a:moveTo>
                <a:lnTo>
                  <a:pt x="438785" y="597306"/>
                </a:lnTo>
                <a:lnTo>
                  <a:pt x="438785" y="598418"/>
                </a:lnTo>
                <a:lnTo>
                  <a:pt x="439826" y="597382"/>
                </a:lnTo>
                <a:close/>
              </a:path>
              <a:path w="441909" h="652487">
                <a:moveTo>
                  <a:pt x="438785" y="600506"/>
                </a:moveTo>
                <a:lnTo>
                  <a:pt x="438785" y="598418"/>
                </a:lnTo>
                <a:lnTo>
                  <a:pt x="437743" y="599455"/>
                </a:lnTo>
                <a:lnTo>
                  <a:pt x="437743" y="601543"/>
                </a:lnTo>
                <a:lnTo>
                  <a:pt x="438785" y="600506"/>
                </a:lnTo>
                <a:close/>
              </a:path>
              <a:path w="441909" h="652487">
                <a:moveTo>
                  <a:pt x="430471" y="609790"/>
                </a:moveTo>
                <a:lnTo>
                  <a:pt x="431507" y="608749"/>
                </a:lnTo>
                <a:lnTo>
                  <a:pt x="430466" y="608749"/>
                </a:lnTo>
                <a:lnTo>
                  <a:pt x="429425" y="609790"/>
                </a:lnTo>
                <a:lnTo>
                  <a:pt x="430471" y="609790"/>
                </a:lnTo>
                <a:close/>
              </a:path>
              <a:path w="441909" h="652487">
                <a:moveTo>
                  <a:pt x="427901" y="615543"/>
                </a:moveTo>
                <a:lnTo>
                  <a:pt x="428942" y="614514"/>
                </a:lnTo>
                <a:lnTo>
                  <a:pt x="429983" y="613473"/>
                </a:lnTo>
                <a:lnTo>
                  <a:pt x="430542" y="612914"/>
                </a:lnTo>
                <a:lnTo>
                  <a:pt x="427354" y="612914"/>
                </a:lnTo>
                <a:lnTo>
                  <a:pt x="428383" y="611873"/>
                </a:lnTo>
                <a:lnTo>
                  <a:pt x="429425" y="601471"/>
                </a:lnTo>
                <a:lnTo>
                  <a:pt x="426313" y="613956"/>
                </a:lnTo>
                <a:lnTo>
                  <a:pt x="426859" y="616585"/>
                </a:lnTo>
                <a:lnTo>
                  <a:pt x="427901" y="615543"/>
                </a:lnTo>
                <a:close/>
              </a:path>
              <a:path w="441909" h="652487">
                <a:moveTo>
                  <a:pt x="426313" y="79146"/>
                </a:moveTo>
                <a:lnTo>
                  <a:pt x="426313" y="77063"/>
                </a:lnTo>
                <a:lnTo>
                  <a:pt x="424294" y="78105"/>
                </a:lnTo>
                <a:lnTo>
                  <a:pt x="422706" y="78600"/>
                </a:lnTo>
                <a:lnTo>
                  <a:pt x="423189" y="79146"/>
                </a:lnTo>
                <a:lnTo>
                  <a:pt x="426313" y="79146"/>
                </a:lnTo>
                <a:close/>
              </a:path>
              <a:path w="441909" h="652487">
                <a:moveTo>
                  <a:pt x="424294" y="78105"/>
                </a:moveTo>
                <a:lnTo>
                  <a:pt x="426313" y="77063"/>
                </a:lnTo>
                <a:lnTo>
                  <a:pt x="422211" y="78104"/>
                </a:lnTo>
                <a:lnTo>
                  <a:pt x="422706" y="78600"/>
                </a:lnTo>
                <a:lnTo>
                  <a:pt x="424294" y="78105"/>
                </a:lnTo>
                <a:close/>
              </a:path>
              <a:path w="441909" h="652487">
                <a:moveTo>
                  <a:pt x="426313" y="602500"/>
                </a:moveTo>
                <a:lnTo>
                  <a:pt x="426313" y="598347"/>
                </a:lnTo>
                <a:lnTo>
                  <a:pt x="425272" y="598347"/>
                </a:lnTo>
                <a:lnTo>
                  <a:pt x="425272" y="602500"/>
                </a:lnTo>
                <a:lnTo>
                  <a:pt x="426313" y="602500"/>
                </a:lnTo>
                <a:close/>
              </a:path>
              <a:path w="441909" h="652487">
                <a:moveTo>
                  <a:pt x="428332" y="99961"/>
                </a:moveTo>
                <a:lnTo>
                  <a:pt x="427354" y="98983"/>
                </a:lnTo>
                <a:lnTo>
                  <a:pt x="426313" y="96837"/>
                </a:lnTo>
                <a:lnTo>
                  <a:pt x="426313" y="99961"/>
                </a:lnTo>
                <a:lnTo>
                  <a:pt x="428332" y="99961"/>
                </a:lnTo>
                <a:close/>
              </a:path>
              <a:path w="441909" h="652487">
                <a:moveTo>
                  <a:pt x="426313" y="617131"/>
                </a:moveTo>
                <a:lnTo>
                  <a:pt x="424294" y="619150"/>
                </a:lnTo>
                <a:lnTo>
                  <a:pt x="423748" y="618667"/>
                </a:lnTo>
                <a:lnTo>
                  <a:pt x="423189" y="617072"/>
                </a:lnTo>
                <a:lnTo>
                  <a:pt x="423189" y="618899"/>
                </a:lnTo>
                <a:lnTo>
                  <a:pt x="423265" y="619150"/>
                </a:lnTo>
                <a:lnTo>
                  <a:pt x="426313" y="620191"/>
                </a:lnTo>
                <a:lnTo>
                  <a:pt x="426313" y="617131"/>
                </a:lnTo>
                <a:close/>
              </a:path>
              <a:path w="441909" h="652487">
                <a:moveTo>
                  <a:pt x="422147" y="606602"/>
                </a:moveTo>
                <a:lnTo>
                  <a:pt x="421601" y="607148"/>
                </a:lnTo>
                <a:lnTo>
                  <a:pt x="420560" y="608190"/>
                </a:lnTo>
                <a:lnTo>
                  <a:pt x="422148" y="608749"/>
                </a:lnTo>
                <a:lnTo>
                  <a:pt x="422147" y="606602"/>
                </a:lnTo>
                <a:close/>
              </a:path>
              <a:path w="441909" h="652487">
                <a:moveTo>
                  <a:pt x="414805" y="85394"/>
                </a:moveTo>
                <a:lnTo>
                  <a:pt x="412800" y="85394"/>
                </a:lnTo>
                <a:lnTo>
                  <a:pt x="414805" y="85394"/>
                </a:lnTo>
                <a:close/>
              </a:path>
              <a:path w="441909" h="652487">
                <a:moveTo>
                  <a:pt x="406552" y="619155"/>
                </a:moveTo>
                <a:lnTo>
                  <a:pt x="411759" y="614997"/>
                </a:lnTo>
                <a:lnTo>
                  <a:pt x="411321" y="614997"/>
                </a:lnTo>
                <a:lnTo>
                  <a:pt x="410159" y="615480"/>
                </a:lnTo>
                <a:lnTo>
                  <a:pt x="409676" y="616038"/>
                </a:lnTo>
                <a:lnTo>
                  <a:pt x="406552" y="616038"/>
                </a:lnTo>
                <a:lnTo>
                  <a:pt x="406552" y="617080"/>
                </a:lnTo>
                <a:lnTo>
                  <a:pt x="404469" y="619163"/>
                </a:lnTo>
                <a:lnTo>
                  <a:pt x="406552" y="619155"/>
                </a:lnTo>
                <a:close/>
              </a:path>
              <a:path w="441909" h="652487">
                <a:moveTo>
                  <a:pt x="24955" y="576491"/>
                </a:moveTo>
                <a:lnTo>
                  <a:pt x="22809" y="576491"/>
                </a:lnTo>
                <a:lnTo>
                  <a:pt x="23126" y="576808"/>
                </a:lnTo>
                <a:lnTo>
                  <a:pt x="217246" y="649262"/>
                </a:lnTo>
                <a:lnTo>
                  <a:pt x="24955" y="576491"/>
                </a:lnTo>
                <a:close/>
              </a:path>
              <a:path w="441909" h="652487">
                <a:moveTo>
                  <a:pt x="24955" y="41694"/>
                </a:moveTo>
                <a:lnTo>
                  <a:pt x="24955" y="40652"/>
                </a:lnTo>
                <a:lnTo>
                  <a:pt x="23926" y="40652"/>
                </a:lnTo>
                <a:lnTo>
                  <a:pt x="23926" y="41694"/>
                </a:lnTo>
                <a:lnTo>
                  <a:pt x="24002" y="42735"/>
                </a:lnTo>
                <a:lnTo>
                  <a:pt x="24955" y="41694"/>
                </a:lnTo>
                <a:close/>
              </a:path>
              <a:path w="441909" h="652487">
                <a:moveTo>
                  <a:pt x="20802" y="44887"/>
                </a:moveTo>
                <a:lnTo>
                  <a:pt x="19761" y="44818"/>
                </a:lnTo>
                <a:lnTo>
                  <a:pt x="20319" y="45364"/>
                </a:lnTo>
                <a:lnTo>
                  <a:pt x="20802" y="44887"/>
                </a:lnTo>
                <a:close/>
              </a:path>
              <a:path w="441909" h="652487">
                <a:moveTo>
                  <a:pt x="16649" y="558749"/>
                </a:moveTo>
                <a:lnTo>
                  <a:pt x="16154" y="558253"/>
                </a:lnTo>
                <a:lnTo>
                  <a:pt x="15608" y="556653"/>
                </a:lnTo>
                <a:lnTo>
                  <a:pt x="16649" y="555688"/>
                </a:lnTo>
                <a:lnTo>
                  <a:pt x="16649" y="554647"/>
                </a:lnTo>
                <a:lnTo>
                  <a:pt x="14643" y="555688"/>
                </a:lnTo>
                <a:lnTo>
                  <a:pt x="15608" y="558812"/>
                </a:lnTo>
                <a:lnTo>
                  <a:pt x="16649" y="558812"/>
                </a:lnTo>
                <a:close/>
              </a:path>
              <a:path w="441909" h="652487">
                <a:moveTo>
                  <a:pt x="17678" y="555688"/>
                </a:moveTo>
                <a:lnTo>
                  <a:pt x="16649" y="555688"/>
                </a:lnTo>
                <a:lnTo>
                  <a:pt x="15608" y="556653"/>
                </a:lnTo>
                <a:lnTo>
                  <a:pt x="16154" y="558253"/>
                </a:lnTo>
                <a:lnTo>
                  <a:pt x="16649" y="558749"/>
                </a:lnTo>
                <a:lnTo>
                  <a:pt x="17678" y="558812"/>
                </a:lnTo>
                <a:lnTo>
                  <a:pt x="17678" y="555688"/>
                </a:lnTo>
                <a:close/>
              </a:path>
              <a:path w="441909" h="652487">
                <a:moveTo>
                  <a:pt x="8331" y="551522"/>
                </a:moveTo>
                <a:lnTo>
                  <a:pt x="7804" y="554647"/>
                </a:lnTo>
                <a:lnTo>
                  <a:pt x="11447" y="554647"/>
                </a:lnTo>
              </a:path>
              <a:path w="441909" h="652487">
                <a:moveTo>
                  <a:pt x="12484" y="552493"/>
                </a:moveTo>
                <a:lnTo>
                  <a:pt x="12484" y="553529"/>
                </a:lnTo>
                <a:lnTo>
                  <a:pt x="13530" y="553606"/>
                </a:lnTo>
              </a:path>
              <a:path w="441909" h="652487">
                <a:moveTo>
                  <a:pt x="12484" y="553605"/>
                </a:moveTo>
                <a:lnTo>
                  <a:pt x="12484" y="553606"/>
                </a:lnTo>
                <a:lnTo>
                  <a:pt x="12484" y="553606"/>
                </a:lnTo>
              </a:path>
              <a:path w="441909" h="652487">
                <a:moveTo>
                  <a:pt x="12484" y="553606"/>
                </a:moveTo>
              </a:path>
              <a:path w="441909" h="652487">
                <a:moveTo>
                  <a:pt x="12484" y="553606"/>
                </a:moveTo>
                <a:lnTo>
                  <a:pt x="13042" y="554088"/>
                </a:lnTo>
                <a:lnTo>
                  <a:pt x="13525" y="554570"/>
                </a:lnTo>
                <a:lnTo>
                  <a:pt x="13525" y="555254"/>
                </a:lnTo>
                <a:lnTo>
                  <a:pt x="14209" y="555254"/>
                </a:lnTo>
                <a:lnTo>
                  <a:pt x="13601" y="554647"/>
                </a:lnTo>
                <a:lnTo>
                  <a:pt x="13563" y="554088"/>
                </a:lnTo>
                <a:lnTo>
                  <a:pt x="13530" y="553606"/>
                </a:lnTo>
              </a:path>
              <a:path w="441909" h="652487">
                <a:moveTo>
                  <a:pt x="12484" y="553606"/>
                </a:moveTo>
                <a:lnTo>
                  <a:pt x="12485" y="554647"/>
                </a:lnTo>
                <a:lnTo>
                  <a:pt x="12486" y="555254"/>
                </a:lnTo>
                <a:lnTo>
                  <a:pt x="13525" y="555254"/>
                </a:lnTo>
                <a:lnTo>
                  <a:pt x="13274" y="554647"/>
                </a:lnTo>
              </a:path>
              <a:path w="441909" h="652487">
                <a:moveTo>
                  <a:pt x="7804" y="554647"/>
                </a:moveTo>
                <a:lnTo>
                  <a:pt x="7277" y="557771"/>
                </a:lnTo>
                <a:lnTo>
                  <a:pt x="9959" y="557771"/>
                </a:lnTo>
                <a:lnTo>
                  <a:pt x="10401" y="554647"/>
                </a:lnTo>
              </a:path>
              <a:path w="441909" h="652487">
                <a:moveTo>
                  <a:pt x="10401" y="554647"/>
                </a:moveTo>
                <a:lnTo>
                  <a:pt x="11445" y="555688"/>
                </a:lnTo>
                <a:lnTo>
                  <a:pt x="12486" y="555688"/>
                </a:lnTo>
                <a:lnTo>
                  <a:pt x="11447" y="554647"/>
                </a:lnTo>
              </a:path>
              <a:path w="441909" h="652487">
                <a:moveTo>
                  <a:pt x="12486" y="555254"/>
                </a:moveTo>
                <a:lnTo>
                  <a:pt x="12486" y="555612"/>
                </a:lnTo>
                <a:lnTo>
                  <a:pt x="13705" y="555688"/>
                </a:lnTo>
                <a:lnTo>
                  <a:pt x="14566" y="555612"/>
                </a:lnTo>
                <a:lnTo>
                  <a:pt x="14209" y="555254"/>
                </a:lnTo>
              </a:path>
              <a:path w="441909" h="652487">
                <a:moveTo>
                  <a:pt x="11445" y="555688"/>
                </a:moveTo>
                <a:lnTo>
                  <a:pt x="11444" y="558812"/>
                </a:lnTo>
                <a:lnTo>
                  <a:pt x="11442" y="565048"/>
                </a:lnTo>
                <a:lnTo>
                  <a:pt x="15706" y="565048"/>
                </a:lnTo>
                <a:lnTo>
                  <a:pt x="14577" y="558812"/>
                </a:lnTo>
                <a:lnTo>
                  <a:pt x="13525" y="555688"/>
                </a:lnTo>
                <a:lnTo>
                  <a:pt x="13705" y="555688"/>
                </a:lnTo>
              </a:path>
              <a:path w="441909" h="652487">
                <a:moveTo>
                  <a:pt x="4165" y="556729"/>
                </a:moveTo>
                <a:lnTo>
                  <a:pt x="4165" y="557771"/>
                </a:lnTo>
                <a:lnTo>
                  <a:pt x="7277" y="557771"/>
                </a:lnTo>
              </a:path>
              <a:path w="441909" h="652487">
                <a:moveTo>
                  <a:pt x="4165" y="557771"/>
                </a:moveTo>
                <a:lnTo>
                  <a:pt x="9959" y="557771"/>
                </a:lnTo>
              </a:path>
              <a:path w="441909" h="652487">
                <a:moveTo>
                  <a:pt x="4165" y="557771"/>
                </a:moveTo>
                <a:lnTo>
                  <a:pt x="4648" y="559358"/>
                </a:lnTo>
                <a:lnTo>
                  <a:pt x="5207" y="560958"/>
                </a:lnTo>
                <a:lnTo>
                  <a:pt x="5208" y="559358"/>
                </a:lnTo>
                <a:lnTo>
                  <a:pt x="5209" y="557771"/>
                </a:lnTo>
              </a:path>
              <a:path w="441909" h="652487">
                <a:moveTo>
                  <a:pt x="5209" y="557771"/>
                </a:moveTo>
                <a:lnTo>
                  <a:pt x="9372" y="561924"/>
                </a:lnTo>
                <a:lnTo>
                  <a:pt x="9959" y="557771"/>
                </a:lnTo>
              </a:path>
              <a:path w="441909" h="652487">
                <a:moveTo>
                  <a:pt x="10401" y="564006"/>
                </a:moveTo>
                <a:lnTo>
                  <a:pt x="11442" y="565048"/>
                </a:lnTo>
                <a:lnTo>
                  <a:pt x="11442" y="565048"/>
                </a:lnTo>
              </a:path>
              <a:path w="441909" h="652487">
                <a:moveTo>
                  <a:pt x="11442" y="565048"/>
                </a:moveTo>
                <a:lnTo>
                  <a:pt x="15706" y="565048"/>
                </a:lnTo>
              </a:path>
              <a:path w="441909" h="652487">
                <a:moveTo>
                  <a:pt x="11442" y="565048"/>
                </a:moveTo>
                <a:lnTo>
                  <a:pt x="11442" y="565048"/>
                </a:lnTo>
                <a:lnTo>
                  <a:pt x="11442" y="565048"/>
                </a:lnTo>
              </a:path>
              <a:path w="441909" h="652487">
                <a:moveTo>
                  <a:pt x="11442" y="565048"/>
                </a:moveTo>
                <a:lnTo>
                  <a:pt x="12484" y="566089"/>
                </a:lnTo>
                <a:lnTo>
                  <a:pt x="13872" y="568172"/>
                </a:lnTo>
                <a:lnTo>
                  <a:pt x="16272" y="568172"/>
                </a:lnTo>
                <a:lnTo>
                  <a:pt x="15895" y="566089"/>
                </a:lnTo>
                <a:lnTo>
                  <a:pt x="15706" y="565048"/>
                </a:lnTo>
              </a:path>
              <a:path w="441909" h="652487">
                <a:moveTo>
                  <a:pt x="13872" y="568172"/>
                </a:moveTo>
                <a:lnTo>
                  <a:pt x="14566" y="569213"/>
                </a:lnTo>
                <a:lnTo>
                  <a:pt x="15608" y="569213"/>
                </a:lnTo>
                <a:lnTo>
                  <a:pt x="14566" y="568172"/>
                </a:lnTo>
              </a:path>
              <a:path w="441909" h="652487">
                <a:moveTo>
                  <a:pt x="14566" y="568172"/>
                </a:moveTo>
                <a:lnTo>
                  <a:pt x="15608" y="569213"/>
                </a:lnTo>
                <a:lnTo>
                  <a:pt x="16461" y="569213"/>
                </a:lnTo>
                <a:lnTo>
                  <a:pt x="16272" y="568172"/>
                </a:lnTo>
              </a:path>
              <a:path w="441909" h="652487">
                <a:moveTo>
                  <a:pt x="14566" y="569213"/>
                </a:moveTo>
                <a:lnTo>
                  <a:pt x="16644" y="570255"/>
                </a:lnTo>
                <a:lnTo>
                  <a:pt x="16461" y="569213"/>
                </a:lnTo>
              </a:path>
              <a:path w="441909" h="652487">
                <a:moveTo>
                  <a:pt x="16649" y="572338"/>
                </a:moveTo>
                <a:lnTo>
                  <a:pt x="17678" y="572338"/>
                </a:lnTo>
                <a:lnTo>
                  <a:pt x="16649" y="571911"/>
                </a:lnTo>
                <a:lnTo>
                  <a:pt x="14566" y="571046"/>
                </a:lnTo>
                <a:lnTo>
                  <a:pt x="14566" y="571373"/>
                </a:lnTo>
                <a:lnTo>
                  <a:pt x="15532" y="572338"/>
                </a:lnTo>
                <a:lnTo>
                  <a:pt x="16573" y="573379"/>
                </a:lnTo>
                <a:lnTo>
                  <a:pt x="16649" y="572338"/>
                </a:lnTo>
                <a:close/>
              </a:path>
              <a:path w="441909" h="652487">
                <a:moveTo>
                  <a:pt x="13525" y="56324"/>
                </a:moveTo>
                <a:lnTo>
                  <a:pt x="14566" y="55283"/>
                </a:lnTo>
                <a:lnTo>
                  <a:pt x="14566" y="54246"/>
                </a:lnTo>
                <a:lnTo>
                  <a:pt x="13525" y="55293"/>
                </a:lnTo>
                <a:lnTo>
                  <a:pt x="13042" y="55778"/>
                </a:lnTo>
                <a:lnTo>
                  <a:pt x="12484" y="56686"/>
                </a:lnTo>
                <a:lnTo>
                  <a:pt x="13525" y="56324"/>
                </a:lnTo>
                <a:close/>
              </a:path>
              <a:path w="441909" h="652487">
                <a:moveTo>
                  <a:pt x="13525" y="39611"/>
                </a:moveTo>
                <a:lnTo>
                  <a:pt x="13525" y="38569"/>
                </a:lnTo>
                <a:lnTo>
                  <a:pt x="12966" y="38011"/>
                </a:lnTo>
                <a:lnTo>
                  <a:pt x="12410" y="38569"/>
                </a:lnTo>
                <a:lnTo>
                  <a:pt x="9372" y="38569"/>
                </a:lnTo>
                <a:lnTo>
                  <a:pt x="11374" y="39611"/>
                </a:lnTo>
                <a:lnTo>
                  <a:pt x="13525" y="39611"/>
                </a:lnTo>
                <a:close/>
              </a:path>
              <a:path w="441909" h="652487">
                <a:moveTo>
                  <a:pt x="10401" y="566089"/>
                </a:moveTo>
                <a:lnTo>
                  <a:pt x="9283" y="566089"/>
                </a:lnTo>
                <a:lnTo>
                  <a:pt x="9842" y="566648"/>
                </a:lnTo>
                <a:lnTo>
                  <a:pt x="10401" y="567207"/>
                </a:lnTo>
                <a:lnTo>
                  <a:pt x="11442" y="568248"/>
                </a:lnTo>
                <a:lnTo>
                  <a:pt x="10401" y="566089"/>
                </a:lnTo>
                <a:close/>
              </a:path>
              <a:path w="441909" h="652487">
                <a:moveTo>
                  <a:pt x="6248" y="547369"/>
                </a:moveTo>
                <a:lnTo>
                  <a:pt x="8877" y="545769"/>
                </a:lnTo>
                <a:lnTo>
                  <a:pt x="9541" y="547370"/>
                </a:lnTo>
                <a:lnTo>
                  <a:pt x="10401" y="549440"/>
                </a:lnTo>
                <a:lnTo>
                  <a:pt x="10960" y="550976"/>
                </a:lnTo>
                <a:lnTo>
                  <a:pt x="10477" y="547370"/>
                </a:lnTo>
                <a:lnTo>
                  <a:pt x="10401" y="548398"/>
                </a:lnTo>
                <a:lnTo>
                  <a:pt x="10401" y="535914"/>
                </a:lnTo>
                <a:lnTo>
                  <a:pt x="5206" y="535914"/>
                </a:lnTo>
                <a:lnTo>
                  <a:pt x="6248" y="525513"/>
                </a:lnTo>
                <a:lnTo>
                  <a:pt x="2082" y="59385"/>
                </a:lnTo>
                <a:lnTo>
                  <a:pt x="2082" y="58343"/>
                </a:lnTo>
                <a:lnTo>
                  <a:pt x="3124" y="56260"/>
                </a:lnTo>
                <a:lnTo>
                  <a:pt x="3124" y="52031"/>
                </a:lnTo>
                <a:lnTo>
                  <a:pt x="3606" y="55702"/>
                </a:lnTo>
                <a:lnTo>
                  <a:pt x="8331" y="51054"/>
                </a:lnTo>
                <a:lnTo>
                  <a:pt x="5206" y="51054"/>
                </a:lnTo>
                <a:lnTo>
                  <a:pt x="6248" y="48545"/>
                </a:lnTo>
                <a:lnTo>
                  <a:pt x="11442" y="43776"/>
                </a:lnTo>
                <a:lnTo>
                  <a:pt x="8331" y="45846"/>
                </a:lnTo>
                <a:lnTo>
                  <a:pt x="9372" y="44818"/>
                </a:lnTo>
                <a:lnTo>
                  <a:pt x="9372" y="40652"/>
                </a:lnTo>
                <a:lnTo>
                  <a:pt x="8331" y="39611"/>
                </a:lnTo>
                <a:lnTo>
                  <a:pt x="8331" y="40652"/>
                </a:lnTo>
                <a:lnTo>
                  <a:pt x="8801" y="43218"/>
                </a:lnTo>
                <a:lnTo>
                  <a:pt x="8569" y="43776"/>
                </a:lnTo>
                <a:lnTo>
                  <a:pt x="8331" y="43776"/>
                </a:lnTo>
                <a:lnTo>
                  <a:pt x="8331" y="44353"/>
                </a:lnTo>
                <a:lnTo>
                  <a:pt x="7277" y="46901"/>
                </a:lnTo>
                <a:lnTo>
                  <a:pt x="6731" y="47383"/>
                </a:lnTo>
                <a:lnTo>
                  <a:pt x="6248" y="47866"/>
                </a:lnTo>
                <a:lnTo>
                  <a:pt x="6248" y="45783"/>
                </a:lnTo>
                <a:lnTo>
                  <a:pt x="7277" y="43776"/>
                </a:lnTo>
                <a:lnTo>
                  <a:pt x="5206" y="43776"/>
                </a:lnTo>
                <a:lnTo>
                  <a:pt x="5206" y="48907"/>
                </a:lnTo>
                <a:lnTo>
                  <a:pt x="5689" y="49453"/>
                </a:lnTo>
                <a:lnTo>
                  <a:pt x="5207" y="50620"/>
                </a:lnTo>
                <a:lnTo>
                  <a:pt x="5027" y="51053"/>
                </a:lnTo>
                <a:lnTo>
                  <a:pt x="4165" y="51053"/>
                </a:lnTo>
                <a:lnTo>
                  <a:pt x="4165" y="53136"/>
                </a:lnTo>
                <a:lnTo>
                  <a:pt x="4097" y="51054"/>
                </a:lnTo>
                <a:lnTo>
                  <a:pt x="2082" y="51054"/>
                </a:lnTo>
                <a:lnTo>
                  <a:pt x="2082" y="57226"/>
                </a:lnTo>
                <a:lnTo>
                  <a:pt x="1041" y="58267"/>
                </a:lnTo>
                <a:lnTo>
                  <a:pt x="1041" y="530720"/>
                </a:lnTo>
                <a:lnTo>
                  <a:pt x="2082" y="552564"/>
                </a:lnTo>
                <a:lnTo>
                  <a:pt x="6248" y="5473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3107258" y="3321977"/>
            <a:ext cx="500418" cy="81546"/>
          </a:xfrm>
          <a:custGeom>
            <a:avLst/>
            <a:gdLst/>
            <a:ahLst/>
            <a:cxnLst/>
            <a:rect l="l" t="t" r="r" b="b"/>
            <a:pathLst>
              <a:path w="500418" h="81546">
                <a:moveTo>
                  <a:pt x="52717" y="45085"/>
                </a:moveTo>
                <a:lnTo>
                  <a:pt x="52717" y="40830"/>
                </a:lnTo>
                <a:lnTo>
                  <a:pt x="51587" y="37376"/>
                </a:lnTo>
                <a:lnTo>
                  <a:pt x="49339" y="34709"/>
                </a:lnTo>
                <a:lnTo>
                  <a:pt x="47091" y="32042"/>
                </a:lnTo>
                <a:lnTo>
                  <a:pt x="43611" y="29933"/>
                </a:lnTo>
                <a:lnTo>
                  <a:pt x="38887" y="28384"/>
                </a:lnTo>
                <a:lnTo>
                  <a:pt x="36487" y="27609"/>
                </a:lnTo>
                <a:lnTo>
                  <a:pt x="34239" y="27000"/>
                </a:lnTo>
                <a:lnTo>
                  <a:pt x="32156" y="26555"/>
                </a:lnTo>
                <a:lnTo>
                  <a:pt x="30073" y="26123"/>
                </a:lnTo>
                <a:lnTo>
                  <a:pt x="27901" y="25666"/>
                </a:lnTo>
                <a:lnTo>
                  <a:pt x="25641" y="25196"/>
                </a:lnTo>
                <a:lnTo>
                  <a:pt x="22186" y="24472"/>
                </a:lnTo>
                <a:lnTo>
                  <a:pt x="19837" y="23685"/>
                </a:lnTo>
                <a:lnTo>
                  <a:pt x="18592" y="22809"/>
                </a:lnTo>
                <a:lnTo>
                  <a:pt x="17348" y="21945"/>
                </a:lnTo>
                <a:lnTo>
                  <a:pt x="16738" y="20688"/>
                </a:lnTo>
                <a:lnTo>
                  <a:pt x="16738" y="17983"/>
                </a:lnTo>
                <a:lnTo>
                  <a:pt x="17119" y="17030"/>
                </a:lnTo>
                <a:lnTo>
                  <a:pt x="17894" y="16179"/>
                </a:lnTo>
                <a:lnTo>
                  <a:pt x="18669" y="15341"/>
                </a:lnTo>
                <a:lnTo>
                  <a:pt x="19596" y="14719"/>
                </a:lnTo>
                <a:lnTo>
                  <a:pt x="20662" y="14300"/>
                </a:lnTo>
                <a:lnTo>
                  <a:pt x="21882" y="13804"/>
                </a:lnTo>
                <a:lnTo>
                  <a:pt x="23139" y="13462"/>
                </a:lnTo>
                <a:lnTo>
                  <a:pt x="24460" y="13284"/>
                </a:lnTo>
                <a:lnTo>
                  <a:pt x="25768" y="13106"/>
                </a:lnTo>
                <a:lnTo>
                  <a:pt x="27089" y="13017"/>
                </a:lnTo>
                <a:lnTo>
                  <a:pt x="32169" y="13017"/>
                </a:lnTo>
                <a:lnTo>
                  <a:pt x="35839" y="13677"/>
                </a:lnTo>
                <a:lnTo>
                  <a:pt x="39446" y="15024"/>
                </a:lnTo>
                <a:lnTo>
                  <a:pt x="43040" y="16357"/>
                </a:lnTo>
                <a:lnTo>
                  <a:pt x="46088" y="18034"/>
                </a:lnTo>
                <a:lnTo>
                  <a:pt x="48577" y="20015"/>
                </a:lnTo>
                <a:lnTo>
                  <a:pt x="50266" y="20015"/>
                </a:lnTo>
                <a:lnTo>
                  <a:pt x="50266" y="5803"/>
                </a:lnTo>
                <a:lnTo>
                  <a:pt x="47371" y="4622"/>
                </a:lnTo>
                <a:lnTo>
                  <a:pt x="43942" y="3632"/>
                </a:lnTo>
                <a:lnTo>
                  <a:pt x="39979" y="2844"/>
                </a:lnTo>
                <a:lnTo>
                  <a:pt x="36017" y="2057"/>
                </a:lnTo>
                <a:lnTo>
                  <a:pt x="32016" y="1663"/>
                </a:lnTo>
                <a:lnTo>
                  <a:pt x="19862" y="1663"/>
                </a:lnTo>
                <a:lnTo>
                  <a:pt x="13246" y="3479"/>
                </a:lnTo>
                <a:lnTo>
                  <a:pt x="8102" y="7112"/>
                </a:lnTo>
                <a:lnTo>
                  <a:pt x="2946" y="10744"/>
                </a:lnTo>
                <a:lnTo>
                  <a:pt x="381" y="15430"/>
                </a:lnTo>
                <a:lnTo>
                  <a:pt x="381" y="25450"/>
                </a:lnTo>
                <a:lnTo>
                  <a:pt x="1524" y="29044"/>
                </a:lnTo>
                <a:lnTo>
                  <a:pt x="3797" y="31927"/>
                </a:lnTo>
                <a:lnTo>
                  <a:pt x="6070" y="34810"/>
                </a:lnTo>
                <a:lnTo>
                  <a:pt x="9804" y="37096"/>
                </a:lnTo>
                <a:lnTo>
                  <a:pt x="14998" y="38785"/>
                </a:lnTo>
                <a:lnTo>
                  <a:pt x="17259" y="39535"/>
                </a:lnTo>
                <a:lnTo>
                  <a:pt x="19685" y="40144"/>
                </a:lnTo>
                <a:lnTo>
                  <a:pt x="22263" y="40627"/>
                </a:lnTo>
                <a:lnTo>
                  <a:pt x="24841" y="41109"/>
                </a:lnTo>
                <a:lnTo>
                  <a:pt x="27292" y="41630"/>
                </a:lnTo>
                <a:lnTo>
                  <a:pt x="29616" y="42189"/>
                </a:lnTo>
                <a:lnTo>
                  <a:pt x="31813" y="42710"/>
                </a:lnTo>
                <a:lnTo>
                  <a:pt x="33502" y="43459"/>
                </a:lnTo>
                <a:lnTo>
                  <a:pt x="34645" y="44437"/>
                </a:lnTo>
                <a:lnTo>
                  <a:pt x="35788" y="45427"/>
                </a:lnTo>
                <a:lnTo>
                  <a:pt x="36360" y="46583"/>
                </a:lnTo>
                <a:lnTo>
                  <a:pt x="36360" y="49403"/>
                </a:lnTo>
                <a:lnTo>
                  <a:pt x="35966" y="50507"/>
                </a:lnTo>
                <a:lnTo>
                  <a:pt x="35179" y="51257"/>
                </a:lnTo>
                <a:lnTo>
                  <a:pt x="34391" y="52006"/>
                </a:lnTo>
                <a:lnTo>
                  <a:pt x="33388" y="52616"/>
                </a:lnTo>
                <a:lnTo>
                  <a:pt x="32181" y="53124"/>
                </a:lnTo>
                <a:lnTo>
                  <a:pt x="31178" y="53505"/>
                </a:lnTo>
                <a:lnTo>
                  <a:pt x="29895" y="53784"/>
                </a:lnTo>
                <a:lnTo>
                  <a:pt x="28321" y="53949"/>
                </a:lnTo>
                <a:lnTo>
                  <a:pt x="26758" y="54114"/>
                </a:lnTo>
                <a:lnTo>
                  <a:pt x="25488" y="54203"/>
                </a:lnTo>
                <a:lnTo>
                  <a:pt x="20764" y="54203"/>
                </a:lnTo>
                <a:lnTo>
                  <a:pt x="16852" y="53492"/>
                </a:lnTo>
                <a:lnTo>
                  <a:pt x="12776" y="52082"/>
                </a:lnTo>
                <a:lnTo>
                  <a:pt x="8712" y="50673"/>
                </a:lnTo>
                <a:lnTo>
                  <a:pt x="5029" y="48653"/>
                </a:lnTo>
                <a:lnTo>
                  <a:pt x="1752" y="46037"/>
                </a:lnTo>
                <a:lnTo>
                  <a:pt x="0" y="46037"/>
                </a:lnTo>
                <a:lnTo>
                  <a:pt x="0" y="60820"/>
                </a:lnTo>
                <a:lnTo>
                  <a:pt x="3314" y="62204"/>
                </a:lnTo>
                <a:lnTo>
                  <a:pt x="6870" y="63347"/>
                </a:lnTo>
                <a:lnTo>
                  <a:pt x="10668" y="64249"/>
                </a:lnTo>
                <a:lnTo>
                  <a:pt x="14465" y="65138"/>
                </a:lnTo>
                <a:lnTo>
                  <a:pt x="18910" y="65595"/>
                </a:lnTo>
                <a:lnTo>
                  <a:pt x="32854" y="65595"/>
                </a:lnTo>
                <a:lnTo>
                  <a:pt x="39852" y="63690"/>
                </a:lnTo>
                <a:lnTo>
                  <a:pt x="44996" y="59893"/>
                </a:lnTo>
                <a:lnTo>
                  <a:pt x="50139" y="56095"/>
                </a:lnTo>
                <a:lnTo>
                  <a:pt x="52717" y="51155"/>
                </a:lnTo>
                <a:lnTo>
                  <a:pt x="52717" y="45085"/>
                </a:lnTo>
                <a:close/>
              </a:path>
              <a:path w="500418" h="81546">
                <a:moveTo>
                  <a:pt x="77482" y="29540"/>
                </a:moveTo>
                <a:lnTo>
                  <a:pt x="79336" y="28054"/>
                </a:lnTo>
                <a:lnTo>
                  <a:pt x="81191" y="26555"/>
                </a:lnTo>
                <a:lnTo>
                  <a:pt x="83540" y="25819"/>
                </a:lnTo>
                <a:lnTo>
                  <a:pt x="87617" y="16497"/>
                </a:lnTo>
                <a:lnTo>
                  <a:pt x="79425" y="16497"/>
                </a:lnTo>
                <a:lnTo>
                  <a:pt x="77482" y="29540"/>
                </a:lnTo>
                <a:close/>
              </a:path>
              <a:path w="500418" h="81546">
                <a:moveTo>
                  <a:pt x="63690" y="55219"/>
                </a:moveTo>
                <a:lnTo>
                  <a:pt x="68656" y="59423"/>
                </a:lnTo>
                <a:lnTo>
                  <a:pt x="73634" y="63614"/>
                </a:lnTo>
                <a:lnTo>
                  <a:pt x="80772" y="65722"/>
                </a:lnTo>
                <a:lnTo>
                  <a:pt x="93713" y="65722"/>
                </a:lnTo>
                <a:lnTo>
                  <a:pt x="97015" y="65417"/>
                </a:lnTo>
                <a:lnTo>
                  <a:pt x="99999" y="64808"/>
                </a:lnTo>
                <a:lnTo>
                  <a:pt x="102984" y="64198"/>
                </a:lnTo>
                <a:lnTo>
                  <a:pt x="106159" y="63220"/>
                </a:lnTo>
                <a:lnTo>
                  <a:pt x="109524" y="61861"/>
                </a:lnTo>
                <a:lnTo>
                  <a:pt x="109524" y="49885"/>
                </a:lnTo>
                <a:lnTo>
                  <a:pt x="107873" y="49885"/>
                </a:lnTo>
                <a:lnTo>
                  <a:pt x="106159" y="51193"/>
                </a:lnTo>
                <a:lnTo>
                  <a:pt x="103822" y="52400"/>
                </a:lnTo>
                <a:lnTo>
                  <a:pt x="100876" y="53530"/>
                </a:lnTo>
                <a:lnTo>
                  <a:pt x="97917" y="54673"/>
                </a:lnTo>
                <a:lnTo>
                  <a:pt x="94869" y="55232"/>
                </a:lnTo>
                <a:lnTo>
                  <a:pt x="86741" y="55232"/>
                </a:lnTo>
                <a:lnTo>
                  <a:pt x="82981" y="54267"/>
                </a:lnTo>
                <a:lnTo>
                  <a:pt x="80441" y="52336"/>
                </a:lnTo>
                <a:lnTo>
                  <a:pt x="77889" y="50393"/>
                </a:lnTo>
                <a:lnTo>
                  <a:pt x="76492" y="47612"/>
                </a:lnTo>
                <a:lnTo>
                  <a:pt x="76276" y="43967"/>
                </a:lnTo>
                <a:lnTo>
                  <a:pt x="110401" y="43967"/>
                </a:lnTo>
                <a:lnTo>
                  <a:pt x="110401" y="31559"/>
                </a:lnTo>
                <a:lnTo>
                  <a:pt x="108483" y="26060"/>
                </a:lnTo>
                <a:lnTo>
                  <a:pt x="104686" y="22225"/>
                </a:lnTo>
                <a:lnTo>
                  <a:pt x="100876" y="18402"/>
                </a:lnTo>
                <a:lnTo>
                  <a:pt x="95186" y="16497"/>
                </a:lnTo>
                <a:lnTo>
                  <a:pt x="87617" y="16497"/>
                </a:lnTo>
                <a:lnTo>
                  <a:pt x="83540" y="25819"/>
                </a:lnTo>
                <a:lnTo>
                  <a:pt x="89509" y="25819"/>
                </a:lnTo>
                <a:lnTo>
                  <a:pt x="91795" y="26606"/>
                </a:lnTo>
                <a:lnTo>
                  <a:pt x="93243" y="28181"/>
                </a:lnTo>
                <a:lnTo>
                  <a:pt x="94716" y="29756"/>
                </a:lnTo>
                <a:lnTo>
                  <a:pt x="95491" y="32105"/>
                </a:lnTo>
                <a:lnTo>
                  <a:pt x="95580" y="35217"/>
                </a:lnTo>
                <a:lnTo>
                  <a:pt x="76238" y="35217"/>
                </a:lnTo>
                <a:lnTo>
                  <a:pt x="76454" y="31927"/>
                </a:lnTo>
                <a:lnTo>
                  <a:pt x="77482" y="29540"/>
                </a:lnTo>
                <a:lnTo>
                  <a:pt x="79425" y="16497"/>
                </a:lnTo>
                <a:lnTo>
                  <a:pt x="72961" y="18732"/>
                </a:lnTo>
                <a:lnTo>
                  <a:pt x="68262" y="23228"/>
                </a:lnTo>
                <a:lnTo>
                  <a:pt x="63550" y="27711"/>
                </a:lnTo>
                <a:lnTo>
                  <a:pt x="61201" y="33794"/>
                </a:lnTo>
                <a:lnTo>
                  <a:pt x="61201" y="49237"/>
                </a:lnTo>
                <a:lnTo>
                  <a:pt x="63690" y="55219"/>
                </a:lnTo>
                <a:close/>
              </a:path>
              <a:path w="500418" h="81546">
                <a:moveTo>
                  <a:pt x="148539" y="18237"/>
                </a:moveTo>
                <a:lnTo>
                  <a:pt x="146113" y="19164"/>
                </a:lnTo>
                <a:lnTo>
                  <a:pt x="143687" y="20091"/>
                </a:lnTo>
                <a:lnTo>
                  <a:pt x="140830" y="21958"/>
                </a:lnTo>
                <a:lnTo>
                  <a:pt x="137553" y="24777"/>
                </a:lnTo>
                <a:lnTo>
                  <a:pt x="137553" y="17945"/>
                </a:lnTo>
                <a:lnTo>
                  <a:pt x="122605" y="17945"/>
                </a:lnTo>
                <a:lnTo>
                  <a:pt x="122605" y="64477"/>
                </a:lnTo>
                <a:lnTo>
                  <a:pt x="137553" y="64477"/>
                </a:lnTo>
                <a:lnTo>
                  <a:pt x="137553" y="33312"/>
                </a:lnTo>
                <a:lnTo>
                  <a:pt x="139433" y="32651"/>
                </a:lnTo>
                <a:lnTo>
                  <a:pt x="141173" y="32181"/>
                </a:lnTo>
                <a:lnTo>
                  <a:pt x="142798" y="31915"/>
                </a:lnTo>
                <a:lnTo>
                  <a:pt x="144437" y="31635"/>
                </a:lnTo>
                <a:lnTo>
                  <a:pt x="146304" y="31496"/>
                </a:lnTo>
                <a:lnTo>
                  <a:pt x="149352" y="31496"/>
                </a:lnTo>
                <a:lnTo>
                  <a:pt x="150533" y="31546"/>
                </a:lnTo>
                <a:lnTo>
                  <a:pt x="151930" y="31661"/>
                </a:lnTo>
                <a:lnTo>
                  <a:pt x="153327" y="31775"/>
                </a:lnTo>
                <a:lnTo>
                  <a:pt x="154355" y="31927"/>
                </a:lnTo>
                <a:lnTo>
                  <a:pt x="154990" y="32156"/>
                </a:lnTo>
                <a:lnTo>
                  <a:pt x="156311" y="32156"/>
                </a:lnTo>
                <a:lnTo>
                  <a:pt x="156311" y="17945"/>
                </a:lnTo>
                <a:lnTo>
                  <a:pt x="155816" y="17894"/>
                </a:lnTo>
                <a:lnTo>
                  <a:pt x="155232" y="17856"/>
                </a:lnTo>
                <a:lnTo>
                  <a:pt x="154584" y="17818"/>
                </a:lnTo>
                <a:lnTo>
                  <a:pt x="153911" y="17792"/>
                </a:lnTo>
                <a:lnTo>
                  <a:pt x="150774" y="17780"/>
                </a:lnTo>
                <a:lnTo>
                  <a:pt x="148539" y="18237"/>
                </a:lnTo>
                <a:close/>
              </a:path>
              <a:path w="500418" h="81546">
                <a:moveTo>
                  <a:pt x="212877" y="17945"/>
                </a:moveTo>
                <a:lnTo>
                  <a:pt x="197434" y="17945"/>
                </a:lnTo>
                <a:lnTo>
                  <a:pt x="186766" y="49974"/>
                </a:lnTo>
                <a:lnTo>
                  <a:pt x="175983" y="17945"/>
                </a:lnTo>
                <a:lnTo>
                  <a:pt x="160248" y="17945"/>
                </a:lnTo>
                <a:lnTo>
                  <a:pt x="178054" y="64477"/>
                </a:lnTo>
                <a:lnTo>
                  <a:pt x="194932" y="64477"/>
                </a:lnTo>
                <a:lnTo>
                  <a:pt x="212877" y="17945"/>
                </a:lnTo>
                <a:close/>
              </a:path>
              <a:path w="500418" h="81546">
                <a:moveTo>
                  <a:pt x="235699" y="29540"/>
                </a:moveTo>
                <a:lnTo>
                  <a:pt x="237553" y="28054"/>
                </a:lnTo>
                <a:lnTo>
                  <a:pt x="239395" y="26555"/>
                </a:lnTo>
                <a:lnTo>
                  <a:pt x="241757" y="25819"/>
                </a:lnTo>
                <a:lnTo>
                  <a:pt x="245833" y="16497"/>
                </a:lnTo>
                <a:lnTo>
                  <a:pt x="237629" y="16497"/>
                </a:lnTo>
                <a:lnTo>
                  <a:pt x="235699" y="29540"/>
                </a:lnTo>
                <a:close/>
              </a:path>
              <a:path w="500418" h="81546">
                <a:moveTo>
                  <a:pt x="221894" y="55219"/>
                </a:moveTo>
                <a:lnTo>
                  <a:pt x="226860" y="59423"/>
                </a:lnTo>
                <a:lnTo>
                  <a:pt x="231825" y="63614"/>
                </a:lnTo>
                <a:lnTo>
                  <a:pt x="238975" y="65722"/>
                </a:lnTo>
                <a:lnTo>
                  <a:pt x="251929" y="65722"/>
                </a:lnTo>
                <a:lnTo>
                  <a:pt x="255231" y="65417"/>
                </a:lnTo>
                <a:lnTo>
                  <a:pt x="258203" y="64808"/>
                </a:lnTo>
                <a:lnTo>
                  <a:pt x="261188" y="64198"/>
                </a:lnTo>
                <a:lnTo>
                  <a:pt x="264363" y="63220"/>
                </a:lnTo>
                <a:lnTo>
                  <a:pt x="267728" y="61861"/>
                </a:lnTo>
                <a:lnTo>
                  <a:pt x="267728" y="49885"/>
                </a:lnTo>
                <a:lnTo>
                  <a:pt x="266064" y="49885"/>
                </a:lnTo>
                <a:lnTo>
                  <a:pt x="264363" y="51193"/>
                </a:lnTo>
                <a:lnTo>
                  <a:pt x="262039" y="52400"/>
                </a:lnTo>
                <a:lnTo>
                  <a:pt x="259079" y="53530"/>
                </a:lnTo>
                <a:lnTo>
                  <a:pt x="256108" y="54673"/>
                </a:lnTo>
                <a:lnTo>
                  <a:pt x="253072" y="55232"/>
                </a:lnTo>
                <a:lnTo>
                  <a:pt x="244957" y="55232"/>
                </a:lnTo>
                <a:lnTo>
                  <a:pt x="241198" y="54267"/>
                </a:lnTo>
                <a:lnTo>
                  <a:pt x="238645" y="52336"/>
                </a:lnTo>
                <a:lnTo>
                  <a:pt x="236080" y="50393"/>
                </a:lnTo>
                <a:lnTo>
                  <a:pt x="234696" y="47612"/>
                </a:lnTo>
                <a:lnTo>
                  <a:pt x="234492" y="43967"/>
                </a:lnTo>
                <a:lnTo>
                  <a:pt x="268592" y="43967"/>
                </a:lnTo>
                <a:lnTo>
                  <a:pt x="268592" y="31559"/>
                </a:lnTo>
                <a:lnTo>
                  <a:pt x="266700" y="26060"/>
                </a:lnTo>
                <a:lnTo>
                  <a:pt x="262877" y="22225"/>
                </a:lnTo>
                <a:lnTo>
                  <a:pt x="259079" y="18402"/>
                </a:lnTo>
                <a:lnTo>
                  <a:pt x="253390" y="16497"/>
                </a:lnTo>
                <a:lnTo>
                  <a:pt x="245833" y="16497"/>
                </a:lnTo>
                <a:lnTo>
                  <a:pt x="241757" y="25819"/>
                </a:lnTo>
                <a:lnTo>
                  <a:pt x="247713" y="25819"/>
                </a:lnTo>
                <a:lnTo>
                  <a:pt x="249986" y="26606"/>
                </a:lnTo>
                <a:lnTo>
                  <a:pt x="251460" y="28181"/>
                </a:lnTo>
                <a:lnTo>
                  <a:pt x="252933" y="29756"/>
                </a:lnTo>
                <a:lnTo>
                  <a:pt x="253682" y="32105"/>
                </a:lnTo>
                <a:lnTo>
                  <a:pt x="253771" y="35217"/>
                </a:lnTo>
                <a:lnTo>
                  <a:pt x="234454" y="35217"/>
                </a:lnTo>
                <a:lnTo>
                  <a:pt x="234657" y="31927"/>
                </a:lnTo>
                <a:lnTo>
                  <a:pt x="235699" y="29540"/>
                </a:lnTo>
                <a:lnTo>
                  <a:pt x="237629" y="16497"/>
                </a:lnTo>
                <a:lnTo>
                  <a:pt x="231178" y="18732"/>
                </a:lnTo>
                <a:lnTo>
                  <a:pt x="226479" y="23228"/>
                </a:lnTo>
                <a:lnTo>
                  <a:pt x="221767" y="27711"/>
                </a:lnTo>
                <a:lnTo>
                  <a:pt x="219405" y="33794"/>
                </a:lnTo>
                <a:lnTo>
                  <a:pt x="219405" y="49237"/>
                </a:lnTo>
                <a:lnTo>
                  <a:pt x="221894" y="55219"/>
                </a:lnTo>
                <a:close/>
              </a:path>
              <a:path w="500418" h="81546">
                <a:moveTo>
                  <a:pt x="306730" y="18237"/>
                </a:moveTo>
                <a:lnTo>
                  <a:pt x="304304" y="19164"/>
                </a:lnTo>
                <a:lnTo>
                  <a:pt x="301891" y="20091"/>
                </a:lnTo>
                <a:lnTo>
                  <a:pt x="299034" y="21958"/>
                </a:lnTo>
                <a:lnTo>
                  <a:pt x="295770" y="24777"/>
                </a:lnTo>
                <a:lnTo>
                  <a:pt x="295770" y="17945"/>
                </a:lnTo>
                <a:lnTo>
                  <a:pt x="280809" y="17945"/>
                </a:lnTo>
                <a:lnTo>
                  <a:pt x="280809" y="64477"/>
                </a:lnTo>
                <a:lnTo>
                  <a:pt x="295770" y="64477"/>
                </a:lnTo>
                <a:lnTo>
                  <a:pt x="295770" y="33312"/>
                </a:lnTo>
                <a:lnTo>
                  <a:pt x="297637" y="32651"/>
                </a:lnTo>
                <a:lnTo>
                  <a:pt x="299377" y="32181"/>
                </a:lnTo>
                <a:lnTo>
                  <a:pt x="301002" y="31915"/>
                </a:lnTo>
                <a:lnTo>
                  <a:pt x="302628" y="31635"/>
                </a:lnTo>
                <a:lnTo>
                  <a:pt x="304495" y="31496"/>
                </a:lnTo>
                <a:lnTo>
                  <a:pt x="307568" y="31496"/>
                </a:lnTo>
                <a:lnTo>
                  <a:pt x="308724" y="31546"/>
                </a:lnTo>
                <a:lnTo>
                  <a:pt x="310146" y="31661"/>
                </a:lnTo>
                <a:lnTo>
                  <a:pt x="311543" y="31775"/>
                </a:lnTo>
                <a:lnTo>
                  <a:pt x="312572" y="31927"/>
                </a:lnTo>
                <a:lnTo>
                  <a:pt x="313194" y="32156"/>
                </a:lnTo>
                <a:lnTo>
                  <a:pt x="314528" y="32156"/>
                </a:lnTo>
                <a:lnTo>
                  <a:pt x="314528" y="17945"/>
                </a:lnTo>
                <a:lnTo>
                  <a:pt x="314020" y="17894"/>
                </a:lnTo>
                <a:lnTo>
                  <a:pt x="313436" y="17856"/>
                </a:lnTo>
                <a:lnTo>
                  <a:pt x="312775" y="17818"/>
                </a:lnTo>
                <a:lnTo>
                  <a:pt x="312127" y="17792"/>
                </a:lnTo>
                <a:lnTo>
                  <a:pt x="308965" y="17780"/>
                </a:lnTo>
                <a:lnTo>
                  <a:pt x="306730" y="18237"/>
                </a:lnTo>
                <a:close/>
              </a:path>
              <a:path w="500418" h="81546">
                <a:moveTo>
                  <a:pt x="368630" y="36245"/>
                </a:moveTo>
                <a:lnTo>
                  <a:pt x="369138" y="31978"/>
                </a:lnTo>
                <a:lnTo>
                  <a:pt x="370179" y="27965"/>
                </a:lnTo>
                <a:lnTo>
                  <a:pt x="371221" y="23964"/>
                </a:lnTo>
                <a:lnTo>
                  <a:pt x="372567" y="20320"/>
                </a:lnTo>
                <a:lnTo>
                  <a:pt x="374218" y="17030"/>
                </a:lnTo>
                <a:lnTo>
                  <a:pt x="375970" y="13614"/>
                </a:lnTo>
                <a:lnTo>
                  <a:pt x="377850" y="10617"/>
                </a:lnTo>
                <a:lnTo>
                  <a:pt x="379869" y="8064"/>
                </a:lnTo>
                <a:lnTo>
                  <a:pt x="381901" y="5511"/>
                </a:lnTo>
                <a:lnTo>
                  <a:pt x="384035" y="3225"/>
                </a:lnTo>
                <a:lnTo>
                  <a:pt x="386270" y="1206"/>
                </a:lnTo>
                <a:lnTo>
                  <a:pt x="386270" y="0"/>
                </a:lnTo>
                <a:lnTo>
                  <a:pt x="370662" y="0"/>
                </a:lnTo>
                <a:lnTo>
                  <a:pt x="365366" y="6223"/>
                </a:lnTo>
                <a:lnTo>
                  <a:pt x="361442" y="12611"/>
                </a:lnTo>
                <a:lnTo>
                  <a:pt x="358889" y="19189"/>
                </a:lnTo>
                <a:lnTo>
                  <a:pt x="356336" y="25768"/>
                </a:lnTo>
                <a:lnTo>
                  <a:pt x="355041" y="32956"/>
                </a:lnTo>
                <a:lnTo>
                  <a:pt x="355041" y="48590"/>
                </a:lnTo>
                <a:lnTo>
                  <a:pt x="356336" y="55791"/>
                </a:lnTo>
                <a:lnTo>
                  <a:pt x="358889" y="62356"/>
                </a:lnTo>
                <a:lnTo>
                  <a:pt x="361442" y="68935"/>
                </a:lnTo>
                <a:lnTo>
                  <a:pt x="365366" y="75323"/>
                </a:lnTo>
                <a:lnTo>
                  <a:pt x="370662" y="81546"/>
                </a:lnTo>
                <a:lnTo>
                  <a:pt x="386270" y="81546"/>
                </a:lnTo>
                <a:lnTo>
                  <a:pt x="386270" y="80340"/>
                </a:lnTo>
                <a:lnTo>
                  <a:pt x="384060" y="78384"/>
                </a:lnTo>
                <a:lnTo>
                  <a:pt x="381914" y="76060"/>
                </a:lnTo>
                <a:lnTo>
                  <a:pt x="379831" y="73406"/>
                </a:lnTo>
                <a:lnTo>
                  <a:pt x="377761" y="70739"/>
                </a:lnTo>
                <a:lnTo>
                  <a:pt x="375881" y="67767"/>
                </a:lnTo>
                <a:lnTo>
                  <a:pt x="374218" y="64516"/>
                </a:lnTo>
                <a:lnTo>
                  <a:pt x="372516" y="61087"/>
                </a:lnTo>
                <a:lnTo>
                  <a:pt x="371157" y="57454"/>
                </a:lnTo>
                <a:lnTo>
                  <a:pt x="370141" y="53619"/>
                </a:lnTo>
                <a:lnTo>
                  <a:pt x="369138" y="49784"/>
                </a:lnTo>
                <a:lnTo>
                  <a:pt x="368630" y="45491"/>
                </a:lnTo>
                <a:lnTo>
                  <a:pt x="368630" y="36245"/>
                </a:lnTo>
                <a:close/>
              </a:path>
              <a:path w="500418" h="81546">
                <a:moveTo>
                  <a:pt x="419633" y="40690"/>
                </a:moveTo>
                <a:lnTo>
                  <a:pt x="438632" y="52006"/>
                </a:lnTo>
                <a:lnTo>
                  <a:pt x="442925" y="64477"/>
                </a:lnTo>
                <a:lnTo>
                  <a:pt x="459359" y="64477"/>
                </a:lnTo>
                <a:lnTo>
                  <a:pt x="436575" y="2781"/>
                </a:lnTo>
                <a:lnTo>
                  <a:pt x="418274" y="2781"/>
                </a:lnTo>
                <a:lnTo>
                  <a:pt x="395503" y="64477"/>
                </a:lnTo>
                <a:lnTo>
                  <a:pt x="411530" y="64477"/>
                </a:lnTo>
                <a:lnTo>
                  <a:pt x="415823" y="52006"/>
                </a:lnTo>
                <a:lnTo>
                  <a:pt x="438632" y="52006"/>
                </a:lnTo>
                <a:lnTo>
                  <a:pt x="419633" y="40690"/>
                </a:lnTo>
                <a:lnTo>
                  <a:pt x="427240" y="18592"/>
                </a:lnTo>
                <a:lnTo>
                  <a:pt x="434822" y="40690"/>
                </a:lnTo>
                <a:lnTo>
                  <a:pt x="419633" y="40690"/>
                </a:lnTo>
                <a:close/>
              </a:path>
              <a:path w="500418" h="81546">
                <a:moveTo>
                  <a:pt x="484809" y="81546"/>
                </a:moveTo>
                <a:lnTo>
                  <a:pt x="490118" y="75323"/>
                </a:lnTo>
                <a:lnTo>
                  <a:pt x="494042" y="68935"/>
                </a:lnTo>
                <a:lnTo>
                  <a:pt x="496595" y="62356"/>
                </a:lnTo>
                <a:lnTo>
                  <a:pt x="499148" y="55791"/>
                </a:lnTo>
                <a:lnTo>
                  <a:pt x="500418" y="48590"/>
                </a:lnTo>
                <a:lnTo>
                  <a:pt x="500418" y="32956"/>
                </a:lnTo>
                <a:lnTo>
                  <a:pt x="499148" y="25768"/>
                </a:lnTo>
                <a:lnTo>
                  <a:pt x="496595" y="19189"/>
                </a:lnTo>
                <a:lnTo>
                  <a:pt x="494042" y="12611"/>
                </a:lnTo>
                <a:lnTo>
                  <a:pt x="490118" y="6223"/>
                </a:lnTo>
                <a:lnTo>
                  <a:pt x="484809" y="0"/>
                </a:lnTo>
                <a:lnTo>
                  <a:pt x="469201" y="0"/>
                </a:lnTo>
                <a:lnTo>
                  <a:pt x="469201" y="1206"/>
                </a:lnTo>
                <a:lnTo>
                  <a:pt x="471449" y="3225"/>
                </a:lnTo>
                <a:lnTo>
                  <a:pt x="473570" y="5511"/>
                </a:lnTo>
                <a:lnTo>
                  <a:pt x="475602" y="8064"/>
                </a:lnTo>
                <a:lnTo>
                  <a:pt x="477634" y="10617"/>
                </a:lnTo>
                <a:lnTo>
                  <a:pt x="479513" y="13614"/>
                </a:lnTo>
                <a:lnTo>
                  <a:pt x="481241" y="17030"/>
                </a:lnTo>
                <a:lnTo>
                  <a:pt x="482917" y="20320"/>
                </a:lnTo>
                <a:lnTo>
                  <a:pt x="484250" y="23964"/>
                </a:lnTo>
                <a:lnTo>
                  <a:pt x="485292" y="27965"/>
                </a:lnTo>
                <a:lnTo>
                  <a:pt x="486321" y="31978"/>
                </a:lnTo>
                <a:lnTo>
                  <a:pt x="486841" y="36245"/>
                </a:lnTo>
                <a:lnTo>
                  <a:pt x="486841" y="45491"/>
                </a:lnTo>
                <a:lnTo>
                  <a:pt x="486333" y="49784"/>
                </a:lnTo>
                <a:lnTo>
                  <a:pt x="485343" y="53619"/>
                </a:lnTo>
                <a:lnTo>
                  <a:pt x="484327" y="57454"/>
                </a:lnTo>
                <a:lnTo>
                  <a:pt x="482968" y="61087"/>
                </a:lnTo>
                <a:lnTo>
                  <a:pt x="481241" y="64516"/>
                </a:lnTo>
                <a:lnTo>
                  <a:pt x="479628" y="67805"/>
                </a:lnTo>
                <a:lnTo>
                  <a:pt x="477774" y="70777"/>
                </a:lnTo>
                <a:lnTo>
                  <a:pt x="475665" y="73418"/>
                </a:lnTo>
                <a:lnTo>
                  <a:pt x="473570" y="76073"/>
                </a:lnTo>
                <a:lnTo>
                  <a:pt x="471424" y="78384"/>
                </a:lnTo>
                <a:lnTo>
                  <a:pt x="469201" y="80340"/>
                </a:lnTo>
                <a:lnTo>
                  <a:pt x="469201" y="81546"/>
                </a:lnTo>
                <a:lnTo>
                  <a:pt x="484809" y="815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-76200" y="1200911"/>
            <a:ext cx="1981200" cy="381000"/>
          </a:xfrm>
          <a:custGeom>
            <a:avLst/>
            <a:gdLst/>
            <a:ahLst/>
            <a:cxnLst/>
            <a:rect l="l" t="t" r="r" b="b"/>
            <a:pathLst>
              <a:path w="1981200" h="381000">
                <a:moveTo>
                  <a:pt x="1918754" y="380991"/>
                </a:moveTo>
                <a:lnTo>
                  <a:pt x="1957844" y="366691"/>
                </a:lnTo>
                <a:lnTo>
                  <a:pt x="1979554" y="331913"/>
                </a:lnTo>
                <a:lnTo>
                  <a:pt x="1981200" y="317500"/>
                </a:lnTo>
                <a:lnTo>
                  <a:pt x="1981191" y="62445"/>
                </a:lnTo>
                <a:lnTo>
                  <a:pt x="1966891" y="23355"/>
                </a:lnTo>
                <a:lnTo>
                  <a:pt x="1932113" y="1645"/>
                </a:lnTo>
                <a:lnTo>
                  <a:pt x="19177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19187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0893" y="1283208"/>
            <a:ext cx="8332819" cy="12627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0342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ARP</a:t>
            </a:r>
            <a:r>
              <a:rPr sz="2700" spc="-54" baseline="3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3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  <a:p>
            <a:pPr marL="183083" marR="40342">
              <a:lnSpc>
                <a:spcPct val="95825"/>
              </a:lnSpc>
              <a:spcBef>
                <a:spcPts val="708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2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ame</a:t>
            </a:r>
            <a:r>
              <a:rPr sz="2000" spc="-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ng</a:t>
            </a:r>
            <a:r>
              <a:rPr sz="2000" spc="3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happe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aga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A.</a:t>
            </a:r>
            <a:r>
              <a:rPr sz="2000" spc="-1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attack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2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he</a:t>
            </a:r>
            <a:r>
              <a:rPr sz="2000" spc="3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gra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ui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1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us</a:t>
            </a:r>
            <a:endParaRPr sz="2000">
              <a:latin typeface="Times New Roman"/>
              <a:cs typeface="Times New Roman"/>
            </a:endParaRPr>
          </a:p>
          <a:p>
            <a:pPr marL="183083" marR="40342">
              <a:lnSpc>
                <a:spcPct val="95825"/>
              </a:lnSpc>
              <a:spcBef>
                <a:spcPts val="5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packet,</a:t>
            </a:r>
            <a:r>
              <a:rPr sz="2000" spc="-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A’s</a:t>
            </a:r>
            <a:r>
              <a:rPr sz="2000" spc="-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ache</a:t>
            </a:r>
            <a:r>
              <a:rPr sz="20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gets</a:t>
            </a:r>
            <a:r>
              <a:rPr sz="2000" spc="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poison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2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3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C00000"/>
                </a:solidFill>
                <a:latin typeface="Courier New"/>
                <a:cs typeface="Courier New"/>
              </a:rPr>
              <a:t>IP_</a:t>
            </a:r>
            <a:r>
              <a:rPr sz="2000" spc="-4" dirty="0">
                <a:solidFill>
                  <a:srgbClr val="C00000"/>
                </a:solidFill>
                <a:latin typeface="Courier New"/>
                <a:cs typeface="Courier New"/>
              </a:rPr>
              <a:t>B</a:t>
            </a:r>
            <a:r>
              <a:rPr sz="2000" spc="0" dirty="0">
                <a:solidFill>
                  <a:srgbClr val="C00000"/>
                </a:solidFill>
                <a:latin typeface="Courier New"/>
                <a:cs typeface="Courier New"/>
              </a:rPr>
              <a:t>-</a:t>
            </a:r>
            <a:endParaRPr sz="2000">
              <a:latin typeface="Courier New"/>
              <a:cs typeface="Courier New"/>
            </a:endParaRPr>
          </a:p>
          <a:p>
            <a:pPr marL="183083">
              <a:lnSpc>
                <a:spcPts val="2400"/>
              </a:lnSpc>
              <a:spcBef>
                <a:spcPts val="120"/>
              </a:spcBef>
            </a:pPr>
            <a:r>
              <a:rPr sz="3000" spc="0" baseline="2942" dirty="0">
                <a:solidFill>
                  <a:srgbClr val="C00000"/>
                </a:solidFill>
                <a:latin typeface="Courier New"/>
                <a:cs typeface="Courier New"/>
              </a:rPr>
              <a:t>&gt;MAC_M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3000" spc="25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3000" spc="-9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xt</a:t>
            </a:r>
            <a:r>
              <a:rPr sz="3000" spc="233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time</a:t>
            </a:r>
            <a:r>
              <a:rPr sz="3000" spc="38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3000" spc="-144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wan</a:t>
            </a:r>
            <a:r>
              <a:rPr sz="3000" spc="5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3000" spc="-89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3000" spc="233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3000" spc="-11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3000" spc="-7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3000" spc="203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packet</a:t>
            </a:r>
            <a:r>
              <a:rPr sz="3000" spc="-75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3000" spc="233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B,</a:t>
            </a:r>
            <a:r>
              <a:rPr sz="3000" spc="45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3000" spc="12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4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3000" spc="9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3000" spc="-173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3000" spc="282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fo</a:t>
            </a:r>
            <a:r>
              <a:rPr sz="3000" spc="5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rw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3000" spc="5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3000" spc="-5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3000" spc="-52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274" y="2568635"/>
            <a:ext cx="353393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3654" y="2916453"/>
            <a:ext cx="1375516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800" b="1" spc="0" baseline="2275" dirty="0">
                <a:latin typeface="Calibri"/>
                <a:cs typeface="Calibri"/>
              </a:rPr>
              <a:t>ARP</a:t>
            </a:r>
            <a:r>
              <a:rPr sz="1800" b="1" spc="-29" baseline="2415" dirty="0">
                <a:latin typeface="Times New Roman"/>
                <a:cs typeface="Times New Roman"/>
              </a:rPr>
              <a:t> </a:t>
            </a:r>
            <a:r>
              <a:rPr sz="1800" b="1" spc="0" baseline="2275" dirty="0">
                <a:latin typeface="Calibri"/>
                <a:cs typeface="Calibri"/>
              </a:rPr>
              <a:t>C</a:t>
            </a:r>
            <a:r>
              <a:rPr sz="1800" b="1" spc="-4" baseline="2275" dirty="0">
                <a:latin typeface="Calibri"/>
                <a:cs typeface="Calibri"/>
              </a:rPr>
              <a:t>a</a:t>
            </a:r>
            <a:r>
              <a:rPr sz="1800" b="1" spc="0" baseline="2275" dirty="0">
                <a:latin typeface="Calibri"/>
                <a:cs typeface="Calibri"/>
              </a:rPr>
              <a:t>che</a:t>
            </a:r>
            <a:r>
              <a:rPr sz="1800" b="1" spc="-29" baseline="2415" dirty="0">
                <a:latin typeface="Times New Roman"/>
                <a:cs typeface="Times New Roman"/>
              </a:rPr>
              <a:t> </a:t>
            </a:r>
            <a:r>
              <a:rPr sz="1800" b="1" spc="0" baseline="2275" dirty="0">
                <a:latin typeface="Calibri"/>
                <a:cs typeface="Calibri"/>
              </a:rPr>
              <a:t>Vic</a:t>
            </a:r>
            <a:r>
              <a:rPr sz="1800" b="1" spc="4" baseline="2275" dirty="0">
                <a:latin typeface="Calibri"/>
                <a:cs typeface="Calibri"/>
              </a:rPr>
              <a:t>ti</a:t>
            </a:r>
            <a:r>
              <a:rPr sz="1800" b="1" spc="0" baseline="2275" dirty="0">
                <a:latin typeface="Calibri"/>
                <a:cs typeface="Calibri"/>
              </a:rPr>
              <a:t>m</a:t>
            </a:r>
            <a:r>
              <a:rPr sz="1800" b="1" spc="-39" baseline="2415" dirty="0">
                <a:latin typeface="Times New Roman"/>
                <a:cs typeface="Times New Roman"/>
              </a:rPr>
              <a:t> </a:t>
            </a:r>
            <a:r>
              <a:rPr sz="1800" b="1" spc="0" baseline="2275" dirty="0">
                <a:latin typeface="Calibri"/>
                <a:cs typeface="Calibri"/>
              </a:rPr>
              <a:t>(</a:t>
            </a:r>
            <a:r>
              <a:rPr sz="1800" b="1" spc="-4" baseline="2275" dirty="0">
                <a:latin typeface="Calibri"/>
                <a:cs typeface="Calibri"/>
              </a:rPr>
              <a:t>B</a:t>
            </a:r>
            <a:r>
              <a:rPr sz="1800" b="1" spc="0" baseline="2275" dirty="0"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15539" y="3882340"/>
            <a:ext cx="1459076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b="1" spc="0" baseline="2275" dirty="0">
                <a:latin typeface="Calibri"/>
                <a:cs typeface="Calibri"/>
              </a:rPr>
              <a:t>G</a:t>
            </a:r>
            <a:r>
              <a:rPr sz="1800" b="1" spc="-19" baseline="2275" dirty="0">
                <a:latin typeface="Calibri"/>
                <a:cs typeface="Calibri"/>
              </a:rPr>
              <a:t>r</a:t>
            </a:r>
            <a:r>
              <a:rPr sz="1800" b="1" spc="-14" baseline="2275" dirty="0">
                <a:latin typeface="Calibri"/>
                <a:cs typeface="Calibri"/>
              </a:rPr>
              <a:t>a</a:t>
            </a:r>
            <a:r>
              <a:rPr sz="1800" b="1" spc="0" baseline="2275" dirty="0">
                <a:latin typeface="Calibri"/>
                <a:cs typeface="Calibri"/>
              </a:rPr>
              <a:t>t</a:t>
            </a:r>
            <a:r>
              <a:rPr sz="1800" b="1" spc="4" baseline="2275" dirty="0">
                <a:latin typeface="Calibri"/>
                <a:cs typeface="Calibri"/>
              </a:rPr>
              <a:t>ui</a:t>
            </a:r>
            <a:r>
              <a:rPr sz="1800" b="1" spc="-9" baseline="2275" dirty="0">
                <a:latin typeface="Calibri"/>
                <a:cs typeface="Calibri"/>
              </a:rPr>
              <a:t>t</a:t>
            </a:r>
            <a:r>
              <a:rPr sz="1800" b="1" spc="0" baseline="2275" dirty="0">
                <a:latin typeface="Calibri"/>
                <a:cs typeface="Calibri"/>
              </a:rPr>
              <a:t>o</a:t>
            </a:r>
            <a:r>
              <a:rPr sz="1800" b="1" spc="4" baseline="2275" dirty="0">
                <a:latin typeface="Calibri"/>
                <a:cs typeface="Calibri"/>
              </a:rPr>
              <a:t>u</a:t>
            </a:r>
            <a:r>
              <a:rPr sz="1800" b="1" spc="0" baseline="2275" dirty="0">
                <a:latin typeface="Calibri"/>
                <a:cs typeface="Calibri"/>
              </a:rPr>
              <a:t>s</a:t>
            </a:r>
            <a:r>
              <a:rPr sz="1800" b="1" spc="-39" baseline="2415" dirty="0">
                <a:latin typeface="Times New Roman"/>
                <a:cs typeface="Times New Roman"/>
              </a:rPr>
              <a:t> </a:t>
            </a:r>
            <a:r>
              <a:rPr sz="1800" b="1" spc="4" baseline="2275" dirty="0">
                <a:latin typeface="Calibri"/>
                <a:cs typeface="Calibri"/>
              </a:rPr>
              <a:t>A</a:t>
            </a:r>
            <a:r>
              <a:rPr sz="1800" b="1" spc="-4" baseline="2275" dirty="0">
                <a:latin typeface="Calibri"/>
                <a:cs typeface="Calibri"/>
              </a:rPr>
              <a:t>R</a:t>
            </a:r>
            <a:r>
              <a:rPr sz="1800" b="1" spc="0" baseline="2275" dirty="0">
                <a:latin typeface="Calibri"/>
                <a:cs typeface="Calibri"/>
              </a:rPr>
              <a:t>P</a:t>
            </a:r>
            <a:r>
              <a:rPr sz="1800" b="1" spc="-39" baseline="2415" dirty="0">
                <a:latin typeface="Times New Roman"/>
                <a:cs typeface="Times New Roman"/>
              </a:rPr>
              <a:t> </a:t>
            </a:r>
            <a:r>
              <a:rPr sz="1800" b="1" spc="-25" baseline="2275" dirty="0">
                <a:latin typeface="Calibri"/>
                <a:cs typeface="Calibri"/>
              </a:rPr>
              <a:t>P</a:t>
            </a:r>
            <a:r>
              <a:rPr sz="1800" b="1" spc="-4" baseline="2275" dirty="0">
                <a:latin typeface="Calibri"/>
                <a:cs typeface="Calibri"/>
              </a:rPr>
              <a:t>a</a:t>
            </a:r>
            <a:r>
              <a:rPr sz="1800" b="1" spc="0" baseline="2275" dirty="0">
                <a:latin typeface="Calibri"/>
                <a:cs typeface="Calibri"/>
              </a:rPr>
              <a:t>c</a:t>
            </a:r>
            <a:r>
              <a:rPr sz="1800" b="1" spc="-34" baseline="2275" dirty="0">
                <a:latin typeface="Calibri"/>
                <a:cs typeface="Calibri"/>
              </a:rPr>
              <a:t>k</a:t>
            </a:r>
            <a:r>
              <a:rPr sz="1800" b="1" spc="-14" baseline="2275" dirty="0">
                <a:latin typeface="Calibri"/>
                <a:cs typeface="Calibri"/>
              </a:rPr>
              <a:t>e</a:t>
            </a:r>
            <a:r>
              <a:rPr sz="1800" b="1" spc="0" baseline="2275" dirty="0"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7429" y="4557393"/>
            <a:ext cx="229232" cy="1518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15"/>
              </a:lnSpc>
              <a:spcBef>
                <a:spcPts val="55"/>
              </a:spcBef>
            </a:pPr>
            <a:r>
              <a:rPr sz="1500" spc="0" baseline="2730" dirty="0">
                <a:latin typeface="Calibri"/>
                <a:cs typeface="Calibri"/>
              </a:rPr>
              <a:t>(M)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3236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75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36418" y="4093552"/>
            <a:ext cx="1643547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820">
              <a:lnSpc>
                <a:spcPct val="101725"/>
              </a:lnSpc>
              <a:spcBef>
                <a:spcPts val="355"/>
              </a:spcBef>
            </a:pPr>
            <a:r>
              <a:rPr sz="1200" spc="4" dirty="0">
                <a:latin typeface="Calibri"/>
                <a:cs typeface="Calibri"/>
              </a:rPr>
              <a:t>M</a:t>
            </a:r>
            <a:r>
              <a:rPr sz="1200" spc="-9" dirty="0">
                <a:latin typeface="Calibri"/>
                <a:cs typeface="Calibri"/>
              </a:rPr>
              <a:t>A</a:t>
            </a:r>
            <a:r>
              <a:rPr sz="1200" spc="-4" dirty="0">
                <a:latin typeface="Calibri"/>
                <a:cs typeface="Calibri"/>
              </a:rPr>
              <a:t>C</a:t>
            </a:r>
            <a:r>
              <a:rPr sz="1200" spc="0" dirty="0">
                <a:latin typeface="Calibri"/>
                <a:cs typeface="Calibri"/>
              </a:rPr>
              <a:t>:</a:t>
            </a:r>
            <a:r>
              <a:rPr sz="1200" spc="0" dirty="0">
                <a:latin typeface="Times New Roman"/>
                <a:cs typeface="Times New Roman"/>
              </a:rPr>
              <a:t>       </a:t>
            </a:r>
            <a:r>
              <a:rPr sz="1200" spc="139" dirty="0">
                <a:latin typeface="Times New Roman"/>
                <a:cs typeface="Times New Roman"/>
              </a:rPr>
              <a:t> </a:t>
            </a:r>
            <a:r>
              <a:rPr sz="1200" spc="4" dirty="0">
                <a:latin typeface="Calibri"/>
                <a:cs typeface="Calibri"/>
              </a:rPr>
              <a:t>M</a:t>
            </a:r>
            <a:r>
              <a:rPr sz="1200" spc="-9" dirty="0">
                <a:latin typeface="Calibri"/>
                <a:cs typeface="Calibri"/>
              </a:rPr>
              <a:t>A</a:t>
            </a:r>
            <a:r>
              <a:rPr sz="1200" spc="-4" dirty="0">
                <a:latin typeface="Calibri"/>
                <a:cs typeface="Calibri"/>
              </a:rPr>
              <a:t>C</a:t>
            </a:r>
            <a:r>
              <a:rPr sz="1200" spc="0" dirty="0">
                <a:latin typeface="Calibri"/>
                <a:cs typeface="Calibri"/>
              </a:rPr>
              <a:t>_M</a:t>
            </a:r>
            <a:endParaRPr sz="1200">
              <a:latin typeface="Calibri"/>
              <a:cs typeface="Calibri"/>
            </a:endParaRPr>
          </a:p>
          <a:p>
            <a:pPr marL="91820">
              <a:lnSpc>
                <a:spcPts val="1440"/>
              </a:lnSpc>
              <a:spcBef>
                <a:spcPts val="72"/>
              </a:spcBef>
            </a:pPr>
            <a:r>
              <a:rPr sz="1800" spc="0" baseline="2275" dirty="0">
                <a:latin typeface="Calibri"/>
                <a:cs typeface="Calibri"/>
              </a:rPr>
              <a:t>IP:</a:t>
            </a:r>
            <a:r>
              <a:rPr sz="1800" spc="0" baseline="2415" dirty="0">
                <a:latin typeface="Times New Roman"/>
                <a:cs typeface="Times New Roman"/>
              </a:rPr>
              <a:t>            </a:t>
            </a:r>
            <a:r>
              <a:rPr sz="1800" spc="64" baseline="2415" dirty="0">
                <a:latin typeface="Times New Roman"/>
                <a:cs typeface="Times New Roman"/>
              </a:rPr>
              <a:t> </a:t>
            </a:r>
            <a:r>
              <a:rPr sz="1800" spc="0" baseline="2275" dirty="0">
                <a:latin typeface="Calibri"/>
                <a:cs typeface="Calibri"/>
              </a:rPr>
              <a:t>IP_B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89111" y="3128391"/>
            <a:ext cx="1643597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707" marR="89007">
              <a:lnSpc>
                <a:spcPts val="1440"/>
              </a:lnSpc>
              <a:spcBef>
                <a:spcPts val="412"/>
              </a:spcBef>
            </a:pPr>
            <a:r>
              <a:rPr sz="1200" spc="0" dirty="0">
                <a:solidFill>
                  <a:srgbClr val="C00000"/>
                </a:solidFill>
                <a:latin typeface="Calibri"/>
                <a:cs typeface="Calibri"/>
              </a:rPr>
              <a:t>IP_B:</a:t>
            </a:r>
            <a:r>
              <a:rPr sz="1200" spc="0" dirty="0">
                <a:solidFill>
                  <a:srgbClr val="C00000"/>
                </a:solidFill>
                <a:latin typeface="Times New Roman"/>
                <a:cs typeface="Times New Roman"/>
              </a:rPr>
              <a:t>               </a:t>
            </a:r>
            <a:r>
              <a:rPr sz="1200" spc="2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00" spc="4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r>
              <a:rPr sz="1200" spc="-9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200" spc="-4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200" spc="0" dirty="0">
                <a:solidFill>
                  <a:srgbClr val="C00000"/>
                </a:solidFill>
                <a:latin typeface="Calibri"/>
                <a:cs typeface="Calibri"/>
              </a:rPr>
              <a:t>_M</a:t>
            </a:r>
            <a:r>
              <a:rPr sz="1200" spc="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latin typeface="Calibri"/>
                <a:cs typeface="Calibri"/>
              </a:rPr>
              <a:t>IP_G:</a:t>
            </a:r>
            <a:r>
              <a:rPr sz="1200" spc="0" dirty="0">
                <a:latin typeface="Times New Roman"/>
                <a:cs typeface="Times New Roman"/>
              </a:rPr>
              <a:t>              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4" dirty="0">
                <a:latin typeface="Calibri"/>
                <a:cs typeface="Calibri"/>
              </a:rPr>
              <a:t>M</a:t>
            </a:r>
            <a:r>
              <a:rPr sz="1200" spc="-9" dirty="0">
                <a:latin typeface="Calibri"/>
                <a:cs typeface="Calibri"/>
              </a:rPr>
              <a:t>A</a:t>
            </a:r>
            <a:r>
              <a:rPr sz="1200" spc="-4" dirty="0">
                <a:latin typeface="Calibri"/>
                <a:cs typeface="Calibri"/>
              </a:rPr>
              <a:t>C</a:t>
            </a:r>
            <a:r>
              <a:rPr sz="1200" spc="0" dirty="0">
                <a:latin typeface="Calibri"/>
                <a:cs typeface="Calibri"/>
              </a:rPr>
              <a:t>_G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-76200" y="1200911"/>
            <a:ext cx="1981200" cy="381000"/>
          </a:xfrm>
          <a:custGeom>
            <a:avLst/>
            <a:gdLst/>
            <a:ahLst/>
            <a:cxnLst/>
            <a:rect l="l" t="t" r="r" b="b"/>
            <a:pathLst>
              <a:path w="1981200" h="381000">
                <a:moveTo>
                  <a:pt x="1918754" y="380991"/>
                </a:moveTo>
                <a:lnTo>
                  <a:pt x="1957844" y="366691"/>
                </a:lnTo>
                <a:lnTo>
                  <a:pt x="1979554" y="331913"/>
                </a:lnTo>
                <a:lnTo>
                  <a:pt x="1981200" y="317500"/>
                </a:lnTo>
                <a:lnTo>
                  <a:pt x="1981191" y="62445"/>
                </a:lnTo>
                <a:lnTo>
                  <a:pt x="1966891" y="23355"/>
                </a:lnTo>
                <a:lnTo>
                  <a:pt x="1932113" y="1645"/>
                </a:lnTo>
                <a:lnTo>
                  <a:pt x="19177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19187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1276" y="359537"/>
            <a:ext cx="170913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5167" y="359537"/>
            <a:ext cx="112602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5673" y="359537"/>
            <a:ext cx="2711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31517" y="359537"/>
            <a:ext cx="138750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893" y="1283208"/>
            <a:ext cx="137987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ARP</a:t>
            </a:r>
            <a:r>
              <a:rPr sz="2700" spc="-54" baseline="3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3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5" y="2230120"/>
            <a:ext cx="4929707" cy="695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3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</a:t>
            </a:r>
            <a:r>
              <a:rPr sz="2400" spc="-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eaves 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24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400" spc="-1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ache</a:t>
            </a:r>
            <a:r>
              <a:rPr sz="2400" spc="-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vi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tims.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3548" y="2230120"/>
            <a:ext cx="286637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acker</a:t>
            </a:r>
            <a:r>
              <a:rPr sz="2400" spc="-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65" y="3473955"/>
            <a:ext cx="4943549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5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gratuitous</a:t>
            </a:r>
            <a:r>
              <a:rPr sz="2400" spc="-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400" spc="-1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0009" y="3473955"/>
            <a:ext cx="2874207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va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ues</a:t>
            </a:r>
            <a:r>
              <a:rPr sz="24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would</a:t>
            </a:r>
            <a:r>
              <a:rPr sz="2400" spc="4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839528"/>
            <a:ext cx="671759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cor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ect</a:t>
            </a:r>
            <a:r>
              <a:rPr sz="2400" spc="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values</a:t>
            </a:r>
            <a:r>
              <a:rPr sz="2400" spc="-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af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5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400" spc="4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iffi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  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om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leted.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76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-76200" y="1200911"/>
            <a:ext cx="1981200" cy="381000"/>
          </a:xfrm>
          <a:custGeom>
            <a:avLst/>
            <a:gdLst/>
            <a:ahLst/>
            <a:cxnLst/>
            <a:rect l="l" t="t" r="r" b="b"/>
            <a:pathLst>
              <a:path w="1981200" h="381000">
                <a:moveTo>
                  <a:pt x="1918754" y="380991"/>
                </a:moveTo>
                <a:lnTo>
                  <a:pt x="1957844" y="366691"/>
                </a:lnTo>
                <a:lnTo>
                  <a:pt x="1979554" y="331913"/>
                </a:lnTo>
                <a:lnTo>
                  <a:pt x="1981200" y="317500"/>
                </a:lnTo>
                <a:lnTo>
                  <a:pt x="1981191" y="62445"/>
                </a:lnTo>
                <a:lnTo>
                  <a:pt x="1966891" y="23355"/>
                </a:lnTo>
                <a:lnTo>
                  <a:pt x="1932113" y="1645"/>
                </a:lnTo>
                <a:lnTo>
                  <a:pt x="19177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19187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893" y="1283208"/>
            <a:ext cx="4713219" cy="10111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8192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ARP</a:t>
            </a:r>
            <a:r>
              <a:rPr sz="2700" spc="-54" baseline="3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3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  <a:p>
            <a:pPr marL="182472">
              <a:lnSpc>
                <a:spcPct val="95825"/>
              </a:lnSpc>
              <a:spcBef>
                <a:spcPts val="941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When</a:t>
            </a:r>
            <a:r>
              <a:rPr sz="2200" spc="2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ho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 </a:t>
            </a:r>
            <a:r>
              <a:rPr sz="2200" spc="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200" spc="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2200" spc="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nts</a:t>
            </a:r>
            <a:r>
              <a:rPr sz="2200" spc="-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200" spc="2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endParaRPr sz="2200">
              <a:latin typeface="Times New Roman"/>
              <a:cs typeface="Times New Roman"/>
            </a:endParaRPr>
          </a:p>
          <a:p>
            <a:pPr marL="182472" marR="48192">
              <a:lnSpc>
                <a:spcPts val="2380"/>
              </a:lnSpc>
              <a:spcBef>
                <a:spcPts val="119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-8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N,</a:t>
            </a:r>
            <a:r>
              <a:rPr sz="2200" spc="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200" spc="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uses</a:t>
            </a:r>
            <a:r>
              <a:rPr sz="2200" spc="-1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200" spc="4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def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ult</a:t>
            </a:r>
            <a:r>
              <a:rPr sz="22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gate</a:t>
            </a:r>
            <a:r>
              <a:rPr sz="2200" spc="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9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9838" y="1687779"/>
            <a:ext cx="3581036" cy="3045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ckets</a:t>
            </a:r>
            <a:r>
              <a:rPr sz="2200" spc="-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200" spc="2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sts</a:t>
            </a:r>
            <a:r>
              <a:rPr sz="2200" spc="1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out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200" spc="-2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65" y="2727403"/>
            <a:ext cx="7896017" cy="9082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200" spc="2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defa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lt</a:t>
            </a:r>
            <a:r>
              <a:rPr sz="2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tew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200" spc="-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2200" spc="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addre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mu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200" spc="-1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200" spc="3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us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200" spc="-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200" spc="2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forw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rd </a:t>
            </a:r>
            <a:r>
              <a:rPr sz="2200" spc="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200">
              <a:latin typeface="Times New Roman"/>
              <a:cs typeface="Times New Roman"/>
            </a:endParaRPr>
          </a:p>
          <a:p>
            <a:pPr marL="12700" marR="622353">
              <a:lnSpc>
                <a:spcPts val="2380"/>
              </a:lnSpc>
              <a:spcBef>
                <a:spcPts val="3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cket</a:t>
            </a:r>
            <a:r>
              <a:rPr sz="2200" spc="-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al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ng </a:t>
            </a:r>
            <a:r>
              <a:rPr sz="2200" spc="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ith</a:t>
            </a:r>
            <a:r>
              <a:rPr sz="2200" spc="1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200" spc="39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correct</a:t>
            </a:r>
            <a:r>
              <a:rPr sz="22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2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address</a:t>
            </a:r>
            <a:r>
              <a:rPr sz="2200" spc="4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configu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2200" spc="-1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the admi</a:t>
            </a:r>
            <a:r>
              <a:rPr sz="22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tr</a:t>
            </a:r>
            <a:r>
              <a:rPr sz="2200" spc="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tor</a:t>
            </a:r>
            <a:r>
              <a:rPr sz="2200" spc="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200" spc="1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iven</a:t>
            </a:r>
            <a:r>
              <a:rPr sz="2200" spc="2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200" spc="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DH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P.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4069370"/>
            <a:ext cx="7301895" cy="6060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200" spc="2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se </a:t>
            </a:r>
            <a:r>
              <a:rPr sz="2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200" spc="1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200" spc="-1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poi</a:t>
            </a:r>
            <a:r>
              <a:rPr sz="2200" spc="-1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200" spc="-1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ng</a:t>
            </a:r>
            <a:r>
              <a:rPr sz="2200" spc="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200" spc="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2200" spc="4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scenario</a:t>
            </a:r>
            <a:r>
              <a:rPr sz="2200" spc="-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leads</a:t>
            </a:r>
            <a:r>
              <a:rPr sz="2200" spc="-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200" spc="2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2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ITM</a:t>
            </a:r>
            <a:endParaRPr sz="2200">
              <a:latin typeface="Times New Roman"/>
              <a:cs typeface="Times New Roman"/>
            </a:endParaRPr>
          </a:p>
          <a:p>
            <a:pPr marL="12700" marR="41833">
              <a:lnSpc>
                <a:spcPts val="2375"/>
              </a:lnSpc>
              <a:spcBef>
                <a:spcPts val="3"/>
              </a:spcBef>
            </a:pP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om</a:t>
            </a:r>
            <a:r>
              <a:rPr sz="2200" spc="3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200" spc="3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200" spc="2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200" spc="-11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ote.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17086" y="4069370"/>
            <a:ext cx="841514" cy="304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20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2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200" spc="0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77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object 158"/>
          <p:cNvSpPr txBox="1"/>
          <p:nvPr/>
        </p:nvSpPr>
        <p:spPr>
          <a:xfrm>
            <a:off x="2310637" y="3814064"/>
            <a:ext cx="1079245" cy="29895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7723">
              <a:lnSpc>
                <a:spcPct val="101725"/>
              </a:lnSpc>
              <a:spcBef>
                <a:spcPts val="484"/>
              </a:spcBef>
            </a:pPr>
            <a:r>
              <a:rPr sz="1000" spc="0" dirty="0">
                <a:latin typeface="Calibri"/>
                <a:cs typeface="Calibri"/>
              </a:rPr>
              <a:t>IP_G</a:t>
            </a:r>
            <a:r>
              <a:rPr sz="1000" spc="0" dirty="0">
                <a:latin typeface="Times New Roman"/>
                <a:cs typeface="Times New Roman"/>
              </a:rPr>
              <a:t>     </a:t>
            </a:r>
            <a:r>
              <a:rPr sz="1000" spc="85" dirty="0">
                <a:latin typeface="Times New Roman"/>
                <a:cs typeface="Times New Roman"/>
              </a:rPr>
              <a:t> </a:t>
            </a:r>
            <a:r>
              <a:rPr sz="1000" spc="0" dirty="0">
                <a:solidFill>
                  <a:srgbClr val="C00000"/>
                </a:solidFill>
                <a:latin typeface="Calibri"/>
                <a:cs typeface="Calibri"/>
              </a:rPr>
              <a:t>MA</a:t>
            </a:r>
            <a:r>
              <a:rPr sz="1000" spc="-4" dirty="0">
                <a:solidFill>
                  <a:srgbClr val="C00000"/>
                </a:solidFill>
                <a:latin typeface="Calibri"/>
                <a:cs typeface="Calibri"/>
              </a:rPr>
              <a:t>C_</a:t>
            </a:r>
            <a:r>
              <a:rPr sz="1000" spc="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7" name="object 157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196084" y="2139695"/>
            <a:ext cx="3230880" cy="2584704"/>
          </a:xfrm>
          <a:custGeom>
            <a:avLst/>
            <a:gdLst/>
            <a:ahLst/>
            <a:cxnLst/>
            <a:rect l="l" t="t" r="r" b="b"/>
            <a:pathLst>
              <a:path w="3230880" h="2584704">
                <a:moveTo>
                  <a:pt x="0" y="2584704"/>
                </a:moveTo>
                <a:lnTo>
                  <a:pt x="3230880" y="2584704"/>
                </a:lnTo>
                <a:lnTo>
                  <a:pt x="3230880" y="0"/>
                </a:lnTo>
                <a:lnTo>
                  <a:pt x="0" y="0"/>
                </a:lnTo>
                <a:lnTo>
                  <a:pt x="0" y="2584704"/>
                </a:lnTo>
                <a:close/>
              </a:path>
            </a:pathLst>
          </a:custGeom>
          <a:ln w="12192">
            <a:solidFill>
              <a:srgbClr val="A5A5A5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892550" y="3964914"/>
            <a:ext cx="72720" cy="398443"/>
          </a:xfrm>
          <a:custGeom>
            <a:avLst/>
            <a:gdLst/>
            <a:ahLst/>
            <a:cxnLst/>
            <a:rect l="l" t="t" r="r" b="b"/>
            <a:pathLst>
              <a:path w="72720" h="398443">
                <a:moveTo>
                  <a:pt x="72720" y="398443"/>
                </a:moveTo>
                <a:lnTo>
                  <a:pt x="17221" y="0"/>
                </a:lnTo>
                <a:lnTo>
                  <a:pt x="0" y="1285"/>
                </a:lnTo>
                <a:lnTo>
                  <a:pt x="54864" y="388143"/>
                </a:lnTo>
                <a:lnTo>
                  <a:pt x="72720" y="3984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905948" y="3877374"/>
            <a:ext cx="557453" cy="4834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01973" y="3873245"/>
            <a:ext cx="565404" cy="491639"/>
          </a:xfrm>
          <a:custGeom>
            <a:avLst/>
            <a:gdLst/>
            <a:ahLst/>
            <a:cxnLst/>
            <a:rect l="l" t="t" r="r" b="b"/>
            <a:pathLst>
              <a:path w="565404" h="491639">
                <a:moveTo>
                  <a:pt x="560832" y="397144"/>
                </a:moveTo>
                <a:lnTo>
                  <a:pt x="506336" y="0"/>
                </a:lnTo>
                <a:lnTo>
                  <a:pt x="503999" y="7611"/>
                </a:lnTo>
                <a:lnTo>
                  <a:pt x="499922" y="4639"/>
                </a:lnTo>
                <a:lnTo>
                  <a:pt x="506336" y="0"/>
                </a:lnTo>
                <a:lnTo>
                  <a:pt x="0" y="90072"/>
                </a:lnTo>
                <a:lnTo>
                  <a:pt x="59715" y="491639"/>
                </a:lnTo>
                <a:lnTo>
                  <a:pt x="62064" y="484044"/>
                </a:lnTo>
                <a:lnTo>
                  <a:pt x="66116" y="487010"/>
                </a:lnTo>
                <a:lnTo>
                  <a:pt x="557961" y="401152"/>
                </a:lnTo>
                <a:lnTo>
                  <a:pt x="565404" y="403538"/>
                </a:lnTo>
                <a:lnTo>
                  <a:pt x="506336" y="0"/>
                </a:lnTo>
                <a:lnTo>
                  <a:pt x="560832" y="397144"/>
                </a:lnTo>
                <a:lnTo>
                  <a:pt x="557461" y="397731"/>
                </a:lnTo>
                <a:lnTo>
                  <a:pt x="65583" y="483430"/>
                </a:lnTo>
                <a:lnTo>
                  <a:pt x="7949" y="95842"/>
                </a:lnTo>
                <a:lnTo>
                  <a:pt x="4584" y="96441"/>
                </a:lnTo>
                <a:lnTo>
                  <a:pt x="7442" y="92433"/>
                </a:lnTo>
                <a:lnTo>
                  <a:pt x="7949" y="95842"/>
                </a:lnTo>
                <a:lnTo>
                  <a:pt x="500450" y="8242"/>
                </a:lnTo>
                <a:lnTo>
                  <a:pt x="557461" y="397731"/>
                </a:lnTo>
                <a:lnTo>
                  <a:pt x="560832" y="397144"/>
                </a:lnTo>
                <a:close/>
              </a:path>
              <a:path w="565404" h="491639">
                <a:moveTo>
                  <a:pt x="66116" y="487010"/>
                </a:moveTo>
                <a:lnTo>
                  <a:pt x="62064" y="484044"/>
                </a:lnTo>
                <a:lnTo>
                  <a:pt x="59715" y="491639"/>
                </a:lnTo>
                <a:lnTo>
                  <a:pt x="565404" y="403538"/>
                </a:lnTo>
                <a:lnTo>
                  <a:pt x="557961" y="401152"/>
                </a:lnTo>
                <a:lnTo>
                  <a:pt x="66116" y="487010"/>
                </a:lnTo>
                <a:close/>
              </a:path>
              <a:path w="565404" h="491639">
                <a:moveTo>
                  <a:pt x="7949" y="95842"/>
                </a:moveTo>
                <a:lnTo>
                  <a:pt x="7442" y="92433"/>
                </a:lnTo>
                <a:lnTo>
                  <a:pt x="4584" y="96441"/>
                </a:lnTo>
                <a:lnTo>
                  <a:pt x="7949" y="95842"/>
                </a:lnTo>
                <a:close/>
              </a:path>
              <a:path w="565404" h="491639">
                <a:moveTo>
                  <a:pt x="506336" y="0"/>
                </a:moveTo>
                <a:lnTo>
                  <a:pt x="499922" y="4639"/>
                </a:lnTo>
                <a:lnTo>
                  <a:pt x="503999" y="7611"/>
                </a:lnTo>
                <a:lnTo>
                  <a:pt x="50633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956977" y="3926293"/>
            <a:ext cx="456679" cy="388783"/>
          </a:xfrm>
          <a:custGeom>
            <a:avLst/>
            <a:gdLst/>
            <a:ahLst/>
            <a:cxnLst/>
            <a:rect l="l" t="t" r="r" b="b"/>
            <a:pathLst>
              <a:path w="456679" h="388783">
                <a:moveTo>
                  <a:pt x="456679" y="314116"/>
                </a:moveTo>
                <a:lnTo>
                  <a:pt x="412026" y="0"/>
                </a:lnTo>
                <a:lnTo>
                  <a:pt x="0" y="70802"/>
                </a:lnTo>
                <a:lnTo>
                  <a:pt x="46558" y="388783"/>
                </a:lnTo>
                <a:lnTo>
                  <a:pt x="456679" y="314116"/>
                </a:lnTo>
                <a:close/>
              </a:path>
            </a:pathLst>
          </a:custGeom>
          <a:solidFill>
            <a:srgbClr val="1B3D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07002" y="4365287"/>
            <a:ext cx="494944" cy="1113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965270" y="4273882"/>
            <a:ext cx="741781" cy="1763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966578" y="4270400"/>
            <a:ext cx="497433" cy="93865"/>
          </a:xfrm>
          <a:custGeom>
            <a:avLst/>
            <a:gdLst/>
            <a:ahLst/>
            <a:cxnLst/>
            <a:rect l="l" t="t" r="r" b="b"/>
            <a:pathLst>
              <a:path w="497433" h="93865">
                <a:moveTo>
                  <a:pt x="0" y="86894"/>
                </a:moveTo>
                <a:lnTo>
                  <a:pt x="1193" y="93865"/>
                </a:lnTo>
                <a:lnTo>
                  <a:pt x="497433" y="6969"/>
                </a:lnTo>
                <a:lnTo>
                  <a:pt x="496227" y="0"/>
                </a:lnTo>
                <a:lnTo>
                  <a:pt x="0" y="86894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036060" y="4355633"/>
            <a:ext cx="79730" cy="18667"/>
          </a:xfrm>
          <a:custGeom>
            <a:avLst/>
            <a:gdLst/>
            <a:ahLst/>
            <a:cxnLst/>
            <a:rect l="l" t="t" r="r" b="b"/>
            <a:pathLst>
              <a:path w="79730" h="18667">
                <a:moveTo>
                  <a:pt x="42735" y="0"/>
                </a:moveTo>
                <a:lnTo>
                  <a:pt x="0" y="4504"/>
                </a:lnTo>
                <a:lnTo>
                  <a:pt x="36995" y="18667"/>
                </a:lnTo>
                <a:lnTo>
                  <a:pt x="79730" y="13517"/>
                </a:lnTo>
                <a:lnTo>
                  <a:pt x="42735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02392" y="4344045"/>
            <a:ext cx="78460" cy="19312"/>
          </a:xfrm>
          <a:custGeom>
            <a:avLst/>
            <a:gdLst/>
            <a:ahLst/>
            <a:cxnLst/>
            <a:rect l="l" t="t" r="r" b="b"/>
            <a:pathLst>
              <a:path w="78460" h="19312">
                <a:moveTo>
                  <a:pt x="40830" y="0"/>
                </a:moveTo>
                <a:lnTo>
                  <a:pt x="0" y="7724"/>
                </a:lnTo>
                <a:lnTo>
                  <a:pt x="35725" y="19312"/>
                </a:lnTo>
                <a:lnTo>
                  <a:pt x="78460" y="13517"/>
                </a:lnTo>
                <a:lnTo>
                  <a:pt x="40830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66819" y="4332461"/>
            <a:ext cx="79082" cy="19952"/>
          </a:xfrm>
          <a:custGeom>
            <a:avLst/>
            <a:gdLst/>
            <a:ahLst/>
            <a:cxnLst/>
            <a:rect l="l" t="t" r="r" b="b"/>
            <a:pathLst>
              <a:path w="79082" h="19952">
                <a:moveTo>
                  <a:pt x="42735" y="0"/>
                </a:moveTo>
                <a:lnTo>
                  <a:pt x="0" y="7078"/>
                </a:lnTo>
                <a:lnTo>
                  <a:pt x="36995" y="19952"/>
                </a:lnTo>
                <a:lnTo>
                  <a:pt x="79082" y="12228"/>
                </a:lnTo>
                <a:lnTo>
                  <a:pt x="42735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31881" y="4322801"/>
            <a:ext cx="79717" cy="19958"/>
          </a:xfrm>
          <a:custGeom>
            <a:avLst/>
            <a:gdLst/>
            <a:ahLst/>
            <a:cxnLst/>
            <a:rect l="l" t="t" r="r" b="b"/>
            <a:pathLst>
              <a:path w="79717" h="19958">
                <a:moveTo>
                  <a:pt x="42735" y="0"/>
                </a:moveTo>
                <a:lnTo>
                  <a:pt x="0" y="5149"/>
                </a:lnTo>
                <a:lnTo>
                  <a:pt x="36995" y="19958"/>
                </a:lnTo>
                <a:lnTo>
                  <a:pt x="79717" y="10943"/>
                </a:lnTo>
                <a:lnTo>
                  <a:pt x="42735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95661" y="4310572"/>
            <a:ext cx="81648" cy="19312"/>
          </a:xfrm>
          <a:custGeom>
            <a:avLst/>
            <a:gdLst/>
            <a:ahLst/>
            <a:cxnLst/>
            <a:rect l="l" t="t" r="r" b="b"/>
            <a:pathLst>
              <a:path w="81648" h="19312">
                <a:moveTo>
                  <a:pt x="42735" y="0"/>
                </a:moveTo>
                <a:lnTo>
                  <a:pt x="0" y="5149"/>
                </a:lnTo>
                <a:lnTo>
                  <a:pt x="38265" y="19312"/>
                </a:lnTo>
                <a:lnTo>
                  <a:pt x="81648" y="13519"/>
                </a:lnTo>
                <a:lnTo>
                  <a:pt x="42735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61993" y="4298989"/>
            <a:ext cx="79082" cy="19952"/>
          </a:xfrm>
          <a:custGeom>
            <a:avLst/>
            <a:gdLst/>
            <a:ahLst/>
            <a:cxnLst/>
            <a:rect l="l" t="t" r="r" b="b"/>
            <a:pathLst>
              <a:path w="79082" h="19952">
                <a:moveTo>
                  <a:pt x="40817" y="0"/>
                </a:moveTo>
                <a:lnTo>
                  <a:pt x="0" y="8364"/>
                </a:lnTo>
                <a:lnTo>
                  <a:pt x="38265" y="19952"/>
                </a:lnTo>
                <a:lnTo>
                  <a:pt x="79082" y="14159"/>
                </a:lnTo>
                <a:lnTo>
                  <a:pt x="4081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427055" y="4288045"/>
            <a:ext cx="81000" cy="19952"/>
          </a:xfrm>
          <a:custGeom>
            <a:avLst/>
            <a:gdLst/>
            <a:ahLst/>
            <a:cxnLst/>
            <a:rect l="l" t="t" r="r" b="b"/>
            <a:pathLst>
              <a:path w="81000" h="19952">
                <a:moveTo>
                  <a:pt x="42100" y="0"/>
                </a:moveTo>
                <a:lnTo>
                  <a:pt x="0" y="7078"/>
                </a:lnTo>
                <a:lnTo>
                  <a:pt x="38265" y="19952"/>
                </a:lnTo>
                <a:lnTo>
                  <a:pt x="81000" y="12228"/>
                </a:lnTo>
                <a:lnTo>
                  <a:pt x="42100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090276" y="4374301"/>
            <a:ext cx="79095" cy="19952"/>
          </a:xfrm>
          <a:custGeom>
            <a:avLst/>
            <a:gdLst/>
            <a:ahLst/>
            <a:cxnLst/>
            <a:rect l="l" t="t" r="r" b="b"/>
            <a:pathLst>
              <a:path w="79095" h="19952">
                <a:moveTo>
                  <a:pt x="42100" y="0"/>
                </a:moveTo>
                <a:lnTo>
                  <a:pt x="0" y="5149"/>
                </a:lnTo>
                <a:lnTo>
                  <a:pt x="36360" y="19952"/>
                </a:lnTo>
                <a:lnTo>
                  <a:pt x="79095" y="12228"/>
                </a:lnTo>
                <a:lnTo>
                  <a:pt x="42100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086479" y="4373314"/>
            <a:ext cx="86791" cy="21936"/>
          </a:xfrm>
          <a:custGeom>
            <a:avLst/>
            <a:gdLst/>
            <a:ahLst/>
            <a:cxnLst/>
            <a:rect l="l" t="t" r="r" b="b"/>
            <a:pathLst>
              <a:path w="86791" h="21936">
                <a:moveTo>
                  <a:pt x="78979" y="12940"/>
                </a:moveTo>
                <a:lnTo>
                  <a:pt x="46012" y="1944"/>
                </a:lnTo>
                <a:lnTo>
                  <a:pt x="45605" y="1905"/>
                </a:lnTo>
                <a:lnTo>
                  <a:pt x="45986" y="0"/>
                </a:lnTo>
                <a:lnTo>
                  <a:pt x="0" y="5629"/>
                </a:lnTo>
                <a:lnTo>
                  <a:pt x="40055" y="21936"/>
                </a:lnTo>
                <a:lnTo>
                  <a:pt x="39979" y="19987"/>
                </a:lnTo>
                <a:lnTo>
                  <a:pt x="40513" y="20046"/>
                </a:lnTo>
                <a:lnTo>
                  <a:pt x="82588" y="14133"/>
                </a:lnTo>
                <a:lnTo>
                  <a:pt x="86791" y="13488"/>
                </a:lnTo>
                <a:lnTo>
                  <a:pt x="45986" y="0"/>
                </a:lnTo>
                <a:lnTo>
                  <a:pt x="82727" y="12263"/>
                </a:lnTo>
                <a:lnTo>
                  <a:pt x="78979" y="12940"/>
                </a:lnTo>
                <a:lnTo>
                  <a:pt x="40247" y="19938"/>
                </a:lnTo>
                <a:lnTo>
                  <a:pt x="7594" y="6645"/>
                </a:lnTo>
                <a:lnTo>
                  <a:pt x="3924" y="7094"/>
                </a:lnTo>
                <a:lnTo>
                  <a:pt x="4152" y="5243"/>
                </a:lnTo>
                <a:lnTo>
                  <a:pt x="7594" y="6645"/>
                </a:lnTo>
                <a:lnTo>
                  <a:pt x="45802" y="1970"/>
                </a:lnTo>
                <a:lnTo>
                  <a:pt x="78979" y="12940"/>
                </a:lnTo>
                <a:close/>
              </a:path>
              <a:path w="86791" h="21936">
                <a:moveTo>
                  <a:pt x="46012" y="1944"/>
                </a:moveTo>
                <a:lnTo>
                  <a:pt x="78979" y="12940"/>
                </a:lnTo>
                <a:lnTo>
                  <a:pt x="82727" y="12263"/>
                </a:lnTo>
                <a:lnTo>
                  <a:pt x="45986" y="0"/>
                </a:lnTo>
                <a:lnTo>
                  <a:pt x="45605" y="1905"/>
                </a:lnTo>
                <a:lnTo>
                  <a:pt x="46012" y="1944"/>
                </a:lnTo>
                <a:close/>
              </a:path>
              <a:path w="86791" h="21936">
                <a:moveTo>
                  <a:pt x="40055" y="21936"/>
                </a:moveTo>
                <a:lnTo>
                  <a:pt x="86791" y="13488"/>
                </a:lnTo>
                <a:lnTo>
                  <a:pt x="82588" y="14133"/>
                </a:lnTo>
                <a:lnTo>
                  <a:pt x="40513" y="20046"/>
                </a:lnTo>
                <a:lnTo>
                  <a:pt x="39979" y="19987"/>
                </a:lnTo>
                <a:lnTo>
                  <a:pt x="40055" y="21936"/>
                </a:lnTo>
                <a:close/>
              </a:path>
              <a:path w="86791" h="21936">
                <a:moveTo>
                  <a:pt x="7594" y="6645"/>
                </a:moveTo>
                <a:lnTo>
                  <a:pt x="4152" y="5243"/>
                </a:lnTo>
                <a:lnTo>
                  <a:pt x="3924" y="7094"/>
                </a:lnTo>
                <a:lnTo>
                  <a:pt x="7594" y="6645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156608" y="4363357"/>
            <a:ext cx="77177" cy="19952"/>
          </a:xfrm>
          <a:custGeom>
            <a:avLst/>
            <a:gdLst/>
            <a:ahLst/>
            <a:cxnLst/>
            <a:rect l="l" t="t" r="r" b="b"/>
            <a:pathLst>
              <a:path w="77177" h="19952">
                <a:moveTo>
                  <a:pt x="40830" y="0"/>
                </a:moveTo>
                <a:lnTo>
                  <a:pt x="0" y="5149"/>
                </a:lnTo>
                <a:lnTo>
                  <a:pt x="35090" y="19952"/>
                </a:lnTo>
                <a:lnTo>
                  <a:pt x="77177" y="14157"/>
                </a:lnTo>
                <a:lnTo>
                  <a:pt x="40830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152925" y="4362369"/>
            <a:ext cx="84670" cy="21937"/>
          </a:xfrm>
          <a:custGeom>
            <a:avLst/>
            <a:gdLst/>
            <a:ahLst/>
            <a:cxnLst/>
            <a:rect l="l" t="t" r="r" b="b"/>
            <a:pathLst>
              <a:path w="84670" h="21937">
                <a:moveTo>
                  <a:pt x="80733" y="14193"/>
                </a:moveTo>
                <a:lnTo>
                  <a:pt x="44627" y="0"/>
                </a:lnTo>
                <a:lnTo>
                  <a:pt x="44627" y="1950"/>
                </a:lnTo>
                <a:lnTo>
                  <a:pt x="44157" y="1885"/>
                </a:lnTo>
                <a:lnTo>
                  <a:pt x="44627" y="0"/>
                </a:lnTo>
                <a:lnTo>
                  <a:pt x="0" y="5631"/>
                </a:lnTo>
                <a:lnTo>
                  <a:pt x="38646" y="21937"/>
                </a:lnTo>
                <a:lnTo>
                  <a:pt x="38646" y="19988"/>
                </a:lnTo>
                <a:lnTo>
                  <a:pt x="39141" y="20048"/>
                </a:lnTo>
                <a:lnTo>
                  <a:pt x="80518" y="16048"/>
                </a:lnTo>
                <a:lnTo>
                  <a:pt x="84670" y="15593"/>
                </a:lnTo>
                <a:lnTo>
                  <a:pt x="44627" y="0"/>
                </a:lnTo>
                <a:lnTo>
                  <a:pt x="80733" y="14193"/>
                </a:lnTo>
                <a:lnTo>
                  <a:pt x="77054" y="14700"/>
                </a:lnTo>
                <a:lnTo>
                  <a:pt x="38912" y="19951"/>
                </a:lnTo>
                <a:lnTo>
                  <a:pt x="7381" y="6648"/>
                </a:lnTo>
                <a:lnTo>
                  <a:pt x="3810" y="7099"/>
                </a:lnTo>
                <a:lnTo>
                  <a:pt x="4051" y="5243"/>
                </a:lnTo>
                <a:lnTo>
                  <a:pt x="7381" y="6648"/>
                </a:lnTo>
                <a:lnTo>
                  <a:pt x="44398" y="1979"/>
                </a:lnTo>
                <a:lnTo>
                  <a:pt x="77054" y="14700"/>
                </a:lnTo>
                <a:lnTo>
                  <a:pt x="80733" y="14193"/>
                </a:lnTo>
                <a:close/>
              </a:path>
              <a:path w="84670" h="21937">
                <a:moveTo>
                  <a:pt x="38646" y="21937"/>
                </a:moveTo>
                <a:lnTo>
                  <a:pt x="84670" y="15593"/>
                </a:lnTo>
                <a:lnTo>
                  <a:pt x="80518" y="16048"/>
                </a:lnTo>
                <a:lnTo>
                  <a:pt x="39141" y="20048"/>
                </a:lnTo>
                <a:lnTo>
                  <a:pt x="38646" y="19988"/>
                </a:lnTo>
                <a:lnTo>
                  <a:pt x="38646" y="21937"/>
                </a:lnTo>
                <a:close/>
              </a:path>
              <a:path w="84670" h="21937">
                <a:moveTo>
                  <a:pt x="7381" y="6648"/>
                </a:moveTo>
                <a:lnTo>
                  <a:pt x="4051" y="5243"/>
                </a:lnTo>
                <a:lnTo>
                  <a:pt x="3810" y="7099"/>
                </a:lnTo>
                <a:lnTo>
                  <a:pt x="7381" y="6648"/>
                </a:lnTo>
                <a:close/>
              </a:path>
              <a:path w="84670" h="21937">
                <a:moveTo>
                  <a:pt x="44627" y="0"/>
                </a:moveTo>
                <a:lnTo>
                  <a:pt x="44157" y="1885"/>
                </a:lnTo>
                <a:lnTo>
                  <a:pt x="44627" y="1950"/>
                </a:lnTo>
                <a:lnTo>
                  <a:pt x="44627" y="0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1035" y="4352414"/>
            <a:ext cx="78447" cy="18022"/>
          </a:xfrm>
          <a:custGeom>
            <a:avLst/>
            <a:gdLst/>
            <a:ahLst/>
            <a:cxnLst/>
            <a:rect l="l" t="t" r="r" b="b"/>
            <a:pathLst>
              <a:path w="78447" h="18022">
                <a:moveTo>
                  <a:pt x="42735" y="0"/>
                </a:moveTo>
                <a:lnTo>
                  <a:pt x="0" y="6438"/>
                </a:lnTo>
                <a:lnTo>
                  <a:pt x="36995" y="18022"/>
                </a:lnTo>
                <a:lnTo>
                  <a:pt x="78447" y="12228"/>
                </a:lnTo>
                <a:lnTo>
                  <a:pt x="42735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16743" y="4351426"/>
            <a:ext cx="86880" cy="19997"/>
          </a:xfrm>
          <a:custGeom>
            <a:avLst/>
            <a:gdLst/>
            <a:ahLst/>
            <a:cxnLst/>
            <a:rect l="l" t="t" r="r" b="b"/>
            <a:pathLst>
              <a:path w="86880" h="19997">
                <a:moveTo>
                  <a:pt x="78609" y="12824"/>
                </a:moveTo>
                <a:lnTo>
                  <a:pt x="47167" y="1940"/>
                </a:lnTo>
                <a:lnTo>
                  <a:pt x="46710" y="1905"/>
                </a:lnTo>
                <a:lnTo>
                  <a:pt x="47104" y="0"/>
                </a:lnTo>
                <a:lnTo>
                  <a:pt x="0" y="7089"/>
                </a:lnTo>
                <a:lnTo>
                  <a:pt x="41211" y="19997"/>
                </a:lnTo>
                <a:lnTo>
                  <a:pt x="41160" y="18058"/>
                </a:lnTo>
                <a:lnTo>
                  <a:pt x="41567" y="18092"/>
                </a:lnTo>
                <a:lnTo>
                  <a:pt x="82435" y="14133"/>
                </a:lnTo>
                <a:lnTo>
                  <a:pt x="86880" y="13613"/>
                </a:lnTo>
                <a:lnTo>
                  <a:pt x="47104" y="0"/>
                </a:lnTo>
                <a:lnTo>
                  <a:pt x="82613" y="12264"/>
                </a:lnTo>
                <a:lnTo>
                  <a:pt x="78609" y="12824"/>
                </a:lnTo>
                <a:lnTo>
                  <a:pt x="41366" y="18029"/>
                </a:lnTo>
                <a:lnTo>
                  <a:pt x="8569" y="7756"/>
                </a:lnTo>
                <a:lnTo>
                  <a:pt x="4432" y="8379"/>
                </a:lnTo>
                <a:lnTo>
                  <a:pt x="4572" y="6503"/>
                </a:lnTo>
                <a:lnTo>
                  <a:pt x="8569" y="7756"/>
                </a:lnTo>
                <a:lnTo>
                  <a:pt x="46922" y="1977"/>
                </a:lnTo>
                <a:lnTo>
                  <a:pt x="78609" y="12824"/>
                </a:lnTo>
                <a:close/>
              </a:path>
              <a:path w="86880" h="19997">
                <a:moveTo>
                  <a:pt x="47167" y="1940"/>
                </a:moveTo>
                <a:lnTo>
                  <a:pt x="78609" y="12824"/>
                </a:lnTo>
                <a:lnTo>
                  <a:pt x="82613" y="12264"/>
                </a:lnTo>
                <a:lnTo>
                  <a:pt x="47104" y="0"/>
                </a:lnTo>
                <a:lnTo>
                  <a:pt x="46710" y="1905"/>
                </a:lnTo>
                <a:lnTo>
                  <a:pt x="47167" y="1940"/>
                </a:lnTo>
                <a:close/>
              </a:path>
              <a:path w="86880" h="19997">
                <a:moveTo>
                  <a:pt x="41211" y="19997"/>
                </a:moveTo>
                <a:lnTo>
                  <a:pt x="86880" y="13613"/>
                </a:lnTo>
                <a:lnTo>
                  <a:pt x="82435" y="14133"/>
                </a:lnTo>
                <a:lnTo>
                  <a:pt x="41567" y="18092"/>
                </a:lnTo>
                <a:lnTo>
                  <a:pt x="41160" y="18058"/>
                </a:lnTo>
                <a:lnTo>
                  <a:pt x="41211" y="19997"/>
                </a:lnTo>
                <a:close/>
              </a:path>
              <a:path w="86880" h="19997">
                <a:moveTo>
                  <a:pt x="8569" y="7756"/>
                </a:moveTo>
                <a:lnTo>
                  <a:pt x="4572" y="6503"/>
                </a:lnTo>
                <a:lnTo>
                  <a:pt x="4432" y="8379"/>
                </a:lnTo>
                <a:lnTo>
                  <a:pt x="8569" y="7756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286097" y="4339540"/>
            <a:ext cx="79717" cy="19952"/>
          </a:xfrm>
          <a:custGeom>
            <a:avLst/>
            <a:gdLst/>
            <a:ahLst/>
            <a:cxnLst/>
            <a:rect l="l" t="t" r="r" b="b"/>
            <a:pathLst>
              <a:path w="79717" h="19952">
                <a:moveTo>
                  <a:pt x="42722" y="0"/>
                </a:moveTo>
                <a:lnTo>
                  <a:pt x="0" y="8369"/>
                </a:lnTo>
                <a:lnTo>
                  <a:pt x="36982" y="19952"/>
                </a:lnTo>
                <a:lnTo>
                  <a:pt x="79717" y="14163"/>
                </a:lnTo>
                <a:lnTo>
                  <a:pt x="42722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349229" y="4329885"/>
            <a:ext cx="81648" cy="19952"/>
          </a:xfrm>
          <a:custGeom>
            <a:avLst/>
            <a:gdLst/>
            <a:ahLst/>
            <a:cxnLst/>
            <a:rect l="l" t="t" r="r" b="b"/>
            <a:pathLst>
              <a:path w="81648" h="19952">
                <a:moveTo>
                  <a:pt x="44018" y="0"/>
                </a:moveTo>
                <a:lnTo>
                  <a:pt x="0" y="5149"/>
                </a:lnTo>
                <a:lnTo>
                  <a:pt x="38277" y="19952"/>
                </a:lnTo>
                <a:lnTo>
                  <a:pt x="81648" y="12228"/>
                </a:lnTo>
                <a:lnTo>
                  <a:pt x="44018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16209" y="4318942"/>
            <a:ext cx="79095" cy="19307"/>
          </a:xfrm>
          <a:custGeom>
            <a:avLst/>
            <a:gdLst/>
            <a:ahLst/>
            <a:cxnLst/>
            <a:rect l="l" t="t" r="r" b="b"/>
            <a:pathLst>
              <a:path w="79095" h="19307">
                <a:moveTo>
                  <a:pt x="40817" y="0"/>
                </a:moveTo>
                <a:lnTo>
                  <a:pt x="0" y="5149"/>
                </a:lnTo>
                <a:lnTo>
                  <a:pt x="38265" y="19307"/>
                </a:lnTo>
                <a:lnTo>
                  <a:pt x="79095" y="13519"/>
                </a:lnTo>
                <a:lnTo>
                  <a:pt x="40817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80623" y="4307998"/>
            <a:ext cx="81648" cy="17378"/>
          </a:xfrm>
          <a:custGeom>
            <a:avLst/>
            <a:gdLst/>
            <a:ahLst/>
            <a:cxnLst/>
            <a:rect l="l" t="t" r="r" b="b"/>
            <a:pathLst>
              <a:path w="81648" h="17378">
                <a:moveTo>
                  <a:pt x="42735" y="0"/>
                </a:moveTo>
                <a:lnTo>
                  <a:pt x="0" y="6438"/>
                </a:lnTo>
                <a:lnTo>
                  <a:pt x="38277" y="17378"/>
                </a:lnTo>
                <a:lnTo>
                  <a:pt x="81648" y="11588"/>
                </a:lnTo>
                <a:lnTo>
                  <a:pt x="42735" y="0"/>
                </a:lnTo>
                <a:close/>
              </a:path>
            </a:pathLst>
          </a:custGeom>
          <a:solidFill>
            <a:srgbClr val="86969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270781" y="4345334"/>
            <a:ext cx="274269" cy="66942"/>
          </a:xfrm>
          <a:custGeom>
            <a:avLst/>
            <a:gdLst/>
            <a:ahLst/>
            <a:cxnLst/>
            <a:rect l="l" t="t" r="r" b="b"/>
            <a:pathLst>
              <a:path w="274269" h="66942">
                <a:moveTo>
                  <a:pt x="274269" y="33472"/>
                </a:moveTo>
                <a:lnTo>
                  <a:pt x="183057" y="0"/>
                </a:lnTo>
                <a:lnTo>
                  <a:pt x="0" y="31541"/>
                </a:lnTo>
                <a:lnTo>
                  <a:pt x="91846" y="66942"/>
                </a:lnTo>
                <a:lnTo>
                  <a:pt x="274269" y="33472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963987" y="4360782"/>
            <a:ext cx="246202" cy="117153"/>
          </a:xfrm>
          <a:custGeom>
            <a:avLst/>
            <a:gdLst/>
            <a:ahLst/>
            <a:cxnLst/>
            <a:rect l="l" t="t" r="r" b="b"/>
            <a:pathLst>
              <a:path w="246202" h="117153">
                <a:moveTo>
                  <a:pt x="0" y="26393"/>
                </a:moveTo>
                <a:lnTo>
                  <a:pt x="246202" y="117153"/>
                </a:lnTo>
                <a:lnTo>
                  <a:pt x="246202" y="88826"/>
                </a:lnTo>
                <a:lnTo>
                  <a:pt x="0" y="0"/>
                </a:lnTo>
                <a:lnTo>
                  <a:pt x="0" y="26393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884244" y="3869524"/>
            <a:ext cx="828865" cy="616045"/>
          </a:xfrm>
          <a:custGeom>
            <a:avLst/>
            <a:gdLst/>
            <a:ahLst/>
            <a:cxnLst/>
            <a:rect l="l" t="t" r="r" b="b"/>
            <a:pathLst>
              <a:path w="828865" h="616045">
                <a:moveTo>
                  <a:pt x="503885" y="16432"/>
                </a:moveTo>
                <a:lnTo>
                  <a:pt x="514489" y="8886"/>
                </a:lnTo>
                <a:lnTo>
                  <a:pt x="526901" y="762"/>
                </a:lnTo>
                <a:lnTo>
                  <a:pt x="516782" y="762"/>
                </a:lnTo>
                <a:lnTo>
                  <a:pt x="501738" y="1778"/>
                </a:lnTo>
                <a:lnTo>
                  <a:pt x="503110" y="16526"/>
                </a:lnTo>
                <a:lnTo>
                  <a:pt x="503885" y="16432"/>
                </a:lnTo>
                <a:close/>
              </a:path>
              <a:path w="828865" h="616045">
                <a:moveTo>
                  <a:pt x="72974" y="486957"/>
                </a:moveTo>
                <a:lnTo>
                  <a:pt x="68491" y="481187"/>
                </a:lnTo>
                <a:lnTo>
                  <a:pt x="59067" y="493292"/>
                </a:lnTo>
                <a:lnTo>
                  <a:pt x="72415" y="498797"/>
                </a:lnTo>
                <a:lnTo>
                  <a:pt x="76974" y="500678"/>
                </a:lnTo>
                <a:lnTo>
                  <a:pt x="72974" y="486957"/>
                </a:lnTo>
                <a:close/>
              </a:path>
              <a:path w="828865" h="616045">
                <a:moveTo>
                  <a:pt x="16604" y="102727"/>
                </a:moveTo>
                <a:lnTo>
                  <a:pt x="15557" y="95594"/>
                </a:lnTo>
                <a:lnTo>
                  <a:pt x="9575" y="103972"/>
                </a:lnTo>
                <a:lnTo>
                  <a:pt x="16604" y="102727"/>
                </a:lnTo>
                <a:close/>
              </a:path>
              <a:path w="828865" h="616045">
                <a:moveTo>
                  <a:pt x="522249" y="15236"/>
                </a:moveTo>
                <a:lnTo>
                  <a:pt x="515442" y="15695"/>
                </a:lnTo>
                <a:lnTo>
                  <a:pt x="569950" y="405215"/>
                </a:lnTo>
                <a:lnTo>
                  <a:pt x="522249" y="15236"/>
                </a:lnTo>
                <a:close/>
              </a:path>
              <a:path w="828865" h="616045">
                <a:moveTo>
                  <a:pt x="528172" y="762"/>
                </a:moveTo>
                <a:lnTo>
                  <a:pt x="579221" y="392938"/>
                </a:lnTo>
                <a:lnTo>
                  <a:pt x="583264" y="394489"/>
                </a:lnTo>
                <a:lnTo>
                  <a:pt x="528172" y="762"/>
                </a:lnTo>
                <a:close/>
              </a:path>
              <a:path w="828865" h="616045">
                <a:moveTo>
                  <a:pt x="323433" y="600773"/>
                </a:moveTo>
                <a:lnTo>
                  <a:pt x="87071" y="513115"/>
                </a:lnTo>
                <a:lnTo>
                  <a:pt x="321487" y="601117"/>
                </a:lnTo>
                <a:lnTo>
                  <a:pt x="323433" y="600773"/>
                </a:lnTo>
                <a:close/>
              </a:path>
              <a:path w="828865" h="616045">
                <a:moveTo>
                  <a:pt x="87071" y="518290"/>
                </a:moveTo>
                <a:lnTo>
                  <a:pt x="82283" y="511340"/>
                </a:lnTo>
                <a:lnTo>
                  <a:pt x="87071" y="513115"/>
                </a:lnTo>
                <a:lnTo>
                  <a:pt x="87071" y="488862"/>
                </a:lnTo>
                <a:lnTo>
                  <a:pt x="72362" y="482786"/>
                </a:lnTo>
                <a:lnTo>
                  <a:pt x="16604" y="102727"/>
                </a:lnTo>
                <a:lnTo>
                  <a:pt x="9575" y="103972"/>
                </a:lnTo>
                <a:lnTo>
                  <a:pt x="15557" y="95594"/>
                </a:lnTo>
                <a:lnTo>
                  <a:pt x="16604" y="102727"/>
                </a:lnTo>
                <a:lnTo>
                  <a:pt x="503504" y="16499"/>
                </a:lnTo>
                <a:lnTo>
                  <a:pt x="515442" y="15695"/>
                </a:lnTo>
                <a:lnTo>
                  <a:pt x="522249" y="15236"/>
                </a:lnTo>
                <a:lnTo>
                  <a:pt x="569950" y="405215"/>
                </a:lnTo>
                <a:lnTo>
                  <a:pt x="583869" y="398815"/>
                </a:lnTo>
                <a:lnTo>
                  <a:pt x="814197" y="493833"/>
                </a:lnTo>
                <a:lnTo>
                  <a:pt x="828865" y="488722"/>
                </a:lnTo>
                <a:lnTo>
                  <a:pt x="583264" y="394489"/>
                </a:lnTo>
                <a:lnTo>
                  <a:pt x="579221" y="392938"/>
                </a:lnTo>
                <a:lnTo>
                  <a:pt x="528165" y="762"/>
                </a:lnTo>
                <a:lnTo>
                  <a:pt x="526901" y="762"/>
                </a:lnTo>
                <a:lnTo>
                  <a:pt x="514489" y="8886"/>
                </a:lnTo>
                <a:lnTo>
                  <a:pt x="503885" y="16432"/>
                </a:lnTo>
                <a:lnTo>
                  <a:pt x="503110" y="16526"/>
                </a:lnTo>
                <a:lnTo>
                  <a:pt x="501738" y="1778"/>
                </a:lnTo>
                <a:lnTo>
                  <a:pt x="1295" y="90402"/>
                </a:lnTo>
                <a:lnTo>
                  <a:pt x="1295" y="99462"/>
                </a:lnTo>
                <a:lnTo>
                  <a:pt x="59067" y="493292"/>
                </a:lnTo>
                <a:lnTo>
                  <a:pt x="68491" y="481187"/>
                </a:lnTo>
                <a:lnTo>
                  <a:pt x="72974" y="486957"/>
                </a:lnTo>
                <a:lnTo>
                  <a:pt x="76974" y="500678"/>
                </a:lnTo>
                <a:lnTo>
                  <a:pt x="72415" y="498797"/>
                </a:lnTo>
                <a:lnTo>
                  <a:pt x="72415" y="523459"/>
                </a:lnTo>
                <a:lnTo>
                  <a:pt x="322072" y="616045"/>
                </a:lnTo>
                <a:lnTo>
                  <a:pt x="87071" y="518290"/>
                </a:lnTo>
                <a:close/>
              </a:path>
              <a:path w="828865" h="616045">
                <a:moveTo>
                  <a:pt x="828865" y="526446"/>
                </a:moveTo>
                <a:lnTo>
                  <a:pt x="325285" y="601460"/>
                </a:lnTo>
                <a:lnTo>
                  <a:pt x="814197" y="514000"/>
                </a:lnTo>
                <a:lnTo>
                  <a:pt x="323433" y="600773"/>
                </a:lnTo>
                <a:lnTo>
                  <a:pt x="321487" y="601117"/>
                </a:lnTo>
                <a:lnTo>
                  <a:pt x="87071" y="513115"/>
                </a:lnTo>
                <a:lnTo>
                  <a:pt x="82283" y="511340"/>
                </a:lnTo>
                <a:lnTo>
                  <a:pt x="87071" y="518290"/>
                </a:lnTo>
                <a:lnTo>
                  <a:pt x="322072" y="616045"/>
                </a:lnTo>
                <a:lnTo>
                  <a:pt x="828865" y="526446"/>
                </a:lnTo>
                <a:close/>
              </a:path>
              <a:path w="828865" h="616045">
                <a:moveTo>
                  <a:pt x="828865" y="526446"/>
                </a:moveTo>
                <a:lnTo>
                  <a:pt x="828865" y="488722"/>
                </a:lnTo>
                <a:lnTo>
                  <a:pt x="814197" y="493833"/>
                </a:lnTo>
                <a:lnTo>
                  <a:pt x="583869" y="398815"/>
                </a:lnTo>
                <a:lnTo>
                  <a:pt x="569950" y="405215"/>
                </a:lnTo>
                <a:lnTo>
                  <a:pt x="814196" y="498935"/>
                </a:lnTo>
                <a:lnTo>
                  <a:pt x="818921" y="500748"/>
                </a:lnTo>
                <a:lnTo>
                  <a:pt x="820267" y="512927"/>
                </a:lnTo>
                <a:lnTo>
                  <a:pt x="814197" y="520225"/>
                </a:lnTo>
                <a:lnTo>
                  <a:pt x="814197" y="514000"/>
                </a:lnTo>
                <a:lnTo>
                  <a:pt x="325285" y="601460"/>
                </a:lnTo>
                <a:lnTo>
                  <a:pt x="828865" y="526446"/>
                </a:lnTo>
                <a:close/>
              </a:path>
              <a:path w="828865" h="616045">
                <a:moveTo>
                  <a:pt x="820267" y="512927"/>
                </a:moveTo>
                <a:lnTo>
                  <a:pt x="818921" y="500748"/>
                </a:lnTo>
                <a:lnTo>
                  <a:pt x="814196" y="498935"/>
                </a:lnTo>
                <a:lnTo>
                  <a:pt x="814197" y="520225"/>
                </a:lnTo>
                <a:lnTo>
                  <a:pt x="820267" y="512927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958247" y="3936593"/>
            <a:ext cx="447116" cy="3771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957688" y="4511818"/>
            <a:ext cx="677265" cy="89773"/>
          </a:xfrm>
          <a:custGeom>
            <a:avLst/>
            <a:gdLst/>
            <a:ahLst/>
            <a:cxnLst/>
            <a:rect l="l" t="t" r="r" b="b"/>
            <a:pathLst>
              <a:path w="677265" h="89773">
                <a:moveTo>
                  <a:pt x="353733" y="60791"/>
                </a:moveTo>
                <a:lnTo>
                  <a:pt x="359206" y="65415"/>
                </a:lnTo>
                <a:lnTo>
                  <a:pt x="364680" y="70039"/>
                </a:lnTo>
                <a:lnTo>
                  <a:pt x="372554" y="72350"/>
                </a:lnTo>
                <a:lnTo>
                  <a:pt x="386842" y="72350"/>
                </a:lnTo>
                <a:lnTo>
                  <a:pt x="390474" y="72012"/>
                </a:lnTo>
                <a:lnTo>
                  <a:pt x="393763" y="71348"/>
                </a:lnTo>
                <a:lnTo>
                  <a:pt x="397052" y="70679"/>
                </a:lnTo>
                <a:lnTo>
                  <a:pt x="400545" y="69597"/>
                </a:lnTo>
                <a:lnTo>
                  <a:pt x="404266" y="68108"/>
                </a:lnTo>
                <a:lnTo>
                  <a:pt x="404266" y="54922"/>
                </a:lnTo>
                <a:lnTo>
                  <a:pt x="402424" y="54922"/>
                </a:lnTo>
                <a:lnTo>
                  <a:pt x="400545" y="56351"/>
                </a:lnTo>
                <a:lnTo>
                  <a:pt x="397979" y="57691"/>
                </a:lnTo>
                <a:lnTo>
                  <a:pt x="394728" y="58940"/>
                </a:lnTo>
                <a:lnTo>
                  <a:pt x="391477" y="60186"/>
                </a:lnTo>
                <a:lnTo>
                  <a:pt x="388112" y="60806"/>
                </a:lnTo>
                <a:lnTo>
                  <a:pt x="379145" y="60806"/>
                </a:lnTo>
                <a:lnTo>
                  <a:pt x="375005" y="59744"/>
                </a:lnTo>
                <a:lnTo>
                  <a:pt x="372198" y="57616"/>
                </a:lnTo>
                <a:lnTo>
                  <a:pt x="369379" y="55488"/>
                </a:lnTo>
                <a:lnTo>
                  <a:pt x="367842" y="52417"/>
                </a:lnTo>
                <a:lnTo>
                  <a:pt x="367614" y="48404"/>
                </a:lnTo>
                <a:lnTo>
                  <a:pt x="405218" y="48404"/>
                </a:lnTo>
                <a:lnTo>
                  <a:pt x="405218" y="34747"/>
                </a:lnTo>
                <a:lnTo>
                  <a:pt x="403110" y="28689"/>
                </a:lnTo>
                <a:lnTo>
                  <a:pt x="398907" y="24477"/>
                </a:lnTo>
                <a:lnTo>
                  <a:pt x="394728" y="20265"/>
                </a:lnTo>
                <a:lnTo>
                  <a:pt x="388442" y="18157"/>
                </a:lnTo>
                <a:lnTo>
                  <a:pt x="380111" y="18157"/>
                </a:lnTo>
                <a:lnTo>
                  <a:pt x="375615" y="28421"/>
                </a:lnTo>
                <a:lnTo>
                  <a:pt x="382193" y="28421"/>
                </a:lnTo>
                <a:lnTo>
                  <a:pt x="384708" y="29290"/>
                </a:lnTo>
                <a:lnTo>
                  <a:pt x="386321" y="31021"/>
                </a:lnTo>
                <a:lnTo>
                  <a:pt x="387934" y="32757"/>
                </a:lnTo>
                <a:lnTo>
                  <a:pt x="388772" y="35341"/>
                </a:lnTo>
                <a:lnTo>
                  <a:pt x="388874" y="38775"/>
                </a:lnTo>
                <a:lnTo>
                  <a:pt x="367563" y="38775"/>
                </a:lnTo>
                <a:lnTo>
                  <a:pt x="367804" y="35158"/>
                </a:lnTo>
                <a:lnTo>
                  <a:pt x="368935" y="32529"/>
                </a:lnTo>
                <a:lnTo>
                  <a:pt x="371081" y="18157"/>
                </a:lnTo>
                <a:lnTo>
                  <a:pt x="363956" y="20627"/>
                </a:lnTo>
                <a:lnTo>
                  <a:pt x="358775" y="25568"/>
                </a:lnTo>
                <a:lnTo>
                  <a:pt x="353580" y="30510"/>
                </a:lnTo>
                <a:lnTo>
                  <a:pt x="350977" y="37212"/>
                </a:lnTo>
                <a:lnTo>
                  <a:pt x="350977" y="54208"/>
                </a:lnTo>
                <a:lnTo>
                  <a:pt x="353733" y="60791"/>
                </a:lnTo>
                <a:close/>
              </a:path>
              <a:path w="677265" h="89773">
                <a:moveTo>
                  <a:pt x="447255" y="20082"/>
                </a:moveTo>
                <a:lnTo>
                  <a:pt x="444601" y="21099"/>
                </a:lnTo>
                <a:lnTo>
                  <a:pt x="441921" y="22120"/>
                </a:lnTo>
                <a:lnTo>
                  <a:pt x="438772" y="24179"/>
                </a:lnTo>
                <a:lnTo>
                  <a:pt x="435165" y="27280"/>
                </a:lnTo>
                <a:lnTo>
                  <a:pt x="435165" y="19765"/>
                </a:lnTo>
                <a:lnTo>
                  <a:pt x="418693" y="19765"/>
                </a:lnTo>
                <a:lnTo>
                  <a:pt x="418693" y="70981"/>
                </a:lnTo>
                <a:lnTo>
                  <a:pt x="435165" y="70981"/>
                </a:lnTo>
                <a:lnTo>
                  <a:pt x="435165" y="36676"/>
                </a:lnTo>
                <a:lnTo>
                  <a:pt x="437235" y="35947"/>
                </a:lnTo>
                <a:lnTo>
                  <a:pt x="439153" y="35431"/>
                </a:lnTo>
                <a:lnTo>
                  <a:pt x="440944" y="35128"/>
                </a:lnTo>
                <a:lnTo>
                  <a:pt x="442734" y="34825"/>
                </a:lnTo>
                <a:lnTo>
                  <a:pt x="444792" y="34672"/>
                </a:lnTo>
                <a:lnTo>
                  <a:pt x="448170" y="34672"/>
                </a:lnTo>
                <a:lnTo>
                  <a:pt x="449465" y="34731"/>
                </a:lnTo>
                <a:lnTo>
                  <a:pt x="451015" y="34856"/>
                </a:lnTo>
                <a:lnTo>
                  <a:pt x="452564" y="34974"/>
                </a:lnTo>
                <a:lnTo>
                  <a:pt x="453694" y="35158"/>
                </a:lnTo>
                <a:lnTo>
                  <a:pt x="454380" y="35401"/>
                </a:lnTo>
                <a:lnTo>
                  <a:pt x="455841" y="35401"/>
                </a:lnTo>
                <a:lnTo>
                  <a:pt x="455841" y="19765"/>
                </a:lnTo>
                <a:lnTo>
                  <a:pt x="455295" y="19700"/>
                </a:lnTo>
                <a:lnTo>
                  <a:pt x="454660" y="19655"/>
                </a:lnTo>
                <a:lnTo>
                  <a:pt x="453923" y="19625"/>
                </a:lnTo>
                <a:lnTo>
                  <a:pt x="453199" y="19596"/>
                </a:lnTo>
                <a:lnTo>
                  <a:pt x="452551" y="19580"/>
                </a:lnTo>
                <a:lnTo>
                  <a:pt x="449719" y="19580"/>
                </a:lnTo>
                <a:lnTo>
                  <a:pt x="447255" y="20082"/>
                </a:lnTo>
                <a:close/>
              </a:path>
              <a:path w="677265" h="89773">
                <a:moveTo>
                  <a:pt x="515505" y="39900"/>
                </a:moveTo>
                <a:lnTo>
                  <a:pt x="516064" y="35203"/>
                </a:lnTo>
                <a:lnTo>
                  <a:pt x="517207" y="30792"/>
                </a:lnTo>
                <a:lnTo>
                  <a:pt x="518363" y="26382"/>
                </a:lnTo>
                <a:lnTo>
                  <a:pt x="519836" y="22369"/>
                </a:lnTo>
                <a:lnTo>
                  <a:pt x="521665" y="18752"/>
                </a:lnTo>
                <a:lnTo>
                  <a:pt x="523582" y="14982"/>
                </a:lnTo>
                <a:lnTo>
                  <a:pt x="525665" y="11682"/>
                </a:lnTo>
                <a:lnTo>
                  <a:pt x="527900" y="8870"/>
                </a:lnTo>
                <a:lnTo>
                  <a:pt x="530123" y="6062"/>
                </a:lnTo>
                <a:lnTo>
                  <a:pt x="532485" y="3542"/>
                </a:lnTo>
                <a:lnTo>
                  <a:pt x="534936" y="1324"/>
                </a:lnTo>
                <a:lnTo>
                  <a:pt x="534936" y="0"/>
                </a:lnTo>
                <a:lnTo>
                  <a:pt x="517728" y="0"/>
                </a:lnTo>
                <a:lnTo>
                  <a:pt x="511898" y="6841"/>
                </a:lnTo>
                <a:lnTo>
                  <a:pt x="507568" y="13881"/>
                </a:lnTo>
                <a:lnTo>
                  <a:pt x="504748" y="21123"/>
                </a:lnTo>
                <a:lnTo>
                  <a:pt x="501942" y="28361"/>
                </a:lnTo>
                <a:lnTo>
                  <a:pt x="500519" y="36285"/>
                </a:lnTo>
                <a:lnTo>
                  <a:pt x="500519" y="53493"/>
                </a:lnTo>
                <a:lnTo>
                  <a:pt x="501942" y="61417"/>
                </a:lnTo>
                <a:lnTo>
                  <a:pt x="504748" y="68654"/>
                </a:lnTo>
                <a:lnTo>
                  <a:pt x="507568" y="75892"/>
                </a:lnTo>
                <a:lnTo>
                  <a:pt x="511898" y="82932"/>
                </a:lnTo>
                <a:lnTo>
                  <a:pt x="517728" y="89773"/>
                </a:lnTo>
                <a:lnTo>
                  <a:pt x="534936" y="89773"/>
                </a:lnTo>
                <a:lnTo>
                  <a:pt x="534936" y="88454"/>
                </a:lnTo>
                <a:lnTo>
                  <a:pt x="532511" y="86291"/>
                </a:lnTo>
                <a:lnTo>
                  <a:pt x="530148" y="83746"/>
                </a:lnTo>
                <a:lnTo>
                  <a:pt x="527850" y="80808"/>
                </a:lnTo>
                <a:lnTo>
                  <a:pt x="525564" y="77877"/>
                </a:lnTo>
                <a:lnTo>
                  <a:pt x="523494" y="74617"/>
                </a:lnTo>
                <a:lnTo>
                  <a:pt x="521665" y="71026"/>
                </a:lnTo>
                <a:lnTo>
                  <a:pt x="519785" y="67255"/>
                </a:lnTo>
                <a:lnTo>
                  <a:pt x="518287" y="63257"/>
                </a:lnTo>
                <a:lnTo>
                  <a:pt x="517169" y="59030"/>
                </a:lnTo>
                <a:lnTo>
                  <a:pt x="516051" y="54804"/>
                </a:lnTo>
                <a:lnTo>
                  <a:pt x="515505" y="50091"/>
                </a:lnTo>
                <a:lnTo>
                  <a:pt x="515505" y="39900"/>
                </a:lnTo>
                <a:close/>
              </a:path>
              <a:path w="677265" h="89773">
                <a:moveTo>
                  <a:pt x="552704" y="70981"/>
                </a:moveTo>
                <a:lnTo>
                  <a:pt x="569226" y="70981"/>
                </a:lnTo>
                <a:lnTo>
                  <a:pt x="569226" y="25504"/>
                </a:lnTo>
                <a:lnTo>
                  <a:pt x="581837" y="55017"/>
                </a:lnTo>
                <a:lnTo>
                  <a:pt x="593928" y="55017"/>
                </a:lnTo>
                <a:lnTo>
                  <a:pt x="606513" y="25504"/>
                </a:lnTo>
                <a:lnTo>
                  <a:pt x="606513" y="70981"/>
                </a:lnTo>
                <a:lnTo>
                  <a:pt x="623963" y="70981"/>
                </a:lnTo>
                <a:lnTo>
                  <a:pt x="623963" y="3051"/>
                </a:lnTo>
                <a:lnTo>
                  <a:pt x="603605" y="3051"/>
                </a:lnTo>
                <a:lnTo>
                  <a:pt x="588365" y="37133"/>
                </a:lnTo>
                <a:lnTo>
                  <a:pt x="573062" y="3051"/>
                </a:lnTo>
                <a:lnTo>
                  <a:pt x="552704" y="3051"/>
                </a:lnTo>
                <a:lnTo>
                  <a:pt x="552704" y="70981"/>
                </a:lnTo>
                <a:close/>
              </a:path>
              <a:path w="677265" h="89773">
                <a:moveTo>
                  <a:pt x="660082" y="89773"/>
                </a:moveTo>
                <a:lnTo>
                  <a:pt x="665911" y="82932"/>
                </a:lnTo>
                <a:lnTo>
                  <a:pt x="670242" y="75892"/>
                </a:lnTo>
                <a:lnTo>
                  <a:pt x="673049" y="68654"/>
                </a:lnTo>
                <a:lnTo>
                  <a:pt x="675868" y="61417"/>
                </a:lnTo>
                <a:lnTo>
                  <a:pt x="677265" y="53493"/>
                </a:lnTo>
                <a:lnTo>
                  <a:pt x="677265" y="36285"/>
                </a:lnTo>
                <a:lnTo>
                  <a:pt x="675868" y="28361"/>
                </a:lnTo>
                <a:lnTo>
                  <a:pt x="673049" y="21123"/>
                </a:lnTo>
                <a:lnTo>
                  <a:pt x="670242" y="13881"/>
                </a:lnTo>
                <a:lnTo>
                  <a:pt x="665911" y="6841"/>
                </a:lnTo>
                <a:lnTo>
                  <a:pt x="660082" y="0"/>
                </a:lnTo>
                <a:lnTo>
                  <a:pt x="642861" y="0"/>
                </a:lnTo>
                <a:lnTo>
                  <a:pt x="642861" y="1324"/>
                </a:lnTo>
                <a:lnTo>
                  <a:pt x="645325" y="3542"/>
                </a:lnTo>
                <a:lnTo>
                  <a:pt x="647674" y="6062"/>
                </a:lnTo>
                <a:lnTo>
                  <a:pt x="649909" y="8870"/>
                </a:lnTo>
                <a:lnTo>
                  <a:pt x="652145" y="11682"/>
                </a:lnTo>
                <a:lnTo>
                  <a:pt x="654227" y="14982"/>
                </a:lnTo>
                <a:lnTo>
                  <a:pt x="656145" y="18752"/>
                </a:lnTo>
                <a:lnTo>
                  <a:pt x="657974" y="22369"/>
                </a:lnTo>
                <a:lnTo>
                  <a:pt x="659447" y="26382"/>
                </a:lnTo>
                <a:lnTo>
                  <a:pt x="660603" y="30792"/>
                </a:lnTo>
                <a:lnTo>
                  <a:pt x="661746" y="35203"/>
                </a:lnTo>
                <a:lnTo>
                  <a:pt x="662305" y="39900"/>
                </a:lnTo>
                <a:lnTo>
                  <a:pt x="662305" y="50091"/>
                </a:lnTo>
                <a:lnTo>
                  <a:pt x="661758" y="54804"/>
                </a:lnTo>
                <a:lnTo>
                  <a:pt x="660641" y="59030"/>
                </a:lnTo>
                <a:lnTo>
                  <a:pt x="659523" y="63257"/>
                </a:lnTo>
                <a:lnTo>
                  <a:pt x="658025" y="67255"/>
                </a:lnTo>
                <a:lnTo>
                  <a:pt x="656145" y="71026"/>
                </a:lnTo>
                <a:lnTo>
                  <a:pt x="654342" y="74648"/>
                </a:lnTo>
                <a:lnTo>
                  <a:pt x="652297" y="77917"/>
                </a:lnTo>
                <a:lnTo>
                  <a:pt x="649986" y="80834"/>
                </a:lnTo>
                <a:lnTo>
                  <a:pt x="647661" y="83755"/>
                </a:lnTo>
                <a:lnTo>
                  <a:pt x="645299" y="86291"/>
                </a:lnTo>
                <a:lnTo>
                  <a:pt x="642861" y="88454"/>
                </a:lnTo>
                <a:lnTo>
                  <a:pt x="642861" y="89773"/>
                </a:lnTo>
                <a:lnTo>
                  <a:pt x="660082" y="89773"/>
                </a:lnTo>
                <a:close/>
              </a:path>
              <a:path w="677265" h="89773">
                <a:moveTo>
                  <a:pt x="230492" y="54060"/>
                </a:moveTo>
                <a:lnTo>
                  <a:pt x="231978" y="57433"/>
                </a:lnTo>
                <a:lnTo>
                  <a:pt x="233476" y="60806"/>
                </a:lnTo>
                <a:lnTo>
                  <a:pt x="235572" y="63609"/>
                </a:lnTo>
                <a:lnTo>
                  <a:pt x="238290" y="65826"/>
                </a:lnTo>
                <a:lnTo>
                  <a:pt x="241020" y="68049"/>
                </a:lnTo>
                <a:lnTo>
                  <a:pt x="244233" y="69686"/>
                </a:lnTo>
                <a:lnTo>
                  <a:pt x="247929" y="70752"/>
                </a:lnTo>
                <a:lnTo>
                  <a:pt x="251637" y="71819"/>
                </a:lnTo>
                <a:lnTo>
                  <a:pt x="255714" y="72350"/>
                </a:lnTo>
                <a:lnTo>
                  <a:pt x="263601" y="72350"/>
                </a:lnTo>
                <a:lnTo>
                  <a:pt x="266712" y="71993"/>
                </a:lnTo>
                <a:lnTo>
                  <a:pt x="269532" y="71278"/>
                </a:lnTo>
                <a:lnTo>
                  <a:pt x="272338" y="70565"/>
                </a:lnTo>
                <a:lnTo>
                  <a:pt x="275043" y="69597"/>
                </a:lnTo>
                <a:lnTo>
                  <a:pt x="277634" y="68381"/>
                </a:lnTo>
                <a:lnTo>
                  <a:pt x="277634" y="54377"/>
                </a:lnTo>
                <a:lnTo>
                  <a:pt x="275310" y="54377"/>
                </a:lnTo>
                <a:lnTo>
                  <a:pt x="274637" y="55017"/>
                </a:lnTo>
                <a:lnTo>
                  <a:pt x="273900" y="55666"/>
                </a:lnTo>
                <a:lnTo>
                  <a:pt x="273126" y="56337"/>
                </a:lnTo>
                <a:lnTo>
                  <a:pt x="272326" y="57006"/>
                </a:lnTo>
                <a:lnTo>
                  <a:pt x="271411" y="57646"/>
                </a:lnTo>
                <a:lnTo>
                  <a:pt x="270383" y="58256"/>
                </a:lnTo>
                <a:lnTo>
                  <a:pt x="269290" y="58891"/>
                </a:lnTo>
                <a:lnTo>
                  <a:pt x="267906" y="59447"/>
                </a:lnTo>
                <a:lnTo>
                  <a:pt x="266268" y="59918"/>
                </a:lnTo>
                <a:lnTo>
                  <a:pt x="264604" y="60389"/>
                </a:lnTo>
                <a:lnTo>
                  <a:pt x="262750" y="60628"/>
                </a:lnTo>
                <a:lnTo>
                  <a:pt x="256235" y="60628"/>
                </a:lnTo>
                <a:lnTo>
                  <a:pt x="252806" y="59348"/>
                </a:lnTo>
                <a:lnTo>
                  <a:pt x="250393" y="56793"/>
                </a:lnTo>
                <a:lnTo>
                  <a:pt x="247980" y="54237"/>
                </a:lnTo>
                <a:lnTo>
                  <a:pt x="246773" y="50502"/>
                </a:lnTo>
                <a:lnTo>
                  <a:pt x="246773" y="40798"/>
                </a:lnTo>
                <a:lnTo>
                  <a:pt x="247954" y="37019"/>
                </a:lnTo>
                <a:lnTo>
                  <a:pt x="250304" y="34235"/>
                </a:lnTo>
                <a:lnTo>
                  <a:pt x="252653" y="31457"/>
                </a:lnTo>
                <a:lnTo>
                  <a:pt x="256019" y="30063"/>
                </a:lnTo>
                <a:lnTo>
                  <a:pt x="262382" y="30063"/>
                </a:lnTo>
                <a:lnTo>
                  <a:pt x="264109" y="30286"/>
                </a:lnTo>
                <a:lnTo>
                  <a:pt x="265607" y="30728"/>
                </a:lnTo>
                <a:lnTo>
                  <a:pt x="267081" y="31164"/>
                </a:lnTo>
                <a:lnTo>
                  <a:pt x="268465" y="31720"/>
                </a:lnTo>
                <a:lnTo>
                  <a:pt x="269697" y="32390"/>
                </a:lnTo>
                <a:lnTo>
                  <a:pt x="271018" y="33089"/>
                </a:lnTo>
                <a:lnTo>
                  <a:pt x="272110" y="33803"/>
                </a:lnTo>
                <a:lnTo>
                  <a:pt x="272999" y="34533"/>
                </a:lnTo>
                <a:lnTo>
                  <a:pt x="273900" y="35262"/>
                </a:lnTo>
                <a:lnTo>
                  <a:pt x="274662" y="35902"/>
                </a:lnTo>
                <a:lnTo>
                  <a:pt x="275310" y="36447"/>
                </a:lnTo>
                <a:lnTo>
                  <a:pt x="277634" y="36447"/>
                </a:lnTo>
                <a:lnTo>
                  <a:pt x="277634" y="22448"/>
                </a:lnTo>
                <a:lnTo>
                  <a:pt x="275082" y="21228"/>
                </a:lnTo>
                <a:lnTo>
                  <a:pt x="272326" y="20241"/>
                </a:lnTo>
                <a:lnTo>
                  <a:pt x="269367" y="19486"/>
                </a:lnTo>
                <a:lnTo>
                  <a:pt x="266407" y="18722"/>
                </a:lnTo>
                <a:lnTo>
                  <a:pt x="263182" y="18341"/>
                </a:lnTo>
                <a:lnTo>
                  <a:pt x="255790" y="18341"/>
                </a:lnTo>
                <a:lnTo>
                  <a:pt x="252044" y="18846"/>
                </a:lnTo>
                <a:lnTo>
                  <a:pt x="248424" y="19838"/>
                </a:lnTo>
                <a:lnTo>
                  <a:pt x="244805" y="20850"/>
                </a:lnTo>
                <a:lnTo>
                  <a:pt x="241604" y="22428"/>
                </a:lnTo>
                <a:lnTo>
                  <a:pt x="238823" y="24592"/>
                </a:lnTo>
                <a:lnTo>
                  <a:pt x="235966" y="26869"/>
                </a:lnTo>
                <a:lnTo>
                  <a:pt x="233730" y="29745"/>
                </a:lnTo>
                <a:lnTo>
                  <a:pt x="232143" y="33209"/>
                </a:lnTo>
                <a:lnTo>
                  <a:pt x="230543" y="36676"/>
                </a:lnTo>
                <a:lnTo>
                  <a:pt x="229743" y="40798"/>
                </a:lnTo>
                <a:lnTo>
                  <a:pt x="229743" y="50105"/>
                </a:lnTo>
                <a:lnTo>
                  <a:pt x="230492" y="54060"/>
                </a:lnTo>
                <a:close/>
              </a:path>
              <a:path w="677265" h="89773">
                <a:moveTo>
                  <a:pt x="182041" y="53340"/>
                </a:moveTo>
                <a:lnTo>
                  <a:pt x="182486" y="52040"/>
                </a:lnTo>
                <a:lnTo>
                  <a:pt x="183337" y="51057"/>
                </a:lnTo>
                <a:lnTo>
                  <a:pt x="186296" y="38596"/>
                </a:lnTo>
                <a:lnTo>
                  <a:pt x="181787" y="39171"/>
                </a:lnTo>
                <a:lnTo>
                  <a:pt x="178003" y="40144"/>
                </a:lnTo>
                <a:lnTo>
                  <a:pt x="174967" y="41513"/>
                </a:lnTo>
                <a:lnTo>
                  <a:pt x="171894" y="42882"/>
                </a:lnTo>
                <a:lnTo>
                  <a:pt x="169519" y="44753"/>
                </a:lnTo>
                <a:lnTo>
                  <a:pt x="167843" y="47124"/>
                </a:lnTo>
                <a:lnTo>
                  <a:pt x="166179" y="49495"/>
                </a:lnTo>
                <a:lnTo>
                  <a:pt x="165341" y="52551"/>
                </a:lnTo>
                <a:lnTo>
                  <a:pt x="165341" y="60975"/>
                </a:lnTo>
                <a:lnTo>
                  <a:pt x="166992" y="64824"/>
                </a:lnTo>
                <a:lnTo>
                  <a:pt x="170268" y="67830"/>
                </a:lnTo>
                <a:lnTo>
                  <a:pt x="173558" y="70846"/>
                </a:lnTo>
                <a:lnTo>
                  <a:pt x="177622" y="72350"/>
                </a:lnTo>
                <a:lnTo>
                  <a:pt x="184569" y="72350"/>
                </a:lnTo>
                <a:lnTo>
                  <a:pt x="186474" y="72176"/>
                </a:lnTo>
                <a:lnTo>
                  <a:pt x="188201" y="71824"/>
                </a:lnTo>
                <a:lnTo>
                  <a:pt x="189941" y="71478"/>
                </a:lnTo>
                <a:lnTo>
                  <a:pt x="191604" y="70937"/>
                </a:lnTo>
                <a:lnTo>
                  <a:pt x="193230" y="70208"/>
                </a:lnTo>
                <a:lnTo>
                  <a:pt x="194398" y="69656"/>
                </a:lnTo>
                <a:lnTo>
                  <a:pt x="195618" y="68912"/>
                </a:lnTo>
                <a:lnTo>
                  <a:pt x="196926" y="67970"/>
                </a:lnTo>
                <a:lnTo>
                  <a:pt x="198234" y="67028"/>
                </a:lnTo>
                <a:lnTo>
                  <a:pt x="199326" y="66224"/>
                </a:lnTo>
                <a:lnTo>
                  <a:pt x="200215" y="65553"/>
                </a:lnTo>
                <a:lnTo>
                  <a:pt x="200215" y="70981"/>
                </a:lnTo>
                <a:lnTo>
                  <a:pt x="216509" y="70981"/>
                </a:lnTo>
                <a:lnTo>
                  <a:pt x="216509" y="29989"/>
                </a:lnTo>
                <a:lnTo>
                  <a:pt x="214426" y="25480"/>
                </a:lnTo>
                <a:lnTo>
                  <a:pt x="210273" y="22607"/>
                </a:lnTo>
                <a:lnTo>
                  <a:pt x="206133" y="19729"/>
                </a:lnTo>
                <a:lnTo>
                  <a:pt x="199377" y="18296"/>
                </a:lnTo>
                <a:lnTo>
                  <a:pt x="186105" y="18296"/>
                </a:lnTo>
                <a:lnTo>
                  <a:pt x="182194" y="18604"/>
                </a:lnTo>
                <a:lnTo>
                  <a:pt x="178282" y="19229"/>
                </a:lnTo>
                <a:lnTo>
                  <a:pt x="174371" y="19853"/>
                </a:lnTo>
                <a:lnTo>
                  <a:pt x="171538" y="20394"/>
                </a:lnTo>
                <a:lnTo>
                  <a:pt x="169811" y="20850"/>
                </a:lnTo>
                <a:lnTo>
                  <a:pt x="169811" y="33209"/>
                </a:lnTo>
                <a:lnTo>
                  <a:pt x="171310" y="33209"/>
                </a:lnTo>
                <a:lnTo>
                  <a:pt x="172656" y="32692"/>
                </a:lnTo>
                <a:lnTo>
                  <a:pt x="174866" y="31958"/>
                </a:lnTo>
                <a:lnTo>
                  <a:pt x="177927" y="31000"/>
                </a:lnTo>
                <a:lnTo>
                  <a:pt x="181000" y="30044"/>
                </a:lnTo>
                <a:lnTo>
                  <a:pt x="183908" y="29563"/>
                </a:lnTo>
                <a:lnTo>
                  <a:pt x="191109" y="29563"/>
                </a:lnTo>
                <a:lnTo>
                  <a:pt x="194513" y="30102"/>
                </a:lnTo>
                <a:lnTo>
                  <a:pt x="196837" y="31179"/>
                </a:lnTo>
                <a:lnTo>
                  <a:pt x="199148" y="32261"/>
                </a:lnTo>
                <a:lnTo>
                  <a:pt x="200304" y="34216"/>
                </a:lnTo>
                <a:lnTo>
                  <a:pt x="200304" y="37316"/>
                </a:lnTo>
                <a:lnTo>
                  <a:pt x="195465" y="37589"/>
                </a:lnTo>
                <a:lnTo>
                  <a:pt x="190804" y="38016"/>
                </a:lnTo>
                <a:lnTo>
                  <a:pt x="188442" y="48384"/>
                </a:lnTo>
                <a:lnTo>
                  <a:pt x="190423" y="48007"/>
                </a:lnTo>
                <a:lnTo>
                  <a:pt x="193001" y="47689"/>
                </a:lnTo>
                <a:lnTo>
                  <a:pt x="195580" y="47372"/>
                </a:lnTo>
                <a:lnTo>
                  <a:pt x="197980" y="47124"/>
                </a:lnTo>
                <a:lnTo>
                  <a:pt x="200215" y="46940"/>
                </a:lnTo>
                <a:lnTo>
                  <a:pt x="200215" y="57581"/>
                </a:lnTo>
                <a:lnTo>
                  <a:pt x="198932" y="58672"/>
                </a:lnTo>
                <a:lnTo>
                  <a:pt x="197446" y="59551"/>
                </a:lnTo>
                <a:lnTo>
                  <a:pt x="195770" y="60220"/>
                </a:lnTo>
                <a:lnTo>
                  <a:pt x="194068" y="60886"/>
                </a:lnTo>
                <a:lnTo>
                  <a:pt x="192405" y="61217"/>
                </a:lnTo>
                <a:lnTo>
                  <a:pt x="188696" y="61217"/>
                </a:lnTo>
                <a:lnTo>
                  <a:pt x="187185" y="61074"/>
                </a:lnTo>
                <a:lnTo>
                  <a:pt x="186207" y="60787"/>
                </a:lnTo>
                <a:lnTo>
                  <a:pt x="185216" y="60498"/>
                </a:lnTo>
                <a:lnTo>
                  <a:pt x="184378" y="60051"/>
                </a:lnTo>
                <a:lnTo>
                  <a:pt x="183692" y="59447"/>
                </a:lnTo>
                <a:lnTo>
                  <a:pt x="182956" y="58841"/>
                </a:lnTo>
                <a:lnTo>
                  <a:pt x="182499" y="58201"/>
                </a:lnTo>
                <a:lnTo>
                  <a:pt x="182321" y="57537"/>
                </a:lnTo>
                <a:lnTo>
                  <a:pt x="182130" y="56868"/>
                </a:lnTo>
                <a:lnTo>
                  <a:pt x="182041" y="56004"/>
                </a:lnTo>
                <a:lnTo>
                  <a:pt x="182041" y="53340"/>
                </a:lnTo>
                <a:close/>
              </a:path>
              <a:path w="677265" h="89773">
                <a:moveTo>
                  <a:pt x="26619" y="44797"/>
                </a:moveTo>
                <a:lnTo>
                  <a:pt x="47548" y="57249"/>
                </a:lnTo>
                <a:lnTo>
                  <a:pt x="52285" y="70981"/>
                </a:lnTo>
                <a:lnTo>
                  <a:pt x="70383" y="70981"/>
                </a:lnTo>
                <a:lnTo>
                  <a:pt x="45288" y="3051"/>
                </a:lnTo>
                <a:lnTo>
                  <a:pt x="25107" y="3051"/>
                </a:lnTo>
                <a:lnTo>
                  <a:pt x="0" y="70981"/>
                </a:lnTo>
                <a:lnTo>
                  <a:pt x="17665" y="70981"/>
                </a:lnTo>
                <a:lnTo>
                  <a:pt x="22402" y="57249"/>
                </a:lnTo>
                <a:lnTo>
                  <a:pt x="47548" y="57249"/>
                </a:lnTo>
                <a:lnTo>
                  <a:pt x="26619" y="44797"/>
                </a:lnTo>
                <a:lnTo>
                  <a:pt x="34975" y="20464"/>
                </a:lnTo>
                <a:lnTo>
                  <a:pt x="43345" y="44797"/>
                </a:lnTo>
                <a:lnTo>
                  <a:pt x="26619" y="44797"/>
                </a:lnTo>
                <a:close/>
              </a:path>
              <a:path w="677265" h="89773">
                <a:moveTo>
                  <a:pt x="94945" y="71983"/>
                </a:moveTo>
                <a:lnTo>
                  <a:pt x="104203" y="71983"/>
                </a:lnTo>
                <a:lnTo>
                  <a:pt x="106616" y="71854"/>
                </a:lnTo>
                <a:lnTo>
                  <a:pt x="108597" y="71596"/>
                </a:lnTo>
                <a:lnTo>
                  <a:pt x="110578" y="71343"/>
                </a:lnTo>
                <a:lnTo>
                  <a:pt x="112458" y="70986"/>
                </a:lnTo>
                <a:lnTo>
                  <a:pt x="114211" y="70529"/>
                </a:lnTo>
                <a:lnTo>
                  <a:pt x="114211" y="59303"/>
                </a:lnTo>
                <a:lnTo>
                  <a:pt x="112852" y="59303"/>
                </a:lnTo>
                <a:lnTo>
                  <a:pt x="112293" y="59611"/>
                </a:lnTo>
                <a:lnTo>
                  <a:pt x="111340" y="59942"/>
                </a:lnTo>
                <a:lnTo>
                  <a:pt x="109969" y="60311"/>
                </a:lnTo>
                <a:lnTo>
                  <a:pt x="108572" y="60672"/>
                </a:lnTo>
                <a:lnTo>
                  <a:pt x="107454" y="60855"/>
                </a:lnTo>
                <a:lnTo>
                  <a:pt x="104546" y="60855"/>
                </a:lnTo>
                <a:lnTo>
                  <a:pt x="102984" y="60543"/>
                </a:lnTo>
                <a:lnTo>
                  <a:pt x="101904" y="59918"/>
                </a:lnTo>
                <a:lnTo>
                  <a:pt x="100825" y="59293"/>
                </a:lnTo>
                <a:lnTo>
                  <a:pt x="100076" y="58450"/>
                </a:lnTo>
                <a:lnTo>
                  <a:pt x="99644" y="57383"/>
                </a:lnTo>
                <a:lnTo>
                  <a:pt x="99187" y="56316"/>
                </a:lnTo>
                <a:lnTo>
                  <a:pt x="98958" y="55111"/>
                </a:lnTo>
                <a:lnTo>
                  <a:pt x="98920" y="53771"/>
                </a:lnTo>
                <a:lnTo>
                  <a:pt x="98894" y="52431"/>
                </a:lnTo>
                <a:lnTo>
                  <a:pt x="98882" y="30887"/>
                </a:lnTo>
                <a:lnTo>
                  <a:pt x="114211" y="30887"/>
                </a:lnTo>
                <a:lnTo>
                  <a:pt x="114211" y="19765"/>
                </a:lnTo>
                <a:lnTo>
                  <a:pt x="98882" y="19765"/>
                </a:lnTo>
                <a:lnTo>
                  <a:pt x="98882" y="5115"/>
                </a:lnTo>
                <a:lnTo>
                  <a:pt x="82384" y="5115"/>
                </a:lnTo>
                <a:lnTo>
                  <a:pt x="82384" y="19765"/>
                </a:lnTo>
                <a:lnTo>
                  <a:pt x="75628" y="19765"/>
                </a:lnTo>
                <a:lnTo>
                  <a:pt x="75628" y="30887"/>
                </a:lnTo>
                <a:lnTo>
                  <a:pt x="82384" y="30887"/>
                </a:lnTo>
                <a:lnTo>
                  <a:pt x="82384" y="61099"/>
                </a:lnTo>
                <a:lnTo>
                  <a:pt x="83947" y="65524"/>
                </a:lnTo>
                <a:lnTo>
                  <a:pt x="87083" y="68108"/>
                </a:lnTo>
                <a:lnTo>
                  <a:pt x="90195" y="70693"/>
                </a:lnTo>
                <a:lnTo>
                  <a:pt x="94945" y="71983"/>
                </a:lnTo>
                <a:close/>
              </a:path>
              <a:path w="677265" h="89773">
                <a:moveTo>
                  <a:pt x="142760" y="52431"/>
                </a:moveTo>
                <a:lnTo>
                  <a:pt x="142748" y="30887"/>
                </a:lnTo>
                <a:lnTo>
                  <a:pt x="158076" y="30887"/>
                </a:lnTo>
                <a:lnTo>
                  <a:pt x="158076" y="19765"/>
                </a:lnTo>
                <a:lnTo>
                  <a:pt x="142748" y="19765"/>
                </a:lnTo>
                <a:lnTo>
                  <a:pt x="142748" y="5115"/>
                </a:lnTo>
                <a:lnTo>
                  <a:pt x="126263" y="5115"/>
                </a:lnTo>
                <a:lnTo>
                  <a:pt x="126263" y="19765"/>
                </a:lnTo>
                <a:lnTo>
                  <a:pt x="119507" y="19765"/>
                </a:lnTo>
                <a:lnTo>
                  <a:pt x="119507" y="30887"/>
                </a:lnTo>
                <a:lnTo>
                  <a:pt x="126263" y="30887"/>
                </a:lnTo>
                <a:lnTo>
                  <a:pt x="126263" y="61099"/>
                </a:lnTo>
                <a:lnTo>
                  <a:pt x="127825" y="65524"/>
                </a:lnTo>
                <a:lnTo>
                  <a:pt x="130949" y="68108"/>
                </a:lnTo>
                <a:lnTo>
                  <a:pt x="134073" y="70693"/>
                </a:lnTo>
                <a:lnTo>
                  <a:pt x="138823" y="71983"/>
                </a:lnTo>
                <a:lnTo>
                  <a:pt x="148069" y="71983"/>
                </a:lnTo>
                <a:lnTo>
                  <a:pt x="150482" y="71854"/>
                </a:lnTo>
                <a:lnTo>
                  <a:pt x="152463" y="71596"/>
                </a:lnTo>
                <a:lnTo>
                  <a:pt x="154432" y="71343"/>
                </a:lnTo>
                <a:lnTo>
                  <a:pt x="156324" y="70986"/>
                </a:lnTo>
                <a:lnTo>
                  <a:pt x="158076" y="70529"/>
                </a:lnTo>
                <a:lnTo>
                  <a:pt x="158076" y="59303"/>
                </a:lnTo>
                <a:lnTo>
                  <a:pt x="156718" y="59303"/>
                </a:lnTo>
                <a:lnTo>
                  <a:pt x="156171" y="59611"/>
                </a:lnTo>
                <a:lnTo>
                  <a:pt x="155206" y="59942"/>
                </a:lnTo>
                <a:lnTo>
                  <a:pt x="153822" y="60311"/>
                </a:lnTo>
                <a:lnTo>
                  <a:pt x="152438" y="60672"/>
                </a:lnTo>
                <a:lnTo>
                  <a:pt x="151320" y="60855"/>
                </a:lnTo>
                <a:lnTo>
                  <a:pt x="148424" y="60855"/>
                </a:lnTo>
                <a:lnTo>
                  <a:pt x="146837" y="60543"/>
                </a:lnTo>
                <a:lnTo>
                  <a:pt x="145770" y="59918"/>
                </a:lnTo>
                <a:lnTo>
                  <a:pt x="144691" y="59293"/>
                </a:lnTo>
                <a:lnTo>
                  <a:pt x="143941" y="58450"/>
                </a:lnTo>
                <a:lnTo>
                  <a:pt x="143510" y="57383"/>
                </a:lnTo>
                <a:lnTo>
                  <a:pt x="143065" y="56316"/>
                </a:lnTo>
                <a:lnTo>
                  <a:pt x="142824" y="55111"/>
                </a:lnTo>
                <a:lnTo>
                  <a:pt x="142798" y="53771"/>
                </a:lnTo>
                <a:lnTo>
                  <a:pt x="142760" y="52431"/>
                </a:lnTo>
                <a:close/>
              </a:path>
              <a:path w="677265" h="89773">
                <a:moveTo>
                  <a:pt x="184213" y="50071"/>
                </a:moveTo>
                <a:lnTo>
                  <a:pt x="185470" y="49321"/>
                </a:lnTo>
                <a:lnTo>
                  <a:pt x="187121" y="48806"/>
                </a:lnTo>
                <a:lnTo>
                  <a:pt x="188442" y="48384"/>
                </a:lnTo>
                <a:lnTo>
                  <a:pt x="190804" y="38016"/>
                </a:lnTo>
                <a:lnTo>
                  <a:pt x="186296" y="38596"/>
                </a:lnTo>
                <a:lnTo>
                  <a:pt x="183337" y="51057"/>
                </a:lnTo>
                <a:lnTo>
                  <a:pt x="184213" y="50071"/>
                </a:lnTo>
                <a:close/>
              </a:path>
              <a:path w="677265" h="89773">
                <a:moveTo>
                  <a:pt x="344551" y="70981"/>
                </a:moveTo>
                <a:lnTo>
                  <a:pt x="324815" y="41831"/>
                </a:lnTo>
                <a:lnTo>
                  <a:pt x="343230" y="19765"/>
                </a:lnTo>
                <a:lnTo>
                  <a:pt x="324269" y="19765"/>
                </a:lnTo>
                <a:lnTo>
                  <a:pt x="306628" y="42341"/>
                </a:lnTo>
                <a:lnTo>
                  <a:pt x="306628" y="0"/>
                </a:lnTo>
                <a:lnTo>
                  <a:pt x="290131" y="0"/>
                </a:lnTo>
                <a:lnTo>
                  <a:pt x="290131" y="70981"/>
                </a:lnTo>
                <a:lnTo>
                  <a:pt x="306628" y="70981"/>
                </a:lnTo>
                <a:lnTo>
                  <a:pt x="306628" y="54169"/>
                </a:lnTo>
                <a:lnTo>
                  <a:pt x="311061" y="48707"/>
                </a:lnTo>
                <a:lnTo>
                  <a:pt x="325424" y="70981"/>
                </a:lnTo>
                <a:lnTo>
                  <a:pt x="344551" y="70981"/>
                </a:lnTo>
                <a:close/>
              </a:path>
              <a:path w="677265" h="89773">
                <a:moveTo>
                  <a:pt x="368935" y="32529"/>
                </a:moveTo>
                <a:lnTo>
                  <a:pt x="370992" y="30887"/>
                </a:lnTo>
                <a:lnTo>
                  <a:pt x="373024" y="29245"/>
                </a:lnTo>
                <a:lnTo>
                  <a:pt x="375615" y="28421"/>
                </a:lnTo>
                <a:lnTo>
                  <a:pt x="380111" y="18157"/>
                </a:lnTo>
                <a:lnTo>
                  <a:pt x="371081" y="18157"/>
                </a:lnTo>
                <a:lnTo>
                  <a:pt x="368935" y="32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061995" y="2957192"/>
            <a:ext cx="153795" cy="54126"/>
          </a:xfrm>
          <a:custGeom>
            <a:avLst/>
            <a:gdLst/>
            <a:ahLst/>
            <a:cxnLst/>
            <a:rect l="l" t="t" r="r" b="b"/>
            <a:pathLst>
              <a:path w="153795" h="54126">
                <a:moveTo>
                  <a:pt x="0" y="54126"/>
                </a:moveTo>
                <a:lnTo>
                  <a:pt x="153795" y="26541"/>
                </a:lnTo>
                <a:lnTo>
                  <a:pt x="153795" y="0"/>
                </a:lnTo>
                <a:lnTo>
                  <a:pt x="0" y="27063"/>
                </a:lnTo>
                <a:lnTo>
                  <a:pt x="0" y="54126"/>
                </a:lnTo>
                <a:close/>
              </a:path>
            </a:pathLst>
          </a:custGeom>
          <a:ln w="520">
            <a:solidFill>
              <a:srgbClr val="BEBE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065119" y="2958236"/>
            <a:ext cx="147548" cy="40601"/>
          </a:xfrm>
          <a:custGeom>
            <a:avLst/>
            <a:gdLst/>
            <a:ahLst/>
            <a:cxnLst/>
            <a:rect l="l" t="t" r="r" b="b"/>
            <a:pathLst>
              <a:path w="147548" h="40601">
                <a:moveTo>
                  <a:pt x="0" y="40601"/>
                </a:moveTo>
                <a:lnTo>
                  <a:pt x="147548" y="13538"/>
                </a:lnTo>
                <a:lnTo>
                  <a:pt x="147548" y="0"/>
                </a:lnTo>
                <a:lnTo>
                  <a:pt x="0" y="26022"/>
                </a:lnTo>
                <a:lnTo>
                  <a:pt x="0" y="40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061995" y="2981134"/>
            <a:ext cx="153784" cy="30187"/>
          </a:xfrm>
          <a:custGeom>
            <a:avLst/>
            <a:gdLst/>
            <a:ahLst/>
            <a:cxnLst/>
            <a:rect l="l" t="t" r="r" b="b"/>
            <a:pathLst>
              <a:path w="153784" h="30187">
                <a:moveTo>
                  <a:pt x="0" y="30187"/>
                </a:moveTo>
                <a:lnTo>
                  <a:pt x="153784" y="2082"/>
                </a:lnTo>
                <a:lnTo>
                  <a:pt x="150672" y="0"/>
                </a:lnTo>
                <a:lnTo>
                  <a:pt x="0" y="27063"/>
                </a:lnTo>
                <a:lnTo>
                  <a:pt x="0" y="301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056805" y="3026941"/>
            <a:ext cx="165214" cy="29147"/>
          </a:xfrm>
          <a:custGeom>
            <a:avLst/>
            <a:gdLst/>
            <a:ahLst/>
            <a:cxnLst/>
            <a:rect l="l" t="t" r="r" b="b"/>
            <a:pathLst>
              <a:path w="165214" h="29147">
                <a:moveTo>
                  <a:pt x="0" y="29147"/>
                </a:moveTo>
                <a:lnTo>
                  <a:pt x="165214" y="0"/>
                </a:lnTo>
              </a:path>
            </a:pathLst>
          </a:custGeom>
          <a:ln w="5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056805" y="2909307"/>
            <a:ext cx="165214" cy="29147"/>
          </a:xfrm>
          <a:custGeom>
            <a:avLst/>
            <a:gdLst/>
            <a:ahLst/>
            <a:cxnLst/>
            <a:rect l="l" t="t" r="r" b="b"/>
            <a:pathLst>
              <a:path w="165214" h="29147">
                <a:moveTo>
                  <a:pt x="0" y="29147"/>
                </a:moveTo>
                <a:lnTo>
                  <a:pt x="165214" y="0"/>
                </a:lnTo>
              </a:path>
            </a:pathLst>
          </a:custGeom>
          <a:ln w="52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059926" y="2937413"/>
            <a:ext cx="0" cy="118676"/>
          </a:xfrm>
          <a:custGeom>
            <a:avLst/>
            <a:gdLst/>
            <a:ahLst/>
            <a:cxnLst/>
            <a:rect l="l" t="t" r="r" b="b"/>
            <a:pathLst>
              <a:path h="118676">
                <a:moveTo>
                  <a:pt x="0" y="0"/>
                </a:moveTo>
                <a:lnTo>
                  <a:pt x="0" y="118676"/>
                </a:lnTo>
              </a:path>
            </a:pathLst>
          </a:custGeom>
          <a:ln w="51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823007" y="2739618"/>
            <a:ext cx="411480" cy="6412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821711" y="2738323"/>
            <a:ext cx="417271" cy="644436"/>
          </a:xfrm>
          <a:custGeom>
            <a:avLst/>
            <a:gdLst/>
            <a:ahLst/>
            <a:cxnLst/>
            <a:rect l="l" t="t" r="r" b="b"/>
            <a:pathLst>
              <a:path w="417271" h="644436">
                <a:moveTo>
                  <a:pt x="188417" y="2603"/>
                </a:moveTo>
                <a:lnTo>
                  <a:pt x="195757" y="3073"/>
                </a:lnTo>
                <a:lnTo>
                  <a:pt x="196342" y="533"/>
                </a:lnTo>
                <a:lnTo>
                  <a:pt x="188328" y="0"/>
                </a:lnTo>
                <a:lnTo>
                  <a:pt x="188252" y="2603"/>
                </a:lnTo>
                <a:lnTo>
                  <a:pt x="188417" y="2603"/>
                </a:lnTo>
                <a:close/>
              </a:path>
              <a:path w="417271" h="644436">
                <a:moveTo>
                  <a:pt x="5448" y="551205"/>
                </a:moveTo>
                <a:lnTo>
                  <a:pt x="5181" y="549719"/>
                </a:lnTo>
                <a:lnTo>
                  <a:pt x="5156" y="549592"/>
                </a:lnTo>
                <a:lnTo>
                  <a:pt x="3213" y="552564"/>
                </a:lnTo>
                <a:lnTo>
                  <a:pt x="6629" y="557110"/>
                </a:lnTo>
                <a:lnTo>
                  <a:pt x="5448" y="551205"/>
                </a:lnTo>
                <a:close/>
              </a:path>
              <a:path w="417271" h="644436">
                <a:moveTo>
                  <a:pt x="3111" y="56616"/>
                </a:moveTo>
                <a:lnTo>
                  <a:pt x="3093" y="56779"/>
                </a:lnTo>
                <a:lnTo>
                  <a:pt x="4597" y="52768"/>
                </a:lnTo>
                <a:lnTo>
                  <a:pt x="4533" y="52895"/>
                </a:lnTo>
                <a:lnTo>
                  <a:pt x="3111" y="56616"/>
                </a:lnTo>
                <a:close/>
              </a:path>
              <a:path w="417271" h="644436">
                <a:moveTo>
                  <a:pt x="3111" y="541464"/>
                </a:moveTo>
                <a:lnTo>
                  <a:pt x="4648" y="545960"/>
                </a:lnTo>
                <a:lnTo>
                  <a:pt x="3098" y="541324"/>
                </a:lnTo>
                <a:lnTo>
                  <a:pt x="3111" y="541464"/>
                </a:lnTo>
                <a:close/>
              </a:path>
              <a:path w="417271" h="644436">
                <a:moveTo>
                  <a:pt x="33743" y="29121"/>
                </a:moveTo>
                <a:lnTo>
                  <a:pt x="25819" y="30556"/>
                </a:lnTo>
                <a:lnTo>
                  <a:pt x="25664" y="30640"/>
                </a:lnTo>
                <a:lnTo>
                  <a:pt x="33743" y="29121"/>
                </a:lnTo>
                <a:close/>
              </a:path>
              <a:path w="417271" h="644436">
                <a:moveTo>
                  <a:pt x="206679" y="6197"/>
                </a:moveTo>
                <a:lnTo>
                  <a:pt x="196037" y="3124"/>
                </a:lnTo>
                <a:lnTo>
                  <a:pt x="195904" y="3115"/>
                </a:lnTo>
                <a:lnTo>
                  <a:pt x="206679" y="6197"/>
                </a:lnTo>
                <a:close/>
              </a:path>
              <a:path w="417271" h="644436">
                <a:moveTo>
                  <a:pt x="25664" y="30640"/>
                </a:moveTo>
                <a:lnTo>
                  <a:pt x="25819" y="30556"/>
                </a:lnTo>
                <a:lnTo>
                  <a:pt x="33743" y="29121"/>
                </a:lnTo>
                <a:lnTo>
                  <a:pt x="50888" y="25996"/>
                </a:lnTo>
                <a:lnTo>
                  <a:pt x="96621" y="17145"/>
                </a:lnTo>
                <a:lnTo>
                  <a:pt x="181152" y="3124"/>
                </a:lnTo>
                <a:lnTo>
                  <a:pt x="188337" y="2609"/>
                </a:lnTo>
                <a:lnTo>
                  <a:pt x="195904" y="3115"/>
                </a:lnTo>
                <a:lnTo>
                  <a:pt x="196037" y="3124"/>
                </a:lnTo>
                <a:lnTo>
                  <a:pt x="206679" y="6197"/>
                </a:lnTo>
                <a:lnTo>
                  <a:pt x="219671" y="9842"/>
                </a:lnTo>
                <a:lnTo>
                  <a:pt x="408299" y="79628"/>
                </a:lnTo>
                <a:lnTo>
                  <a:pt x="412483" y="78638"/>
                </a:lnTo>
                <a:lnTo>
                  <a:pt x="412318" y="81114"/>
                </a:lnTo>
                <a:lnTo>
                  <a:pt x="408299" y="79628"/>
                </a:lnTo>
                <a:lnTo>
                  <a:pt x="227037" y="124129"/>
                </a:lnTo>
                <a:lnTo>
                  <a:pt x="227050" y="125159"/>
                </a:lnTo>
                <a:lnTo>
                  <a:pt x="417271" y="80175"/>
                </a:lnTo>
                <a:lnTo>
                  <a:pt x="220421" y="7353"/>
                </a:lnTo>
                <a:lnTo>
                  <a:pt x="207391" y="3695"/>
                </a:lnTo>
                <a:lnTo>
                  <a:pt x="196342" y="533"/>
                </a:lnTo>
                <a:lnTo>
                  <a:pt x="195757" y="3073"/>
                </a:lnTo>
                <a:lnTo>
                  <a:pt x="188417" y="2603"/>
                </a:lnTo>
                <a:lnTo>
                  <a:pt x="188252" y="2603"/>
                </a:lnTo>
                <a:lnTo>
                  <a:pt x="188328" y="0"/>
                </a:lnTo>
                <a:lnTo>
                  <a:pt x="180911" y="533"/>
                </a:lnTo>
                <a:lnTo>
                  <a:pt x="96139" y="14592"/>
                </a:lnTo>
                <a:lnTo>
                  <a:pt x="50419" y="23444"/>
                </a:lnTo>
                <a:lnTo>
                  <a:pt x="33274" y="26568"/>
                </a:lnTo>
                <a:lnTo>
                  <a:pt x="25438" y="30683"/>
                </a:lnTo>
                <a:lnTo>
                  <a:pt x="20116" y="33667"/>
                </a:lnTo>
                <a:lnTo>
                  <a:pt x="25664" y="30640"/>
                </a:lnTo>
                <a:close/>
              </a:path>
              <a:path w="417271" h="644436">
                <a:moveTo>
                  <a:pt x="125920" y="601776"/>
                </a:moveTo>
                <a:lnTo>
                  <a:pt x="230670" y="642569"/>
                </a:lnTo>
                <a:lnTo>
                  <a:pt x="230647" y="640677"/>
                </a:lnTo>
                <a:lnTo>
                  <a:pt x="125920" y="601776"/>
                </a:lnTo>
                <a:close/>
              </a:path>
              <a:path w="417271" h="644436">
                <a:moveTo>
                  <a:pt x="230647" y="640677"/>
                </a:moveTo>
                <a:lnTo>
                  <a:pt x="226034" y="125399"/>
                </a:lnTo>
                <a:lnTo>
                  <a:pt x="224434" y="123113"/>
                </a:lnTo>
                <a:lnTo>
                  <a:pt x="230647" y="640677"/>
                </a:lnTo>
                <a:close/>
              </a:path>
              <a:path w="417271" h="644436">
                <a:moveTo>
                  <a:pt x="227050" y="125159"/>
                </a:moveTo>
                <a:lnTo>
                  <a:pt x="232422" y="641337"/>
                </a:lnTo>
                <a:lnTo>
                  <a:pt x="233299" y="644436"/>
                </a:lnTo>
                <a:lnTo>
                  <a:pt x="227050" y="125159"/>
                </a:lnTo>
                <a:close/>
              </a:path>
              <a:path w="417271" h="644436">
                <a:moveTo>
                  <a:pt x="412483" y="78638"/>
                </a:moveTo>
                <a:lnTo>
                  <a:pt x="408299" y="79628"/>
                </a:lnTo>
                <a:lnTo>
                  <a:pt x="412318" y="81114"/>
                </a:lnTo>
                <a:lnTo>
                  <a:pt x="412483" y="78638"/>
                </a:lnTo>
                <a:close/>
              </a:path>
              <a:path w="417271" h="644436">
                <a:moveTo>
                  <a:pt x="2590" y="61302"/>
                </a:moveTo>
                <a:lnTo>
                  <a:pt x="3093" y="56779"/>
                </a:lnTo>
                <a:lnTo>
                  <a:pt x="3111" y="56616"/>
                </a:lnTo>
                <a:lnTo>
                  <a:pt x="4533" y="52895"/>
                </a:lnTo>
                <a:lnTo>
                  <a:pt x="7137" y="47688"/>
                </a:lnTo>
                <a:lnTo>
                  <a:pt x="10069" y="42304"/>
                </a:lnTo>
                <a:lnTo>
                  <a:pt x="9753" y="42494"/>
                </a:lnTo>
                <a:lnTo>
                  <a:pt x="10604" y="39103"/>
                </a:lnTo>
                <a:lnTo>
                  <a:pt x="11023" y="38696"/>
                </a:lnTo>
                <a:lnTo>
                  <a:pt x="12611" y="40779"/>
                </a:lnTo>
                <a:lnTo>
                  <a:pt x="15713" y="36113"/>
                </a:lnTo>
                <a:lnTo>
                  <a:pt x="20116" y="33667"/>
                </a:lnTo>
                <a:lnTo>
                  <a:pt x="25438" y="30683"/>
                </a:lnTo>
                <a:lnTo>
                  <a:pt x="33274" y="26568"/>
                </a:lnTo>
                <a:lnTo>
                  <a:pt x="24752" y="28168"/>
                </a:lnTo>
                <a:lnTo>
                  <a:pt x="18859" y="31394"/>
                </a:lnTo>
                <a:lnTo>
                  <a:pt x="15887" y="35852"/>
                </a:lnTo>
                <a:lnTo>
                  <a:pt x="15430" y="36271"/>
                </a:lnTo>
                <a:lnTo>
                  <a:pt x="13893" y="34150"/>
                </a:lnTo>
                <a:lnTo>
                  <a:pt x="10776" y="38844"/>
                </a:lnTo>
                <a:lnTo>
                  <a:pt x="8115" y="40436"/>
                </a:lnTo>
                <a:lnTo>
                  <a:pt x="4826" y="46507"/>
                </a:lnTo>
                <a:lnTo>
                  <a:pt x="3035" y="56934"/>
                </a:lnTo>
                <a:lnTo>
                  <a:pt x="2590" y="61163"/>
                </a:lnTo>
                <a:lnTo>
                  <a:pt x="2590" y="535851"/>
                </a:lnTo>
                <a:lnTo>
                  <a:pt x="2146" y="546671"/>
                </a:lnTo>
                <a:lnTo>
                  <a:pt x="2082" y="546442"/>
                </a:lnTo>
                <a:lnTo>
                  <a:pt x="546" y="56172"/>
                </a:lnTo>
                <a:lnTo>
                  <a:pt x="0" y="61087"/>
                </a:lnTo>
                <a:lnTo>
                  <a:pt x="0" y="535914"/>
                </a:lnTo>
                <a:lnTo>
                  <a:pt x="533" y="541858"/>
                </a:lnTo>
                <a:lnTo>
                  <a:pt x="2092" y="546511"/>
                </a:lnTo>
                <a:lnTo>
                  <a:pt x="2616" y="550164"/>
                </a:lnTo>
                <a:lnTo>
                  <a:pt x="3213" y="552564"/>
                </a:lnTo>
                <a:lnTo>
                  <a:pt x="3048" y="541172"/>
                </a:lnTo>
                <a:lnTo>
                  <a:pt x="2590" y="535736"/>
                </a:lnTo>
                <a:lnTo>
                  <a:pt x="2590" y="61302"/>
                </a:lnTo>
                <a:close/>
              </a:path>
              <a:path w="417271" h="644436">
                <a:moveTo>
                  <a:pt x="2184" y="51790"/>
                </a:moveTo>
                <a:lnTo>
                  <a:pt x="546" y="56172"/>
                </a:lnTo>
                <a:lnTo>
                  <a:pt x="2082" y="546442"/>
                </a:lnTo>
                <a:lnTo>
                  <a:pt x="2146" y="546671"/>
                </a:lnTo>
                <a:lnTo>
                  <a:pt x="2590" y="535851"/>
                </a:lnTo>
                <a:lnTo>
                  <a:pt x="2590" y="61163"/>
                </a:lnTo>
                <a:lnTo>
                  <a:pt x="3035" y="56934"/>
                </a:lnTo>
                <a:lnTo>
                  <a:pt x="4826" y="46507"/>
                </a:lnTo>
                <a:lnTo>
                  <a:pt x="2184" y="51790"/>
                </a:lnTo>
                <a:close/>
              </a:path>
              <a:path w="417271" h="644436">
                <a:moveTo>
                  <a:pt x="8452" y="555211"/>
                </a:moveTo>
                <a:lnTo>
                  <a:pt x="5615" y="551427"/>
                </a:lnTo>
                <a:lnTo>
                  <a:pt x="5676" y="551675"/>
                </a:lnTo>
                <a:lnTo>
                  <a:pt x="8255" y="555078"/>
                </a:lnTo>
                <a:lnTo>
                  <a:pt x="8572" y="555371"/>
                </a:lnTo>
                <a:lnTo>
                  <a:pt x="11404" y="557187"/>
                </a:lnTo>
                <a:lnTo>
                  <a:pt x="8452" y="555211"/>
                </a:lnTo>
                <a:close/>
              </a:path>
              <a:path w="417271" h="644436">
                <a:moveTo>
                  <a:pt x="10236" y="41998"/>
                </a:moveTo>
                <a:lnTo>
                  <a:pt x="9753" y="42494"/>
                </a:lnTo>
                <a:lnTo>
                  <a:pt x="10069" y="42304"/>
                </a:lnTo>
                <a:lnTo>
                  <a:pt x="12611" y="40779"/>
                </a:lnTo>
                <a:lnTo>
                  <a:pt x="11023" y="38696"/>
                </a:lnTo>
                <a:lnTo>
                  <a:pt x="10604" y="39103"/>
                </a:lnTo>
                <a:lnTo>
                  <a:pt x="9753" y="42494"/>
                </a:lnTo>
                <a:lnTo>
                  <a:pt x="10236" y="41998"/>
                </a:lnTo>
                <a:close/>
              </a:path>
              <a:path w="417271" h="644436">
                <a:moveTo>
                  <a:pt x="15930" y="560713"/>
                </a:moveTo>
                <a:lnTo>
                  <a:pt x="11404" y="557187"/>
                </a:lnTo>
                <a:lnTo>
                  <a:pt x="8572" y="555371"/>
                </a:lnTo>
                <a:lnTo>
                  <a:pt x="8255" y="555078"/>
                </a:lnTo>
                <a:lnTo>
                  <a:pt x="5676" y="551675"/>
                </a:lnTo>
                <a:lnTo>
                  <a:pt x="5615" y="551427"/>
                </a:lnTo>
                <a:lnTo>
                  <a:pt x="5173" y="549660"/>
                </a:lnTo>
                <a:lnTo>
                  <a:pt x="4648" y="545960"/>
                </a:lnTo>
                <a:lnTo>
                  <a:pt x="3111" y="541464"/>
                </a:lnTo>
                <a:lnTo>
                  <a:pt x="3098" y="541324"/>
                </a:lnTo>
                <a:lnTo>
                  <a:pt x="2590" y="535736"/>
                </a:lnTo>
                <a:lnTo>
                  <a:pt x="3048" y="541172"/>
                </a:lnTo>
                <a:lnTo>
                  <a:pt x="3213" y="552564"/>
                </a:lnTo>
                <a:lnTo>
                  <a:pt x="5156" y="549592"/>
                </a:lnTo>
                <a:lnTo>
                  <a:pt x="5181" y="549719"/>
                </a:lnTo>
                <a:lnTo>
                  <a:pt x="5448" y="551205"/>
                </a:lnTo>
                <a:lnTo>
                  <a:pt x="6629" y="557110"/>
                </a:lnTo>
                <a:lnTo>
                  <a:pt x="9931" y="559320"/>
                </a:lnTo>
                <a:lnTo>
                  <a:pt x="14681" y="563029"/>
                </a:lnTo>
                <a:lnTo>
                  <a:pt x="125018" y="604227"/>
                </a:lnTo>
                <a:lnTo>
                  <a:pt x="233299" y="644436"/>
                </a:lnTo>
                <a:lnTo>
                  <a:pt x="232422" y="641337"/>
                </a:lnTo>
                <a:lnTo>
                  <a:pt x="227050" y="125159"/>
                </a:lnTo>
                <a:lnTo>
                  <a:pt x="227037" y="124129"/>
                </a:lnTo>
                <a:lnTo>
                  <a:pt x="408299" y="79628"/>
                </a:lnTo>
                <a:lnTo>
                  <a:pt x="224434" y="123113"/>
                </a:lnTo>
                <a:lnTo>
                  <a:pt x="226034" y="125399"/>
                </a:lnTo>
                <a:lnTo>
                  <a:pt x="230647" y="640677"/>
                </a:lnTo>
                <a:lnTo>
                  <a:pt x="230670" y="642569"/>
                </a:lnTo>
                <a:lnTo>
                  <a:pt x="125920" y="601776"/>
                </a:lnTo>
                <a:lnTo>
                  <a:pt x="16116" y="560857"/>
                </a:lnTo>
                <a:lnTo>
                  <a:pt x="15773" y="560654"/>
                </a:lnTo>
                <a:lnTo>
                  <a:pt x="15930" y="560713"/>
                </a:lnTo>
                <a:close/>
              </a:path>
              <a:path w="417271" h="644436">
                <a:moveTo>
                  <a:pt x="16116" y="560857"/>
                </a:moveTo>
                <a:lnTo>
                  <a:pt x="125920" y="601776"/>
                </a:lnTo>
                <a:lnTo>
                  <a:pt x="15930" y="560713"/>
                </a:lnTo>
                <a:lnTo>
                  <a:pt x="15773" y="560654"/>
                </a:lnTo>
                <a:lnTo>
                  <a:pt x="16116" y="560857"/>
                </a:lnTo>
                <a:close/>
              </a:path>
              <a:path w="417271" h="644436">
                <a:moveTo>
                  <a:pt x="18859" y="31394"/>
                </a:moveTo>
                <a:lnTo>
                  <a:pt x="13893" y="34150"/>
                </a:lnTo>
                <a:lnTo>
                  <a:pt x="15430" y="36271"/>
                </a:lnTo>
                <a:lnTo>
                  <a:pt x="15887" y="35852"/>
                </a:lnTo>
                <a:lnTo>
                  <a:pt x="18859" y="31394"/>
                </a:lnTo>
                <a:close/>
              </a:path>
              <a:path w="417271" h="644436">
                <a:moveTo>
                  <a:pt x="181219" y="3119"/>
                </a:moveTo>
                <a:lnTo>
                  <a:pt x="188337" y="2609"/>
                </a:lnTo>
                <a:lnTo>
                  <a:pt x="181267" y="3111"/>
                </a:lnTo>
                <a:lnTo>
                  <a:pt x="96621" y="17145"/>
                </a:lnTo>
                <a:lnTo>
                  <a:pt x="181219" y="3119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036024" y="2817698"/>
            <a:ext cx="216128" cy="563181"/>
          </a:xfrm>
          <a:custGeom>
            <a:avLst/>
            <a:gdLst/>
            <a:ahLst/>
            <a:cxnLst/>
            <a:rect l="l" t="t" r="r" b="b"/>
            <a:pathLst>
              <a:path w="216128" h="563181">
                <a:moveTo>
                  <a:pt x="0" y="536638"/>
                </a:moveTo>
                <a:lnTo>
                  <a:pt x="1041" y="544449"/>
                </a:lnTo>
                <a:lnTo>
                  <a:pt x="4673" y="553808"/>
                </a:lnTo>
                <a:lnTo>
                  <a:pt x="13500" y="560578"/>
                </a:lnTo>
                <a:lnTo>
                  <a:pt x="30645" y="563181"/>
                </a:lnTo>
                <a:lnTo>
                  <a:pt x="185991" y="535076"/>
                </a:lnTo>
                <a:lnTo>
                  <a:pt x="192747" y="532993"/>
                </a:lnTo>
                <a:lnTo>
                  <a:pt x="203657" y="526224"/>
                </a:lnTo>
                <a:lnTo>
                  <a:pt x="211455" y="515823"/>
                </a:lnTo>
                <a:lnTo>
                  <a:pt x="214566" y="511657"/>
                </a:lnTo>
                <a:lnTo>
                  <a:pt x="216128" y="505409"/>
                </a:lnTo>
                <a:lnTo>
                  <a:pt x="216128" y="19253"/>
                </a:lnTo>
                <a:lnTo>
                  <a:pt x="214566" y="14058"/>
                </a:lnTo>
                <a:lnTo>
                  <a:pt x="198462" y="0"/>
                </a:lnTo>
                <a:lnTo>
                  <a:pt x="185991" y="0"/>
                </a:lnTo>
                <a:lnTo>
                  <a:pt x="30645" y="28105"/>
                </a:lnTo>
                <a:lnTo>
                  <a:pt x="24409" y="29667"/>
                </a:lnTo>
                <a:lnTo>
                  <a:pt x="18694" y="32270"/>
                </a:lnTo>
                <a:lnTo>
                  <a:pt x="13500" y="36957"/>
                </a:lnTo>
                <a:lnTo>
                  <a:pt x="8305" y="40601"/>
                </a:lnTo>
                <a:lnTo>
                  <a:pt x="4673" y="46850"/>
                </a:lnTo>
                <a:lnTo>
                  <a:pt x="2590" y="52044"/>
                </a:lnTo>
                <a:lnTo>
                  <a:pt x="1041" y="57772"/>
                </a:lnTo>
                <a:lnTo>
                  <a:pt x="0" y="64541"/>
                </a:lnTo>
                <a:lnTo>
                  <a:pt x="0" y="536638"/>
                </a:lnTo>
                <a:close/>
              </a:path>
            </a:pathLst>
          </a:custGeom>
          <a:solidFill>
            <a:srgbClr val="B2C0D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033166" y="2814840"/>
            <a:ext cx="216687" cy="568909"/>
          </a:xfrm>
          <a:custGeom>
            <a:avLst/>
            <a:gdLst/>
            <a:ahLst/>
            <a:cxnLst/>
            <a:rect l="l" t="t" r="r" b="b"/>
            <a:pathLst>
              <a:path w="216687" h="568909">
                <a:moveTo>
                  <a:pt x="18148" y="42049"/>
                </a:moveTo>
                <a:lnTo>
                  <a:pt x="23152" y="37547"/>
                </a:lnTo>
                <a:lnTo>
                  <a:pt x="23469" y="37261"/>
                </a:lnTo>
                <a:lnTo>
                  <a:pt x="27965" y="35306"/>
                </a:lnTo>
                <a:lnTo>
                  <a:pt x="28460" y="35140"/>
                </a:lnTo>
                <a:lnTo>
                  <a:pt x="34148" y="33757"/>
                </a:lnTo>
                <a:lnTo>
                  <a:pt x="189146" y="5714"/>
                </a:lnTo>
                <a:lnTo>
                  <a:pt x="189357" y="5676"/>
                </a:lnTo>
                <a:lnTo>
                  <a:pt x="195605" y="5715"/>
                </a:lnTo>
                <a:lnTo>
                  <a:pt x="200761" y="5715"/>
                </a:lnTo>
                <a:lnTo>
                  <a:pt x="205013" y="7415"/>
                </a:lnTo>
                <a:lnTo>
                  <a:pt x="205460" y="7594"/>
                </a:lnTo>
                <a:lnTo>
                  <a:pt x="208267" y="10210"/>
                </a:lnTo>
                <a:lnTo>
                  <a:pt x="211861" y="13182"/>
                </a:lnTo>
                <a:lnTo>
                  <a:pt x="212090" y="13566"/>
                </a:lnTo>
                <a:lnTo>
                  <a:pt x="214800" y="18100"/>
                </a:lnTo>
                <a:lnTo>
                  <a:pt x="214693" y="17741"/>
                </a:lnTo>
                <a:lnTo>
                  <a:pt x="214800" y="18100"/>
                </a:lnTo>
                <a:lnTo>
                  <a:pt x="214972" y="18389"/>
                </a:lnTo>
                <a:lnTo>
                  <a:pt x="216522" y="9842"/>
                </a:lnTo>
                <a:lnTo>
                  <a:pt x="212420" y="13855"/>
                </a:lnTo>
                <a:lnTo>
                  <a:pt x="212026" y="5892"/>
                </a:lnTo>
                <a:lnTo>
                  <a:pt x="208013" y="2451"/>
                </a:lnTo>
                <a:lnTo>
                  <a:pt x="204660" y="7112"/>
                </a:lnTo>
                <a:lnTo>
                  <a:pt x="201320" y="5715"/>
                </a:lnTo>
                <a:lnTo>
                  <a:pt x="200253" y="5511"/>
                </a:lnTo>
                <a:lnTo>
                  <a:pt x="195605" y="0"/>
                </a:lnTo>
                <a:lnTo>
                  <a:pt x="188849" y="5715"/>
                </a:lnTo>
                <a:lnTo>
                  <a:pt x="34201" y="33743"/>
                </a:lnTo>
                <a:lnTo>
                  <a:pt x="34010" y="33782"/>
                </a:lnTo>
                <a:lnTo>
                  <a:pt x="32905" y="28168"/>
                </a:lnTo>
                <a:lnTo>
                  <a:pt x="26327" y="29819"/>
                </a:lnTo>
                <a:lnTo>
                  <a:pt x="22745" y="37731"/>
                </a:lnTo>
                <a:lnTo>
                  <a:pt x="18148" y="42049"/>
                </a:lnTo>
                <a:close/>
              </a:path>
              <a:path w="216687" h="568909">
                <a:moveTo>
                  <a:pt x="19977" y="32702"/>
                </a:moveTo>
                <a:lnTo>
                  <a:pt x="14719" y="37465"/>
                </a:lnTo>
                <a:lnTo>
                  <a:pt x="18148" y="42049"/>
                </a:lnTo>
                <a:lnTo>
                  <a:pt x="22745" y="37731"/>
                </a:lnTo>
                <a:lnTo>
                  <a:pt x="26327" y="29819"/>
                </a:lnTo>
                <a:lnTo>
                  <a:pt x="19977" y="32702"/>
                </a:lnTo>
                <a:close/>
              </a:path>
              <a:path w="216687" h="568909">
                <a:moveTo>
                  <a:pt x="28258" y="35232"/>
                </a:moveTo>
                <a:lnTo>
                  <a:pt x="34148" y="33757"/>
                </a:lnTo>
                <a:lnTo>
                  <a:pt x="28460" y="35140"/>
                </a:lnTo>
                <a:lnTo>
                  <a:pt x="27965" y="35306"/>
                </a:lnTo>
                <a:lnTo>
                  <a:pt x="23469" y="37261"/>
                </a:lnTo>
                <a:lnTo>
                  <a:pt x="23152" y="37547"/>
                </a:lnTo>
                <a:lnTo>
                  <a:pt x="28258" y="35232"/>
                </a:lnTo>
                <a:close/>
              </a:path>
              <a:path w="216687" h="568909">
                <a:moveTo>
                  <a:pt x="188595" y="0"/>
                </a:moveTo>
                <a:lnTo>
                  <a:pt x="32905" y="28168"/>
                </a:lnTo>
                <a:lnTo>
                  <a:pt x="34010" y="33782"/>
                </a:lnTo>
                <a:lnTo>
                  <a:pt x="34201" y="33743"/>
                </a:lnTo>
                <a:lnTo>
                  <a:pt x="188849" y="5715"/>
                </a:lnTo>
                <a:lnTo>
                  <a:pt x="195605" y="0"/>
                </a:lnTo>
                <a:lnTo>
                  <a:pt x="188595" y="0"/>
                </a:lnTo>
                <a:close/>
              </a:path>
              <a:path w="216687" h="568909">
                <a:moveTo>
                  <a:pt x="188353" y="535114"/>
                </a:moveTo>
                <a:lnTo>
                  <a:pt x="194568" y="533181"/>
                </a:lnTo>
                <a:lnTo>
                  <a:pt x="188221" y="535138"/>
                </a:lnTo>
                <a:lnTo>
                  <a:pt x="188010" y="535203"/>
                </a:lnTo>
                <a:lnTo>
                  <a:pt x="188353" y="535114"/>
                </a:lnTo>
                <a:close/>
              </a:path>
              <a:path w="216687" h="568909">
                <a:moveTo>
                  <a:pt x="196621" y="538530"/>
                </a:moveTo>
                <a:lnTo>
                  <a:pt x="202819" y="535711"/>
                </a:lnTo>
                <a:lnTo>
                  <a:pt x="199529" y="531012"/>
                </a:lnTo>
                <a:lnTo>
                  <a:pt x="194767" y="533120"/>
                </a:lnTo>
                <a:lnTo>
                  <a:pt x="194424" y="533247"/>
                </a:lnTo>
                <a:lnTo>
                  <a:pt x="189522" y="540727"/>
                </a:lnTo>
                <a:lnTo>
                  <a:pt x="196621" y="538530"/>
                </a:lnTo>
                <a:close/>
              </a:path>
              <a:path w="216687" h="568909">
                <a:moveTo>
                  <a:pt x="201866" y="0"/>
                </a:moveTo>
                <a:lnTo>
                  <a:pt x="195605" y="0"/>
                </a:lnTo>
                <a:lnTo>
                  <a:pt x="200253" y="5511"/>
                </a:lnTo>
                <a:lnTo>
                  <a:pt x="201320" y="5715"/>
                </a:lnTo>
                <a:lnTo>
                  <a:pt x="204660" y="7112"/>
                </a:lnTo>
                <a:lnTo>
                  <a:pt x="208013" y="2451"/>
                </a:lnTo>
                <a:lnTo>
                  <a:pt x="201866" y="0"/>
                </a:lnTo>
                <a:close/>
              </a:path>
              <a:path w="216687" h="568909">
                <a:moveTo>
                  <a:pt x="204572" y="526968"/>
                </a:moveTo>
                <a:lnTo>
                  <a:pt x="199791" y="530802"/>
                </a:lnTo>
                <a:lnTo>
                  <a:pt x="200139" y="530644"/>
                </a:lnTo>
                <a:lnTo>
                  <a:pt x="204368" y="527202"/>
                </a:lnTo>
                <a:lnTo>
                  <a:pt x="204724" y="526846"/>
                </a:lnTo>
                <a:lnTo>
                  <a:pt x="207857" y="523201"/>
                </a:lnTo>
                <a:lnTo>
                  <a:pt x="204572" y="526968"/>
                </a:lnTo>
                <a:close/>
              </a:path>
              <a:path w="216687" h="568909">
                <a:moveTo>
                  <a:pt x="205460" y="7594"/>
                </a:moveTo>
                <a:lnTo>
                  <a:pt x="205013" y="7415"/>
                </a:lnTo>
                <a:lnTo>
                  <a:pt x="208292" y="10236"/>
                </a:lnTo>
                <a:lnTo>
                  <a:pt x="205460" y="7594"/>
                </a:lnTo>
                <a:close/>
              </a:path>
              <a:path w="216687" h="568909">
                <a:moveTo>
                  <a:pt x="216217" y="507568"/>
                </a:moveTo>
                <a:lnTo>
                  <a:pt x="216242" y="22948"/>
                </a:lnTo>
                <a:lnTo>
                  <a:pt x="216128" y="22110"/>
                </a:lnTo>
                <a:lnTo>
                  <a:pt x="216128" y="507923"/>
                </a:lnTo>
                <a:lnTo>
                  <a:pt x="216217" y="507568"/>
                </a:lnTo>
                <a:close/>
              </a:path>
              <a:path w="216687" h="568909">
                <a:moveTo>
                  <a:pt x="216598" y="520382"/>
                </a:moveTo>
                <a:lnTo>
                  <a:pt x="216128" y="508266"/>
                </a:lnTo>
                <a:lnTo>
                  <a:pt x="215138" y="512787"/>
                </a:lnTo>
                <a:lnTo>
                  <a:pt x="214655" y="513816"/>
                </a:lnTo>
                <a:lnTo>
                  <a:pt x="212420" y="526669"/>
                </a:lnTo>
                <a:lnTo>
                  <a:pt x="216687" y="520268"/>
                </a:lnTo>
                <a:close/>
              </a:path>
              <a:path w="216687" h="568909">
                <a:moveTo>
                  <a:pt x="216598" y="520382"/>
                </a:moveTo>
                <a:lnTo>
                  <a:pt x="220052" y="515772"/>
                </a:lnTo>
                <a:lnTo>
                  <a:pt x="221843" y="508622"/>
                </a:lnTo>
                <a:lnTo>
                  <a:pt x="221843" y="21691"/>
                </a:lnTo>
                <a:lnTo>
                  <a:pt x="220052" y="15748"/>
                </a:lnTo>
                <a:lnTo>
                  <a:pt x="216522" y="9842"/>
                </a:lnTo>
                <a:lnTo>
                  <a:pt x="214972" y="18389"/>
                </a:lnTo>
                <a:lnTo>
                  <a:pt x="214800" y="18100"/>
                </a:lnTo>
                <a:lnTo>
                  <a:pt x="216128" y="22564"/>
                </a:lnTo>
                <a:lnTo>
                  <a:pt x="216128" y="22110"/>
                </a:lnTo>
                <a:lnTo>
                  <a:pt x="216242" y="22948"/>
                </a:lnTo>
                <a:lnTo>
                  <a:pt x="216217" y="507568"/>
                </a:lnTo>
                <a:lnTo>
                  <a:pt x="216128" y="507923"/>
                </a:lnTo>
                <a:lnTo>
                  <a:pt x="214798" y="513242"/>
                </a:lnTo>
                <a:lnTo>
                  <a:pt x="211975" y="517029"/>
                </a:lnTo>
                <a:lnTo>
                  <a:pt x="207857" y="523201"/>
                </a:lnTo>
                <a:lnTo>
                  <a:pt x="204724" y="526846"/>
                </a:lnTo>
                <a:lnTo>
                  <a:pt x="204368" y="527202"/>
                </a:lnTo>
                <a:lnTo>
                  <a:pt x="200139" y="530644"/>
                </a:lnTo>
                <a:lnTo>
                  <a:pt x="199791" y="530802"/>
                </a:lnTo>
                <a:lnTo>
                  <a:pt x="194568" y="533181"/>
                </a:lnTo>
                <a:lnTo>
                  <a:pt x="188353" y="535114"/>
                </a:lnTo>
                <a:lnTo>
                  <a:pt x="188010" y="535203"/>
                </a:lnTo>
                <a:lnTo>
                  <a:pt x="188221" y="535138"/>
                </a:lnTo>
                <a:lnTo>
                  <a:pt x="33205" y="563181"/>
                </a:lnTo>
                <a:lnTo>
                  <a:pt x="22248" y="563181"/>
                </a:lnTo>
                <a:lnTo>
                  <a:pt x="17830" y="560984"/>
                </a:lnTo>
                <a:lnTo>
                  <a:pt x="13195" y="558292"/>
                </a:lnTo>
                <a:lnTo>
                  <a:pt x="12955" y="558051"/>
                </a:lnTo>
                <a:lnTo>
                  <a:pt x="9965" y="555062"/>
                </a:lnTo>
                <a:lnTo>
                  <a:pt x="8102" y="550405"/>
                </a:lnTo>
                <a:lnTo>
                  <a:pt x="6731" y="546912"/>
                </a:lnTo>
                <a:lnTo>
                  <a:pt x="6695" y="546648"/>
                </a:lnTo>
                <a:lnTo>
                  <a:pt x="5715" y="539305"/>
                </a:lnTo>
                <a:lnTo>
                  <a:pt x="6565" y="546303"/>
                </a:lnTo>
                <a:lnTo>
                  <a:pt x="9385" y="562584"/>
                </a:lnTo>
                <a:lnTo>
                  <a:pt x="9550" y="554647"/>
                </a:lnTo>
                <a:lnTo>
                  <a:pt x="10185" y="555612"/>
                </a:lnTo>
                <a:lnTo>
                  <a:pt x="12636" y="557860"/>
                </a:lnTo>
                <a:lnTo>
                  <a:pt x="14986" y="565950"/>
                </a:lnTo>
                <a:lnTo>
                  <a:pt x="20891" y="568909"/>
                </a:lnTo>
                <a:lnTo>
                  <a:pt x="21551" y="563181"/>
                </a:lnTo>
                <a:lnTo>
                  <a:pt x="22834" y="563473"/>
                </a:lnTo>
                <a:lnTo>
                  <a:pt x="27266" y="568909"/>
                </a:lnTo>
                <a:lnTo>
                  <a:pt x="33769" y="568909"/>
                </a:lnTo>
                <a:lnTo>
                  <a:pt x="32994" y="563219"/>
                </a:lnTo>
                <a:lnTo>
                  <a:pt x="33502" y="563181"/>
                </a:lnTo>
                <a:lnTo>
                  <a:pt x="33769" y="568909"/>
                </a:lnTo>
                <a:lnTo>
                  <a:pt x="189522" y="540727"/>
                </a:lnTo>
                <a:lnTo>
                  <a:pt x="194424" y="533247"/>
                </a:lnTo>
                <a:lnTo>
                  <a:pt x="194767" y="533120"/>
                </a:lnTo>
                <a:lnTo>
                  <a:pt x="199529" y="531012"/>
                </a:lnTo>
                <a:lnTo>
                  <a:pt x="202819" y="535711"/>
                </a:lnTo>
                <a:lnTo>
                  <a:pt x="208495" y="531152"/>
                </a:lnTo>
                <a:lnTo>
                  <a:pt x="207772" y="523328"/>
                </a:lnTo>
                <a:lnTo>
                  <a:pt x="208000" y="523036"/>
                </a:lnTo>
                <a:lnTo>
                  <a:pt x="208495" y="531152"/>
                </a:lnTo>
                <a:lnTo>
                  <a:pt x="212420" y="526669"/>
                </a:lnTo>
                <a:lnTo>
                  <a:pt x="214655" y="513816"/>
                </a:lnTo>
                <a:lnTo>
                  <a:pt x="215138" y="512787"/>
                </a:lnTo>
                <a:lnTo>
                  <a:pt x="216128" y="508266"/>
                </a:lnTo>
                <a:lnTo>
                  <a:pt x="216598" y="520382"/>
                </a:lnTo>
                <a:close/>
              </a:path>
              <a:path w="216687" h="568909">
                <a:moveTo>
                  <a:pt x="21551" y="563181"/>
                </a:moveTo>
                <a:lnTo>
                  <a:pt x="20891" y="568909"/>
                </a:lnTo>
                <a:lnTo>
                  <a:pt x="27266" y="568909"/>
                </a:lnTo>
                <a:lnTo>
                  <a:pt x="22834" y="563473"/>
                </a:lnTo>
                <a:lnTo>
                  <a:pt x="21551" y="563181"/>
                </a:lnTo>
                <a:close/>
              </a:path>
              <a:path w="216687" h="568909">
                <a:moveTo>
                  <a:pt x="14986" y="565950"/>
                </a:moveTo>
                <a:lnTo>
                  <a:pt x="12636" y="557860"/>
                </a:lnTo>
                <a:lnTo>
                  <a:pt x="10185" y="555612"/>
                </a:lnTo>
                <a:lnTo>
                  <a:pt x="9550" y="554647"/>
                </a:lnTo>
                <a:lnTo>
                  <a:pt x="9385" y="562584"/>
                </a:lnTo>
                <a:lnTo>
                  <a:pt x="14986" y="565950"/>
                </a:lnTo>
                <a:close/>
              </a:path>
              <a:path w="216687" h="568909">
                <a:moveTo>
                  <a:pt x="32994" y="563219"/>
                </a:moveTo>
                <a:lnTo>
                  <a:pt x="33769" y="568909"/>
                </a:lnTo>
                <a:lnTo>
                  <a:pt x="33502" y="563181"/>
                </a:lnTo>
                <a:lnTo>
                  <a:pt x="32994" y="563219"/>
                </a:lnTo>
                <a:close/>
              </a:path>
              <a:path w="216687" h="568909">
                <a:moveTo>
                  <a:pt x="195605" y="5715"/>
                </a:moveTo>
                <a:lnTo>
                  <a:pt x="189357" y="5676"/>
                </a:lnTo>
                <a:lnTo>
                  <a:pt x="189146" y="5714"/>
                </a:lnTo>
                <a:lnTo>
                  <a:pt x="195605" y="5715"/>
                </a:lnTo>
                <a:close/>
              </a:path>
              <a:path w="216687" h="568909">
                <a:moveTo>
                  <a:pt x="207772" y="523328"/>
                </a:moveTo>
                <a:lnTo>
                  <a:pt x="208495" y="531152"/>
                </a:lnTo>
                <a:lnTo>
                  <a:pt x="208000" y="523036"/>
                </a:lnTo>
                <a:lnTo>
                  <a:pt x="207772" y="523328"/>
                </a:lnTo>
                <a:close/>
              </a:path>
              <a:path w="216687" h="568909">
                <a:moveTo>
                  <a:pt x="212026" y="5892"/>
                </a:moveTo>
                <a:lnTo>
                  <a:pt x="212420" y="13855"/>
                </a:lnTo>
                <a:lnTo>
                  <a:pt x="216522" y="9842"/>
                </a:lnTo>
                <a:lnTo>
                  <a:pt x="212026" y="5892"/>
                </a:lnTo>
                <a:close/>
              </a:path>
              <a:path w="216687" h="568909">
                <a:moveTo>
                  <a:pt x="212090" y="13566"/>
                </a:moveTo>
                <a:lnTo>
                  <a:pt x="211861" y="13182"/>
                </a:lnTo>
                <a:lnTo>
                  <a:pt x="208267" y="10210"/>
                </a:lnTo>
                <a:lnTo>
                  <a:pt x="212090" y="13566"/>
                </a:lnTo>
                <a:close/>
              </a:path>
              <a:path w="216687" h="568909">
                <a:moveTo>
                  <a:pt x="9017" y="41478"/>
                </a:moveTo>
                <a:lnTo>
                  <a:pt x="14452" y="37680"/>
                </a:lnTo>
                <a:lnTo>
                  <a:pt x="14595" y="37552"/>
                </a:lnTo>
                <a:lnTo>
                  <a:pt x="9017" y="41478"/>
                </a:lnTo>
                <a:close/>
              </a:path>
              <a:path w="216687" h="568909">
                <a:moveTo>
                  <a:pt x="14452" y="37680"/>
                </a:moveTo>
                <a:lnTo>
                  <a:pt x="12814" y="45808"/>
                </a:lnTo>
                <a:lnTo>
                  <a:pt x="13627" y="44907"/>
                </a:lnTo>
                <a:lnTo>
                  <a:pt x="14452" y="37680"/>
                </a:lnTo>
                <a:close/>
              </a:path>
              <a:path w="216687" h="568909">
                <a:moveTo>
                  <a:pt x="9017" y="41478"/>
                </a:moveTo>
                <a:lnTo>
                  <a:pt x="4953" y="48437"/>
                </a:lnTo>
                <a:lnTo>
                  <a:pt x="5676" y="67830"/>
                </a:lnTo>
                <a:lnTo>
                  <a:pt x="5689" y="539115"/>
                </a:lnTo>
                <a:lnTo>
                  <a:pt x="5715" y="539496"/>
                </a:lnTo>
                <a:lnTo>
                  <a:pt x="5092" y="558279"/>
                </a:lnTo>
                <a:lnTo>
                  <a:pt x="9385" y="562584"/>
                </a:lnTo>
                <a:lnTo>
                  <a:pt x="6565" y="546303"/>
                </a:lnTo>
                <a:lnTo>
                  <a:pt x="5715" y="539305"/>
                </a:lnTo>
                <a:lnTo>
                  <a:pt x="5714" y="67583"/>
                </a:lnTo>
                <a:lnTo>
                  <a:pt x="6704" y="61166"/>
                </a:lnTo>
                <a:lnTo>
                  <a:pt x="5715" y="67398"/>
                </a:lnTo>
                <a:lnTo>
                  <a:pt x="9017" y="41478"/>
                </a:lnTo>
                <a:close/>
              </a:path>
              <a:path w="216687" h="568909">
                <a:moveTo>
                  <a:pt x="19977" y="32702"/>
                </a:moveTo>
                <a:lnTo>
                  <a:pt x="14595" y="37552"/>
                </a:lnTo>
                <a:lnTo>
                  <a:pt x="14452" y="37680"/>
                </a:lnTo>
                <a:lnTo>
                  <a:pt x="13627" y="44907"/>
                </a:lnTo>
                <a:lnTo>
                  <a:pt x="12814" y="45808"/>
                </a:lnTo>
                <a:lnTo>
                  <a:pt x="14452" y="37680"/>
                </a:lnTo>
                <a:lnTo>
                  <a:pt x="9017" y="41478"/>
                </a:lnTo>
                <a:lnTo>
                  <a:pt x="8102" y="55968"/>
                </a:lnTo>
                <a:lnTo>
                  <a:pt x="6718" y="61074"/>
                </a:lnTo>
                <a:lnTo>
                  <a:pt x="6642" y="61391"/>
                </a:lnTo>
                <a:lnTo>
                  <a:pt x="9017" y="41478"/>
                </a:lnTo>
                <a:lnTo>
                  <a:pt x="5715" y="67398"/>
                </a:lnTo>
                <a:lnTo>
                  <a:pt x="6704" y="61166"/>
                </a:lnTo>
                <a:lnTo>
                  <a:pt x="8200" y="55725"/>
                </a:lnTo>
                <a:lnTo>
                  <a:pt x="9994" y="51142"/>
                </a:lnTo>
                <a:lnTo>
                  <a:pt x="10185" y="50761"/>
                </a:lnTo>
                <a:lnTo>
                  <a:pt x="13302" y="45465"/>
                </a:lnTo>
                <a:lnTo>
                  <a:pt x="18148" y="42049"/>
                </a:lnTo>
                <a:lnTo>
                  <a:pt x="14719" y="37465"/>
                </a:lnTo>
                <a:lnTo>
                  <a:pt x="19977" y="32702"/>
                </a:lnTo>
                <a:close/>
              </a:path>
              <a:path w="216687" h="568909">
                <a:moveTo>
                  <a:pt x="8128" y="550456"/>
                </a:moveTo>
                <a:lnTo>
                  <a:pt x="6695" y="546648"/>
                </a:lnTo>
                <a:lnTo>
                  <a:pt x="6731" y="546912"/>
                </a:lnTo>
                <a:lnTo>
                  <a:pt x="8102" y="550405"/>
                </a:lnTo>
                <a:close/>
              </a:path>
              <a:path w="216687" h="568909">
                <a:moveTo>
                  <a:pt x="9017" y="41478"/>
                </a:moveTo>
                <a:lnTo>
                  <a:pt x="6642" y="61391"/>
                </a:lnTo>
                <a:lnTo>
                  <a:pt x="6718" y="61074"/>
                </a:lnTo>
                <a:lnTo>
                  <a:pt x="8102" y="55968"/>
                </a:lnTo>
                <a:lnTo>
                  <a:pt x="9017" y="41478"/>
                </a:lnTo>
                <a:close/>
              </a:path>
              <a:path w="216687" h="568909">
                <a:moveTo>
                  <a:pt x="5689" y="539115"/>
                </a:moveTo>
                <a:lnTo>
                  <a:pt x="5676" y="67830"/>
                </a:lnTo>
                <a:lnTo>
                  <a:pt x="4953" y="48437"/>
                </a:lnTo>
                <a:lnTo>
                  <a:pt x="2743" y="54000"/>
                </a:lnTo>
                <a:lnTo>
                  <a:pt x="1092" y="60032"/>
                </a:lnTo>
                <a:lnTo>
                  <a:pt x="0" y="67183"/>
                </a:lnTo>
                <a:lnTo>
                  <a:pt x="0" y="539686"/>
                </a:lnTo>
                <a:lnTo>
                  <a:pt x="1104" y="548005"/>
                </a:lnTo>
                <a:lnTo>
                  <a:pt x="2781" y="552500"/>
                </a:lnTo>
                <a:lnTo>
                  <a:pt x="5092" y="558279"/>
                </a:lnTo>
                <a:lnTo>
                  <a:pt x="5715" y="539496"/>
                </a:lnTo>
                <a:lnTo>
                  <a:pt x="5689" y="539115"/>
                </a:lnTo>
                <a:close/>
              </a:path>
              <a:path w="216687" h="568909">
                <a:moveTo>
                  <a:pt x="10116" y="50934"/>
                </a:moveTo>
                <a:lnTo>
                  <a:pt x="13302" y="45465"/>
                </a:lnTo>
                <a:lnTo>
                  <a:pt x="10185" y="50761"/>
                </a:lnTo>
                <a:lnTo>
                  <a:pt x="9994" y="51142"/>
                </a:lnTo>
                <a:lnTo>
                  <a:pt x="8216" y="55664"/>
                </a:lnTo>
                <a:lnTo>
                  <a:pt x="10116" y="50934"/>
                </a:lnTo>
                <a:close/>
              </a:path>
              <a:path w="216687" h="568909">
                <a:moveTo>
                  <a:pt x="17766" y="560945"/>
                </a:moveTo>
                <a:lnTo>
                  <a:pt x="12955" y="558051"/>
                </a:lnTo>
                <a:lnTo>
                  <a:pt x="13195" y="558292"/>
                </a:lnTo>
                <a:lnTo>
                  <a:pt x="17640" y="560882"/>
                </a:lnTo>
                <a:lnTo>
                  <a:pt x="17830" y="560984"/>
                </a:lnTo>
                <a:lnTo>
                  <a:pt x="22248" y="563181"/>
                </a:lnTo>
                <a:lnTo>
                  <a:pt x="17766" y="560945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053689" y="2892653"/>
            <a:ext cx="187032" cy="484060"/>
          </a:xfrm>
          <a:custGeom>
            <a:avLst/>
            <a:gdLst/>
            <a:ahLst/>
            <a:cxnLst/>
            <a:rect l="l" t="t" r="r" b="b"/>
            <a:pathLst>
              <a:path w="187032" h="484060">
                <a:moveTo>
                  <a:pt x="0" y="461683"/>
                </a:moveTo>
                <a:lnTo>
                  <a:pt x="1028" y="466890"/>
                </a:lnTo>
                <a:lnTo>
                  <a:pt x="2070" y="472097"/>
                </a:lnTo>
                <a:lnTo>
                  <a:pt x="5194" y="475729"/>
                </a:lnTo>
                <a:lnTo>
                  <a:pt x="7785" y="478853"/>
                </a:lnTo>
                <a:lnTo>
                  <a:pt x="11430" y="481469"/>
                </a:lnTo>
                <a:lnTo>
                  <a:pt x="16624" y="484060"/>
                </a:lnTo>
                <a:lnTo>
                  <a:pt x="25971" y="484060"/>
                </a:lnTo>
                <a:lnTo>
                  <a:pt x="160540" y="460121"/>
                </a:lnTo>
                <a:lnTo>
                  <a:pt x="170408" y="455434"/>
                </a:lnTo>
                <a:lnTo>
                  <a:pt x="175082" y="451789"/>
                </a:lnTo>
                <a:lnTo>
                  <a:pt x="182359" y="443979"/>
                </a:lnTo>
                <a:lnTo>
                  <a:pt x="183908" y="439305"/>
                </a:lnTo>
                <a:lnTo>
                  <a:pt x="185991" y="434098"/>
                </a:lnTo>
                <a:lnTo>
                  <a:pt x="187032" y="427850"/>
                </a:lnTo>
                <a:lnTo>
                  <a:pt x="187032" y="21856"/>
                </a:lnTo>
                <a:lnTo>
                  <a:pt x="185991" y="16649"/>
                </a:lnTo>
                <a:lnTo>
                  <a:pt x="183908" y="11976"/>
                </a:lnTo>
                <a:lnTo>
                  <a:pt x="182359" y="7810"/>
                </a:lnTo>
                <a:lnTo>
                  <a:pt x="179235" y="4165"/>
                </a:lnTo>
                <a:lnTo>
                  <a:pt x="175082" y="2082"/>
                </a:lnTo>
                <a:lnTo>
                  <a:pt x="170408" y="0"/>
                </a:lnTo>
                <a:lnTo>
                  <a:pt x="160540" y="0"/>
                </a:lnTo>
                <a:lnTo>
                  <a:pt x="25971" y="23418"/>
                </a:lnTo>
                <a:lnTo>
                  <a:pt x="21818" y="26022"/>
                </a:lnTo>
                <a:lnTo>
                  <a:pt x="16624" y="28105"/>
                </a:lnTo>
                <a:lnTo>
                  <a:pt x="11430" y="31750"/>
                </a:lnTo>
                <a:lnTo>
                  <a:pt x="7785" y="34874"/>
                </a:lnTo>
                <a:lnTo>
                  <a:pt x="5194" y="40081"/>
                </a:lnTo>
                <a:lnTo>
                  <a:pt x="2070" y="44246"/>
                </a:lnTo>
                <a:lnTo>
                  <a:pt x="1028" y="49441"/>
                </a:lnTo>
                <a:lnTo>
                  <a:pt x="0" y="55689"/>
                </a:lnTo>
                <a:lnTo>
                  <a:pt x="0" y="461683"/>
                </a:lnTo>
                <a:close/>
              </a:path>
            </a:pathLst>
          </a:custGeom>
          <a:solidFill>
            <a:srgbClr val="D2DAE3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070314" y="2914510"/>
            <a:ext cx="154825" cy="55181"/>
          </a:xfrm>
          <a:custGeom>
            <a:avLst/>
            <a:gdLst/>
            <a:ahLst/>
            <a:cxnLst/>
            <a:rect l="l" t="t" r="r" b="b"/>
            <a:pathLst>
              <a:path w="154825" h="55181">
                <a:moveTo>
                  <a:pt x="0" y="55181"/>
                </a:moveTo>
                <a:lnTo>
                  <a:pt x="154825" y="27063"/>
                </a:lnTo>
                <a:lnTo>
                  <a:pt x="154825" y="0"/>
                </a:lnTo>
                <a:lnTo>
                  <a:pt x="0" y="27584"/>
                </a:lnTo>
                <a:lnTo>
                  <a:pt x="0" y="55181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074467" y="2916592"/>
            <a:ext cx="146507" cy="44767"/>
          </a:xfrm>
          <a:custGeom>
            <a:avLst/>
            <a:gdLst/>
            <a:ahLst/>
            <a:cxnLst/>
            <a:rect l="l" t="t" r="r" b="b"/>
            <a:pathLst>
              <a:path w="146507" h="44767">
                <a:moveTo>
                  <a:pt x="0" y="44767"/>
                </a:moveTo>
                <a:lnTo>
                  <a:pt x="146507" y="19265"/>
                </a:lnTo>
                <a:lnTo>
                  <a:pt x="146507" y="0"/>
                </a:lnTo>
                <a:lnTo>
                  <a:pt x="0" y="26543"/>
                </a:lnTo>
                <a:lnTo>
                  <a:pt x="0" y="44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071355" y="2939503"/>
            <a:ext cx="153784" cy="29146"/>
          </a:xfrm>
          <a:custGeom>
            <a:avLst/>
            <a:gdLst/>
            <a:ahLst/>
            <a:cxnLst/>
            <a:rect l="l" t="t" r="r" b="b"/>
            <a:pathLst>
              <a:path w="153784" h="29146">
                <a:moveTo>
                  <a:pt x="0" y="29146"/>
                </a:moveTo>
                <a:lnTo>
                  <a:pt x="153784" y="2070"/>
                </a:lnTo>
                <a:lnTo>
                  <a:pt x="150660" y="0"/>
                </a:lnTo>
                <a:lnTo>
                  <a:pt x="0" y="26530"/>
                </a:lnTo>
                <a:lnTo>
                  <a:pt x="0" y="29146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070314" y="2986341"/>
            <a:ext cx="154825" cy="55168"/>
          </a:xfrm>
          <a:custGeom>
            <a:avLst/>
            <a:gdLst/>
            <a:ahLst/>
            <a:cxnLst/>
            <a:rect l="l" t="t" r="r" b="b"/>
            <a:pathLst>
              <a:path w="154825" h="55168">
                <a:moveTo>
                  <a:pt x="0" y="55168"/>
                </a:moveTo>
                <a:lnTo>
                  <a:pt x="154825" y="27063"/>
                </a:lnTo>
                <a:lnTo>
                  <a:pt x="154825" y="0"/>
                </a:lnTo>
                <a:lnTo>
                  <a:pt x="0" y="28105"/>
                </a:lnTo>
                <a:lnTo>
                  <a:pt x="0" y="55168"/>
                </a:lnTo>
                <a:close/>
              </a:path>
            </a:pathLst>
          </a:custGeom>
          <a:solidFill>
            <a:srgbClr val="B8C4D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074467" y="2988424"/>
            <a:ext cx="146507" cy="45808"/>
          </a:xfrm>
          <a:custGeom>
            <a:avLst/>
            <a:gdLst/>
            <a:ahLst/>
            <a:cxnLst/>
            <a:rect l="l" t="t" r="r" b="b"/>
            <a:pathLst>
              <a:path w="146507" h="45808">
                <a:moveTo>
                  <a:pt x="0" y="45808"/>
                </a:moveTo>
                <a:lnTo>
                  <a:pt x="146507" y="18732"/>
                </a:lnTo>
                <a:lnTo>
                  <a:pt x="146507" y="0"/>
                </a:lnTo>
                <a:lnTo>
                  <a:pt x="0" y="26543"/>
                </a:lnTo>
                <a:lnTo>
                  <a:pt x="0" y="458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071355" y="3011322"/>
            <a:ext cx="153784" cy="30187"/>
          </a:xfrm>
          <a:custGeom>
            <a:avLst/>
            <a:gdLst/>
            <a:ahLst/>
            <a:cxnLst/>
            <a:rect l="l" t="t" r="r" b="b"/>
            <a:pathLst>
              <a:path w="153784" h="30187">
                <a:moveTo>
                  <a:pt x="0" y="30187"/>
                </a:moveTo>
                <a:lnTo>
                  <a:pt x="153784" y="2082"/>
                </a:lnTo>
                <a:lnTo>
                  <a:pt x="150660" y="0"/>
                </a:lnTo>
                <a:lnTo>
                  <a:pt x="0" y="26543"/>
                </a:lnTo>
                <a:lnTo>
                  <a:pt x="0" y="30187"/>
                </a:lnTo>
                <a:close/>
              </a:path>
            </a:pathLst>
          </a:custGeom>
          <a:solidFill>
            <a:srgbClr val="F2F4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055251" y="2956458"/>
            <a:ext cx="184937" cy="38950"/>
          </a:xfrm>
          <a:custGeom>
            <a:avLst/>
            <a:gdLst/>
            <a:ahLst/>
            <a:cxnLst/>
            <a:rect l="l" t="t" r="r" b="b"/>
            <a:pathLst>
              <a:path w="184937" h="38950">
                <a:moveTo>
                  <a:pt x="0" y="33312"/>
                </a:moveTo>
                <a:lnTo>
                  <a:pt x="1016" y="38950"/>
                </a:lnTo>
                <a:lnTo>
                  <a:pt x="184937" y="5638"/>
                </a:lnTo>
                <a:lnTo>
                  <a:pt x="183921" y="0"/>
                </a:lnTo>
                <a:lnTo>
                  <a:pt x="0" y="33312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055251" y="3026206"/>
            <a:ext cx="184937" cy="38950"/>
          </a:xfrm>
          <a:custGeom>
            <a:avLst/>
            <a:gdLst/>
            <a:ahLst/>
            <a:cxnLst/>
            <a:rect l="l" t="t" r="r" b="b"/>
            <a:pathLst>
              <a:path w="184937" h="38950">
                <a:moveTo>
                  <a:pt x="0" y="33312"/>
                </a:moveTo>
                <a:lnTo>
                  <a:pt x="1016" y="38950"/>
                </a:lnTo>
                <a:lnTo>
                  <a:pt x="184937" y="5638"/>
                </a:lnTo>
                <a:lnTo>
                  <a:pt x="183921" y="0"/>
                </a:lnTo>
                <a:lnTo>
                  <a:pt x="0" y="33312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055239" y="3280206"/>
            <a:ext cx="184962" cy="39979"/>
          </a:xfrm>
          <a:custGeom>
            <a:avLst/>
            <a:gdLst/>
            <a:ahLst/>
            <a:cxnLst/>
            <a:rect l="l" t="t" r="r" b="b"/>
            <a:pathLst>
              <a:path w="184962" h="39979">
                <a:moveTo>
                  <a:pt x="0" y="34353"/>
                </a:moveTo>
                <a:lnTo>
                  <a:pt x="1054" y="39979"/>
                </a:lnTo>
                <a:lnTo>
                  <a:pt x="184962" y="5626"/>
                </a:lnTo>
                <a:lnTo>
                  <a:pt x="183921" y="0"/>
                </a:lnTo>
                <a:lnTo>
                  <a:pt x="0" y="34353"/>
                </a:lnTo>
                <a:close/>
              </a:path>
            </a:pathLst>
          </a:custGeom>
          <a:solidFill>
            <a:srgbClr val="9AACC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094215" y="3052965"/>
            <a:ext cx="113258" cy="32270"/>
          </a:xfrm>
          <a:custGeom>
            <a:avLst/>
            <a:gdLst/>
            <a:ahLst/>
            <a:cxnLst/>
            <a:rect l="l" t="t" r="r" b="b"/>
            <a:pathLst>
              <a:path w="113258" h="32270">
                <a:moveTo>
                  <a:pt x="0" y="26543"/>
                </a:moveTo>
                <a:lnTo>
                  <a:pt x="1028" y="29146"/>
                </a:lnTo>
                <a:lnTo>
                  <a:pt x="2070" y="30708"/>
                </a:lnTo>
                <a:lnTo>
                  <a:pt x="4152" y="32270"/>
                </a:lnTo>
                <a:lnTo>
                  <a:pt x="7264" y="32270"/>
                </a:lnTo>
                <a:lnTo>
                  <a:pt x="105460" y="13538"/>
                </a:lnTo>
                <a:lnTo>
                  <a:pt x="108585" y="13538"/>
                </a:lnTo>
                <a:lnTo>
                  <a:pt x="110655" y="11455"/>
                </a:lnTo>
                <a:lnTo>
                  <a:pt x="111696" y="7810"/>
                </a:lnTo>
                <a:lnTo>
                  <a:pt x="113258" y="5727"/>
                </a:lnTo>
                <a:lnTo>
                  <a:pt x="111696" y="2603"/>
                </a:lnTo>
                <a:lnTo>
                  <a:pt x="110655" y="1041"/>
                </a:lnTo>
                <a:lnTo>
                  <a:pt x="108585" y="0"/>
                </a:lnTo>
                <a:lnTo>
                  <a:pt x="105460" y="0"/>
                </a:lnTo>
                <a:lnTo>
                  <a:pt x="7264" y="18211"/>
                </a:lnTo>
                <a:lnTo>
                  <a:pt x="4152" y="19773"/>
                </a:lnTo>
                <a:lnTo>
                  <a:pt x="2070" y="21336"/>
                </a:lnTo>
                <a:lnTo>
                  <a:pt x="1028" y="23418"/>
                </a:lnTo>
                <a:lnTo>
                  <a:pt x="0" y="26543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099168" y="3063138"/>
            <a:ext cx="102298" cy="21297"/>
          </a:xfrm>
          <a:custGeom>
            <a:avLst/>
            <a:gdLst/>
            <a:ahLst/>
            <a:cxnLst/>
            <a:rect l="l" t="t" r="r" b="b"/>
            <a:pathLst>
              <a:path w="102298" h="21297">
                <a:moveTo>
                  <a:pt x="0" y="18745"/>
                </a:moveTo>
                <a:lnTo>
                  <a:pt x="469" y="21297"/>
                </a:lnTo>
                <a:lnTo>
                  <a:pt x="102298" y="2552"/>
                </a:lnTo>
                <a:lnTo>
                  <a:pt x="101828" y="0"/>
                </a:lnTo>
                <a:lnTo>
                  <a:pt x="0" y="18745"/>
                </a:lnTo>
                <a:close/>
              </a:path>
            </a:pathLst>
          </a:custGeom>
          <a:solidFill>
            <a:srgbClr val="96AAB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061995" y="3320503"/>
            <a:ext cx="171450" cy="47879"/>
          </a:xfrm>
          <a:custGeom>
            <a:avLst/>
            <a:gdLst/>
            <a:ahLst/>
            <a:cxnLst/>
            <a:rect l="l" t="t" r="r" b="b"/>
            <a:pathLst>
              <a:path w="171450" h="47879">
                <a:moveTo>
                  <a:pt x="0" y="32791"/>
                </a:moveTo>
                <a:lnTo>
                  <a:pt x="1041" y="36436"/>
                </a:lnTo>
                <a:lnTo>
                  <a:pt x="2603" y="41643"/>
                </a:lnTo>
                <a:lnTo>
                  <a:pt x="4673" y="44246"/>
                </a:lnTo>
                <a:lnTo>
                  <a:pt x="9867" y="46850"/>
                </a:lnTo>
                <a:lnTo>
                  <a:pt x="13512" y="47879"/>
                </a:lnTo>
                <a:lnTo>
                  <a:pt x="18707" y="47879"/>
                </a:lnTo>
                <a:lnTo>
                  <a:pt x="84162" y="35394"/>
                </a:lnTo>
                <a:lnTo>
                  <a:pt x="129882" y="27584"/>
                </a:lnTo>
                <a:lnTo>
                  <a:pt x="154305" y="22898"/>
                </a:lnTo>
                <a:lnTo>
                  <a:pt x="160020" y="19773"/>
                </a:lnTo>
                <a:lnTo>
                  <a:pt x="165735" y="14058"/>
                </a:lnTo>
                <a:lnTo>
                  <a:pt x="169887" y="7810"/>
                </a:lnTo>
                <a:lnTo>
                  <a:pt x="171450" y="2603"/>
                </a:lnTo>
                <a:lnTo>
                  <a:pt x="171450" y="0"/>
                </a:lnTo>
                <a:lnTo>
                  <a:pt x="0" y="29667"/>
                </a:lnTo>
                <a:lnTo>
                  <a:pt x="0" y="327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814955" y="2731477"/>
            <a:ext cx="444207" cy="657466"/>
          </a:xfrm>
          <a:custGeom>
            <a:avLst/>
            <a:gdLst/>
            <a:ahLst/>
            <a:cxnLst/>
            <a:rect l="l" t="t" r="r" b="b"/>
            <a:pathLst>
              <a:path w="444207" h="657466">
                <a:moveTo>
                  <a:pt x="430174" y="101180"/>
                </a:moveTo>
                <a:lnTo>
                  <a:pt x="429653" y="100660"/>
                </a:lnTo>
                <a:lnTo>
                  <a:pt x="429526" y="100533"/>
                </a:lnTo>
                <a:lnTo>
                  <a:pt x="429145" y="100152"/>
                </a:lnTo>
                <a:lnTo>
                  <a:pt x="428625" y="99491"/>
                </a:lnTo>
                <a:lnTo>
                  <a:pt x="427062" y="98971"/>
                </a:lnTo>
                <a:lnTo>
                  <a:pt x="426542" y="95846"/>
                </a:lnTo>
                <a:lnTo>
                  <a:pt x="426021" y="95326"/>
                </a:lnTo>
                <a:lnTo>
                  <a:pt x="424332" y="93764"/>
                </a:lnTo>
                <a:lnTo>
                  <a:pt x="423430" y="92862"/>
                </a:lnTo>
                <a:lnTo>
                  <a:pt x="423430" y="95326"/>
                </a:lnTo>
                <a:lnTo>
                  <a:pt x="426021" y="95846"/>
                </a:lnTo>
                <a:lnTo>
                  <a:pt x="426542" y="98971"/>
                </a:lnTo>
                <a:lnTo>
                  <a:pt x="427062" y="99491"/>
                </a:lnTo>
                <a:lnTo>
                  <a:pt x="428625" y="99631"/>
                </a:lnTo>
                <a:lnTo>
                  <a:pt x="429145" y="100533"/>
                </a:lnTo>
                <a:lnTo>
                  <a:pt x="429653" y="101180"/>
                </a:lnTo>
                <a:lnTo>
                  <a:pt x="430174" y="101701"/>
                </a:lnTo>
                <a:lnTo>
                  <a:pt x="430695" y="102222"/>
                </a:lnTo>
                <a:lnTo>
                  <a:pt x="430174" y="101180"/>
                </a:lnTo>
                <a:close/>
              </a:path>
              <a:path w="444207" h="657466">
                <a:moveTo>
                  <a:pt x="427173" y="603338"/>
                </a:moveTo>
                <a:lnTo>
                  <a:pt x="427583" y="602121"/>
                </a:lnTo>
                <a:lnTo>
                  <a:pt x="427079" y="603338"/>
                </a:lnTo>
                <a:lnTo>
                  <a:pt x="427062" y="602157"/>
                </a:lnTo>
                <a:lnTo>
                  <a:pt x="427253" y="601967"/>
                </a:lnTo>
                <a:lnTo>
                  <a:pt x="427583" y="602121"/>
                </a:lnTo>
                <a:lnTo>
                  <a:pt x="428294" y="600405"/>
                </a:lnTo>
                <a:lnTo>
                  <a:pt x="427774" y="600925"/>
                </a:lnTo>
                <a:lnTo>
                  <a:pt x="427583" y="601116"/>
                </a:lnTo>
                <a:lnTo>
                  <a:pt x="427062" y="601637"/>
                </a:lnTo>
                <a:lnTo>
                  <a:pt x="426732" y="602488"/>
                </a:lnTo>
                <a:lnTo>
                  <a:pt x="426685" y="603338"/>
                </a:lnTo>
                <a:lnTo>
                  <a:pt x="427062" y="603377"/>
                </a:lnTo>
                <a:close/>
              </a:path>
              <a:path w="444207" h="657466">
                <a:moveTo>
                  <a:pt x="427583" y="602121"/>
                </a:moveTo>
                <a:lnTo>
                  <a:pt x="427253" y="601967"/>
                </a:lnTo>
                <a:lnTo>
                  <a:pt x="427062" y="602157"/>
                </a:lnTo>
                <a:lnTo>
                  <a:pt x="427062" y="602427"/>
                </a:lnTo>
                <a:lnTo>
                  <a:pt x="427079" y="603338"/>
                </a:lnTo>
                <a:lnTo>
                  <a:pt x="427583" y="602121"/>
                </a:lnTo>
                <a:close/>
              </a:path>
              <a:path w="444207" h="657466">
                <a:moveTo>
                  <a:pt x="428625" y="601002"/>
                </a:moveTo>
                <a:lnTo>
                  <a:pt x="429145" y="599440"/>
                </a:lnTo>
                <a:lnTo>
                  <a:pt x="429145" y="598783"/>
                </a:lnTo>
                <a:lnTo>
                  <a:pt x="428815" y="599363"/>
                </a:lnTo>
                <a:lnTo>
                  <a:pt x="428624" y="599033"/>
                </a:lnTo>
                <a:lnTo>
                  <a:pt x="427583" y="599554"/>
                </a:lnTo>
                <a:lnTo>
                  <a:pt x="427583" y="600075"/>
                </a:lnTo>
                <a:lnTo>
                  <a:pt x="428624" y="599554"/>
                </a:lnTo>
                <a:lnTo>
                  <a:pt x="428625" y="600481"/>
                </a:lnTo>
                <a:lnTo>
                  <a:pt x="428624" y="600043"/>
                </a:lnTo>
                <a:lnTo>
                  <a:pt x="427583" y="602345"/>
                </a:lnTo>
                <a:lnTo>
                  <a:pt x="427583" y="602564"/>
                </a:lnTo>
                <a:lnTo>
                  <a:pt x="428625" y="601002"/>
                </a:lnTo>
                <a:close/>
              </a:path>
              <a:path w="444207" h="657466">
                <a:moveTo>
                  <a:pt x="429653" y="99630"/>
                </a:moveTo>
                <a:lnTo>
                  <a:pt x="429515" y="99491"/>
                </a:lnTo>
                <a:lnTo>
                  <a:pt x="429145" y="99119"/>
                </a:lnTo>
                <a:lnTo>
                  <a:pt x="428998" y="98971"/>
                </a:lnTo>
                <a:lnTo>
                  <a:pt x="428625" y="98595"/>
                </a:lnTo>
                <a:lnTo>
                  <a:pt x="428104" y="98072"/>
                </a:lnTo>
                <a:lnTo>
                  <a:pt x="427583" y="97548"/>
                </a:lnTo>
                <a:lnTo>
                  <a:pt x="427062" y="95986"/>
                </a:lnTo>
                <a:lnTo>
                  <a:pt x="427062" y="95846"/>
                </a:lnTo>
                <a:lnTo>
                  <a:pt x="427421" y="95846"/>
                </a:lnTo>
                <a:lnTo>
                  <a:pt x="427583" y="95326"/>
                </a:lnTo>
                <a:lnTo>
                  <a:pt x="428358" y="95326"/>
                </a:lnTo>
                <a:lnTo>
                  <a:pt x="428358" y="94805"/>
                </a:lnTo>
                <a:lnTo>
                  <a:pt x="427316" y="93764"/>
                </a:lnTo>
                <a:lnTo>
                  <a:pt x="427062" y="93764"/>
                </a:lnTo>
                <a:lnTo>
                  <a:pt x="427583" y="94805"/>
                </a:lnTo>
                <a:lnTo>
                  <a:pt x="427583" y="94551"/>
                </a:lnTo>
                <a:lnTo>
                  <a:pt x="427837" y="94805"/>
                </a:lnTo>
                <a:lnTo>
                  <a:pt x="427583" y="94805"/>
                </a:lnTo>
                <a:lnTo>
                  <a:pt x="427205" y="95326"/>
                </a:lnTo>
                <a:lnTo>
                  <a:pt x="427062" y="95326"/>
                </a:lnTo>
                <a:lnTo>
                  <a:pt x="426923" y="95846"/>
                </a:lnTo>
                <a:lnTo>
                  <a:pt x="427062" y="98971"/>
                </a:lnTo>
                <a:lnTo>
                  <a:pt x="428104" y="98590"/>
                </a:lnTo>
                <a:lnTo>
                  <a:pt x="428485" y="98971"/>
                </a:lnTo>
                <a:lnTo>
                  <a:pt x="428625" y="98971"/>
                </a:lnTo>
                <a:lnTo>
                  <a:pt x="429006" y="99491"/>
                </a:lnTo>
                <a:lnTo>
                  <a:pt x="429145" y="99491"/>
                </a:lnTo>
                <a:lnTo>
                  <a:pt x="429653" y="100139"/>
                </a:lnTo>
                <a:lnTo>
                  <a:pt x="430047" y="100533"/>
                </a:lnTo>
                <a:lnTo>
                  <a:pt x="429653" y="99630"/>
                </a:lnTo>
                <a:close/>
              </a:path>
              <a:path w="444207" h="657466">
                <a:moveTo>
                  <a:pt x="428104" y="82339"/>
                </a:moveTo>
                <a:lnTo>
                  <a:pt x="429314" y="82842"/>
                </a:lnTo>
                <a:lnTo>
                  <a:pt x="430174" y="82700"/>
                </a:lnTo>
                <a:lnTo>
                  <a:pt x="430174" y="82181"/>
                </a:lnTo>
                <a:lnTo>
                  <a:pt x="430834" y="82842"/>
                </a:lnTo>
                <a:lnTo>
                  <a:pt x="431215" y="82842"/>
                </a:lnTo>
                <a:lnTo>
                  <a:pt x="431215" y="80238"/>
                </a:lnTo>
                <a:lnTo>
                  <a:pt x="430174" y="80238"/>
                </a:lnTo>
                <a:lnTo>
                  <a:pt x="429793" y="81800"/>
                </a:lnTo>
                <a:lnTo>
                  <a:pt x="426808" y="81800"/>
                </a:lnTo>
                <a:lnTo>
                  <a:pt x="425246" y="80759"/>
                </a:lnTo>
                <a:lnTo>
                  <a:pt x="428104" y="83622"/>
                </a:lnTo>
                <a:lnTo>
                  <a:pt x="428104" y="82339"/>
                </a:lnTo>
                <a:close/>
              </a:path>
              <a:path w="444207" h="657466">
                <a:moveTo>
                  <a:pt x="428104" y="80759"/>
                </a:moveTo>
                <a:lnTo>
                  <a:pt x="426197" y="80759"/>
                </a:lnTo>
                <a:lnTo>
                  <a:pt x="427913" y="81470"/>
                </a:lnTo>
                <a:lnTo>
                  <a:pt x="428104" y="80759"/>
                </a:lnTo>
                <a:close/>
              </a:path>
              <a:path w="444207" h="657466">
                <a:moveTo>
                  <a:pt x="428358" y="604380"/>
                </a:moveTo>
                <a:lnTo>
                  <a:pt x="427062" y="603605"/>
                </a:lnTo>
                <a:lnTo>
                  <a:pt x="426647" y="604380"/>
                </a:lnTo>
                <a:lnTo>
                  <a:pt x="426542" y="604634"/>
                </a:lnTo>
                <a:lnTo>
                  <a:pt x="425500" y="606196"/>
                </a:lnTo>
                <a:lnTo>
                  <a:pt x="428358" y="604380"/>
                </a:lnTo>
                <a:close/>
              </a:path>
              <a:path w="444207" h="657466">
                <a:moveTo>
                  <a:pt x="428625" y="622071"/>
                </a:moveTo>
                <a:lnTo>
                  <a:pt x="428624" y="618566"/>
                </a:lnTo>
                <a:lnTo>
                  <a:pt x="427393" y="619277"/>
                </a:lnTo>
                <a:lnTo>
                  <a:pt x="427062" y="619414"/>
                </a:lnTo>
                <a:lnTo>
                  <a:pt x="427062" y="622071"/>
                </a:lnTo>
                <a:lnTo>
                  <a:pt x="428625" y="622071"/>
                </a:lnTo>
                <a:close/>
              </a:path>
              <a:path w="444207" h="657466">
                <a:moveTo>
                  <a:pt x="425364" y="604380"/>
                </a:moveTo>
                <a:lnTo>
                  <a:pt x="425500" y="604243"/>
                </a:lnTo>
                <a:lnTo>
                  <a:pt x="425704" y="604050"/>
                </a:lnTo>
                <a:lnTo>
                  <a:pt x="426184" y="603557"/>
                </a:lnTo>
                <a:lnTo>
                  <a:pt x="425500" y="603719"/>
                </a:lnTo>
                <a:lnTo>
                  <a:pt x="424840" y="604380"/>
                </a:lnTo>
                <a:lnTo>
                  <a:pt x="421868" y="604380"/>
                </a:lnTo>
                <a:lnTo>
                  <a:pt x="424459" y="604761"/>
                </a:lnTo>
                <a:lnTo>
                  <a:pt x="425364" y="604380"/>
                </a:lnTo>
                <a:close/>
              </a:path>
              <a:path w="444207" h="657466">
                <a:moveTo>
                  <a:pt x="426021" y="93764"/>
                </a:moveTo>
                <a:lnTo>
                  <a:pt x="425894" y="94805"/>
                </a:lnTo>
                <a:lnTo>
                  <a:pt x="424853" y="93764"/>
                </a:lnTo>
                <a:lnTo>
                  <a:pt x="423938" y="92849"/>
                </a:lnTo>
                <a:lnTo>
                  <a:pt x="424840" y="93764"/>
                </a:lnTo>
                <a:lnTo>
                  <a:pt x="426021" y="94945"/>
                </a:lnTo>
                <a:lnTo>
                  <a:pt x="426021" y="93764"/>
                </a:lnTo>
                <a:close/>
              </a:path>
              <a:path w="444207" h="657466">
                <a:moveTo>
                  <a:pt x="426542" y="603683"/>
                </a:moveTo>
                <a:lnTo>
                  <a:pt x="426542" y="603338"/>
                </a:lnTo>
                <a:lnTo>
                  <a:pt x="426402" y="603338"/>
                </a:lnTo>
                <a:lnTo>
                  <a:pt x="426211" y="603530"/>
                </a:lnTo>
                <a:lnTo>
                  <a:pt x="426253" y="604380"/>
                </a:lnTo>
                <a:lnTo>
                  <a:pt x="426542" y="603683"/>
                </a:lnTo>
                <a:close/>
              </a:path>
              <a:path w="444207" h="657466">
                <a:moveTo>
                  <a:pt x="426253" y="604380"/>
                </a:moveTo>
                <a:lnTo>
                  <a:pt x="426211" y="603530"/>
                </a:lnTo>
                <a:lnTo>
                  <a:pt x="425859" y="604380"/>
                </a:lnTo>
                <a:lnTo>
                  <a:pt x="425500" y="604380"/>
                </a:lnTo>
                <a:lnTo>
                  <a:pt x="425500" y="604253"/>
                </a:lnTo>
                <a:lnTo>
                  <a:pt x="425373" y="604380"/>
                </a:lnTo>
                <a:lnTo>
                  <a:pt x="425500" y="605245"/>
                </a:lnTo>
                <a:lnTo>
                  <a:pt x="426253" y="604380"/>
                </a:lnTo>
                <a:close/>
              </a:path>
              <a:path w="444207" h="657466">
                <a:moveTo>
                  <a:pt x="426184" y="603557"/>
                </a:moveTo>
                <a:lnTo>
                  <a:pt x="426542" y="602678"/>
                </a:lnTo>
                <a:lnTo>
                  <a:pt x="426685" y="603338"/>
                </a:lnTo>
                <a:lnTo>
                  <a:pt x="426732" y="602488"/>
                </a:lnTo>
                <a:lnTo>
                  <a:pt x="426542" y="602157"/>
                </a:lnTo>
                <a:lnTo>
                  <a:pt x="425500" y="603199"/>
                </a:lnTo>
                <a:lnTo>
                  <a:pt x="425500" y="603719"/>
                </a:lnTo>
                <a:lnTo>
                  <a:pt x="426184" y="603557"/>
                </a:lnTo>
                <a:close/>
              </a:path>
              <a:path w="444207" h="657466">
                <a:moveTo>
                  <a:pt x="426542" y="95326"/>
                </a:moveTo>
                <a:lnTo>
                  <a:pt x="426402" y="95326"/>
                </a:lnTo>
                <a:lnTo>
                  <a:pt x="426542" y="95465"/>
                </a:lnTo>
                <a:lnTo>
                  <a:pt x="426732" y="95656"/>
                </a:lnTo>
                <a:lnTo>
                  <a:pt x="426542" y="95326"/>
                </a:lnTo>
                <a:close/>
              </a:path>
              <a:path w="444207" h="657466">
                <a:moveTo>
                  <a:pt x="426558" y="93764"/>
                </a:moveTo>
                <a:lnTo>
                  <a:pt x="426398" y="93378"/>
                </a:lnTo>
                <a:lnTo>
                  <a:pt x="426021" y="93221"/>
                </a:lnTo>
                <a:lnTo>
                  <a:pt x="426542" y="93764"/>
                </a:lnTo>
                <a:lnTo>
                  <a:pt x="426989" y="94805"/>
                </a:lnTo>
                <a:lnTo>
                  <a:pt x="426558" y="93764"/>
                </a:lnTo>
                <a:close/>
              </a:path>
              <a:path w="444207" h="657466">
                <a:moveTo>
                  <a:pt x="426542" y="93437"/>
                </a:moveTo>
                <a:lnTo>
                  <a:pt x="426398" y="93378"/>
                </a:lnTo>
                <a:lnTo>
                  <a:pt x="426542" y="93725"/>
                </a:lnTo>
                <a:lnTo>
                  <a:pt x="426542" y="93437"/>
                </a:lnTo>
                <a:close/>
              </a:path>
              <a:path w="444207" h="657466">
                <a:moveTo>
                  <a:pt x="426542" y="92989"/>
                </a:moveTo>
                <a:lnTo>
                  <a:pt x="426950" y="93510"/>
                </a:lnTo>
                <a:lnTo>
                  <a:pt x="427071" y="93510"/>
                </a:lnTo>
              </a:path>
              <a:path w="444207" h="657466">
                <a:moveTo>
                  <a:pt x="426950" y="93510"/>
                </a:moveTo>
                <a:lnTo>
                  <a:pt x="427062" y="93653"/>
                </a:lnTo>
                <a:lnTo>
                  <a:pt x="427296" y="93755"/>
                </a:lnTo>
                <a:lnTo>
                  <a:pt x="427062" y="93510"/>
                </a:lnTo>
              </a:path>
              <a:path w="444207" h="657466">
                <a:moveTo>
                  <a:pt x="427062" y="93510"/>
                </a:moveTo>
                <a:lnTo>
                  <a:pt x="427307" y="93755"/>
                </a:lnTo>
                <a:lnTo>
                  <a:pt x="427071" y="93510"/>
                </a:lnTo>
              </a:path>
              <a:path w="444207" h="657466">
                <a:moveTo>
                  <a:pt x="427316" y="93764"/>
                </a:moveTo>
                <a:lnTo>
                  <a:pt x="428358" y="94805"/>
                </a:lnTo>
                <a:lnTo>
                  <a:pt x="428879" y="94805"/>
                </a:lnTo>
                <a:lnTo>
                  <a:pt x="427329" y="93764"/>
                </a:lnTo>
              </a:path>
              <a:path w="444207" h="657466">
                <a:moveTo>
                  <a:pt x="428358" y="94805"/>
                </a:moveTo>
                <a:lnTo>
                  <a:pt x="428358" y="94805"/>
                </a:lnTo>
                <a:lnTo>
                  <a:pt x="428879" y="94805"/>
                </a:lnTo>
              </a:path>
              <a:path w="444207" h="657466">
                <a:moveTo>
                  <a:pt x="428879" y="94805"/>
                </a:moveTo>
                <a:lnTo>
                  <a:pt x="428879" y="95326"/>
                </a:lnTo>
                <a:lnTo>
                  <a:pt x="428358" y="95326"/>
                </a:lnTo>
                <a:lnTo>
                  <a:pt x="428104" y="95592"/>
                </a:lnTo>
                <a:lnTo>
                  <a:pt x="429399" y="95592"/>
                </a:lnTo>
                <a:lnTo>
                  <a:pt x="429399" y="95326"/>
                </a:lnTo>
                <a:lnTo>
                  <a:pt x="428879" y="94805"/>
                </a:lnTo>
              </a:path>
              <a:path w="444207" h="657466">
                <a:moveTo>
                  <a:pt x="427583" y="95326"/>
                </a:moveTo>
                <a:lnTo>
                  <a:pt x="427500" y="95592"/>
                </a:lnTo>
                <a:lnTo>
                  <a:pt x="428104" y="95592"/>
                </a:lnTo>
              </a:path>
              <a:path w="444207" h="657466">
                <a:moveTo>
                  <a:pt x="427500" y="95592"/>
                </a:moveTo>
                <a:lnTo>
                  <a:pt x="427421" y="95846"/>
                </a:lnTo>
                <a:lnTo>
                  <a:pt x="429399" y="95846"/>
                </a:lnTo>
                <a:lnTo>
                  <a:pt x="429399" y="95592"/>
                </a:lnTo>
              </a:path>
              <a:path w="444207" h="657466">
                <a:moveTo>
                  <a:pt x="427421" y="95846"/>
                </a:moveTo>
                <a:lnTo>
                  <a:pt x="428104" y="95846"/>
                </a:lnTo>
              </a:path>
              <a:path w="444207" h="657466">
                <a:moveTo>
                  <a:pt x="428104" y="95846"/>
                </a:moveTo>
                <a:lnTo>
                  <a:pt x="429399" y="95846"/>
                </a:lnTo>
              </a:path>
              <a:path w="444207" h="657466">
                <a:moveTo>
                  <a:pt x="427421" y="95846"/>
                </a:moveTo>
                <a:lnTo>
                  <a:pt x="427517" y="96238"/>
                </a:lnTo>
                <a:lnTo>
                  <a:pt x="427583" y="96507"/>
                </a:lnTo>
                <a:lnTo>
                  <a:pt x="427646" y="96697"/>
                </a:lnTo>
                <a:lnTo>
                  <a:pt x="427774" y="96697"/>
                </a:lnTo>
                <a:lnTo>
                  <a:pt x="427695" y="96507"/>
                </a:lnTo>
                <a:lnTo>
                  <a:pt x="427583" y="96238"/>
                </a:lnTo>
                <a:lnTo>
                  <a:pt x="427583" y="95846"/>
                </a:lnTo>
              </a:path>
              <a:path w="444207" h="657466">
                <a:moveTo>
                  <a:pt x="427583" y="95846"/>
                </a:moveTo>
                <a:lnTo>
                  <a:pt x="428104" y="95846"/>
                </a:lnTo>
              </a:path>
              <a:path w="444207" h="657466">
                <a:moveTo>
                  <a:pt x="428104" y="95846"/>
                </a:moveTo>
                <a:lnTo>
                  <a:pt x="428104" y="95846"/>
                </a:lnTo>
                <a:lnTo>
                  <a:pt x="428180" y="95846"/>
                </a:lnTo>
              </a:path>
              <a:path w="444207" h="657466">
                <a:moveTo>
                  <a:pt x="428104" y="95846"/>
                </a:moveTo>
                <a:lnTo>
                  <a:pt x="427798" y="96634"/>
                </a:lnTo>
                <a:lnTo>
                  <a:pt x="428651" y="96697"/>
                </a:lnTo>
                <a:lnTo>
                  <a:pt x="428208" y="95846"/>
                </a:lnTo>
              </a:path>
              <a:path w="444207" h="657466">
                <a:moveTo>
                  <a:pt x="428180" y="95846"/>
                </a:moveTo>
                <a:lnTo>
                  <a:pt x="429399" y="95846"/>
                </a:lnTo>
                <a:lnTo>
                  <a:pt x="429399" y="95846"/>
                </a:lnTo>
              </a:path>
              <a:path w="444207" h="657466">
                <a:moveTo>
                  <a:pt x="427646" y="96697"/>
                </a:moveTo>
                <a:lnTo>
                  <a:pt x="427700" y="96858"/>
                </a:lnTo>
                <a:lnTo>
                  <a:pt x="428717" y="96858"/>
                </a:lnTo>
                <a:lnTo>
                  <a:pt x="428651" y="96697"/>
                </a:lnTo>
              </a:path>
              <a:path w="444207" h="657466">
                <a:moveTo>
                  <a:pt x="427700" y="96858"/>
                </a:moveTo>
                <a:lnTo>
                  <a:pt x="428104" y="98072"/>
                </a:lnTo>
                <a:lnTo>
                  <a:pt x="428625" y="98595"/>
                </a:lnTo>
                <a:lnTo>
                  <a:pt x="428625" y="98072"/>
                </a:lnTo>
                <a:lnTo>
                  <a:pt x="428624" y="96858"/>
                </a:lnTo>
              </a:path>
              <a:path w="444207" h="657466">
                <a:moveTo>
                  <a:pt x="428624" y="96858"/>
                </a:moveTo>
                <a:lnTo>
                  <a:pt x="429049" y="97890"/>
                </a:lnTo>
                <a:lnTo>
                  <a:pt x="429145" y="98124"/>
                </a:lnTo>
                <a:lnTo>
                  <a:pt x="429494" y="98971"/>
                </a:lnTo>
                <a:lnTo>
                  <a:pt x="429221" y="98124"/>
                </a:lnTo>
                <a:lnTo>
                  <a:pt x="429145" y="97890"/>
                </a:lnTo>
                <a:lnTo>
                  <a:pt x="428717" y="96858"/>
                </a:lnTo>
              </a:path>
              <a:path w="444207" h="657466">
                <a:moveTo>
                  <a:pt x="430695" y="101414"/>
                </a:moveTo>
                <a:lnTo>
                  <a:pt x="430377" y="100863"/>
                </a:lnTo>
                <a:lnTo>
                  <a:pt x="430174" y="100660"/>
                </a:lnTo>
                <a:lnTo>
                  <a:pt x="430047" y="100533"/>
                </a:lnTo>
                <a:lnTo>
                  <a:pt x="429653" y="100139"/>
                </a:lnTo>
                <a:lnTo>
                  <a:pt x="429145" y="99631"/>
                </a:lnTo>
                <a:lnTo>
                  <a:pt x="429006" y="99491"/>
                </a:lnTo>
                <a:lnTo>
                  <a:pt x="428625" y="99110"/>
                </a:lnTo>
                <a:lnTo>
                  <a:pt x="428625" y="98971"/>
                </a:lnTo>
                <a:lnTo>
                  <a:pt x="428485" y="98971"/>
                </a:lnTo>
                <a:lnTo>
                  <a:pt x="428625" y="99491"/>
                </a:lnTo>
                <a:lnTo>
                  <a:pt x="429145" y="100152"/>
                </a:lnTo>
                <a:lnTo>
                  <a:pt x="429526" y="100533"/>
                </a:lnTo>
                <a:lnTo>
                  <a:pt x="429653" y="100533"/>
                </a:lnTo>
                <a:lnTo>
                  <a:pt x="430174" y="101180"/>
                </a:lnTo>
                <a:lnTo>
                  <a:pt x="430695" y="101701"/>
                </a:lnTo>
                <a:lnTo>
                  <a:pt x="430695" y="101414"/>
                </a:lnTo>
                <a:close/>
              </a:path>
              <a:path w="444207" h="657466">
                <a:moveTo>
                  <a:pt x="428485" y="98971"/>
                </a:moveTo>
                <a:lnTo>
                  <a:pt x="428104" y="98590"/>
                </a:lnTo>
                <a:lnTo>
                  <a:pt x="427062" y="98971"/>
                </a:lnTo>
                <a:lnTo>
                  <a:pt x="428625" y="99491"/>
                </a:lnTo>
                <a:lnTo>
                  <a:pt x="428485" y="98971"/>
                </a:lnTo>
                <a:close/>
              </a:path>
              <a:path w="444207" h="657466">
                <a:moveTo>
                  <a:pt x="428625" y="99631"/>
                </a:moveTo>
                <a:lnTo>
                  <a:pt x="427062" y="99491"/>
                </a:lnTo>
                <a:lnTo>
                  <a:pt x="427062" y="100533"/>
                </a:lnTo>
                <a:lnTo>
                  <a:pt x="429145" y="100533"/>
                </a:lnTo>
                <a:lnTo>
                  <a:pt x="428625" y="99631"/>
                </a:lnTo>
                <a:close/>
              </a:path>
              <a:path w="444207" h="657466">
                <a:moveTo>
                  <a:pt x="428879" y="94805"/>
                </a:moveTo>
                <a:lnTo>
                  <a:pt x="428358" y="94805"/>
                </a:lnTo>
                <a:lnTo>
                  <a:pt x="427316" y="93764"/>
                </a:lnTo>
                <a:lnTo>
                  <a:pt x="428358" y="94805"/>
                </a:lnTo>
                <a:lnTo>
                  <a:pt x="428879" y="95326"/>
                </a:lnTo>
                <a:lnTo>
                  <a:pt x="428879" y="94805"/>
                </a:lnTo>
                <a:close/>
              </a:path>
              <a:path w="444207" h="657466">
                <a:moveTo>
                  <a:pt x="429653" y="598398"/>
                </a:moveTo>
                <a:lnTo>
                  <a:pt x="429653" y="598210"/>
                </a:lnTo>
                <a:lnTo>
                  <a:pt x="429336" y="598322"/>
                </a:lnTo>
                <a:lnTo>
                  <a:pt x="429145" y="597983"/>
                </a:lnTo>
                <a:lnTo>
                  <a:pt x="428625" y="597484"/>
                </a:lnTo>
                <a:lnTo>
                  <a:pt x="428625" y="598507"/>
                </a:lnTo>
                <a:lnTo>
                  <a:pt x="429145" y="598512"/>
                </a:lnTo>
                <a:lnTo>
                  <a:pt x="429145" y="599440"/>
                </a:lnTo>
                <a:lnTo>
                  <a:pt x="428625" y="601002"/>
                </a:lnTo>
                <a:lnTo>
                  <a:pt x="429653" y="598398"/>
                </a:lnTo>
                <a:close/>
              </a:path>
              <a:path w="444207" h="657466">
                <a:moveTo>
                  <a:pt x="429145" y="598783"/>
                </a:moveTo>
                <a:lnTo>
                  <a:pt x="429145" y="598512"/>
                </a:lnTo>
                <a:lnTo>
                  <a:pt x="428625" y="598507"/>
                </a:lnTo>
                <a:lnTo>
                  <a:pt x="428624" y="599033"/>
                </a:lnTo>
                <a:lnTo>
                  <a:pt x="428815" y="599363"/>
                </a:lnTo>
                <a:lnTo>
                  <a:pt x="429145" y="598783"/>
                </a:lnTo>
                <a:close/>
              </a:path>
              <a:path w="444207" h="657466">
                <a:moveTo>
                  <a:pt x="429653" y="597472"/>
                </a:moveTo>
                <a:lnTo>
                  <a:pt x="429145" y="596960"/>
                </a:lnTo>
                <a:lnTo>
                  <a:pt x="428625" y="597484"/>
                </a:lnTo>
                <a:lnTo>
                  <a:pt x="429145" y="597983"/>
                </a:lnTo>
                <a:lnTo>
                  <a:pt x="429336" y="598322"/>
                </a:lnTo>
                <a:lnTo>
                  <a:pt x="429653" y="597472"/>
                </a:lnTo>
                <a:close/>
              </a:path>
              <a:path w="444207" h="657466">
                <a:moveTo>
                  <a:pt x="429145" y="99491"/>
                </a:moveTo>
                <a:lnTo>
                  <a:pt x="429006" y="99491"/>
                </a:lnTo>
                <a:lnTo>
                  <a:pt x="429145" y="99631"/>
                </a:lnTo>
                <a:lnTo>
                  <a:pt x="429653" y="100139"/>
                </a:lnTo>
                <a:lnTo>
                  <a:pt x="429145" y="99491"/>
                </a:lnTo>
                <a:close/>
              </a:path>
              <a:path w="444207" h="657466">
                <a:moveTo>
                  <a:pt x="433044" y="88557"/>
                </a:moveTo>
                <a:lnTo>
                  <a:pt x="432003" y="86995"/>
                </a:lnTo>
                <a:lnTo>
                  <a:pt x="432384" y="86868"/>
                </a:lnTo>
                <a:lnTo>
                  <a:pt x="431215" y="84026"/>
                </a:lnTo>
                <a:lnTo>
                  <a:pt x="431215" y="83362"/>
                </a:lnTo>
                <a:lnTo>
                  <a:pt x="431025" y="83553"/>
                </a:lnTo>
                <a:lnTo>
                  <a:pt x="430840" y="83870"/>
                </a:lnTo>
                <a:lnTo>
                  <a:pt x="431215" y="85694"/>
                </a:lnTo>
                <a:lnTo>
                  <a:pt x="432523" y="98971"/>
                </a:lnTo>
                <a:lnTo>
                  <a:pt x="433044" y="99491"/>
                </a:lnTo>
                <a:lnTo>
                  <a:pt x="432524" y="99491"/>
                </a:lnTo>
                <a:lnTo>
                  <a:pt x="430174" y="99758"/>
                </a:lnTo>
                <a:lnTo>
                  <a:pt x="430174" y="100279"/>
                </a:lnTo>
                <a:lnTo>
                  <a:pt x="429977" y="99491"/>
                </a:lnTo>
                <a:lnTo>
                  <a:pt x="432003" y="98971"/>
                </a:lnTo>
                <a:lnTo>
                  <a:pt x="429145" y="97675"/>
                </a:lnTo>
                <a:lnTo>
                  <a:pt x="429593" y="98971"/>
                </a:lnTo>
                <a:lnTo>
                  <a:pt x="429653" y="99116"/>
                </a:lnTo>
                <a:lnTo>
                  <a:pt x="429708" y="99491"/>
                </a:lnTo>
                <a:lnTo>
                  <a:pt x="429844" y="99822"/>
                </a:lnTo>
                <a:lnTo>
                  <a:pt x="429809" y="99491"/>
                </a:lnTo>
                <a:lnTo>
                  <a:pt x="429653" y="98971"/>
                </a:lnTo>
                <a:lnTo>
                  <a:pt x="429653" y="98717"/>
                </a:lnTo>
                <a:lnTo>
                  <a:pt x="429759" y="98971"/>
                </a:lnTo>
                <a:lnTo>
                  <a:pt x="429898" y="99491"/>
                </a:lnTo>
                <a:lnTo>
                  <a:pt x="430174" y="100373"/>
                </a:lnTo>
                <a:lnTo>
                  <a:pt x="430240" y="100533"/>
                </a:lnTo>
                <a:lnTo>
                  <a:pt x="433565" y="100533"/>
                </a:lnTo>
                <a:lnTo>
                  <a:pt x="433044" y="88557"/>
                </a:lnTo>
                <a:close/>
              </a:path>
              <a:path w="444207" h="657466">
                <a:moveTo>
                  <a:pt x="429898" y="99491"/>
                </a:moveTo>
                <a:lnTo>
                  <a:pt x="429759" y="98971"/>
                </a:lnTo>
                <a:lnTo>
                  <a:pt x="429653" y="98717"/>
                </a:lnTo>
                <a:lnTo>
                  <a:pt x="429653" y="98971"/>
                </a:lnTo>
                <a:lnTo>
                  <a:pt x="429809" y="99491"/>
                </a:lnTo>
                <a:close/>
              </a:path>
              <a:path w="444207" h="657466">
                <a:moveTo>
                  <a:pt x="429653" y="100533"/>
                </a:moveTo>
                <a:lnTo>
                  <a:pt x="429526" y="100533"/>
                </a:lnTo>
                <a:lnTo>
                  <a:pt x="429653" y="100660"/>
                </a:lnTo>
                <a:lnTo>
                  <a:pt x="430174" y="101180"/>
                </a:lnTo>
                <a:lnTo>
                  <a:pt x="429653" y="100533"/>
                </a:lnTo>
                <a:close/>
              </a:path>
              <a:path w="444207" h="657466">
                <a:moveTo>
                  <a:pt x="429708" y="99491"/>
                </a:moveTo>
                <a:lnTo>
                  <a:pt x="429653" y="99116"/>
                </a:lnTo>
                <a:lnTo>
                  <a:pt x="429593" y="98971"/>
                </a:lnTo>
                <a:lnTo>
                  <a:pt x="429653" y="99358"/>
                </a:lnTo>
                <a:lnTo>
                  <a:pt x="429653" y="99491"/>
                </a:lnTo>
                <a:close/>
              </a:path>
              <a:path w="444207" h="657466">
                <a:moveTo>
                  <a:pt x="430898" y="595198"/>
                </a:moveTo>
                <a:lnTo>
                  <a:pt x="430970" y="594607"/>
                </a:lnTo>
                <a:lnTo>
                  <a:pt x="431215" y="592271"/>
                </a:lnTo>
                <a:lnTo>
                  <a:pt x="430695" y="592795"/>
                </a:lnTo>
                <a:lnTo>
                  <a:pt x="430822" y="594156"/>
                </a:lnTo>
                <a:lnTo>
                  <a:pt x="430695" y="594682"/>
                </a:lnTo>
                <a:lnTo>
                  <a:pt x="430695" y="595274"/>
                </a:lnTo>
                <a:lnTo>
                  <a:pt x="430465" y="595633"/>
                </a:lnTo>
                <a:lnTo>
                  <a:pt x="430198" y="595384"/>
                </a:lnTo>
                <a:lnTo>
                  <a:pt x="430174" y="593318"/>
                </a:lnTo>
                <a:lnTo>
                  <a:pt x="430174" y="596836"/>
                </a:lnTo>
                <a:lnTo>
                  <a:pt x="430898" y="595198"/>
                </a:lnTo>
                <a:close/>
              </a:path>
              <a:path w="444207" h="657466">
                <a:moveTo>
                  <a:pt x="430306" y="596829"/>
                </a:moveTo>
                <a:lnTo>
                  <a:pt x="431419" y="594156"/>
                </a:lnTo>
                <a:lnTo>
                  <a:pt x="430898" y="595198"/>
                </a:lnTo>
                <a:lnTo>
                  <a:pt x="430174" y="596836"/>
                </a:lnTo>
                <a:lnTo>
                  <a:pt x="430174" y="595926"/>
                </a:lnTo>
                <a:lnTo>
                  <a:pt x="430168" y="596964"/>
                </a:lnTo>
                <a:lnTo>
                  <a:pt x="430306" y="596829"/>
                </a:lnTo>
                <a:close/>
              </a:path>
              <a:path w="444207" h="657466">
                <a:moveTo>
                  <a:pt x="430168" y="596964"/>
                </a:moveTo>
                <a:lnTo>
                  <a:pt x="430174" y="595926"/>
                </a:lnTo>
                <a:lnTo>
                  <a:pt x="430174" y="595431"/>
                </a:lnTo>
                <a:lnTo>
                  <a:pt x="429659" y="596443"/>
                </a:lnTo>
                <a:lnTo>
                  <a:pt x="429844" y="597281"/>
                </a:lnTo>
                <a:lnTo>
                  <a:pt x="430168" y="596964"/>
                </a:lnTo>
                <a:close/>
              </a:path>
              <a:path w="444207" h="657466">
                <a:moveTo>
                  <a:pt x="430174" y="100533"/>
                </a:moveTo>
                <a:lnTo>
                  <a:pt x="430047" y="100533"/>
                </a:lnTo>
                <a:lnTo>
                  <a:pt x="430174" y="100660"/>
                </a:lnTo>
                <a:lnTo>
                  <a:pt x="430377" y="100863"/>
                </a:lnTo>
                <a:lnTo>
                  <a:pt x="430174" y="100533"/>
                </a:lnTo>
                <a:close/>
              </a:path>
              <a:path w="444207" h="657466">
                <a:moveTo>
                  <a:pt x="430695" y="595274"/>
                </a:moveTo>
                <a:lnTo>
                  <a:pt x="430695" y="594406"/>
                </a:lnTo>
                <a:lnTo>
                  <a:pt x="430198" y="595384"/>
                </a:lnTo>
                <a:lnTo>
                  <a:pt x="430465" y="595633"/>
                </a:lnTo>
                <a:lnTo>
                  <a:pt x="430695" y="595274"/>
                </a:lnTo>
                <a:close/>
              </a:path>
              <a:path w="444207" h="657466">
                <a:moveTo>
                  <a:pt x="430695" y="594406"/>
                </a:moveTo>
                <a:lnTo>
                  <a:pt x="430695" y="594682"/>
                </a:lnTo>
                <a:lnTo>
                  <a:pt x="430822" y="594156"/>
                </a:lnTo>
                <a:lnTo>
                  <a:pt x="430695" y="592795"/>
                </a:lnTo>
                <a:lnTo>
                  <a:pt x="430174" y="593318"/>
                </a:lnTo>
                <a:lnTo>
                  <a:pt x="430198" y="595384"/>
                </a:lnTo>
                <a:lnTo>
                  <a:pt x="430695" y="594406"/>
                </a:lnTo>
                <a:close/>
              </a:path>
              <a:path w="444207" h="657466">
                <a:moveTo>
                  <a:pt x="437197" y="108343"/>
                </a:moveTo>
                <a:lnTo>
                  <a:pt x="432257" y="104444"/>
                </a:lnTo>
                <a:lnTo>
                  <a:pt x="432257" y="105090"/>
                </a:lnTo>
                <a:lnTo>
                  <a:pt x="431710" y="103771"/>
                </a:lnTo>
                <a:lnTo>
                  <a:pt x="432257" y="105359"/>
                </a:lnTo>
                <a:lnTo>
                  <a:pt x="432447" y="105549"/>
                </a:lnTo>
                <a:lnTo>
                  <a:pt x="434665" y="108343"/>
                </a:lnTo>
                <a:lnTo>
                  <a:pt x="435559" y="109791"/>
                </a:lnTo>
                <a:lnTo>
                  <a:pt x="432663" y="108343"/>
                </a:lnTo>
                <a:lnTo>
                  <a:pt x="432257" y="108140"/>
                </a:lnTo>
                <a:lnTo>
                  <a:pt x="431215" y="104317"/>
                </a:lnTo>
                <a:lnTo>
                  <a:pt x="430695" y="102755"/>
                </a:lnTo>
                <a:lnTo>
                  <a:pt x="430174" y="101701"/>
                </a:lnTo>
                <a:lnTo>
                  <a:pt x="429653" y="101180"/>
                </a:lnTo>
                <a:lnTo>
                  <a:pt x="430174" y="102235"/>
                </a:lnTo>
                <a:lnTo>
                  <a:pt x="430695" y="103797"/>
                </a:lnTo>
                <a:lnTo>
                  <a:pt x="431215" y="107619"/>
                </a:lnTo>
                <a:lnTo>
                  <a:pt x="432257" y="108343"/>
                </a:lnTo>
                <a:lnTo>
                  <a:pt x="438238" y="586676"/>
                </a:lnTo>
                <a:lnTo>
                  <a:pt x="437197" y="108343"/>
                </a:lnTo>
                <a:close/>
              </a:path>
              <a:path w="444207" h="657466">
                <a:moveTo>
                  <a:pt x="431710" y="103771"/>
                </a:moveTo>
                <a:lnTo>
                  <a:pt x="431215" y="103276"/>
                </a:lnTo>
                <a:lnTo>
                  <a:pt x="430695" y="102222"/>
                </a:lnTo>
                <a:lnTo>
                  <a:pt x="430174" y="101701"/>
                </a:lnTo>
                <a:lnTo>
                  <a:pt x="430695" y="102755"/>
                </a:lnTo>
                <a:lnTo>
                  <a:pt x="431215" y="104317"/>
                </a:lnTo>
                <a:lnTo>
                  <a:pt x="432257" y="105359"/>
                </a:lnTo>
                <a:lnTo>
                  <a:pt x="431710" y="103771"/>
                </a:lnTo>
                <a:close/>
              </a:path>
              <a:path w="444207" h="657466">
                <a:moveTo>
                  <a:pt x="441504" y="101215"/>
                </a:moveTo>
                <a:lnTo>
                  <a:pt x="441552" y="99405"/>
                </a:lnTo>
                <a:lnTo>
                  <a:pt x="440575" y="97022"/>
                </a:lnTo>
                <a:lnTo>
                  <a:pt x="440430" y="96603"/>
                </a:lnTo>
                <a:lnTo>
                  <a:pt x="440427" y="96367"/>
                </a:lnTo>
                <a:lnTo>
                  <a:pt x="440055" y="95188"/>
                </a:lnTo>
                <a:lnTo>
                  <a:pt x="440055" y="94673"/>
                </a:lnTo>
                <a:lnTo>
                  <a:pt x="439534" y="93632"/>
                </a:lnTo>
                <a:lnTo>
                  <a:pt x="439013" y="93105"/>
                </a:lnTo>
                <a:lnTo>
                  <a:pt x="439013" y="94030"/>
                </a:lnTo>
                <a:lnTo>
                  <a:pt x="439534" y="95072"/>
                </a:lnTo>
                <a:lnTo>
                  <a:pt x="439534" y="94634"/>
                </a:lnTo>
                <a:lnTo>
                  <a:pt x="439343" y="93954"/>
                </a:lnTo>
                <a:lnTo>
                  <a:pt x="439534" y="94147"/>
                </a:lnTo>
                <a:lnTo>
                  <a:pt x="439864" y="94996"/>
                </a:lnTo>
                <a:lnTo>
                  <a:pt x="440055" y="95460"/>
                </a:lnTo>
                <a:lnTo>
                  <a:pt x="440333" y="96367"/>
                </a:lnTo>
                <a:lnTo>
                  <a:pt x="440385" y="96558"/>
                </a:lnTo>
                <a:lnTo>
                  <a:pt x="440575" y="97155"/>
                </a:lnTo>
                <a:lnTo>
                  <a:pt x="439877" y="98564"/>
                </a:lnTo>
                <a:lnTo>
                  <a:pt x="440250" y="96367"/>
                </a:lnTo>
                <a:lnTo>
                  <a:pt x="440055" y="96113"/>
                </a:lnTo>
                <a:lnTo>
                  <a:pt x="439013" y="94030"/>
                </a:lnTo>
                <a:lnTo>
                  <a:pt x="439013" y="94551"/>
                </a:lnTo>
                <a:lnTo>
                  <a:pt x="436676" y="96367"/>
                </a:lnTo>
                <a:lnTo>
                  <a:pt x="433565" y="100533"/>
                </a:lnTo>
                <a:lnTo>
                  <a:pt x="430495" y="100533"/>
                </a:lnTo>
                <a:lnTo>
                  <a:pt x="431215" y="102459"/>
                </a:lnTo>
                <a:lnTo>
                  <a:pt x="431333" y="102860"/>
                </a:lnTo>
                <a:lnTo>
                  <a:pt x="431710" y="103771"/>
                </a:lnTo>
                <a:lnTo>
                  <a:pt x="431419" y="102946"/>
                </a:lnTo>
                <a:lnTo>
                  <a:pt x="431215" y="102362"/>
                </a:lnTo>
                <a:lnTo>
                  <a:pt x="437197" y="108343"/>
                </a:lnTo>
                <a:lnTo>
                  <a:pt x="441504" y="101215"/>
                </a:lnTo>
                <a:close/>
              </a:path>
              <a:path w="444207" h="657466">
                <a:moveTo>
                  <a:pt x="430174" y="99758"/>
                </a:moveTo>
                <a:lnTo>
                  <a:pt x="432524" y="99491"/>
                </a:lnTo>
                <a:lnTo>
                  <a:pt x="432003" y="98971"/>
                </a:lnTo>
                <a:lnTo>
                  <a:pt x="429977" y="99491"/>
                </a:lnTo>
                <a:lnTo>
                  <a:pt x="430174" y="100158"/>
                </a:lnTo>
                <a:lnTo>
                  <a:pt x="430174" y="99758"/>
                </a:lnTo>
                <a:close/>
              </a:path>
              <a:path w="444207" h="657466">
                <a:moveTo>
                  <a:pt x="435137" y="88557"/>
                </a:moveTo>
                <a:lnTo>
                  <a:pt x="435368" y="87515"/>
                </a:lnTo>
                <a:lnTo>
                  <a:pt x="434987" y="86994"/>
                </a:lnTo>
                <a:lnTo>
                  <a:pt x="434860" y="83870"/>
                </a:lnTo>
                <a:lnTo>
                  <a:pt x="434149" y="86156"/>
                </a:lnTo>
                <a:lnTo>
                  <a:pt x="432587" y="84594"/>
                </a:lnTo>
                <a:lnTo>
                  <a:pt x="432384" y="86868"/>
                </a:lnTo>
                <a:lnTo>
                  <a:pt x="432003" y="86995"/>
                </a:lnTo>
                <a:lnTo>
                  <a:pt x="434494" y="86994"/>
                </a:lnTo>
                <a:lnTo>
                  <a:pt x="434670" y="86677"/>
                </a:lnTo>
                <a:lnTo>
                  <a:pt x="434860" y="86867"/>
                </a:lnTo>
                <a:lnTo>
                  <a:pt x="434860" y="87885"/>
                </a:lnTo>
                <a:lnTo>
                  <a:pt x="434708" y="87515"/>
                </a:lnTo>
                <a:lnTo>
                  <a:pt x="432523" y="87515"/>
                </a:lnTo>
                <a:lnTo>
                  <a:pt x="432003" y="86995"/>
                </a:lnTo>
                <a:lnTo>
                  <a:pt x="433044" y="88557"/>
                </a:lnTo>
                <a:lnTo>
                  <a:pt x="435137" y="88557"/>
                </a:lnTo>
                <a:close/>
              </a:path>
              <a:path w="444207" h="657466">
                <a:moveTo>
                  <a:pt x="432587" y="84594"/>
                </a:moveTo>
                <a:lnTo>
                  <a:pt x="432066" y="84074"/>
                </a:lnTo>
                <a:lnTo>
                  <a:pt x="434860" y="83870"/>
                </a:lnTo>
                <a:lnTo>
                  <a:pt x="435368" y="83870"/>
                </a:lnTo>
                <a:lnTo>
                  <a:pt x="434860" y="83362"/>
                </a:lnTo>
                <a:lnTo>
                  <a:pt x="431863" y="83870"/>
                </a:lnTo>
                <a:lnTo>
                  <a:pt x="431215" y="83870"/>
                </a:lnTo>
                <a:lnTo>
                  <a:pt x="431215" y="84026"/>
                </a:lnTo>
                <a:lnTo>
                  <a:pt x="432384" y="86868"/>
                </a:lnTo>
                <a:lnTo>
                  <a:pt x="432587" y="84594"/>
                </a:lnTo>
                <a:close/>
              </a:path>
              <a:path w="444207" h="657466">
                <a:moveTo>
                  <a:pt x="430847" y="616343"/>
                </a:moveTo>
                <a:lnTo>
                  <a:pt x="431025" y="616165"/>
                </a:lnTo>
                <a:lnTo>
                  <a:pt x="434340" y="616343"/>
                </a:lnTo>
                <a:lnTo>
                  <a:pt x="434340" y="615315"/>
                </a:lnTo>
                <a:lnTo>
                  <a:pt x="433819" y="613359"/>
                </a:lnTo>
                <a:lnTo>
                  <a:pt x="431874" y="615315"/>
                </a:lnTo>
                <a:lnTo>
                  <a:pt x="428879" y="615315"/>
                </a:lnTo>
                <a:lnTo>
                  <a:pt x="429653" y="614536"/>
                </a:lnTo>
                <a:lnTo>
                  <a:pt x="428625" y="615569"/>
                </a:lnTo>
                <a:lnTo>
                  <a:pt x="429653" y="616343"/>
                </a:lnTo>
                <a:lnTo>
                  <a:pt x="430847" y="616343"/>
                </a:lnTo>
                <a:close/>
              </a:path>
              <a:path w="444207" h="657466">
                <a:moveTo>
                  <a:pt x="434149" y="612521"/>
                </a:moveTo>
                <a:lnTo>
                  <a:pt x="434340" y="611307"/>
                </a:lnTo>
                <a:lnTo>
                  <a:pt x="434340" y="609841"/>
                </a:lnTo>
                <a:lnTo>
                  <a:pt x="438238" y="586676"/>
                </a:lnTo>
                <a:lnTo>
                  <a:pt x="432257" y="592670"/>
                </a:lnTo>
                <a:lnTo>
                  <a:pt x="433819" y="610362"/>
                </a:lnTo>
                <a:lnTo>
                  <a:pt x="433819" y="612851"/>
                </a:lnTo>
                <a:lnTo>
                  <a:pt x="434149" y="612521"/>
                </a:lnTo>
                <a:close/>
              </a:path>
              <a:path w="444207" h="657466">
                <a:moveTo>
                  <a:pt x="434860" y="87515"/>
                </a:moveTo>
                <a:lnTo>
                  <a:pt x="434860" y="86995"/>
                </a:lnTo>
                <a:lnTo>
                  <a:pt x="434860" y="86867"/>
                </a:lnTo>
                <a:lnTo>
                  <a:pt x="434670" y="86677"/>
                </a:lnTo>
                <a:lnTo>
                  <a:pt x="434494" y="86994"/>
                </a:lnTo>
                <a:lnTo>
                  <a:pt x="434708" y="87515"/>
                </a:lnTo>
                <a:lnTo>
                  <a:pt x="434860" y="87515"/>
                </a:lnTo>
                <a:close/>
              </a:path>
              <a:path w="444207" h="657466">
                <a:moveTo>
                  <a:pt x="435368" y="611288"/>
                </a:moveTo>
                <a:lnTo>
                  <a:pt x="435190" y="610958"/>
                </a:lnTo>
                <a:lnTo>
                  <a:pt x="435368" y="610780"/>
                </a:lnTo>
                <a:lnTo>
                  <a:pt x="436410" y="609732"/>
                </a:lnTo>
                <a:lnTo>
                  <a:pt x="436219" y="609396"/>
                </a:lnTo>
                <a:lnTo>
                  <a:pt x="435698" y="609917"/>
                </a:lnTo>
                <a:lnTo>
                  <a:pt x="435368" y="609776"/>
                </a:lnTo>
                <a:lnTo>
                  <a:pt x="434670" y="611479"/>
                </a:lnTo>
                <a:lnTo>
                  <a:pt x="434340" y="612328"/>
                </a:lnTo>
                <a:lnTo>
                  <a:pt x="434340" y="615315"/>
                </a:lnTo>
                <a:lnTo>
                  <a:pt x="435368" y="615315"/>
                </a:lnTo>
                <a:lnTo>
                  <a:pt x="435368" y="611288"/>
                </a:lnTo>
                <a:close/>
              </a:path>
              <a:path w="444207" h="657466">
                <a:moveTo>
                  <a:pt x="436676" y="96367"/>
                </a:moveTo>
                <a:lnTo>
                  <a:pt x="439013" y="94551"/>
                </a:lnTo>
                <a:lnTo>
                  <a:pt x="437972" y="92989"/>
                </a:lnTo>
                <a:lnTo>
                  <a:pt x="435368" y="89865"/>
                </a:lnTo>
                <a:lnTo>
                  <a:pt x="435368" y="89120"/>
                </a:lnTo>
                <a:lnTo>
                  <a:pt x="435889" y="90385"/>
                </a:lnTo>
                <a:lnTo>
                  <a:pt x="437972" y="92987"/>
                </a:lnTo>
                <a:lnTo>
                  <a:pt x="437781" y="90843"/>
                </a:lnTo>
                <a:lnTo>
                  <a:pt x="437972" y="91033"/>
                </a:lnTo>
                <a:lnTo>
                  <a:pt x="438302" y="91871"/>
                </a:lnTo>
                <a:lnTo>
                  <a:pt x="438492" y="92332"/>
                </a:lnTo>
                <a:lnTo>
                  <a:pt x="439013" y="93815"/>
                </a:lnTo>
                <a:lnTo>
                  <a:pt x="439013" y="93593"/>
                </a:lnTo>
                <a:lnTo>
                  <a:pt x="438492" y="92063"/>
                </a:lnTo>
                <a:lnTo>
                  <a:pt x="438492" y="91554"/>
                </a:lnTo>
                <a:lnTo>
                  <a:pt x="437972" y="89992"/>
                </a:lnTo>
                <a:lnTo>
                  <a:pt x="436537" y="88557"/>
                </a:lnTo>
                <a:lnTo>
                  <a:pt x="433044" y="88557"/>
                </a:lnTo>
                <a:lnTo>
                  <a:pt x="433565" y="100533"/>
                </a:lnTo>
                <a:lnTo>
                  <a:pt x="436676" y="96367"/>
                </a:lnTo>
                <a:close/>
              </a:path>
              <a:path w="444207" h="657466">
                <a:moveTo>
                  <a:pt x="431863" y="83870"/>
                </a:moveTo>
                <a:lnTo>
                  <a:pt x="434860" y="83362"/>
                </a:lnTo>
                <a:lnTo>
                  <a:pt x="431215" y="83362"/>
                </a:lnTo>
                <a:lnTo>
                  <a:pt x="431215" y="83870"/>
                </a:lnTo>
                <a:lnTo>
                  <a:pt x="431863" y="83870"/>
                </a:lnTo>
                <a:close/>
              </a:path>
              <a:path w="444207" h="657466">
                <a:moveTo>
                  <a:pt x="434860" y="83870"/>
                </a:moveTo>
                <a:lnTo>
                  <a:pt x="432066" y="84074"/>
                </a:lnTo>
                <a:lnTo>
                  <a:pt x="432587" y="84594"/>
                </a:lnTo>
                <a:lnTo>
                  <a:pt x="434149" y="86156"/>
                </a:lnTo>
                <a:lnTo>
                  <a:pt x="434860" y="83870"/>
                </a:lnTo>
                <a:close/>
              </a:path>
              <a:path w="444207" h="657466">
                <a:moveTo>
                  <a:pt x="441604" y="99237"/>
                </a:moveTo>
                <a:lnTo>
                  <a:pt x="441604" y="97790"/>
                </a:lnTo>
                <a:lnTo>
                  <a:pt x="441220" y="96367"/>
                </a:lnTo>
                <a:lnTo>
                  <a:pt x="441083" y="95714"/>
                </a:lnTo>
                <a:lnTo>
                  <a:pt x="440575" y="94685"/>
                </a:lnTo>
                <a:lnTo>
                  <a:pt x="440055" y="93634"/>
                </a:lnTo>
                <a:lnTo>
                  <a:pt x="439534" y="92595"/>
                </a:lnTo>
                <a:lnTo>
                  <a:pt x="439013" y="88557"/>
                </a:lnTo>
                <a:lnTo>
                  <a:pt x="438492" y="87515"/>
                </a:lnTo>
                <a:lnTo>
                  <a:pt x="435889" y="87515"/>
                </a:lnTo>
                <a:lnTo>
                  <a:pt x="435698" y="87718"/>
                </a:lnTo>
                <a:lnTo>
                  <a:pt x="435500" y="87515"/>
                </a:lnTo>
                <a:lnTo>
                  <a:pt x="435368" y="87380"/>
                </a:lnTo>
                <a:lnTo>
                  <a:pt x="435368" y="83870"/>
                </a:lnTo>
                <a:lnTo>
                  <a:pt x="434860" y="83870"/>
                </a:lnTo>
                <a:lnTo>
                  <a:pt x="434987" y="86994"/>
                </a:lnTo>
                <a:lnTo>
                  <a:pt x="435190" y="87198"/>
                </a:lnTo>
                <a:lnTo>
                  <a:pt x="435368" y="87515"/>
                </a:lnTo>
                <a:lnTo>
                  <a:pt x="435889" y="88557"/>
                </a:lnTo>
                <a:lnTo>
                  <a:pt x="435889" y="87909"/>
                </a:lnTo>
                <a:lnTo>
                  <a:pt x="436537" y="88557"/>
                </a:lnTo>
                <a:lnTo>
                  <a:pt x="438492" y="88557"/>
                </a:lnTo>
                <a:lnTo>
                  <a:pt x="439013" y="92074"/>
                </a:lnTo>
                <a:lnTo>
                  <a:pt x="439534" y="93110"/>
                </a:lnTo>
                <a:lnTo>
                  <a:pt x="440054" y="94159"/>
                </a:lnTo>
                <a:lnTo>
                  <a:pt x="440575" y="95200"/>
                </a:lnTo>
                <a:lnTo>
                  <a:pt x="441083" y="96228"/>
                </a:lnTo>
                <a:lnTo>
                  <a:pt x="441083" y="98196"/>
                </a:lnTo>
                <a:lnTo>
                  <a:pt x="440575" y="96750"/>
                </a:lnTo>
                <a:lnTo>
                  <a:pt x="440575" y="96367"/>
                </a:lnTo>
                <a:lnTo>
                  <a:pt x="441083" y="96367"/>
                </a:lnTo>
                <a:lnTo>
                  <a:pt x="440575" y="95715"/>
                </a:lnTo>
                <a:lnTo>
                  <a:pt x="440427" y="96367"/>
                </a:lnTo>
                <a:lnTo>
                  <a:pt x="440430" y="96603"/>
                </a:lnTo>
                <a:lnTo>
                  <a:pt x="440575" y="96957"/>
                </a:lnTo>
                <a:lnTo>
                  <a:pt x="441552" y="99405"/>
                </a:lnTo>
                <a:lnTo>
                  <a:pt x="441604" y="99237"/>
                </a:lnTo>
                <a:close/>
              </a:path>
              <a:path w="444207" h="657466">
                <a:moveTo>
                  <a:pt x="435889" y="87515"/>
                </a:moveTo>
                <a:lnTo>
                  <a:pt x="435889" y="86994"/>
                </a:lnTo>
                <a:lnTo>
                  <a:pt x="435368" y="86994"/>
                </a:lnTo>
                <a:lnTo>
                  <a:pt x="435368" y="87380"/>
                </a:lnTo>
                <a:lnTo>
                  <a:pt x="435500" y="87515"/>
                </a:lnTo>
                <a:lnTo>
                  <a:pt x="435698" y="87718"/>
                </a:lnTo>
                <a:lnTo>
                  <a:pt x="435889" y="87515"/>
                </a:lnTo>
                <a:close/>
              </a:path>
              <a:path w="444207" h="657466">
                <a:moveTo>
                  <a:pt x="435889" y="83870"/>
                </a:moveTo>
                <a:lnTo>
                  <a:pt x="435368" y="83870"/>
                </a:lnTo>
                <a:lnTo>
                  <a:pt x="435368" y="86994"/>
                </a:lnTo>
                <a:lnTo>
                  <a:pt x="435889" y="86994"/>
                </a:lnTo>
                <a:lnTo>
                  <a:pt x="435889" y="83870"/>
                </a:lnTo>
                <a:close/>
              </a:path>
              <a:path w="444207" h="657466">
                <a:moveTo>
                  <a:pt x="437451" y="608685"/>
                </a:moveTo>
                <a:lnTo>
                  <a:pt x="437451" y="608164"/>
                </a:lnTo>
                <a:lnTo>
                  <a:pt x="436740" y="608355"/>
                </a:lnTo>
                <a:lnTo>
                  <a:pt x="437451" y="605675"/>
                </a:lnTo>
                <a:lnTo>
                  <a:pt x="437197" y="598652"/>
                </a:lnTo>
                <a:lnTo>
                  <a:pt x="443166" y="592670"/>
                </a:lnTo>
                <a:lnTo>
                  <a:pt x="443166" y="103924"/>
                </a:lnTo>
                <a:lnTo>
                  <a:pt x="443166" y="103403"/>
                </a:lnTo>
                <a:lnTo>
                  <a:pt x="444207" y="598652"/>
                </a:lnTo>
                <a:lnTo>
                  <a:pt x="444207" y="100736"/>
                </a:lnTo>
                <a:lnTo>
                  <a:pt x="443166" y="100214"/>
                </a:lnTo>
                <a:lnTo>
                  <a:pt x="442645" y="99953"/>
                </a:lnTo>
                <a:lnTo>
                  <a:pt x="442645" y="102362"/>
                </a:lnTo>
                <a:lnTo>
                  <a:pt x="441504" y="101215"/>
                </a:lnTo>
                <a:lnTo>
                  <a:pt x="438238" y="586676"/>
                </a:lnTo>
                <a:lnTo>
                  <a:pt x="436410" y="607237"/>
                </a:lnTo>
                <a:lnTo>
                  <a:pt x="436410" y="609206"/>
                </a:lnTo>
                <a:lnTo>
                  <a:pt x="437451" y="608685"/>
                </a:lnTo>
                <a:close/>
              </a:path>
              <a:path w="444207" h="657466">
                <a:moveTo>
                  <a:pt x="437451" y="608164"/>
                </a:moveTo>
                <a:lnTo>
                  <a:pt x="438492" y="607123"/>
                </a:lnTo>
                <a:lnTo>
                  <a:pt x="437451" y="607644"/>
                </a:lnTo>
                <a:lnTo>
                  <a:pt x="437261" y="607314"/>
                </a:lnTo>
                <a:lnTo>
                  <a:pt x="437451" y="606854"/>
                </a:lnTo>
                <a:lnTo>
                  <a:pt x="437781" y="606272"/>
                </a:lnTo>
                <a:lnTo>
                  <a:pt x="438302" y="605751"/>
                </a:lnTo>
                <a:lnTo>
                  <a:pt x="438492" y="606082"/>
                </a:lnTo>
                <a:lnTo>
                  <a:pt x="439013" y="606082"/>
                </a:lnTo>
                <a:lnTo>
                  <a:pt x="439013" y="605561"/>
                </a:lnTo>
                <a:lnTo>
                  <a:pt x="438492" y="605561"/>
                </a:lnTo>
                <a:lnTo>
                  <a:pt x="438492" y="604341"/>
                </a:lnTo>
                <a:lnTo>
                  <a:pt x="437451" y="606634"/>
                </a:lnTo>
                <a:lnTo>
                  <a:pt x="436740" y="608355"/>
                </a:lnTo>
                <a:lnTo>
                  <a:pt x="437451" y="608164"/>
                </a:lnTo>
                <a:close/>
              </a:path>
              <a:path w="444207" h="657466">
                <a:moveTo>
                  <a:pt x="442125" y="595795"/>
                </a:moveTo>
                <a:lnTo>
                  <a:pt x="441910" y="596315"/>
                </a:lnTo>
                <a:lnTo>
                  <a:pt x="442420" y="596315"/>
                </a:lnTo>
              </a:path>
              <a:path w="444207" h="657466">
                <a:moveTo>
                  <a:pt x="441910" y="596315"/>
                </a:moveTo>
                <a:lnTo>
                  <a:pt x="441116" y="598246"/>
                </a:lnTo>
                <a:lnTo>
                  <a:pt x="442125" y="598246"/>
                </a:lnTo>
                <a:lnTo>
                  <a:pt x="442125" y="596315"/>
                </a:lnTo>
              </a:path>
              <a:path w="444207" h="657466">
                <a:moveTo>
                  <a:pt x="442125" y="596315"/>
                </a:moveTo>
                <a:lnTo>
                  <a:pt x="442125" y="596712"/>
                </a:lnTo>
                <a:lnTo>
                  <a:pt x="442125" y="597236"/>
                </a:lnTo>
                <a:lnTo>
                  <a:pt x="442125" y="597750"/>
                </a:lnTo>
                <a:lnTo>
                  <a:pt x="442125" y="598246"/>
                </a:lnTo>
                <a:lnTo>
                  <a:pt x="442645" y="597750"/>
                </a:lnTo>
                <a:lnTo>
                  <a:pt x="442645" y="597236"/>
                </a:lnTo>
                <a:lnTo>
                  <a:pt x="442645" y="596712"/>
                </a:lnTo>
                <a:lnTo>
                  <a:pt x="442420" y="596315"/>
                </a:lnTo>
              </a:path>
              <a:path w="444207" h="657466">
                <a:moveTo>
                  <a:pt x="441116" y="598246"/>
                </a:moveTo>
                <a:lnTo>
                  <a:pt x="441423" y="598652"/>
                </a:lnTo>
                <a:lnTo>
                  <a:pt x="441323" y="599080"/>
                </a:lnTo>
                <a:lnTo>
                  <a:pt x="441274" y="599293"/>
                </a:lnTo>
                <a:lnTo>
                  <a:pt x="441083" y="600109"/>
                </a:lnTo>
                <a:lnTo>
                  <a:pt x="441029" y="600340"/>
                </a:lnTo>
                <a:lnTo>
                  <a:pt x="440982" y="600544"/>
                </a:lnTo>
                <a:lnTo>
                  <a:pt x="441083" y="600340"/>
                </a:lnTo>
                <a:lnTo>
                  <a:pt x="441198" y="600109"/>
                </a:lnTo>
                <a:lnTo>
                  <a:pt x="441604" y="599293"/>
                </a:lnTo>
                <a:lnTo>
                  <a:pt x="441604" y="599080"/>
                </a:lnTo>
                <a:lnTo>
                  <a:pt x="441604" y="598652"/>
                </a:lnTo>
                <a:lnTo>
                  <a:pt x="441749" y="598652"/>
                </a:lnTo>
                <a:lnTo>
                  <a:pt x="442097" y="598302"/>
                </a:lnTo>
              </a:path>
              <a:path w="444207" h="657466">
                <a:moveTo>
                  <a:pt x="440801" y="599605"/>
                </a:moveTo>
                <a:lnTo>
                  <a:pt x="440575" y="599960"/>
                </a:lnTo>
                <a:lnTo>
                  <a:pt x="440479" y="600154"/>
                </a:lnTo>
                <a:lnTo>
                  <a:pt x="440906" y="600154"/>
                </a:lnTo>
                <a:lnTo>
                  <a:pt x="440869" y="599960"/>
                </a:lnTo>
              </a:path>
              <a:path w="444207" h="657466">
                <a:moveTo>
                  <a:pt x="440479" y="600154"/>
                </a:moveTo>
                <a:lnTo>
                  <a:pt x="439534" y="602043"/>
                </a:lnTo>
                <a:lnTo>
                  <a:pt x="439319" y="602473"/>
                </a:lnTo>
                <a:lnTo>
                  <a:pt x="439013" y="603084"/>
                </a:lnTo>
                <a:lnTo>
                  <a:pt x="438904" y="603300"/>
                </a:lnTo>
                <a:lnTo>
                  <a:pt x="438492" y="604113"/>
                </a:lnTo>
                <a:lnTo>
                  <a:pt x="438341" y="604341"/>
                </a:lnTo>
                <a:lnTo>
                  <a:pt x="437451" y="605675"/>
                </a:lnTo>
                <a:lnTo>
                  <a:pt x="437197" y="606634"/>
                </a:lnTo>
                <a:lnTo>
                  <a:pt x="436740" y="608355"/>
                </a:lnTo>
                <a:lnTo>
                  <a:pt x="437451" y="606634"/>
                </a:lnTo>
                <a:lnTo>
                  <a:pt x="437886" y="605675"/>
                </a:lnTo>
                <a:lnTo>
                  <a:pt x="438492" y="604341"/>
                </a:lnTo>
                <a:lnTo>
                  <a:pt x="438606" y="604113"/>
                </a:lnTo>
                <a:lnTo>
                  <a:pt x="439013" y="603300"/>
                </a:lnTo>
                <a:lnTo>
                  <a:pt x="439149" y="603084"/>
                </a:lnTo>
                <a:lnTo>
                  <a:pt x="439534" y="602473"/>
                </a:lnTo>
                <a:lnTo>
                  <a:pt x="439727" y="602043"/>
                </a:lnTo>
                <a:lnTo>
                  <a:pt x="440575" y="600154"/>
                </a:lnTo>
              </a:path>
              <a:path w="444207" h="657466">
                <a:moveTo>
                  <a:pt x="440575" y="600154"/>
                </a:moveTo>
                <a:lnTo>
                  <a:pt x="440735" y="600544"/>
                </a:lnTo>
                <a:lnTo>
                  <a:pt x="440982" y="600544"/>
                </a:lnTo>
                <a:lnTo>
                  <a:pt x="440906" y="600154"/>
                </a:lnTo>
              </a:path>
              <a:path w="444207" h="657466">
                <a:moveTo>
                  <a:pt x="440735" y="600544"/>
                </a:moveTo>
                <a:lnTo>
                  <a:pt x="441083" y="601398"/>
                </a:lnTo>
                <a:lnTo>
                  <a:pt x="441083" y="600544"/>
                </a:lnTo>
              </a:path>
              <a:path w="444207" h="657466">
                <a:moveTo>
                  <a:pt x="438492" y="607123"/>
                </a:moveTo>
                <a:lnTo>
                  <a:pt x="438492" y="606082"/>
                </a:lnTo>
                <a:lnTo>
                  <a:pt x="437781" y="606272"/>
                </a:lnTo>
                <a:lnTo>
                  <a:pt x="437451" y="606854"/>
                </a:lnTo>
                <a:lnTo>
                  <a:pt x="437451" y="607644"/>
                </a:lnTo>
                <a:lnTo>
                  <a:pt x="438492" y="607123"/>
                </a:lnTo>
                <a:close/>
              </a:path>
              <a:path w="444207" h="657466">
                <a:moveTo>
                  <a:pt x="437451" y="606854"/>
                </a:moveTo>
                <a:lnTo>
                  <a:pt x="437261" y="607314"/>
                </a:lnTo>
                <a:lnTo>
                  <a:pt x="437451" y="607644"/>
                </a:lnTo>
                <a:lnTo>
                  <a:pt x="437451" y="606854"/>
                </a:lnTo>
                <a:close/>
              </a:path>
              <a:path w="444207" h="657466">
                <a:moveTo>
                  <a:pt x="439013" y="93815"/>
                </a:moveTo>
                <a:lnTo>
                  <a:pt x="438492" y="92332"/>
                </a:lnTo>
                <a:lnTo>
                  <a:pt x="438302" y="91871"/>
                </a:lnTo>
                <a:lnTo>
                  <a:pt x="437972" y="91033"/>
                </a:lnTo>
                <a:lnTo>
                  <a:pt x="437972" y="91302"/>
                </a:lnTo>
                <a:lnTo>
                  <a:pt x="438492" y="93510"/>
                </a:lnTo>
                <a:lnTo>
                  <a:pt x="439013" y="94551"/>
                </a:lnTo>
                <a:lnTo>
                  <a:pt x="439013" y="93815"/>
                </a:lnTo>
                <a:close/>
              </a:path>
              <a:path w="444207" h="657466">
                <a:moveTo>
                  <a:pt x="438492" y="93510"/>
                </a:moveTo>
                <a:lnTo>
                  <a:pt x="437972" y="91302"/>
                </a:lnTo>
                <a:lnTo>
                  <a:pt x="437781" y="90843"/>
                </a:lnTo>
                <a:lnTo>
                  <a:pt x="437972" y="92987"/>
                </a:lnTo>
                <a:lnTo>
                  <a:pt x="439013" y="94551"/>
                </a:lnTo>
                <a:lnTo>
                  <a:pt x="438492" y="93510"/>
                </a:lnTo>
                <a:close/>
              </a:path>
              <a:path w="444207" h="657466">
                <a:moveTo>
                  <a:pt x="438492" y="87515"/>
                </a:moveTo>
                <a:lnTo>
                  <a:pt x="438492" y="86995"/>
                </a:lnTo>
                <a:lnTo>
                  <a:pt x="435889" y="86994"/>
                </a:lnTo>
                <a:lnTo>
                  <a:pt x="435889" y="87515"/>
                </a:lnTo>
                <a:lnTo>
                  <a:pt x="438492" y="87515"/>
                </a:lnTo>
                <a:close/>
              </a:path>
              <a:path w="444207" h="657466">
                <a:moveTo>
                  <a:pt x="435889" y="90385"/>
                </a:moveTo>
                <a:lnTo>
                  <a:pt x="435368" y="89120"/>
                </a:lnTo>
                <a:lnTo>
                  <a:pt x="435368" y="89865"/>
                </a:lnTo>
                <a:lnTo>
                  <a:pt x="437972" y="92987"/>
                </a:lnTo>
                <a:lnTo>
                  <a:pt x="435889" y="90385"/>
                </a:lnTo>
                <a:close/>
              </a:path>
              <a:path w="444207" h="657466">
                <a:moveTo>
                  <a:pt x="441083" y="96228"/>
                </a:moveTo>
                <a:lnTo>
                  <a:pt x="440575" y="95200"/>
                </a:lnTo>
                <a:lnTo>
                  <a:pt x="440054" y="94159"/>
                </a:lnTo>
                <a:lnTo>
                  <a:pt x="439534" y="93110"/>
                </a:lnTo>
                <a:lnTo>
                  <a:pt x="439013" y="92074"/>
                </a:lnTo>
                <a:lnTo>
                  <a:pt x="438492" y="88557"/>
                </a:lnTo>
                <a:lnTo>
                  <a:pt x="436537" y="88557"/>
                </a:lnTo>
                <a:lnTo>
                  <a:pt x="437972" y="89992"/>
                </a:lnTo>
                <a:lnTo>
                  <a:pt x="438492" y="91554"/>
                </a:lnTo>
                <a:lnTo>
                  <a:pt x="439013" y="92586"/>
                </a:lnTo>
                <a:lnTo>
                  <a:pt x="439534" y="93632"/>
                </a:lnTo>
                <a:lnTo>
                  <a:pt x="440055" y="94673"/>
                </a:lnTo>
                <a:lnTo>
                  <a:pt x="440575" y="95715"/>
                </a:lnTo>
                <a:lnTo>
                  <a:pt x="441083" y="96367"/>
                </a:lnTo>
                <a:lnTo>
                  <a:pt x="441083" y="96228"/>
                </a:lnTo>
                <a:close/>
              </a:path>
              <a:path w="444207" h="657466">
                <a:moveTo>
                  <a:pt x="439013" y="605040"/>
                </a:moveTo>
                <a:lnTo>
                  <a:pt x="438823" y="604189"/>
                </a:lnTo>
                <a:lnTo>
                  <a:pt x="439013" y="603730"/>
                </a:lnTo>
                <a:lnTo>
                  <a:pt x="439343" y="603148"/>
                </a:lnTo>
                <a:lnTo>
                  <a:pt x="439534" y="602956"/>
                </a:lnTo>
                <a:lnTo>
                  <a:pt x="440575" y="602427"/>
                </a:lnTo>
                <a:lnTo>
                  <a:pt x="440575" y="601909"/>
                </a:lnTo>
                <a:lnTo>
                  <a:pt x="439534" y="602685"/>
                </a:lnTo>
                <a:lnTo>
                  <a:pt x="439534" y="602473"/>
                </a:lnTo>
                <a:lnTo>
                  <a:pt x="439013" y="603300"/>
                </a:lnTo>
                <a:lnTo>
                  <a:pt x="438492" y="604556"/>
                </a:lnTo>
                <a:lnTo>
                  <a:pt x="438492" y="605561"/>
                </a:lnTo>
                <a:lnTo>
                  <a:pt x="439013" y="605561"/>
                </a:lnTo>
                <a:lnTo>
                  <a:pt x="439013" y="605040"/>
                </a:lnTo>
                <a:close/>
              </a:path>
              <a:path w="444207" h="657466">
                <a:moveTo>
                  <a:pt x="439534" y="605040"/>
                </a:moveTo>
                <a:lnTo>
                  <a:pt x="439534" y="603474"/>
                </a:lnTo>
                <a:lnTo>
                  <a:pt x="439343" y="603148"/>
                </a:lnTo>
                <a:lnTo>
                  <a:pt x="439013" y="603730"/>
                </a:lnTo>
                <a:lnTo>
                  <a:pt x="439013" y="605561"/>
                </a:lnTo>
                <a:lnTo>
                  <a:pt x="439534" y="605040"/>
                </a:lnTo>
                <a:close/>
              </a:path>
              <a:path w="444207" h="657466">
                <a:moveTo>
                  <a:pt x="439013" y="92586"/>
                </a:moveTo>
                <a:lnTo>
                  <a:pt x="438492" y="92063"/>
                </a:lnTo>
                <a:lnTo>
                  <a:pt x="439013" y="93593"/>
                </a:lnTo>
                <a:lnTo>
                  <a:pt x="439013" y="92586"/>
                </a:lnTo>
                <a:close/>
              </a:path>
              <a:path w="444207" h="657466">
                <a:moveTo>
                  <a:pt x="440055" y="95688"/>
                </a:moveTo>
                <a:lnTo>
                  <a:pt x="439864" y="94996"/>
                </a:lnTo>
                <a:lnTo>
                  <a:pt x="439534" y="94147"/>
                </a:lnTo>
                <a:lnTo>
                  <a:pt x="439534" y="95072"/>
                </a:lnTo>
                <a:lnTo>
                  <a:pt x="440055" y="96113"/>
                </a:lnTo>
                <a:lnTo>
                  <a:pt x="440055" y="95688"/>
                </a:lnTo>
                <a:close/>
              </a:path>
              <a:path w="444207" h="657466">
                <a:moveTo>
                  <a:pt x="439013" y="603730"/>
                </a:moveTo>
                <a:lnTo>
                  <a:pt x="438823" y="604189"/>
                </a:lnTo>
                <a:lnTo>
                  <a:pt x="439013" y="605040"/>
                </a:lnTo>
                <a:lnTo>
                  <a:pt x="439013" y="603730"/>
                </a:lnTo>
                <a:close/>
              </a:path>
              <a:path w="444207" h="657466">
                <a:moveTo>
                  <a:pt x="440575" y="603478"/>
                </a:moveTo>
                <a:lnTo>
                  <a:pt x="440575" y="602427"/>
                </a:lnTo>
                <a:lnTo>
                  <a:pt x="439534" y="602956"/>
                </a:lnTo>
                <a:lnTo>
                  <a:pt x="439343" y="603148"/>
                </a:lnTo>
                <a:lnTo>
                  <a:pt x="439534" y="603474"/>
                </a:lnTo>
                <a:lnTo>
                  <a:pt x="439534" y="604520"/>
                </a:lnTo>
                <a:lnTo>
                  <a:pt x="440575" y="603478"/>
                </a:lnTo>
                <a:close/>
              </a:path>
              <a:path w="444207" h="657466">
                <a:moveTo>
                  <a:pt x="439534" y="94147"/>
                </a:moveTo>
                <a:lnTo>
                  <a:pt x="439343" y="93954"/>
                </a:lnTo>
                <a:lnTo>
                  <a:pt x="439534" y="94634"/>
                </a:lnTo>
                <a:lnTo>
                  <a:pt x="439534" y="94147"/>
                </a:lnTo>
                <a:close/>
              </a:path>
              <a:path w="444207" h="657466">
                <a:moveTo>
                  <a:pt x="440575" y="97155"/>
                </a:moveTo>
                <a:lnTo>
                  <a:pt x="440385" y="96558"/>
                </a:lnTo>
                <a:lnTo>
                  <a:pt x="440333" y="96367"/>
                </a:lnTo>
                <a:lnTo>
                  <a:pt x="440055" y="95688"/>
                </a:lnTo>
                <a:lnTo>
                  <a:pt x="440055" y="96113"/>
                </a:lnTo>
                <a:lnTo>
                  <a:pt x="440250" y="96367"/>
                </a:lnTo>
                <a:lnTo>
                  <a:pt x="439877" y="98564"/>
                </a:lnTo>
                <a:lnTo>
                  <a:pt x="440575" y="97155"/>
                </a:lnTo>
                <a:close/>
              </a:path>
              <a:path w="444207" h="657466">
                <a:moveTo>
                  <a:pt x="438492" y="604113"/>
                </a:moveTo>
                <a:lnTo>
                  <a:pt x="439013" y="603084"/>
                </a:lnTo>
                <a:lnTo>
                  <a:pt x="439534" y="602043"/>
                </a:lnTo>
                <a:lnTo>
                  <a:pt x="440385" y="600024"/>
                </a:lnTo>
                <a:lnTo>
                  <a:pt x="440801" y="599605"/>
                </a:lnTo>
                <a:lnTo>
                  <a:pt x="441083" y="598919"/>
                </a:lnTo>
                <a:lnTo>
                  <a:pt x="441423" y="598652"/>
                </a:lnTo>
                <a:lnTo>
                  <a:pt x="441113" y="598252"/>
                </a:lnTo>
                <a:lnTo>
                  <a:pt x="440905" y="598462"/>
                </a:lnTo>
                <a:lnTo>
                  <a:pt x="437197" y="598652"/>
                </a:lnTo>
                <a:lnTo>
                  <a:pt x="437451" y="605675"/>
                </a:lnTo>
                <a:lnTo>
                  <a:pt x="438492" y="604113"/>
                </a:lnTo>
                <a:close/>
              </a:path>
              <a:path w="444207" h="657466">
                <a:moveTo>
                  <a:pt x="440575" y="95715"/>
                </a:moveTo>
                <a:lnTo>
                  <a:pt x="440055" y="94673"/>
                </a:lnTo>
                <a:lnTo>
                  <a:pt x="440055" y="95188"/>
                </a:lnTo>
                <a:lnTo>
                  <a:pt x="440427" y="96367"/>
                </a:lnTo>
                <a:lnTo>
                  <a:pt x="440575" y="95715"/>
                </a:lnTo>
                <a:close/>
              </a:path>
              <a:path w="444207" h="657466">
                <a:moveTo>
                  <a:pt x="441083" y="96367"/>
                </a:moveTo>
                <a:lnTo>
                  <a:pt x="440575" y="96367"/>
                </a:lnTo>
                <a:lnTo>
                  <a:pt x="440575" y="96729"/>
                </a:lnTo>
                <a:lnTo>
                  <a:pt x="441083" y="98196"/>
                </a:lnTo>
                <a:lnTo>
                  <a:pt x="441083" y="96367"/>
                </a:lnTo>
                <a:close/>
              </a:path>
              <a:path w="444207" h="657466">
                <a:moveTo>
                  <a:pt x="440575" y="600154"/>
                </a:moveTo>
                <a:lnTo>
                  <a:pt x="440441" y="600481"/>
                </a:lnTo>
                <a:lnTo>
                  <a:pt x="440709" y="600481"/>
                </a:lnTo>
              </a:path>
              <a:path w="444207" h="657466">
                <a:moveTo>
                  <a:pt x="440441" y="600481"/>
                </a:moveTo>
                <a:lnTo>
                  <a:pt x="439853" y="601909"/>
                </a:lnTo>
                <a:lnTo>
                  <a:pt x="440575" y="601909"/>
                </a:lnTo>
                <a:lnTo>
                  <a:pt x="440575" y="600481"/>
                </a:lnTo>
              </a:path>
              <a:path w="444207" h="657466">
                <a:moveTo>
                  <a:pt x="440575" y="600481"/>
                </a:moveTo>
                <a:lnTo>
                  <a:pt x="440575" y="601398"/>
                </a:lnTo>
                <a:lnTo>
                  <a:pt x="440575" y="601909"/>
                </a:lnTo>
                <a:lnTo>
                  <a:pt x="441083" y="601909"/>
                </a:lnTo>
                <a:lnTo>
                  <a:pt x="441083" y="601398"/>
                </a:lnTo>
                <a:lnTo>
                  <a:pt x="440709" y="600481"/>
                </a:lnTo>
              </a:path>
              <a:path w="444207" h="657466">
                <a:moveTo>
                  <a:pt x="439853" y="601909"/>
                </a:moveTo>
                <a:lnTo>
                  <a:pt x="439534" y="602685"/>
                </a:lnTo>
                <a:lnTo>
                  <a:pt x="440575" y="601909"/>
                </a:lnTo>
              </a:path>
              <a:path w="444207" h="657466">
                <a:moveTo>
                  <a:pt x="440575" y="601909"/>
                </a:moveTo>
                <a:lnTo>
                  <a:pt x="440575" y="602427"/>
                </a:lnTo>
                <a:lnTo>
                  <a:pt x="441083" y="601916"/>
                </a:lnTo>
              </a:path>
              <a:path w="444207" h="657466">
                <a:moveTo>
                  <a:pt x="440575" y="599960"/>
                </a:moveTo>
                <a:lnTo>
                  <a:pt x="440801" y="599605"/>
                </a:lnTo>
                <a:lnTo>
                  <a:pt x="440385" y="600024"/>
                </a:lnTo>
                <a:lnTo>
                  <a:pt x="439534" y="602043"/>
                </a:lnTo>
                <a:lnTo>
                  <a:pt x="440575" y="599960"/>
                </a:lnTo>
                <a:close/>
              </a:path>
              <a:path w="444207" h="657466">
                <a:moveTo>
                  <a:pt x="440575" y="96957"/>
                </a:moveTo>
                <a:lnTo>
                  <a:pt x="440430" y="96603"/>
                </a:lnTo>
                <a:lnTo>
                  <a:pt x="440575" y="97022"/>
                </a:lnTo>
                <a:lnTo>
                  <a:pt x="441552" y="99405"/>
                </a:lnTo>
                <a:lnTo>
                  <a:pt x="440575" y="96957"/>
                </a:lnTo>
                <a:close/>
              </a:path>
              <a:path w="444207" h="657466">
                <a:moveTo>
                  <a:pt x="441083" y="600109"/>
                </a:moveTo>
                <a:lnTo>
                  <a:pt x="441323" y="599080"/>
                </a:lnTo>
                <a:lnTo>
                  <a:pt x="441083" y="598919"/>
                </a:lnTo>
                <a:lnTo>
                  <a:pt x="440801" y="599605"/>
                </a:lnTo>
                <a:lnTo>
                  <a:pt x="440982" y="600544"/>
                </a:lnTo>
                <a:lnTo>
                  <a:pt x="441083" y="600109"/>
                </a:lnTo>
                <a:close/>
              </a:path>
              <a:path w="444207" h="657466">
                <a:moveTo>
                  <a:pt x="441923" y="598652"/>
                </a:moveTo>
                <a:lnTo>
                  <a:pt x="444207" y="598652"/>
                </a:lnTo>
                <a:lnTo>
                  <a:pt x="442645" y="596712"/>
                </a:lnTo>
                <a:lnTo>
                  <a:pt x="442645" y="597750"/>
                </a:lnTo>
                <a:lnTo>
                  <a:pt x="442097" y="598302"/>
                </a:lnTo>
                <a:lnTo>
                  <a:pt x="441749" y="598652"/>
                </a:lnTo>
                <a:lnTo>
                  <a:pt x="441604" y="598652"/>
                </a:lnTo>
                <a:lnTo>
                  <a:pt x="441604" y="598798"/>
                </a:lnTo>
                <a:lnTo>
                  <a:pt x="441923" y="598652"/>
                </a:lnTo>
                <a:close/>
              </a:path>
              <a:path w="444207" h="657466">
                <a:moveTo>
                  <a:pt x="441604" y="600875"/>
                </a:moveTo>
                <a:lnTo>
                  <a:pt x="441604" y="599293"/>
                </a:lnTo>
                <a:lnTo>
                  <a:pt x="441083" y="600340"/>
                </a:lnTo>
                <a:lnTo>
                  <a:pt x="441083" y="601398"/>
                </a:lnTo>
                <a:lnTo>
                  <a:pt x="441604" y="600875"/>
                </a:lnTo>
                <a:close/>
              </a:path>
              <a:path w="444207" h="657466">
                <a:moveTo>
                  <a:pt x="442645" y="99953"/>
                </a:moveTo>
                <a:lnTo>
                  <a:pt x="442125" y="98317"/>
                </a:lnTo>
                <a:lnTo>
                  <a:pt x="441604" y="96755"/>
                </a:lnTo>
                <a:lnTo>
                  <a:pt x="441604" y="96240"/>
                </a:lnTo>
                <a:lnTo>
                  <a:pt x="441220" y="96367"/>
                </a:lnTo>
                <a:lnTo>
                  <a:pt x="441604" y="97790"/>
                </a:lnTo>
                <a:lnTo>
                  <a:pt x="442125" y="99691"/>
                </a:lnTo>
                <a:lnTo>
                  <a:pt x="442645" y="102362"/>
                </a:lnTo>
                <a:lnTo>
                  <a:pt x="442645" y="99953"/>
                </a:lnTo>
                <a:close/>
              </a:path>
              <a:path w="444207" h="657466">
                <a:moveTo>
                  <a:pt x="440905" y="598462"/>
                </a:moveTo>
                <a:lnTo>
                  <a:pt x="442645" y="594233"/>
                </a:lnTo>
                <a:lnTo>
                  <a:pt x="441113" y="598252"/>
                </a:lnTo>
                <a:lnTo>
                  <a:pt x="442125" y="595795"/>
                </a:lnTo>
                <a:lnTo>
                  <a:pt x="442645" y="596712"/>
                </a:lnTo>
                <a:lnTo>
                  <a:pt x="443166" y="596188"/>
                </a:lnTo>
                <a:lnTo>
                  <a:pt x="443166" y="592670"/>
                </a:lnTo>
                <a:lnTo>
                  <a:pt x="437197" y="598652"/>
                </a:lnTo>
                <a:lnTo>
                  <a:pt x="440905" y="598462"/>
                </a:lnTo>
                <a:close/>
              </a:path>
              <a:path w="444207" h="657466">
                <a:moveTo>
                  <a:pt x="443166" y="103403"/>
                </a:moveTo>
                <a:lnTo>
                  <a:pt x="443166" y="596188"/>
                </a:lnTo>
                <a:lnTo>
                  <a:pt x="442645" y="596712"/>
                </a:lnTo>
                <a:lnTo>
                  <a:pt x="444207" y="598652"/>
                </a:lnTo>
                <a:lnTo>
                  <a:pt x="443166" y="103403"/>
                </a:lnTo>
                <a:close/>
              </a:path>
              <a:path w="444207" h="657466">
                <a:moveTo>
                  <a:pt x="442125" y="99691"/>
                </a:moveTo>
                <a:lnTo>
                  <a:pt x="441604" y="97790"/>
                </a:lnTo>
                <a:lnTo>
                  <a:pt x="441604" y="99237"/>
                </a:lnTo>
                <a:lnTo>
                  <a:pt x="441552" y="99405"/>
                </a:lnTo>
                <a:lnTo>
                  <a:pt x="442645" y="102362"/>
                </a:lnTo>
                <a:lnTo>
                  <a:pt x="442125" y="99691"/>
                </a:lnTo>
                <a:close/>
              </a:path>
              <a:path w="444207" h="657466">
                <a:moveTo>
                  <a:pt x="443166" y="96367"/>
                </a:moveTo>
                <a:lnTo>
                  <a:pt x="441604" y="96367"/>
                </a:lnTo>
                <a:lnTo>
                  <a:pt x="441604" y="96755"/>
                </a:lnTo>
                <a:lnTo>
                  <a:pt x="442125" y="98317"/>
                </a:lnTo>
                <a:lnTo>
                  <a:pt x="442645" y="98844"/>
                </a:lnTo>
                <a:lnTo>
                  <a:pt x="443166" y="96367"/>
                </a:lnTo>
                <a:close/>
              </a:path>
              <a:path w="444207" h="657466">
                <a:moveTo>
                  <a:pt x="443166" y="96367"/>
                </a:moveTo>
                <a:lnTo>
                  <a:pt x="442645" y="98844"/>
                </a:lnTo>
                <a:lnTo>
                  <a:pt x="442125" y="98317"/>
                </a:lnTo>
                <a:lnTo>
                  <a:pt x="442645" y="99953"/>
                </a:lnTo>
                <a:lnTo>
                  <a:pt x="443166" y="100214"/>
                </a:lnTo>
                <a:lnTo>
                  <a:pt x="443166" y="96367"/>
                </a:lnTo>
                <a:close/>
              </a:path>
              <a:path w="444207" h="657466">
                <a:moveTo>
                  <a:pt x="435368" y="608799"/>
                </a:moveTo>
                <a:lnTo>
                  <a:pt x="436410" y="607237"/>
                </a:lnTo>
                <a:lnTo>
                  <a:pt x="438238" y="586676"/>
                </a:lnTo>
                <a:lnTo>
                  <a:pt x="434340" y="609841"/>
                </a:lnTo>
                <a:lnTo>
                  <a:pt x="434340" y="611307"/>
                </a:lnTo>
                <a:lnTo>
                  <a:pt x="435368" y="608799"/>
                </a:lnTo>
                <a:close/>
              </a:path>
              <a:path w="444207" h="657466">
                <a:moveTo>
                  <a:pt x="440055" y="95460"/>
                </a:moveTo>
                <a:lnTo>
                  <a:pt x="439864" y="94996"/>
                </a:lnTo>
                <a:lnTo>
                  <a:pt x="440055" y="95688"/>
                </a:lnTo>
                <a:lnTo>
                  <a:pt x="440333" y="96367"/>
                </a:lnTo>
                <a:lnTo>
                  <a:pt x="440055" y="95460"/>
                </a:lnTo>
                <a:close/>
              </a:path>
              <a:path w="444207" h="657466">
                <a:moveTo>
                  <a:pt x="432968" y="589483"/>
                </a:moveTo>
                <a:lnTo>
                  <a:pt x="438238" y="586676"/>
                </a:lnTo>
                <a:lnTo>
                  <a:pt x="432257" y="108343"/>
                </a:lnTo>
                <a:lnTo>
                  <a:pt x="432257" y="586676"/>
                </a:lnTo>
                <a:lnTo>
                  <a:pt x="431215" y="586676"/>
                </a:lnTo>
                <a:lnTo>
                  <a:pt x="432257" y="590194"/>
                </a:lnTo>
                <a:lnTo>
                  <a:pt x="432968" y="589483"/>
                </a:lnTo>
                <a:close/>
              </a:path>
              <a:path w="444207" h="657466">
                <a:moveTo>
                  <a:pt x="436410" y="610235"/>
                </a:moveTo>
                <a:lnTo>
                  <a:pt x="436410" y="609732"/>
                </a:lnTo>
                <a:lnTo>
                  <a:pt x="435368" y="610780"/>
                </a:lnTo>
                <a:lnTo>
                  <a:pt x="435190" y="610958"/>
                </a:lnTo>
                <a:lnTo>
                  <a:pt x="435368" y="611288"/>
                </a:lnTo>
                <a:lnTo>
                  <a:pt x="436410" y="610235"/>
                </a:lnTo>
                <a:close/>
              </a:path>
              <a:path w="444207" h="657466">
                <a:moveTo>
                  <a:pt x="435889" y="88557"/>
                </a:moveTo>
                <a:lnTo>
                  <a:pt x="435368" y="87515"/>
                </a:lnTo>
                <a:lnTo>
                  <a:pt x="435137" y="88557"/>
                </a:lnTo>
                <a:lnTo>
                  <a:pt x="435889" y="88557"/>
                </a:lnTo>
                <a:close/>
              </a:path>
              <a:path w="444207" h="657466">
                <a:moveTo>
                  <a:pt x="434494" y="86994"/>
                </a:moveTo>
                <a:lnTo>
                  <a:pt x="432003" y="86995"/>
                </a:lnTo>
                <a:lnTo>
                  <a:pt x="432523" y="87515"/>
                </a:lnTo>
                <a:lnTo>
                  <a:pt x="434708" y="87515"/>
                </a:lnTo>
                <a:lnTo>
                  <a:pt x="434494" y="86994"/>
                </a:lnTo>
                <a:close/>
              </a:path>
              <a:path w="444207" h="657466">
                <a:moveTo>
                  <a:pt x="431279" y="102426"/>
                </a:moveTo>
                <a:lnTo>
                  <a:pt x="431419" y="102946"/>
                </a:lnTo>
                <a:lnTo>
                  <a:pt x="431710" y="103771"/>
                </a:lnTo>
                <a:lnTo>
                  <a:pt x="432257" y="105090"/>
                </a:lnTo>
                <a:lnTo>
                  <a:pt x="432257" y="104444"/>
                </a:lnTo>
                <a:lnTo>
                  <a:pt x="437197" y="108343"/>
                </a:lnTo>
                <a:lnTo>
                  <a:pt x="431279" y="102426"/>
                </a:lnTo>
                <a:close/>
              </a:path>
              <a:path w="444207" h="657466">
                <a:moveTo>
                  <a:pt x="434665" y="108343"/>
                </a:moveTo>
                <a:lnTo>
                  <a:pt x="432447" y="105549"/>
                </a:lnTo>
                <a:lnTo>
                  <a:pt x="432257" y="105359"/>
                </a:lnTo>
                <a:lnTo>
                  <a:pt x="432257" y="108140"/>
                </a:lnTo>
                <a:lnTo>
                  <a:pt x="432663" y="108343"/>
                </a:lnTo>
                <a:lnTo>
                  <a:pt x="435559" y="109791"/>
                </a:lnTo>
                <a:lnTo>
                  <a:pt x="434665" y="108343"/>
                </a:lnTo>
                <a:close/>
              </a:path>
              <a:path w="444207" h="657466">
                <a:moveTo>
                  <a:pt x="433819" y="612851"/>
                </a:moveTo>
                <a:lnTo>
                  <a:pt x="433819" y="611101"/>
                </a:lnTo>
                <a:lnTo>
                  <a:pt x="433628" y="613041"/>
                </a:lnTo>
                <a:lnTo>
                  <a:pt x="433819" y="612851"/>
                </a:lnTo>
                <a:close/>
              </a:path>
              <a:path w="444207" h="657466">
                <a:moveTo>
                  <a:pt x="432739" y="613715"/>
                </a:moveTo>
                <a:lnTo>
                  <a:pt x="429653" y="614536"/>
                </a:lnTo>
                <a:lnTo>
                  <a:pt x="428879" y="615315"/>
                </a:lnTo>
                <a:lnTo>
                  <a:pt x="431874" y="615315"/>
                </a:lnTo>
                <a:lnTo>
                  <a:pt x="432739" y="613715"/>
                </a:lnTo>
                <a:close/>
              </a:path>
              <a:path w="444207" h="657466">
                <a:moveTo>
                  <a:pt x="433819" y="613359"/>
                </a:moveTo>
                <a:lnTo>
                  <a:pt x="433108" y="613562"/>
                </a:lnTo>
                <a:lnTo>
                  <a:pt x="432739" y="613715"/>
                </a:lnTo>
                <a:lnTo>
                  <a:pt x="431874" y="615315"/>
                </a:lnTo>
                <a:lnTo>
                  <a:pt x="433819" y="613359"/>
                </a:lnTo>
                <a:close/>
              </a:path>
              <a:path w="444207" h="657466">
                <a:moveTo>
                  <a:pt x="432257" y="591493"/>
                </a:moveTo>
                <a:lnTo>
                  <a:pt x="432447" y="591032"/>
                </a:lnTo>
                <a:lnTo>
                  <a:pt x="432257" y="591199"/>
                </a:lnTo>
                <a:lnTo>
                  <a:pt x="431215" y="592271"/>
                </a:lnTo>
                <a:lnTo>
                  <a:pt x="431215" y="593712"/>
                </a:lnTo>
                <a:lnTo>
                  <a:pt x="432257" y="591493"/>
                </a:lnTo>
                <a:close/>
              </a:path>
              <a:path w="444207" h="657466">
                <a:moveTo>
                  <a:pt x="431419" y="594156"/>
                </a:moveTo>
                <a:lnTo>
                  <a:pt x="432257" y="591493"/>
                </a:lnTo>
                <a:lnTo>
                  <a:pt x="431215" y="593712"/>
                </a:lnTo>
                <a:lnTo>
                  <a:pt x="431215" y="592271"/>
                </a:lnTo>
                <a:lnTo>
                  <a:pt x="430970" y="594607"/>
                </a:lnTo>
                <a:lnTo>
                  <a:pt x="430898" y="595198"/>
                </a:lnTo>
                <a:lnTo>
                  <a:pt x="431419" y="594156"/>
                </a:lnTo>
                <a:close/>
              </a:path>
              <a:path w="444207" h="657466">
                <a:moveTo>
                  <a:pt x="430695" y="101320"/>
                </a:moveTo>
                <a:lnTo>
                  <a:pt x="430695" y="101701"/>
                </a:lnTo>
                <a:lnTo>
                  <a:pt x="430898" y="101904"/>
                </a:lnTo>
                <a:lnTo>
                  <a:pt x="430695" y="101320"/>
                </a:lnTo>
                <a:close/>
              </a:path>
              <a:path w="444207" h="657466">
                <a:moveTo>
                  <a:pt x="430174" y="595431"/>
                </a:moveTo>
                <a:lnTo>
                  <a:pt x="429145" y="596442"/>
                </a:lnTo>
                <a:lnTo>
                  <a:pt x="429659" y="596443"/>
                </a:lnTo>
                <a:lnTo>
                  <a:pt x="430174" y="595431"/>
                </a:lnTo>
                <a:close/>
              </a:path>
              <a:path w="444207" h="657466">
                <a:moveTo>
                  <a:pt x="426021" y="92468"/>
                </a:moveTo>
                <a:lnTo>
                  <a:pt x="426542" y="92989"/>
                </a:lnTo>
                <a:lnTo>
                  <a:pt x="427329" y="93764"/>
                </a:lnTo>
                <a:lnTo>
                  <a:pt x="428879" y="94805"/>
                </a:lnTo>
                <a:lnTo>
                  <a:pt x="426021" y="92468"/>
                </a:lnTo>
                <a:close/>
              </a:path>
              <a:path w="444207" h="657466">
                <a:moveTo>
                  <a:pt x="427583" y="96507"/>
                </a:moveTo>
                <a:lnTo>
                  <a:pt x="427421" y="95846"/>
                </a:lnTo>
                <a:lnTo>
                  <a:pt x="427062" y="95846"/>
                </a:lnTo>
                <a:lnTo>
                  <a:pt x="427062" y="95986"/>
                </a:lnTo>
                <a:lnTo>
                  <a:pt x="427583" y="97548"/>
                </a:lnTo>
                <a:lnTo>
                  <a:pt x="427583" y="96507"/>
                </a:lnTo>
                <a:close/>
              </a:path>
              <a:path w="444207" h="657466">
                <a:moveTo>
                  <a:pt x="428879" y="83362"/>
                </a:moveTo>
                <a:lnTo>
                  <a:pt x="429614" y="83362"/>
                </a:lnTo>
                <a:lnTo>
                  <a:pt x="429314" y="82842"/>
                </a:lnTo>
                <a:lnTo>
                  <a:pt x="428104" y="82339"/>
                </a:lnTo>
                <a:lnTo>
                  <a:pt x="428104" y="83622"/>
                </a:lnTo>
                <a:lnTo>
                  <a:pt x="430174" y="85697"/>
                </a:lnTo>
                <a:lnTo>
                  <a:pt x="428879" y="83362"/>
                </a:lnTo>
                <a:close/>
              </a:path>
              <a:path w="444207" h="657466">
                <a:moveTo>
                  <a:pt x="427583" y="600595"/>
                </a:moveTo>
                <a:lnTo>
                  <a:pt x="428624" y="599554"/>
                </a:lnTo>
                <a:lnTo>
                  <a:pt x="427583" y="600075"/>
                </a:lnTo>
                <a:lnTo>
                  <a:pt x="427062" y="600595"/>
                </a:lnTo>
                <a:lnTo>
                  <a:pt x="427062" y="601116"/>
                </a:lnTo>
                <a:lnTo>
                  <a:pt x="427583" y="600595"/>
                </a:lnTo>
                <a:close/>
              </a:path>
              <a:path w="444207" h="657466">
                <a:moveTo>
                  <a:pt x="428625" y="615569"/>
                </a:moveTo>
                <a:lnTo>
                  <a:pt x="429653" y="614536"/>
                </a:lnTo>
                <a:lnTo>
                  <a:pt x="427850" y="616343"/>
                </a:lnTo>
                <a:lnTo>
                  <a:pt x="429653" y="616343"/>
                </a:lnTo>
                <a:lnTo>
                  <a:pt x="428625" y="615569"/>
                </a:lnTo>
                <a:close/>
              </a:path>
              <a:path w="444207" h="657466">
                <a:moveTo>
                  <a:pt x="430174" y="84658"/>
                </a:moveTo>
                <a:lnTo>
                  <a:pt x="429399" y="83870"/>
                </a:lnTo>
                <a:lnTo>
                  <a:pt x="429614" y="83362"/>
                </a:lnTo>
                <a:lnTo>
                  <a:pt x="428879" y="83362"/>
                </a:lnTo>
                <a:lnTo>
                  <a:pt x="430174" y="85697"/>
                </a:lnTo>
                <a:lnTo>
                  <a:pt x="430174" y="84658"/>
                </a:lnTo>
                <a:close/>
              </a:path>
              <a:path w="444207" h="657466">
                <a:moveTo>
                  <a:pt x="430840" y="83870"/>
                </a:moveTo>
                <a:lnTo>
                  <a:pt x="430174" y="83594"/>
                </a:lnTo>
                <a:lnTo>
                  <a:pt x="430174" y="83870"/>
                </a:lnTo>
                <a:lnTo>
                  <a:pt x="430174" y="84648"/>
                </a:lnTo>
                <a:lnTo>
                  <a:pt x="431215" y="85694"/>
                </a:lnTo>
                <a:lnTo>
                  <a:pt x="430840" y="83870"/>
                </a:lnTo>
                <a:close/>
              </a:path>
              <a:path w="444207" h="657466">
                <a:moveTo>
                  <a:pt x="430174" y="82842"/>
                </a:moveTo>
                <a:lnTo>
                  <a:pt x="430834" y="82842"/>
                </a:lnTo>
                <a:lnTo>
                  <a:pt x="430174" y="82181"/>
                </a:lnTo>
                <a:lnTo>
                  <a:pt x="430174" y="82700"/>
                </a:lnTo>
                <a:lnTo>
                  <a:pt x="429314" y="82842"/>
                </a:lnTo>
                <a:lnTo>
                  <a:pt x="429614" y="83362"/>
                </a:lnTo>
                <a:lnTo>
                  <a:pt x="430174" y="83362"/>
                </a:lnTo>
                <a:lnTo>
                  <a:pt x="430174" y="82842"/>
                </a:lnTo>
                <a:close/>
              </a:path>
              <a:path w="444207" h="657466">
                <a:moveTo>
                  <a:pt x="430567" y="83362"/>
                </a:moveTo>
                <a:lnTo>
                  <a:pt x="430834" y="83362"/>
                </a:lnTo>
                <a:lnTo>
                  <a:pt x="430504" y="83032"/>
                </a:lnTo>
                <a:lnTo>
                  <a:pt x="430315" y="82842"/>
                </a:lnTo>
                <a:lnTo>
                  <a:pt x="430174" y="82842"/>
                </a:lnTo>
                <a:lnTo>
                  <a:pt x="430174" y="83362"/>
                </a:lnTo>
                <a:lnTo>
                  <a:pt x="430567" y="83362"/>
                </a:lnTo>
                <a:close/>
              </a:path>
              <a:path w="444207" h="657466">
                <a:moveTo>
                  <a:pt x="432257" y="108343"/>
                </a:moveTo>
                <a:lnTo>
                  <a:pt x="431215" y="107619"/>
                </a:lnTo>
                <a:lnTo>
                  <a:pt x="430695" y="103797"/>
                </a:lnTo>
                <a:lnTo>
                  <a:pt x="430695" y="108343"/>
                </a:lnTo>
                <a:lnTo>
                  <a:pt x="432257" y="108343"/>
                </a:lnTo>
                <a:close/>
              </a:path>
              <a:path w="444207" h="657466">
                <a:moveTo>
                  <a:pt x="429653" y="621030"/>
                </a:moveTo>
                <a:lnTo>
                  <a:pt x="429475" y="617715"/>
                </a:lnTo>
                <a:lnTo>
                  <a:pt x="428955" y="618236"/>
                </a:lnTo>
                <a:lnTo>
                  <a:pt x="428624" y="618566"/>
                </a:lnTo>
                <a:lnTo>
                  <a:pt x="428624" y="621030"/>
                </a:lnTo>
                <a:lnTo>
                  <a:pt x="429653" y="621030"/>
                </a:lnTo>
                <a:close/>
              </a:path>
              <a:path w="444207" h="657466">
                <a:moveTo>
                  <a:pt x="428104" y="95846"/>
                </a:moveTo>
                <a:lnTo>
                  <a:pt x="427583" y="95846"/>
                </a:lnTo>
                <a:lnTo>
                  <a:pt x="427583" y="96238"/>
                </a:lnTo>
                <a:lnTo>
                  <a:pt x="427774" y="96697"/>
                </a:lnTo>
                <a:lnTo>
                  <a:pt x="428104" y="95846"/>
                </a:lnTo>
                <a:close/>
              </a:path>
              <a:path w="444207" h="657466">
                <a:moveTo>
                  <a:pt x="429145" y="98124"/>
                </a:moveTo>
                <a:lnTo>
                  <a:pt x="428624" y="96858"/>
                </a:lnTo>
                <a:lnTo>
                  <a:pt x="428625" y="98595"/>
                </a:lnTo>
                <a:lnTo>
                  <a:pt x="428998" y="98971"/>
                </a:lnTo>
                <a:lnTo>
                  <a:pt x="429145" y="98124"/>
                </a:lnTo>
                <a:close/>
              </a:path>
              <a:path w="444207" h="657466">
                <a:moveTo>
                  <a:pt x="425500" y="605245"/>
                </a:moveTo>
                <a:lnTo>
                  <a:pt x="425373" y="604380"/>
                </a:lnTo>
                <a:lnTo>
                  <a:pt x="424459" y="605288"/>
                </a:lnTo>
                <a:lnTo>
                  <a:pt x="425500" y="605245"/>
                </a:lnTo>
                <a:close/>
              </a:path>
              <a:path w="444207" h="657466">
                <a:moveTo>
                  <a:pt x="421542" y="623112"/>
                </a:moveTo>
                <a:lnTo>
                  <a:pt x="421835" y="622592"/>
                </a:lnTo>
                <a:lnTo>
                  <a:pt x="420573" y="623112"/>
                </a:lnTo>
                <a:lnTo>
                  <a:pt x="419011" y="624154"/>
                </a:lnTo>
                <a:lnTo>
                  <a:pt x="421542" y="623112"/>
                </a:lnTo>
                <a:close/>
              </a:path>
              <a:path w="444207" h="657466">
                <a:moveTo>
                  <a:pt x="421093" y="611136"/>
                </a:moveTo>
                <a:lnTo>
                  <a:pt x="421614" y="610616"/>
                </a:lnTo>
                <a:lnTo>
                  <a:pt x="420367" y="611136"/>
                </a:lnTo>
                <a:lnTo>
                  <a:pt x="418314" y="611446"/>
                </a:lnTo>
                <a:lnTo>
                  <a:pt x="417872" y="612178"/>
                </a:lnTo>
                <a:lnTo>
                  <a:pt x="419531" y="612178"/>
                </a:lnTo>
                <a:lnTo>
                  <a:pt x="421093" y="611136"/>
                </a:lnTo>
                <a:close/>
              </a:path>
              <a:path w="444207" h="657466">
                <a:moveTo>
                  <a:pt x="418490" y="77622"/>
                </a:moveTo>
                <a:lnTo>
                  <a:pt x="418357" y="77622"/>
                </a:lnTo>
                <a:lnTo>
                  <a:pt x="417852" y="77114"/>
                </a:lnTo>
                <a:lnTo>
                  <a:pt x="417969" y="77622"/>
                </a:lnTo>
                <a:lnTo>
                  <a:pt x="418632" y="77899"/>
                </a:lnTo>
                <a:lnTo>
                  <a:pt x="418490" y="77622"/>
                </a:lnTo>
                <a:close/>
              </a:path>
              <a:path w="444207" h="657466">
                <a:moveTo>
                  <a:pt x="415963" y="626046"/>
                </a:moveTo>
                <a:lnTo>
                  <a:pt x="416793" y="625736"/>
                </a:lnTo>
                <a:lnTo>
                  <a:pt x="418095" y="625195"/>
                </a:lnTo>
                <a:lnTo>
                  <a:pt x="417884" y="625195"/>
                </a:lnTo>
                <a:lnTo>
                  <a:pt x="417004" y="625525"/>
                </a:lnTo>
                <a:lnTo>
                  <a:pt x="415378" y="626237"/>
                </a:lnTo>
                <a:lnTo>
                  <a:pt x="415963" y="626046"/>
                </a:lnTo>
                <a:close/>
              </a:path>
              <a:path w="444207" h="657466">
                <a:moveTo>
                  <a:pt x="418314" y="611446"/>
                </a:moveTo>
                <a:lnTo>
                  <a:pt x="418096" y="611136"/>
                </a:lnTo>
                <a:lnTo>
                  <a:pt x="417715" y="611519"/>
                </a:lnTo>
                <a:lnTo>
                  <a:pt x="417715" y="612049"/>
                </a:lnTo>
                <a:lnTo>
                  <a:pt x="417872" y="612178"/>
                </a:lnTo>
                <a:lnTo>
                  <a:pt x="418314" y="611446"/>
                </a:lnTo>
                <a:close/>
              </a:path>
              <a:path w="444207" h="657466">
                <a:moveTo>
                  <a:pt x="417715" y="613325"/>
                </a:moveTo>
                <a:lnTo>
                  <a:pt x="417036" y="613219"/>
                </a:lnTo>
                <a:lnTo>
                  <a:pt x="416674" y="613092"/>
                </a:lnTo>
                <a:lnTo>
                  <a:pt x="417061" y="612178"/>
                </a:lnTo>
                <a:lnTo>
                  <a:pt x="416025" y="613219"/>
                </a:lnTo>
                <a:lnTo>
                  <a:pt x="416674" y="613219"/>
                </a:lnTo>
                <a:lnTo>
                  <a:pt x="416674" y="613761"/>
                </a:lnTo>
                <a:lnTo>
                  <a:pt x="417715" y="614522"/>
                </a:lnTo>
                <a:lnTo>
                  <a:pt x="417715" y="613325"/>
                </a:lnTo>
                <a:close/>
              </a:path>
              <a:path w="444207" h="657466">
                <a:moveTo>
                  <a:pt x="417385" y="612381"/>
                </a:moveTo>
                <a:lnTo>
                  <a:pt x="417587" y="612178"/>
                </a:lnTo>
                <a:lnTo>
                  <a:pt x="417061" y="612178"/>
                </a:lnTo>
                <a:lnTo>
                  <a:pt x="416674" y="613092"/>
                </a:lnTo>
                <a:lnTo>
                  <a:pt x="417385" y="612381"/>
                </a:lnTo>
                <a:close/>
              </a:path>
              <a:path w="444207" h="657466">
                <a:moveTo>
                  <a:pt x="413816" y="615315"/>
                </a:moveTo>
                <a:lnTo>
                  <a:pt x="414858" y="614794"/>
                </a:lnTo>
                <a:lnTo>
                  <a:pt x="413601" y="615315"/>
                </a:lnTo>
                <a:lnTo>
                  <a:pt x="411213" y="616343"/>
                </a:lnTo>
                <a:lnTo>
                  <a:pt x="410050" y="616864"/>
                </a:lnTo>
                <a:lnTo>
                  <a:pt x="410184" y="616864"/>
                </a:lnTo>
                <a:lnTo>
                  <a:pt x="410959" y="623900"/>
                </a:lnTo>
                <a:lnTo>
                  <a:pt x="413816" y="615315"/>
                </a:lnTo>
                <a:close/>
              </a:path>
              <a:path w="444207" h="657466">
                <a:moveTo>
                  <a:pt x="417334" y="626757"/>
                </a:moveTo>
                <a:lnTo>
                  <a:pt x="417852" y="626237"/>
                </a:lnTo>
                <a:lnTo>
                  <a:pt x="418364" y="625195"/>
                </a:lnTo>
                <a:lnTo>
                  <a:pt x="418095" y="625195"/>
                </a:lnTo>
                <a:lnTo>
                  <a:pt x="416793" y="625736"/>
                </a:lnTo>
                <a:lnTo>
                  <a:pt x="417328" y="626237"/>
                </a:lnTo>
                <a:lnTo>
                  <a:pt x="416811" y="626757"/>
                </a:lnTo>
                <a:lnTo>
                  <a:pt x="417334" y="626757"/>
                </a:lnTo>
                <a:close/>
              </a:path>
              <a:path w="444207" h="657466">
                <a:moveTo>
                  <a:pt x="418223" y="90248"/>
                </a:moveTo>
                <a:lnTo>
                  <a:pt x="418093" y="90119"/>
                </a:lnTo>
                <a:lnTo>
                  <a:pt x="417570" y="89598"/>
                </a:lnTo>
                <a:lnTo>
                  <a:pt x="417055" y="90119"/>
                </a:lnTo>
                <a:lnTo>
                  <a:pt x="418223" y="91160"/>
                </a:lnTo>
                <a:lnTo>
                  <a:pt x="418223" y="90248"/>
                </a:lnTo>
                <a:close/>
              </a:path>
              <a:path w="444207" h="657466">
                <a:moveTo>
                  <a:pt x="416153" y="89598"/>
                </a:moveTo>
                <a:lnTo>
                  <a:pt x="415899" y="89077"/>
                </a:lnTo>
                <a:lnTo>
                  <a:pt x="414972" y="89077"/>
                </a:lnTo>
                <a:lnTo>
                  <a:pt x="415493" y="89598"/>
                </a:lnTo>
                <a:lnTo>
                  <a:pt x="416153" y="89598"/>
                </a:lnTo>
                <a:close/>
              </a:path>
              <a:path w="444207" h="657466">
                <a:moveTo>
                  <a:pt x="413601" y="615315"/>
                </a:moveTo>
                <a:lnTo>
                  <a:pt x="412254" y="615823"/>
                </a:lnTo>
                <a:lnTo>
                  <a:pt x="411670" y="616026"/>
                </a:lnTo>
                <a:lnTo>
                  <a:pt x="411353" y="615823"/>
                </a:lnTo>
                <a:lnTo>
                  <a:pt x="411002" y="616343"/>
                </a:lnTo>
                <a:lnTo>
                  <a:pt x="411213" y="616343"/>
                </a:lnTo>
                <a:lnTo>
                  <a:pt x="413601" y="615315"/>
                </a:lnTo>
                <a:close/>
              </a:path>
              <a:path w="444207" h="657466">
                <a:moveTo>
                  <a:pt x="416293" y="626237"/>
                </a:moveTo>
                <a:lnTo>
                  <a:pt x="415902" y="626107"/>
                </a:lnTo>
                <a:lnTo>
                  <a:pt x="415590" y="626237"/>
                </a:lnTo>
                <a:lnTo>
                  <a:pt x="416293" y="626237"/>
                </a:lnTo>
                <a:close/>
              </a:path>
              <a:path w="444207" h="657466">
                <a:moveTo>
                  <a:pt x="412160" y="615823"/>
                </a:moveTo>
                <a:lnTo>
                  <a:pt x="413386" y="615315"/>
                </a:lnTo>
                <a:lnTo>
                  <a:pt x="412191" y="615505"/>
                </a:lnTo>
                <a:lnTo>
                  <a:pt x="411873" y="615823"/>
                </a:lnTo>
                <a:lnTo>
                  <a:pt x="412160" y="615823"/>
                </a:lnTo>
                <a:close/>
              </a:path>
              <a:path w="444207" h="657466">
                <a:moveTo>
                  <a:pt x="408509" y="629867"/>
                </a:moveTo>
                <a:lnTo>
                  <a:pt x="410959" y="629437"/>
                </a:lnTo>
                <a:lnTo>
                  <a:pt x="409016" y="629361"/>
                </a:lnTo>
                <a:lnTo>
                  <a:pt x="408101" y="629361"/>
                </a:lnTo>
                <a:lnTo>
                  <a:pt x="408429" y="629881"/>
                </a:lnTo>
                <a:close/>
              </a:path>
              <a:path w="444207" h="657466">
                <a:moveTo>
                  <a:pt x="410832" y="616343"/>
                </a:moveTo>
                <a:lnTo>
                  <a:pt x="410826" y="615823"/>
                </a:lnTo>
                <a:lnTo>
                  <a:pt x="410302" y="616343"/>
                </a:lnTo>
                <a:lnTo>
                  <a:pt x="410711" y="616464"/>
                </a:lnTo>
                <a:close/>
              </a:path>
              <a:path w="444207" h="657466">
                <a:moveTo>
                  <a:pt x="258470" y="655904"/>
                </a:moveTo>
                <a:lnTo>
                  <a:pt x="257949" y="655904"/>
                </a:lnTo>
                <a:lnTo>
                  <a:pt x="257505" y="654672"/>
                </a:lnTo>
                <a:lnTo>
                  <a:pt x="255879" y="656424"/>
                </a:lnTo>
                <a:lnTo>
                  <a:pt x="259905" y="656424"/>
                </a:lnTo>
                <a:lnTo>
                  <a:pt x="258470" y="655904"/>
                </a:lnTo>
                <a:close/>
              </a:path>
              <a:path w="444207" h="657466">
                <a:moveTo>
                  <a:pt x="255879" y="644461"/>
                </a:moveTo>
                <a:lnTo>
                  <a:pt x="255358" y="644461"/>
                </a:lnTo>
                <a:lnTo>
                  <a:pt x="257429" y="644461"/>
                </a:lnTo>
                <a:lnTo>
                  <a:pt x="255879" y="644461"/>
                </a:lnTo>
                <a:close/>
              </a:path>
              <a:path w="444207" h="657466">
                <a:moveTo>
                  <a:pt x="237693" y="656424"/>
                </a:moveTo>
                <a:lnTo>
                  <a:pt x="237112" y="656424"/>
                </a:lnTo>
                <a:lnTo>
                  <a:pt x="237629" y="657466"/>
                </a:lnTo>
                <a:lnTo>
                  <a:pt x="241846" y="657466"/>
                </a:lnTo>
                <a:lnTo>
                  <a:pt x="237693" y="656424"/>
                </a:lnTo>
                <a:close/>
              </a:path>
              <a:path w="444207" h="657466">
                <a:moveTo>
                  <a:pt x="228079" y="646277"/>
                </a:moveTo>
                <a:lnTo>
                  <a:pt x="224764" y="641527"/>
                </a:lnTo>
                <a:lnTo>
                  <a:pt x="222329" y="640515"/>
                </a:lnTo>
                <a:lnTo>
                  <a:pt x="224484" y="652563"/>
                </a:lnTo>
                <a:lnTo>
                  <a:pt x="225158" y="652589"/>
                </a:lnTo>
                <a:lnTo>
                  <a:pt x="227228" y="653122"/>
                </a:lnTo>
                <a:lnTo>
                  <a:pt x="228079" y="646277"/>
                </a:lnTo>
                <a:close/>
              </a:path>
              <a:path w="444207" h="657466">
                <a:moveTo>
                  <a:pt x="224336" y="641096"/>
                </a:moveTo>
                <a:lnTo>
                  <a:pt x="223659" y="640816"/>
                </a:lnTo>
                <a:lnTo>
                  <a:pt x="223539" y="640295"/>
                </a:lnTo>
                <a:lnTo>
                  <a:pt x="222618" y="640295"/>
                </a:lnTo>
                <a:lnTo>
                  <a:pt x="224764" y="641527"/>
                </a:lnTo>
                <a:lnTo>
                  <a:pt x="224336" y="641096"/>
                </a:lnTo>
                <a:close/>
              </a:path>
              <a:path w="444207" h="657466">
                <a:moveTo>
                  <a:pt x="27673" y="42760"/>
                </a:moveTo>
                <a:lnTo>
                  <a:pt x="28194" y="42240"/>
                </a:lnTo>
                <a:lnTo>
                  <a:pt x="28193" y="41719"/>
                </a:lnTo>
                <a:lnTo>
                  <a:pt x="27673" y="41719"/>
                </a:lnTo>
                <a:lnTo>
                  <a:pt x="27152" y="42240"/>
                </a:lnTo>
                <a:lnTo>
                  <a:pt x="27152" y="42760"/>
                </a:lnTo>
                <a:lnTo>
                  <a:pt x="27673" y="42760"/>
                </a:lnTo>
                <a:close/>
              </a:path>
              <a:path w="444207" h="657466">
                <a:moveTo>
                  <a:pt x="28167" y="41225"/>
                </a:moveTo>
                <a:lnTo>
                  <a:pt x="28165" y="41225"/>
                </a:lnTo>
                <a:lnTo>
                  <a:pt x="28165" y="41226"/>
                </a:lnTo>
                <a:close/>
              </a:path>
              <a:path w="444207" h="657466">
                <a:moveTo>
                  <a:pt x="28445" y="41198"/>
                </a:moveTo>
                <a:lnTo>
                  <a:pt x="28192" y="41198"/>
                </a:lnTo>
                <a:lnTo>
                  <a:pt x="28445" y="41198"/>
                </a:lnTo>
                <a:close/>
              </a:path>
              <a:path w="444207" h="657466">
                <a:moveTo>
                  <a:pt x="28746" y="566934"/>
                </a:moveTo>
                <a:lnTo>
                  <a:pt x="27673" y="565861"/>
                </a:lnTo>
                <a:lnTo>
                  <a:pt x="27152" y="565861"/>
                </a:lnTo>
                <a:lnTo>
                  <a:pt x="27698" y="566407"/>
                </a:lnTo>
                <a:lnTo>
                  <a:pt x="28905" y="567613"/>
                </a:lnTo>
                <a:lnTo>
                  <a:pt x="28746" y="566934"/>
                </a:lnTo>
                <a:close/>
              </a:path>
              <a:path w="444207" h="657466">
                <a:moveTo>
                  <a:pt x="21297" y="47574"/>
                </a:moveTo>
                <a:lnTo>
                  <a:pt x="21107" y="47256"/>
                </a:lnTo>
                <a:lnTo>
                  <a:pt x="20943" y="46913"/>
                </a:lnTo>
                <a:lnTo>
                  <a:pt x="20586" y="47777"/>
                </a:lnTo>
                <a:lnTo>
                  <a:pt x="21297" y="47574"/>
                </a:lnTo>
                <a:close/>
              </a:path>
              <a:path w="444207" h="657466">
                <a:moveTo>
                  <a:pt x="21297" y="44577"/>
                </a:moveTo>
                <a:lnTo>
                  <a:pt x="21268" y="45351"/>
                </a:lnTo>
                <a:lnTo>
                  <a:pt x="21297" y="45872"/>
                </a:lnTo>
                <a:lnTo>
                  <a:pt x="21297" y="44577"/>
                </a:lnTo>
                <a:close/>
              </a:path>
              <a:path w="444207" h="657466">
                <a:moveTo>
                  <a:pt x="20256" y="561174"/>
                </a:moveTo>
                <a:lnTo>
                  <a:pt x="20256" y="558571"/>
                </a:lnTo>
                <a:lnTo>
                  <a:pt x="19215" y="558571"/>
                </a:lnTo>
                <a:lnTo>
                  <a:pt x="19215" y="561030"/>
                </a:lnTo>
                <a:lnTo>
                  <a:pt x="19358" y="561174"/>
                </a:lnTo>
                <a:lnTo>
                  <a:pt x="20256" y="561174"/>
                </a:lnTo>
                <a:close/>
              </a:path>
              <a:path w="444207" h="657466">
                <a:moveTo>
                  <a:pt x="20066" y="48298"/>
                </a:moveTo>
                <a:lnTo>
                  <a:pt x="20332" y="46913"/>
                </a:lnTo>
                <a:lnTo>
                  <a:pt x="20613" y="46234"/>
                </a:lnTo>
                <a:lnTo>
                  <a:pt x="19735" y="46659"/>
                </a:lnTo>
                <a:lnTo>
                  <a:pt x="19735" y="48357"/>
                </a:lnTo>
                <a:lnTo>
                  <a:pt x="20066" y="48298"/>
                </a:lnTo>
                <a:close/>
              </a:path>
              <a:path w="444207" h="657466">
                <a:moveTo>
                  <a:pt x="19735" y="48628"/>
                </a:moveTo>
                <a:lnTo>
                  <a:pt x="19735" y="48435"/>
                </a:lnTo>
                <a:lnTo>
                  <a:pt x="19545" y="48818"/>
                </a:lnTo>
                <a:lnTo>
                  <a:pt x="19735" y="48628"/>
                </a:lnTo>
                <a:close/>
              </a:path>
              <a:path w="444207" h="657466">
                <a:moveTo>
                  <a:pt x="18186" y="50050"/>
                </a:moveTo>
                <a:lnTo>
                  <a:pt x="18186" y="49263"/>
                </a:lnTo>
                <a:lnTo>
                  <a:pt x="17860" y="50050"/>
                </a:lnTo>
                <a:lnTo>
                  <a:pt x="17995" y="50901"/>
                </a:lnTo>
                <a:lnTo>
                  <a:pt x="18186" y="50050"/>
                </a:lnTo>
                <a:close/>
              </a:path>
              <a:path w="444207" h="657466">
                <a:moveTo>
                  <a:pt x="17665" y="50050"/>
                </a:moveTo>
                <a:lnTo>
                  <a:pt x="17665" y="49784"/>
                </a:lnTo>
                <a:lnTo>
                  <a:pt x="18373" y="49001"/>
                </a:lnTo>
                <a:lnTo>
                  <a:pt x="17398" y="50050"/>
                </a:lnTo>
                <a:lnTo>
                  <a:pt x="17665" y="50050"/>
                </a:lnTo>
                <a:close/>
              </a:path>
              <a:path w="444207" h="657466">
                <a:moveTo>
                  <a:pt x="16624" y="55905"/>
                </a:moveTo>
                <a:lnTo>
                  <a:pt x="16624" y="55765"/>
                </a:lnTo>
                <a:lnTo>
                  <a:pt x="16103" y="55765"/>
                </a:lnTo>
                <a:lnTo>
                  <a:pt x="16103" y="56429"/>
                </a:lnTo>
                <a:lnTo>
                  <a:pt x="16624" y="55905"/>
                </a:lnTo>
                <a:close/>
              </a:path>
              <a:path w="444207" h="657466">
                <a:moveTo>
                  <a:pt x="15582" y="558408"/>
                </a:moveTo>
                <a:lnTo>
                  <a:pt x="15582" y="557530"/>
                </a:lnTo>
                <a:lnTo>
                  <a:pt x="15219" y="557530"/>
                </a:lnTo>
                <a:lnTo>
                  <a:pt x="15238" y="558571"/>
                </a:lnTo>
                <a:lnTo>
                  <a:pt x="15582" y="558408"/>
                </a:lnTo>
                <a:close/>
              </a:path>
              <a:path w="444207" h="657466">
                <a:moveTo>
                  <a:pt x="14541" y="556488"/>
                </a:moveTo>
                <a:lnTo>
                  <a:pt x="14432" y="557530"/>
                </a:lnTo>
                <a:lnTo>
                  <a:pt x="14541" y="557796"/>
                </a:lnTo>
                <a:lnTo>
                  <a:pt x="14541" y="556488"/>
                </a:lnTo>
                <a:close/>
              </a:path>
              <a:path w="444207" h="657466">
                <a:moveTo>
                  <a:pt x="11430" y="568464"/>
                </a:moveTo>
                <a:lnTo>
                  <a:pt x="9210" y="568464"/>
                </a:lnTo>
                <a:lnTo>
                  <a:pt x="10248" y="569506"/>
                </a:lnTo>
                <a:lnTo>
                  <a:pt x="11430" y="568464"/>
                </a:lnTo>
                <a:close/>
              </a:path>
              <a:path w="444207" h="657466">
                <a:moveTo>
                  <a:pt x="14541" y="63195"/>
                </a:moveTo>
                <a:lnTo>
                  <a:pt x="14020" y="62280"/>
                </a:lnTo>
                <a:lnTo>
                  <a:pt x="14020" y="63718"/>
                </a:lnTo>
                <a:lnTo>
                  <a:pt x="14541" y="63195"/>
                </a:lnTo>
                <a:close/>
              </a:path>
              <a:path w="444207" h="657466">
                <a:moveTo>
                  <a:pt x="15238" y="558571"/>
                </a:moveTo>
                <a:lnTo>
                  <a:pt x="13607" y="557895"/>
                </a:lnTo>
                <a:lnTo>
                  <a:pt x="14280" y="558571"/>
                </a:lnTo>
                <a:lnTo>
                  <a:pt x="15238" y="558571"/>
                </a:lnTo>
                <a:close/>
              </a:path>
              <a:path w="444207" h="657466">
                <a:moveTo>
                  <a:pt x="17665" y="561695"/>
                </a:moveTo>
                <a:lnTo>
                  <a:pt x="17820" y="562117"/>
                </a:lnTo>
                <a:lnTo>
                  <a:pt x="17665" y="561695"/>
                </a:lnTo>
                <a:close/>
              </a:path>
              <a:path w="444207" h="657466">
                <a:moveTo>
                  <a:pt x="20256" y="561695"/>
                </a:moveTo>
                <a:lnTo>
                  <a:pt x="20256" y="562076"/>
                </a:lnTo>
                <a:lnTo>
                  <a:pt x="20396" y="562216"/>
                </a:lnTo>
                <a:lnTo>
                  <a:pt x="20256" y="561695"/>
                </a:lnTo>
                <a:close/>
              </a:path>
              <a:path w="444207" h="657466">
                <a:moveTo>
                  <a:pt x="24041" y="44830"/>
                </a:moveTo>
                <a:lnTo>
                  <a:pt x="23190" y="45173"/>
                </a:lnTo>
                <a:lnTo>
                  <a:pt x="23520" y="45351"/>
                </a:lnTo>
                <a:lnTo>
                  <a:pt x="24041" y="44830"/>
                </a:lnTo>
                <a:close/>
              </a:path>
              <a:path w="444207" h="657466">
                <a:moveTo>
                  <a:pt x="38188" y="26619"/>
                </a:moveTo>
                <a:lnTo>
                  <a:pt x="36106" y="26619"/>
                </a:lnTo>
                <a:lnTo>
                  <a:pt x="38188" y="26619"/>
                </a:lnTo>
                <a:close/>
              </a:path>
              <a:path w="444207" h="657466">
                <a:moveTo>
                  <a:pt x="222618" y="640295"/>
                </a:moveTo>
                <a:lnTo>
                  <a:pt x="222329" y="640515"/>
                </a:lnTo>
                <a:lnTo>
                  <a:pt x="224764" y="641527"/>
                </a:lnTo>
                <a:lnTo>
                  <a:pt x="222618" y="640295"/>
                </a:lnTo>
                <a:close/>
              </a:path>
              <a:path w="444207" h="657466">
                <a:moveTo>
                  <a:pt x="228079" y="642380"/>
                </a:moveTo>
                <a:lnTo>
                  <a:pt x="228058" y="642379"/>
                </a:lnTo>
                <a:lnTo>
                  <a:pt x="228079" y="642484"/>
                </a:lnTo>
                <a:close/>
              </a:path>
              <a:path w="444207" h="657466">
                <a:moveTo>
                  <a:pt x="228057" y="642378"/>
                </a:moveTo>
                <a:lnTo>
                  <a:pt x="227825" y="642378"/>
                </a:lnTo>
                <a:lnTo>
                  <a:pt x="228058" y="642379"/>
                </a:lnTo>
                <a:close/>
              </a:path>
              <a:path w="444207" h="657466">
                <a:moveTo>
                  <a:pt x="222329" y="640515"/>
                </a:moveTo>
                <a:lnTo>
                  <a:pt x="220548" y="639775"/>
                </a:lnTo>
                <a:lnTo>
                  <a:pt x="224484" y="652563"/>
                </a:lnTo>
                <a:lnTo>
                  <a:pt x="222329" y="640515"/>
                </a:lnTo>
                <a:close/>
              </a:path>
              <a:path w="444207" h="657466">
                <a:moveTo>
                  <a:pt x="235610" y="643940"/>
                </a:moveTo>
                <a:lnTo>
                  <a:pt x="235089" y="643940"/>
                </a:lnTo>
                <a:lnTo>
                  <a:pt x="235615" y="644590"/>
                </a:lnTo>
                <a:lnTo>
                  <a:pt x="235610" y="643940"/>
                </a:lnTo>
                <a:close/>
              </a:path>
              <a:path w="444207" h="657466">
                <a:moveTo>
                  <a:pt x="238213" y="644461"/>
                </a:moveTo>
                <a:lnTo>
                  <a:pt x="237693" y="644461"/>
                </a:lnTo>
                <a:lnTo>
                  <a:pt x="241401" y="646214"/>
                </a:lnTo>
                <a:lnTo>
                  <a:pt x="238213" y="644461"/>
                </a:lnTo>
                <a:close/>
              </a:path>
              <a:path w="444207" h="657466">
                <a:moveTo>
                  <a:pt x="239763" y="656424"/>
                </a:moveTo>
                <a:lnTo>
                  <a:pt x="239255" y="656424"/>
                </a:lnTo>
                <a:lnTo>
                  <a:pt x="241846" y="657466"/>
                </a:lnTo>
                <a:lnTo>
                  <a:pt x="239763" y="656424"/>
                </a:lnTo>
                <a:close/>
              </a:path>
              <a:path w="444207" h="657466">
                <a:moveTo>
                  <a:pt x="242887" y="645502"/>
                </a:moveTo>
                <a:lnTo>
                  <a:pt x="242366" y="645502"/>
                </a:lnTo>
                <a:lnTo>
                  <a:pt x="246672" y="648804"/>
                </a:lnTo>
                <a:lnTo>
                  <a:pt x="242887" y="645502"/>
                </a:lnTo>
                <a:close/>
              </a:path>
              <a:path w="444207" h="657466">
                <a:moveTo>
                  <a:pt x="244970" y="645502"/>
                </a:moveTo>
                <a:lnTo>
                  <a:pt x="244449" y="645502"/>
                </a:lnTo>
                <a:lnTo>
                  <a:pt x="246672" y="648804"/>
                </a:lnTo>
                <a:lnTo>
                  <a:pt x="244970" y="645502"/>
                </a:lnTo>
                <a:close/>
              </a:path>
              <a:path w="444207" h="657466">
                <a:moveTo>
                  <a:pt x="260553" y="643940"/>
                </a:moveTo>
                <a:lnTo>
                  <a:pt x="260152" y="643940"/>
                </a:lnTo>
                <a:lnTo>
                  <a:pt x="259871" y="644223"/>
                </a:lnTo>
                <a:lnTo>
                  <a:pt x="260553" y="643940"/>
                </a:lnTo>
                <a:close/>
              </a:path>
              <a:path w="444207" h="657466">
                <a:moveTo>
                  <a:pt x="257505" y="654672"/>
                </a:moveTo>
                <a:lnTo>
                  <a:pt x="255752" y="656424"/>
                </a:lnTo>
                <a:lnTo>
                  <a:pt x="255879" y="656424"/>
                </a:lnTo>
                <a:lnTo>
                  <a:pt x="257505" y="654672"/>
                </a:lnTo>
                <a:close/>
              </a:path>
              <a:path w="444207" h="657466">
                <a:moveTo>
                  <a:pt x="260426" y="655904"/>
                </a:moveTo>
                <a:lnTo>
                  <a:pt x="260032" y="655904"/>
                </a:lnTo>
                <a:lnTo>
                  <a:pt x="259905" y="656424"/>
                </a:lnTo>
                <a:lnTo>
                  <a:pt x="260426" y="655904"/>
                </a:lnTo>
                <a:close/>
              </a:path>
              <a:path w="444207" h="657466">
                <a:moveTo>
                  <a:pt x="408101" y="629361"/>
                </a:moveTo>
                <a:lnTo>
                  <a:pt x="407581" y="629361"/>
                </a:lnTo>
                <a:lnTo>
                  <a:pt x="408429" y="629881"/>
                </a:lnTo>
                <a:lnTo>
                  <a:pt x="408101" y="629361"/>
                </a:lnTo>
                <a:close/>
              </a:path>
              <a:path w="444207" h="657466">
                <a:moveTo>
                  <a:pt x="410184" y="616864"/>
                </a:moveTo>
                <a:lnTo>
                  <a:pt x="410050" y="616864"/>
                </a:lnTo>
                <a:lnTo>
                  <a:pt x="409587" y="617054"/>
                </a:lnTo>
                <a:lnTo>
                  <a:pt x="410184" y="616864"/>
                </a:lnTo>
                <a:close/>
              </a:path>
              <a:path w="444207" h="657466">
                <a:moveTo>
                  <a:pt x="417061" y="612178"/>
                </a:moveTo>
                <a:lnTo>
                  <a:pt x="416534" y="612178"/>
                </a:lnTo>
                <a:lnTo>
                  <a:pt x="416025" y="613219"/>
                </a:lnTo>
                <a:lnTo>
                  <a:pt x="417061" y="612178"/>
                </a:lnTo>
                <a:close/>
              </a:path>
              <a:path w="444207" h="657466">
                <a:moveTo>
                  <a:pt x="417715" y="612936"/>
                </a:moveTo>
                <a:lnTo>
                  <a:pt x="417449" y="613219"/>
                </a:lnTo>
                <a:lnTo>
                  <a:pt x="417715" y="613219"/>
                </a:lnTo>
                <a:lnTo>
                  <a:pt x="417715" y="612936"/>
                </a:lnTo>
                <a:close/>
              </a:path>
              <a:path w="444207" h="657466">
                <a:moveTo>
                  <a:pt x="416674" y="613219"/>
                </a:moveTo>
                <a:lnTo>
                  <a:pt x="416025" y="613219"/>
                </a:lnTo>
                <a:lnTo>
                  <a:pt x="416674" y="613370"/>
                </a:lnTo>
                <a:lnTo>
                  <a:pt x="416674" y="613219"/>
                </a:lnTo>
                <a:close/>
              </a:path>
              <a:path w="444207" h="657466">
                <a:moveTo>
                  <a:pt x="413170" y="627278"/>
                </a:moveTo>
                <a:lnTo>
                  <a:pt x="412990" y="627278"/>
                </a:lnTo>
                <a:lnTo>
                  <a:pt x="413170" y="627278"/>
                </a:lnTo>
                <a:close/>
              </a:path>
              <a:path w="444207" h="657466">
                <a:moveTo>
                  <a:pt x="412990" y="627278"/>
                </a:moveTo>
                <a:lnTo>
                  <a:pt x="411734" y="627799"/>
                </a:lnTo>
                <a:lnTo>
                  <a:pt x="412990" y="627278"/>
                </a:lnTo>
                <a:close/>
              </a:path>
              <a:path w="444207" h="657466">
                <a:moveTo>
                  <a:pt x="417449" y="89077"/>
                </a:moveTo>
                <a:lnTo>
                  <a:pt x="417046" y="89077"/>
                </a:lnTo>
                <a:lnTo>
                  <a:pt x="417570" y="89598"/>
                </a:lnTo>
                <a:lnTo>
                  <a:pt x="417449" y="89077"/>
                </a:lnTo>
                <a:close/>
              </a:path>
              <a:path w="444207" h="657466">
                <a:moveTo>
                  <a:pt x="417884" y="625195"/>
                </a:moveTo>
                <a:lnTo>
                  <a:pt x="417449" y="625195"/>
                </a:lnTo>
                <a:lnTo>
                  <a:pt x="417004" y="625525"/>
                </a:lnTo>
                <a:lnTo>
                  <a:pt x="417884" y="625195"/>
                </a:lnTo>
                <a:close/>
              </a:path>
              <a:path w="444207" h="657466">
                <a:moveTo>
                  <a:pt x="417334" y="76593"/>
                </a:moveTo>
                <a:lnTo>
                  <a:pt x="415899" y="77114"/>
                </a:lnTo>
                <a:lnTo>
                  <a:pt x="416420" y="77114"/>
                </a:lnTo>
                <a:lnTo>
                  <a:pt x="417334" y="76593"/>
                </a:lnTo>
                <a:close/>
              </a:path>
              <a:path w="444207" h="657466">
                <a:moveTo>
                  <a:pt x="417385" y="612381"/>
                </a:moveTo>
                <a:lnTo>
                  <a:pt x="416674" y="613092"/>
                </a:lnTo>
                <a:lnTo>
                  <a:pt x="417036" y="613219"/>
                </a:lnTo>
                <a:lnTo>
                  <a:pt x="417385" y="612381"/>
                </a:lnTo>
                <a:close/>
              </a:path>
              <a:path w="444207" h="657466">
                <a:moveTo>
                  <a:pt x="419531" y="612178"/>
                </a:moveTo>
                <a:lnTo>
                  <a:pt x="421093" y="611136"/>
                </a:lnTo>
                <a:lnTo>
                  <a:pt x="417969" y="613219"/>
                </a:lnTo>
                <a:lnTo>
                  <a:pt x="419531" y="612178"/>
                </a:lnTo>
                <a:close/>
              </a:path>
              <a:path w="444207" h="657466">
                <a:moveTo>
                  <a:pt x="421875" y="610866"/>
                </a:moveTo>
                <a:lnTo>
                  <a:pt x="421868" y="610095"/>
                </a:lnTo>
                <a:lnTo>
                  <a:pt x="421875" y="610867"/>
                </a:lnTo>
                <a:close/>
              </a:path>
              <a:path w="444207" h="657466">
                <a:moveTo>
                  <a:pt x="422643" y="610095"/>
                </a:moveTo>
                <a:lnTo>
                  <a:pt x="422389" y="610095"/>
                </a:lnTo>
                <a:lnTo>
                  <a:pt x="422389" y="610350"/>
                </a:lnTo>
                <a:lnTo>
                  <a:pt x="422643" y="610095"/>
                </a:lnTo>
                <a:close/>
              </a:path>
              <a:path w="444207" h="657466">
                <a:moveTo>
                  <a:pt x="425859" y="604380"/>
                </a:moveTo>
                <a:lnTo>
                  <a:pt x="425500" y="604253"/>
                </a:lnTo>
                <a:lnTo>
                  <a:pt x="425500" y="604380"/>
                </a:lnTo>
                <a:lnTo>
                  <a:pt x="425859" y="604380"/>
                </a:lnTo>
                <a:close/>
              </a:path>
              <a:path w="444207" h="657466">
                <a:moveTo>
                  <a:pt x="423430" y="95326"/>
                </a:moveTo>
                <a:lnTo>
                  <a:pt x="423430" y="95846"/>
                </a:lnTo>
                <a:lnTo>
                  <a:pt x="426021" y="95846"/>
                </a:lnTo>
                <a:lnTo>
                  <a:pt x="423430" y="95326"/>
                </a:lnTo>
                <a:close/>
              </a:path>
              <a:path w="444207" h="657466">
                <a:moveTo>
                  <a:pt x="427062" y="94806"/>
                </a:moveTo>
                <a:lnTo>
                  <a:pt x="427062" y="94981"/>
                </a:lnTo>
                <a:lnTo>
                  <a:pt x="427062" y="94806"/>
                </a:lnTo>
                <a:close/>
              </a:path>
              <a:path w="444207" h="657466">
                <a:moveTo>
                  <a:pt x="426923" y="95846"/>
                </a:moveTo>
                <a:lnTo>
                  <a:pt x="426542" y="95846"/>
                </a:lnTo>
                <a:lnTo>
                  <a:pt x="427062" y="98971"/>
                </a:lnTo>
                <a:lnTo>
                  <a:pt x="426923" y="95846"/>
                </a:lnTo>
                <a:close/>
              </a:path>
              <a:path w="444207" h="657466">
                <a:moveTo>
                  <a:pt x="427062" y="601637"/>
                </a:moveTo>
                <a:lnTo>
                  <a:pt x="426542" y="602157"/>
                </a:lnTo>
                <a:lnTo>
                  <a:pt x="426732" y="602488"/>
                </a:lnTo>
                <a:lnTo>
                  <a:pt x="427062" y="601637"/>
                </a:lnTo>
                <a:close/>
              </a:path>
              <a:path w="444207" h="657466">
                <a:moveTo>
                  <a:pt x="428624" y="600043"/>
                </a:moveTo>
                <a:lnTo>
                  <a:pt x="428624" y="599824"/>
                </a:lnTo>
                <a:lnTo>
                  <a:pt x="427583" y="602345"/>
                </a:lnTo>
                <a:lnTo>
                  <a:pt x="428624" y="600043"/>
                </a:lnTo>
                <a:close/>
              </a:path>
              <a:path w="444207" h="657466">
                <a:moveTo>
                  <a:pt x="427583" y="96507"/>
                </a:moveTo>
                <a:lnTo>
                  <a:pt x="427583" y="97548"/>
                </a:lnTo>
                <a:lnTo>
                  <a:pt x="428104" y="98072"/>
                </a:lnTo>
                <a:lnTo>
                  <a:pt x="427583" y="96507"/>
                </a:lnTo>
                <a:close/>
              </a:path>
              <a:path w="444207" h="657466">
                <a:moveTo>
                  <a:pt x="432257" y="105359"/>
                </a:moveTo>
                <a:lnTo>
                  <a:pt x="431215" y="104317"/>
                </a:lnTo>
                <a:lnTo>
                  <a:pt x="432257" y="108140"/>
                </a:lnTo>
                <a:lnTo>
                  <a:pt x="432257" y="105359"/>
                </a:lnTo>
                <a:close/>
              </a:path>
              <a:path w="444207" h="657466">
                <a:moveTo>
                  <a:pt x="431215" y="83223"/>
                </a:moveTo>
                <a:lnTo>
                  <a:pt x="431215" y="83362"/>
                </a:lnTo>
                <a:lnTo>
                  <a:pt x="431355" y="83362"/>
                </a:lnTo>
                <a:lnTo>
                  <a:pt x="431215" y="83223"/>
                </a:lnTo>
                <a:close/>
              </a:path>
              <a:path w="444207" h="657466">
                <a:moveTo>
                  <a:pt x="430174" y="84658"/>
                </a:moveTo>
                <a:lnTo>
                  <a:pt x="430174" y="85697"/>
                </a:lnTo>
                <a:lnTo>
                  <a:pt x="431215" y="86741"/>
                </a:lnTo>
                <a:lnTo>
                  <a:pt x="430174" y="84658"/>
                </a:lnTo>
                <a:close/>
              </a:path>
              <a:path w="444207" h="657466">
                <a:moveTo>
                  <a:pt x="428358" y="95326"/>
                </a:moveTo>
                <a:lnTo>
                  <a:pt x="427583" y="95326"/>
                </a:lnTo>
                <a:lnTo>
                  <a:pt x="428104" y="95592"/>
                </a:lnTo>
                <a:lnTo>
                  <a:pt x="428358" y="95326"/>
                </a:lnTo>
                <a:close/>
              </a:path>
              <a:path w="444207" h="657466">
                <a:moveTo>
                  <a:pt x="428879" y="95326"/>
                </a:moveTo>
                <a:lnTo>
                  <a:pt x="428358" y="94805"/>
                </a:lnTo>
                <a:lnTo>
                  <a:pt x="428358" y="95326"/>
                </a:lnTo>
                <a:lnTo>
                  <a:pt x="428879" y="95326"/>
                </a:lnTo>
                <a:close/>
              </a:path>
              <a:path w="444207" h="657466">
                <a:moveTo>
                  <a:pt x="427316" y="93764"/>
                </a:moveTo>
                <a:lnTo>
                  <a:pt x="428358" y="94805"/>
                </a:lnTo>
                <a:lnTo>
                  <a:pt x="427316" y="93764"/>
                </a:lnTo>
                <a:close/>
              </a:path>
              <a:path w="444207" h="657466">
                <a:moveTo>
                  <a:pt x="428624" y="599033"/>
                </a:moveTo>
                <a:lnTo>
                  <a:pt x="428625" y="598507"/>
                </a:lnTo>
                <a:lnTo>
                  <a:pt x="427583" y="599554"/>
                </a:lnTo>
                <a:lnTo>
                  <a:pt x="428624" y="599033"/>
                </a:lnTo>
                <a:close/>
              </a:path>
              <a:path w="444207" h="657466">
                <a:moveTo>
                  <a:pt x="429920" y="95846"/>
                </a:moveTo>
                <a:lnTo>
                  <a:pt x="429399" y="95326"/>
                </a:lnTo>
                <a:lnTo>
                  <a:pt x="429399" y="95846"/>
                </a:lnTo>
                <a:lnTo>
                  <a:pt x="429920" y="95846"/>
                </a:lnTo>
                <a:close/>
              </a:path>
              <a:path w="444207" h="657466">
                <a:moveTo>
                  <a:pt x="429653" y="101180"/>
                </a:moveTo>
                <a:lnTo>
                  <a:pt x="429653" y="101714"/>
                </a:lnTo>
                <a:lnTo>
                  <a:pt x="430174" y="102235"/>
                </a:lnTo>
                <a:lnTo>
                  <a:pt x="429653" y="101180"/>
                </a:lnTo>
                <a:close/>
              </a:path>
              <a:path w="444207" h="657466">
                <a:moveTo>
                  <a:pt x="429145" y="100533"/>
                </a:moveTo>
                <a:lnTo>
                  <a:pt x="429145" y="100672"/>
                </a:lnTo>
                <a:lnTo>
                  <a:pt x="429653" y="101180"/>
                </a:lnTo>
                <a:lnTo>
                  <a:pt x="429145" y="100533"/>
                </a:lnTo>
                <a:close/>
              </a:path>
              <a:path w="444207" h="657466">
                <a:moveTo>
                  <a:pt x="429653" y="596455"/>
                </a:moveTo>
                <a:lnTo>
                  <a:pt x="429145" y="596960"/>
                </a:lnTo>
                <a:lnTo>
                  <a:pt x="429653" y="597472"/>
                </a:lnTo>
                <a:lnTo>
                  <a:pt x="429653" y="596455"/>
                </a:lnTo>
                <a:close/>
              </a:path>
              <a:path w="444207" h="657466">
                <a:moveTo>
                  <a:pt x="429653" y="598210"/>
                </a:moveTo>
                <a:lnTo>
                  <a:pt x="429653" y="597472"/>
                </a:lnTo>
                <a:lnTo>
                  <a:pt x="429336" y="598322"/>
                </a:lnTo>
                <a:lnTo>
                  <a:pt x="429653" y="598210"/>
                </a:lnTo>
                <a:close/>
              </a:path>
              <a:path w="444207" h="657466">
                <a:moveTo>
                  <a:pt x="431279" y="102426"/>
                </a:moveTo>
                <a:lnTo>
                  <a:pt x="431419" y="102946"/>
                </a:lnTo>
                <a:lnTo>
                  <a:pt x="431279" y="102426"/>
                </a:lnTo>
                <a:close/>
              </a:path>
              <a:path w="444207" h="657466">
                <a:moveTo>
                  <a:pt x="431215" y="102362"/>
                </a:moveTo>
                <a:lnTo>
                  <a:pt x="431215" y="102363"/>
                </a:lnTo>
                <a:lnTo>
                  <a:pt x="431216" y="102363"/>
                </a:lnTo>
                <a:close/>
              </a:path>
              <a:path w="444207" h="657466">
                <a:moveTo>
                  <a:pt x="432257" y="590194"/>
                </a:moveTo>
                <a:lnTo>
                  <a:pt x="431215" y="586676"/>
                </a:lnTo>
                <a:lnTo>
                  <a:pt x="431215" y="591235"/>
                </a:lnTo>
                <a:lnTo>
                  <a:pt x="432257" y="590194"/>
                </a:lnTo>
                <a:close/>
              </a:path>
              <a:path w="444207" h="657466">
                <a:moveTo>
                  <a:pt x="434340" y="616343"/>
                </a:moveTo>
                <a:lnTo>
                  <a:pt x="431025" y="616165"/>
                </a:lnTo>
                <a:lnTo>
                  <a:pt x="430847" y="616343"/>
                </a:lnTo>
                <a:lnTo>
                  <a:pt x="434340" y="616343"/>
                </a:lnTo>
                <a:close/>
              </a:path>
              <a:path w="444207" h="657466">
                <a:moveTo>
                  <a:pt x="436537" y="88557"/>
                </a:moveTo>
                <a:lnTo>
                  <a:pt x="435889" y="87909"/>
                </a:lnTo>
                <a:lnTo>
                  <a:pt x="435889" y="88557"/>
                </a:lnTo>
                <a:lnTo>
                  <a:pt x="436537" y="88557"/>
                </a:lnTo>
                <a:close/>
              </a:path>
              <a:path w="444207" h="657466">
                <a:moveTo>
                  <a:pt x="441923" y="598652"/>
                </a:moveTo>
                <a:lnTo>
                  <a:pt x="441604" y="598798"/>
                </a:lnTo>
                <a:lnTo>
                  <a:pt x="441604" y="599293"/>
                </a:lnTo>
                <a:lnTo>
                  <a:pt x="441923" y="598652"/>
                </a:lnTo>
                <a:close/>
              </a:path>
              <a:path w="444207" h="657466">
                <a:moveTo>
                  <a:pt x="441552" y="99405"/>
                </a:moveTo>
                <a:lnTo>
                  <a:pt x="441504" y="101215"/>
                </a:lnTo>
                <a:lnTo>
                  <a:pt x="442645" y="102362"/>
                </a:lnTo>
                <a:lnTo>
                  <a:pt x="441552" y="99405"/>
                </a:lnTo>
                <a:close/>
              </a:path>
              <a:path w="444207" h="657466">
                <a:moveTo>
                  <a:pt x="441113" y="598252"/>
                </a:moveTo>
                <a:lnTo>
                  <a:pt x="442645" y="594233"/>
                </a:lnTo>
                <a:lnTo>
                  <a:pt x="440905" y="598462"/>
                </a:lnTo>
                <a:lnTo>
                  <a:pt x="441113" y="598252"/>
                </a:lnTo>
                <a:close/>
              </a:path>
              <a:path w="444207" h="657466">
                <a:moveTo>
                  <a:pt x="441604" y="96240"/>
                </a:moveTo>
                <a:lnTo>
                  <a:pt x="441083" y="95714"/>
                </a:lnTo>
                <a:lnTo>
                  <a:pt x="441220" y="96367"/>
                </a:lnTo>
                <a:lnTo>
                  <a:pt x="441604" y="96240"/>
                </a:lnTo>
                <a:close/>
              </a:path>
              <a:path w="444207" h="657466">
                <a:moveTo>
                  <a:pt x="441423" y="598652"/>
                </a:moveTo>
                <a:lnTo>
                  <a:pt x="441083" y="598919"/>
                </a:lnTo>
                <a:lnTo>
                  <a:pt x="441323" y="599080"/>
                </a:lnTo>
                <a:lnTo>
                  <a:pt x="441423" y="598652"/>
                </a:lnTo>
                <a:close/>
              </a:path>
              <a:path w="444207" h="657466">
                <a:moveTo>
                  <a:pt x="440575" y="94157"/>
                </a:moveTo>
                <a:lnTo>
                  <a:pt x="440055" y="93634"/>
                </a:lnTo>
                <a:lnTo>
                  <a:pt x="440575" y="94685"/>
                </a:lnTo>
                <a:lnTo>
                  <a:pt x="440575" y="94157"/>
                </a:lnTo>
                <a:close/>
              </a:path>
              <a:path w="444207" h="657466">
                <a:moveTo>
                  <a:pt x="440575" y="600154"/>
                </a:moveTo>
                <a:lnTo>
                  <a:pt x="439534" y="602473"/>
                </a:lnTo>
                <a:lnTo>
                  <a:pt x="439534" y="602685"/>
                </a:lnTo>
                <a:lnTo>
                  <a:pt x="440575" y="600154"/>
                </a:lnTo>
                <a:close/>
              </a:path>
              <a:path w="444207" h="657466">
                <a:moveTo>
                  <a:pt x="441083" y="95199"/>
                </a:moveTo>
                <a:lnTo>
                  <a:pt x="440575" y="94685"/>
                </a:lnTo>
                <a:lnTo>
                  <a:pt x="441083" y="95714"/>
                </a:lnTo>
                <a:lnTo>
                  <a:pt x="441083" y="95199"/>
                </a:lnTo>
                <a:close/>
              </a:path>
              <a:path w="444207" h="657466">
                <a:moveTo>
                  <a:pt x="440055" y="93116"/>
                </a:moveTo>
                <a:lnTo>
                  <a:pt x="439534" y="92595"/>
                </a:lnTo>
                <a:lnTo>
                  <a:pt x="440055" y="93634"/>
                </a:lnTo>
                <a:lnTo>
                  <a:pt x="440055" y="93116"/>
                </a:lnTo>
                <a:close/>
              </a:path>
              <a:path w="444207" h="657466">
                <a:moveTo>
                  <a:pt x="439534" y="95072"/>
                </a:moveTo>
                <a:lnTo>
                  <a:pt x="439013" y="94030"/>
                </a:lnTo>
                <a:lnTo>
                  <a:pt x="440055" y="96113"/>
                </a:lnTo>
                <a:lnTo>
                  <a:pt x="439534" y="95072"/>
                </a:lnTo>
                <a:close/>
              </a:path>
              <a:path w="444207" h="657466">
                <a:moveTo>
                  <a:pt x="439013" y="92586"/>
                </a:moveTo>
                <a:lnTo>
                  <a:pt x="439013" y="93105"/>
                </a:lnTo>
                <a:lnTo>
                  <a:pt x="439534" y="93632"/>
                </a:lnTo>
                <a:lnTo>
                  <a:pt x="439013" y="92586"/>
                </a:lnTo>
                <a:close/>
              </a:path>
              <a:path w="444207" h="657466">
                <a:moveTo>
                  <a:pt x="439534" y="88557"/>
                </a:moveTo>
                <a:lnTo>
                  <a:pt x="439013" y="88557"/>
                </a:lnTo>
                <a:lnTo>
                  <a:pt x="439534" y="92595"/>
                </a:lnTo>
                <a:lnTo>
                  <a:pt x="439534" y="88557"/>
                </a:lnTo>
                <a:close/>
              </a:path>
              <a:path w="444207" h="657466">
                <a:moveTo>
                  <a:pt x="438492" y="91554"/>
                </a:moveTo>
                <a:lnTo>
                  <a:pt x="438492" y="92063"/>
                </a:lnTo>
                <a:lnTo>
                  <a:pt x="439013" y="92586"/>
                </a:lnTo>
                <a:lnTo>
                  <a:pt x="438492" y="91554"/>
                </a:lnTo>
                <a:close/>
              </a:path>
              <a:path w="444207" h="657466">
                <a:moveTo>
                  <a:pt x="439013" y="603300"/>
                </a:moveTo>
                <a:lnTo>
                  <a:pt x="438492" y="604341"/>
                </a:lnTo>
                <a:lnTo>
                  <a:pt x="438492" y="604556"/>
                </a:lnTo>
                <a:lnTo>
                  <a:pt x="439013" y="603300"/>
                </a:lnTo>
                <a:close/>
              </a:path>
              <a:path w="444207" h="657466">
                <a:moveTo>
                  <a:pt x="438492" y="606082"/>
                </a:moveTo>
                <a:lnTo>
                  <a:pt x="438302" y="605751"/>
                </a:lnTo>
                <a:lnTo>
                  <a:pt x="437781" y="606272"/>
                </a:lnTo>
                <a:lnTo>
                  <a:pt x="438492" y="606082"/>
                </a:lnTo>
                <a:close/>
              </a:path>
              <a:path w="444207" h="657466">
                <a:moveTo>
                  <a:pt x="441504" y="101215"/>
                </a:moveTo>
                <a:lnTo>
                  <a:pt x="437197" y="108343"/>
                </a:lnTo>
                <a:lnTo>
                  <a:pt x="438238" y="586676"/>
                </a:lnTo>
                <a:lnTo>
                  <a:pt x="441504" y="101215"/>
                </a:lnTo>
                <a:close/>
              </a:path>
              <a:path w="444207" h="657466">
                <a:moveTo>
                  <a:pt x="439013" y="87515"/>
                </a:moveTo>
                <a:lnTo>
                  <a:pt x="438492" y="87515"/>
                </a:lnTo>
                <a:lnTo>
                  <a:pt x="439013" y="88557"/>
                </a:lnTo>
                <a:lnTo>
                  <a:pt x="439013" y="87515"/>
                </a:lnTo>
                <a:close/>
              </a:path>
              <a:path w="444207" h="657466">
                <a:moveTo>
                  <a:pt x="437972" y="91033"/>
                </a:moveTo>
                <a:lnTo>
                  <a:pt x="437781" y="90843"/>
                </a:lnTo>
                <a:lnTo>
                  <a:pt x="437972" y="91302"/>
                </a:lnTo>
                <a:lnTo>
                  <a:pt x="437972" y="91033"/>
                </a:lnTo>
                <a:close/>
              </a:path>
              <a:path w="444207" h="657466">
                <a:moveTo>
                  <a:pt x="439013" y="606082"/>
                </a:moveTo>
                <a:lnTo>
                  <a:pt x="438492" y="606082"/>
                </a:lnTo>
                <a:lnTo>
                  <a:pt x="438492" y="606602"/>
                </a:lnTo>
                <a:lnTo>
                  <a:pt x="439013" y="606082"/>
                </a:lnTo>
                <a:close/>
              </a:path>
              <a:path w="444207" h="657466">
                <a:moveTo>
                  <a:pt x="435368" y="83362"/>
                </a:moveTo>
                <a:lnTo>
                  <a:pt x="434860" y="83362"/>
                </a:lnTo>
                <a:lnTo>
                  <a:pt x="435368" y="83870"/>
                </a:lnTo>
                <a:lnTo>
                  <a:pt x="435368" y="83362"/>
                </a:lnTo>
                <a:close/>
              </a:path>
              <a:path w="444207" h="657466">
                <a:moveTo>
                  <a:pt x="435190" y="87198"/>
                </a:moveTo>
                <a:lnTo>
                  <a:pt x="434987" y="86994"/>
                </a:lnTo>
                <a:lnTo>
                  <a:pt x="435368" y="87515"/>
                </a:lnTo>
                <a:lnTo>
                  <a:pt x="435190" y="87198"/>
                </a:lnTo>
                <a:close/>
              </a:path>
              <a:path w="444207" h="657466">
                <a:moveTo>
                  <a:pt x="434860" y="87515"/>
                </a:moveTo>
                <a:lnTo>
                  <a:pt x="434708" y="87515"/>
                </a:lnTo>
                <a:lnTo>
                  <a:pt x="434860" y="87885"/>
                </a:lnTo>
                <a:lnTo>
                  <a:pt x="434860" y="87515"/>
                </a:lnTo>
                <a:close/>
              </a:path>
              <a:path w="444207" h="657466">
                <a:moveTo>
                  <a:pt x="430174" y="102235"/>
                </a:moveTo>
                <a:lnTo>
                  <a:pt x="430174" y="103276"/>
                </a:lnTo>
                <a:lnTo>
                  <a:pt x="430695" y="103797"/>
                </a:lnTo>
                <a:lnTo>
                  <a:pt x="430174" y="102235"/>
                </a:lnTo>
                <a:close/>
              </a:path>
              <a:path w="444207" h="657466">
                <a:moveTo>
                  <a:pt x="418223" y="85699"/>
                </a:moveTo>
                <a:lnTo>
                  <a:pt x="416153" y="84658"/>
                </a:lnTo>
                <a:lnTo>
                  <a:pt x="418223" y="86728"/>
                </a:lnTo>
                <a:lnTo>
                  <a:pt x="418223" y="85699"/>
                </a:lnTo>
                <a:close/>
              </a:path>
              <a:path w="444207" h="657466">
                <a:moveTo>
                  <a:pt x="428625" y="98971"/>
                </a:moveTo>
                <a:lnTo>
                  <a:pt x="428625" y="99110"/>
                </a:lnTo>
                <a:lnTo>
                  <a:pt x="429006" y="99491"/>
                </a:lnTo>
                <a:lnTo>
                  <a:pt x="428625" y="98971"/>
                </a:lnTo>
                <a:close/>
              </a:path>
              <a:path w="444207" h="657466">
                <a:moveTo>
                  <a:pt x="427837" y="94805"/>
                </a:moveTo>
                <a:lnTo>
                  <a:pt x="427583" y="94551"/>
                </a:lnTo>
                <a:lnTo>
                  <a:pt x="427583" y="94805"/>
                </a:lnTo>
                <a:lnTo>
                  <a:pt x="427837" y="94805"/>
                </a:lnTo>
                <a:close/>
              </a:path>
              <a:path w="444207" h="657466">
                <a:moveTo>
                  <a:pt x="427062" y="93653"/>
                </a:moveTo>
                <a:lnTo>
                  <a:pt x="427316" y="93764"/>
                </a:lnTo>
                <a:lnTo>
                  <a:pt x="427062" y="93653"/>
                </a:lnTo>
                <a:close/>
              </a:path>
              <a:path w="444207" h="657466">
                <a:moveTo>
                  <a:pt x="427307" y="93755"/>
                </a:moveTo>
                <a:lnTo>
                  <a:pt x="427062" y="93510"/>
                </a:lnTo>
                <a:lnTo>
                  <a:pt x="427307" y="93756"/>
                </a:lnTo>
                <a:close/>
              </a:path>
              <a:path w="444207" h="657466">
                <a:moveTo>
                  <a:pt x="426542" y="603683"/>
                </a:moveTo>
                <a:lnTo>
                  <a:pt x="426253" y="604380"/>
                </a:lnTo>
                <a:lnTo>
                  <a:pt x="426542" y="604380"/>
                </a:lnTo>
                <a:lnTo>
                  <a:pt x="426542" y="603683"/>
                </a:lnTo>
                <a:close/>
              </a:path>
              <a:path w="444207" h="657466">
                <a:moveTo>
                  <a:pt x="426402" y="95326"/>
                </a:moveTo>
                <a:lnTo>
                  <a:pt x="426021" y="95326"/>
                </a:lnTo>
                <a:lnTo>
                  <a:pt x="426542" y="95846"/>
                </a:lnTo>
                <a:lnTo>
                  <a:pt x="426402" y="95326"/>
                </a:lnTo>
                <a:close/>
              </a:path>
              <a:path w="444207" h="657466">
                <a:moveTo>
                  <a:pt x="426021" y="95846"/>
                </a:moveTo>
                <a:lnTo>
                  <a:pt x="426021" y="98971"/>
                </a:lnTo>
                <a:lnTo>
                  <a:pt x="426542" y="98971"/>
                </a:lnTo>
                <a:lnTo>
                  <a:pt x="426021" y="95846"/>
                </a:lnTo>
                <a:close/>
              </a:path>
              <a:path w="444207" h="657466">
                <a:moveTo>
                  <a:pt x="424599" y="622071"/>
                </a:moveTo>
                <a:lnTo>
                  <a:pt x="424078" y="622592"/>
                </a:lnTo>
                <a:lnTo>
                  <a:pt x="427062" y="623112"/>
                </a:lnTo>
                <a:lnTo>
                  <a:pt x="424599" y="622071"/>
                </a:lnTo>
                <a:close/>
              </a:path>
              <a:path w="444207" h="657466">
                <a:moveTo>
                  <a:pt x="427079" y="603338"/>
                </a:moveTo>
                <a:lnTo>
                  <a:pt x="427062" y="602427"/>
                </a:lnTo>
                <a:lnTo>
                  <a:pt x="427062" y="603338"/>
                </a:lnTo>
                <a:close/>
              </a:path>
              <a:path w="444207" h="657466">
                <a:moveTo>
                  <a:pt x="426542" y="98971"/>
                </a:moveTo>
                <a:lnTo>
                  <a:pt x="426542" y="99491"/>
                </a:lnTo>
                <a:lnTo>
                  <a:pt x="427062" y="99491"/>
                </a:lnTo>
                <a:lnTo>
                  <a:pt x="426542" y="98971"/>
                </a:lnTo>
                <a:close/>
              </a:path>
              <a:path w="444207" h="657466">
                <a:moveTo>
                  <a:pt x="427062" y="617123"/>
                </a:moveTo>
                <a:lnTo>
                  <a:pt x="423684" y="620509"/>
                </a:lnTo>
                <a:lnTo>
                  <a:pt x="424420" y="620509"/>
                </a:lnTo>
                <a:lnTo>
                  <a:pt x="427062" y="617123"/>
                </a:lnTo>
                <a:close/>
              </a:path>
              <a:path w="444207" h="657466">
                <a:moveTo>
                  <a:pt x="422910" y="92201"/>
                </a:moveTo>
                <a:lnTo>
                  <a:pt x="422770" y="92201"/>
                </a:lnTo>
                <a:lnTo>
                  <a:pt x="422910" y="92341"/>
                </a:lnTo>
                <a:lnTo>
                  <a:pt x="422910" y="92201"/>
                </a:lnTo>
                <a:close/>
              </a:path>
              <a:path w="444207" h="657466">
                <a:moveTo>
                  <a:pt x="423430" y="95326"/>
                </a:moveTo>
                <a:lnTo>
                  <a:pt x="422910" y="92722"/>
                </a:lnTo>
                <a:lnTo>
                  <a:pt x="422910" y="95326"/>
                </a:lnTo>
                <a:lnTo>
                  <a:pt x="423430" y="95326"/>
                </a:lnTo>
                <a:close/>
              </a:path>
              <a:path w="444207" h="657466">
                <a:moveTo>
                  <a:pt x="420636" y="623963"/>
                </a:moveTo>
                <a:lnTo>
                  <a:pt x="421157" y="623455"/>
                </a:lnTo>
                <a:lnTo>
                  <a:pt x="419459" y="624154"/>
                </a:lnTo>
                <a:lnTo>
                  <a:pt x="420636" y="623963"/>
                </a:lnTo>
                <a:close/>
              </a:path>
              <a:path w="444207" h="657466">
                <a:moveTo>
                  <a:pt x="414451" y="88557"/>
                </a:moveTo>
                <a:lnTo>
                  <a:pt x="414972" y="89077"/>
                </a:lnTo>
                <a:lnTo>
                  <a:pt x="414451" y="88557"/>
                </a:lnTo>
                <a:close/>
              </a:path>
              <a:path w="444207" h="657466">
                <a:moveTo>
                  <a:pt x="410302" y="616343"/>
                </a:moveTo>
                <a:lnTo>
                  <a:pt x="409270" y="616343"/>
                </a:lnTo>
                <a:lnTo>
                  <a:pt x="409663" y="616864"/>
                </a:lnTo>
                <a:lnTo>
                  <a:pt x="410302" y="616343"/>
                </a:lnTo>
                <a:close/>
              </a:path>
              <a:path w="444207" h="657466">
                <a:moveTo>
                  <a:pt x="406019" y="617905"/>
                </a:moveTo>
                <a:lnTo>
                  <a:pt x="405631" y="617905"/>
                </a:lnTo>
                <a:lnTo>
                  <a:pt x="405354" y="618184"/>
                </a:lnTo>
                <a:lnTo>
                  <a:pt x="406019" y="617905"/>
                </a:lnTo>
                <a:close/>
              </a:path>
              <a:path w="444207" h="657466">
                <a:moveTo>
                  <a:pt x="403617" y="618911"/>
                </a:moveTo>
                <a:lnTo>
                  <a:pt x="401802" y="619671"/>
                </a:lnTo>
                <a:lnTo>
                  <a:pt x="399008" y="624420"/>
                </a:lnTo>
                <a:lnTo>
                  <a:pt x="403617" y="618911"/>
                </a:lnTo>
                <a:close/>
              </a:path>
              <a:path w="444207" h="657466">
                <a:moveTo>
                  <a:pt x="262178" y="654151"/>
                </a:moveTo>
                <a:lnTo>
                  <a:pt x="258991" y="655904"/>
                </a:lnTo>
                <a:lnTo>
                  <a:pt x="259511" y="655904"/>
                </a:lnTo>
                <a:lnTo>
                  <a:pt x="262178" y="654151"/>
                </a:lnTo>
                <a:close/>
              </a:path>
              <a:path w="444207" h="657466">
                <a:moveTo>
                  <a:pt x="260670" y="643420"/>
                </a:moveTo>
                <a:lnTo>
                  <a:pt x="259511" y="643940"/>
                </a:lnTo>
                <a:lnTo>
                  <a:pt x="260032" y="643940"/>
                </a:lnTo>
                <a:lnTo>
                  <a:pt x="260670" y="643420"/>
                </a:lnTo>
                <a:close/>
              </a:path>
              <a:path w="444207" h="657466">
                <a:moveTo>
                  <a:pt x="257505" y="654672"/>
                </a:moveTo>
                <a:lnTo>
                  <a:pt x="253796" y="656424"/>
                </a:lnTo>
                <a:lnTo>
                  <a:pt x="254317" y="656424"/>
                </a:lnTo>
                <a:lnTo>
                  <a:pt x="257505" y="654672"/>
                </a:lnTo>
                <a:close/>
              </a:path>
              <a:path w="444207" h="657466">
                <a:moveTo>
                  <a:pt x="255752" y="656424"/>
                </a:moveTo>
                <a:lnTo>
                  <a:pt x="254838" y="656424"/>
                </a:lnTo>
                <a:lnTo>
                  <a:pt x="254711" y="657466"/>
                </a:lnTo>
                <a:lnTo>
                  <a:pt x="255752" y="656424"/>
                </a:lnTo>
                <a:close/>
              </a:path>
              <a:path w="444207" h="657466">
                <a:moveTo>
                  <a:pt x="244500" y="644461"/>
                </a:moveTo>
                <a:lnTo>
                  <a:pt x="243408" y="645502"/>
                </a:lnTo>
                <a:lnTo>
                  <a:pt x="243928" y="645502"/>
                </a:lnTo>
                <a:lnTo>
                  <a:pt x="244500" y="644461"/>
                </a:lnTo>
                <a:close/>
              </a:path>
              <a:path w="444207" h="657466">
                <a:moveTo>
                  <a:pt x="239128" y="643940"/>
                </a:moveTo>
                <a:lnTo>
                  <a:pt x="238734" y="644461"/>
                </a:lnTo>
                <a:lnTo>
                  <a:pt x="239255" y="644461"/>
                </a:lnTo>
                <a:lnTo>
                  <a:pt x="239128" y="643940"/>
                </a:lnTo>
                <a:close/>
              </a:path>
              <a:path w="444207" h="657466">
                <a:moveTo>
                  <a:pt x="240804" y="656424"/>
                </a:moveTo>
                <a:lnTo>
                  <a:pt x="238213" y="656424"/>
                </a:lnTo>
                <a:lnTo>
                  <a:pt x="240804" y="656426"/>
                </a:lnTo>
                <a:close/>
              </a:path>
              <a:path w="444207" h="657466">
                <a:moveTo>
                  <a:pt x="234569" y="655904"/>
                </a:moveTo>
                <a:lnTo>
                  <a:pt x="234175" y="655904"/>
                </a:lnTo>
                <a:lnTo>
                  <a:pt x="234696" y="656424"/>
                </a:lnTo>
                <a:lnTo>
                  <a:pt x="234569" y="655904"/>
                </a:lnTo>
                <a:close/>
              </a:path>
              <a:path w="444207" h="657466">
                <a:moveTo>
                  <a:pt x="186860" y="342"/>
                </a:moveTo>
                <a:lnTo>
                  <a:pt x="40835" y="26098"/>
                </a:lnTo>
                <a:lnTo>
                  <a:pt x="41300" y="26098"/>
                </a:lnTo>
                <a:lnTo>
                  <a:pt x="186860" y="342"/>
                </a:lnTo>
                <a:close/>
              </a:path>
              <a:path w="444207" h="657466">
                <a:moveTo>
                  <a:pt x="224155" y="5448"/>
                </a:moveTo>
                <a:lnTo>
                  <a:pt x="220522" y="16865"/>
                </a:lnTo>
                <a:lnTo>
                  <a:pt x="221716" y="17183"/>
                </a:lnTo>
                <a:lnTo>
                  <a:pt x="224155" y="5448"/>
                </a:lnTo>
                <a:close/>
              </a:path>
              <a:path w="444207" h="657466">
                <a:moveTo>
                  <a:pt x="42926" y="36322"/>
                </a:moveTo>
                <a:lnTo>
                  <a:pt x="39751" y="38074"/>
                </a:lnTo>
                <a:lnTo>
                  <a:pt x="40259" y="38074"/>
                </a:lnTo>
                <a:lnTo>
                  <a:pt x="42926" y="36322"/>
                </a:lnTo>
                <a:close/>
              </a:path>
              <a:path w="444207" h="657466">
                <a:moveTo>
                  <a:pt x="41183" y="38074"/>
                </a:moveTo>
                <a:lnTo>
                  <a:pt x="40779" y="38074"/>
                </a:lnTo>
                <a:lnTo>
                  <a:pt x="40665" y="38595"/>
                </a:lnTo>
                <a:lnTo>
                  <a:pt x="41183" y="38074"/>
                </a:lnTo>
                <a:close/>
              </a:path>
              <a:path w="444207" h="657466">
                <a:moveTo>
                  <a:pt x="32591" y="27139"/>
                </a:moveTo>
                <a:lnTo>
                  <a:pt x="32473" y="27660"/>
                </a:lnTo>
                <a:lnTo>
                  <a:pt x="32994" y="27660"/>
                </a:lnTo>
                <a:lnTo>
                  <a:pt x="32591" y="27139"/>
                </a:lnTo>
                <a:close/>
              </a:path>
              <a:path w="444207" h="657466">
                <a:moveTo>
                  <a:pt x="29870" y="28702"/>
                </a:moveTo>
                <a:lnTo>
                  <a:pt x="29476" y="28702"/>
                </a:lnTo>
                <a:lnTo>
                  <a:pt x="29196" y="28982"/>
                </a:lnTo>
                <a:lnTo>
                  <a:pt x="29870" y="28702"/>
                </a:lnTo>
                <a:close/>
              </a:path>
              <a:path w="444207" h="657466">
                <a:moveTo>
                  <a:pt x="29486" y="40678"/>
                </a:moveTo>
                <a:lnTo>
                  <a:pt x="28905" y="41008"/>
                </a:lnTo>
                <a:lnTo>
                  <a:pt x="29235" y="41198"/>
                </a:lnTo>
                <a:lnTo>
                  <a:pt x="29486" y="40678"/>
                </a:lnTo>
                <a:close/>
              </a:path>
              <a:path w="444207" h="657466">
                <a:moveTo>
                  <a:pt x="25450" y="40411"/>
                </a:moveTo>
                <a:lnTo>
                  <a:pt x="26238" y="30264"/>
                </a:lnTo>
                <a:lnTo>
                  <a:pt x="25441" y="40432"/>
                </a:lnTo>
                <a:close/>
              </a:path>
              <a:path w="444207" h="657466">
                <a:moveTo>
                  <a:pt x="23380" y="561174"/>
                </a:moveTo>
                <a:lnTo>
                  <a:pt x="22999" y="563257"/>
                </a:lnTo>
                <a:lnTo>
                  <a:pt x="23380" y="563640"/>
                </a:lnTo>
                <a:lnTo>
                  <a:pt x="23380" y="561174"/>
                </a:lnTo>
                <a:close/>
              </a:path>
              <a:path w="444207" h="657466">
                <a:moveTo>
                  <a:pt x="17475" y="559803"/>
                </a:moveTo>
                <a:lnTo>
                  <a:pt x="17665" y="559612"/>
                </a:lnTo>
                <a:lnTo>
                  <a:pt x="16889" y="559865"/>
                </a:lnTo>
                <a:lnTo>
                  <a:pt x="17475" y="559803"/>
                </a:lnTo>
                <a:close/>
              </a:path>
              <a:path w="444207" h="657466">
                <a:moveTo>
                  <a:pt x="16484" y="34950"/>
                </a:moveTo>
                <a:lnTo>
                  <a:pt x="16624" y="37807"/>
                </a:lnTo>
                <a:lnTo>
                  <a:pt x="16484" y="34950"/>
                </a:lnTo>
                <a:close/>
              </a:path>
              <a:path w="444207" h="657466">
                <a:moveTo>
                  <a:pt x="13500" y="64242"/>
                </a:moveTo>
                <a:lnTo>
                  <a:pt x="13500" y="65405"/>
                </a:lnTo>
                <a:lnTo>
                  <a:pt x="13500" y="64242"/>
                </a:lnTo>
                <a:close/>
              </a:path>
              <a:path w="444207" h="657466">
                <a:moveTo>
                  <a:pt x="12815" y="570547"/>
                </a:moveTo>
                <a:lnTo>
                  <a:pt x="12141" y="570877"/>
                </a:lnTo>
                <a:lnTo>
                  <a:pt x="12852" y="571588"/>
                </a:lnTo>
                <a:lnTo>
                  <a:pt x="12815" y="570547"/>
                </a:lnTo>
                <a:close/>
              </a:path>
              <a:path w="444207" h="657466">
                <a:moveTo>
                  <a:pt x="12471" y="537883"/>
                </a:moveTo>
                <a:lnTo>
                  <a:pt x="11950" y="537502"/>
                </a:lnTo>
                <a:lnTo>
                  <a:pt x="11950" y="538406"/>
                </a:lnTo>
                <a:lnTo>
                  <a:pt x="12471" y="537883"/>
                </a:lnTo>
                <a:close/>
              </a:path>
              <a:path w="444207" h="657466">
                <a:moveTo>
                  <a:pt x="1041" y="530857"/>
                </a:moveTo>
                <a:lnTo>
                  <a:pt x="520" y="531380"/>
                </a:lnTo>
                <a:lnTo>
                  <a:pt x="1041" y="532416"/>
                </a:lnTo>
                <a:lnTo>
                  <a:pt x="1041" y="530857"/>
                </a:lnTo>
                <a:close/>
              </a:path>
              <a:path w="444207" h="657466">
                <a:moveTo>
                  <a:pt x="3822" y="58572"/>
                </a:moveTo>
                <a:lnTo>
                  <a:pt x="2070" y="61760"/>
                </a:lnTo>
                <a:lnTo>
                  <a:pt x="2070" y="62280"/>
                </a:lnTo>
                <a:lnTo>
                  <a:pt x="3822" y="58572"/>
                </a:lnTo>
                <a:close/>
              </a:path>
              <a:path w="444207" h="657466">
                <a:moveTo>
                  <a:pt x="2590" y="559752"/>
                </a:moveTo>
                <a:lnTo>
                  <a:pt x="2590" y="560273"/>
                </a:lnTo>
                <a:lnTo>
                  <a:pt x="3632" y="561314"/>
                </a:lnTo>
                <a:lnTo>
                  <a:pt x="2590" y="559752"/>
                </a:lnTo>
                <a:close/>
              </a:path>
              <a:path w="444207" h="657466">
                <a:moveTo>
                  <a:pt x="5714" y="50700"/>
                </a:moveTo>
                <a:lnTo>
                  <a:pt x="5194" y="51866"/>
                </a:lnTo>
                <a:lnTo>
                  <a:pt x="5168" y="52019"/>
                </a:lnTo>
                <a:lnTo>
                  <a:pt x="5714" y="50700"/>
                </a:lnTo>
                <a:close/>
              </a:path>
              <a:path w="444207" h="657466">
                <a:moveTo>
                  <a:pt x="4864" y="562546"/>
                </a:moveTo>
                <a:lnTo>
                  <a:pt x="4673" y="562356"/>
                </a:lnTo>
                <a:lnTo>
                  <a:pt x="5715" y="564438"/>
                </a:lnTo>
                <a:lnTo>
                  <a:pt x="4864" y="562546"/>
                </a:lnTo>
                <a:close/>
              </a:path>
              <a:path w="444207" h="657466">
                <a:moveTo>
                  <a:pt x="5194" y="50431"/>
                </a:moveTo>
                <a:lnTo>
                  <a:pt x="4673" y="49911"/>
                </a:lnTo>
                <a:lnTo>
                  <a:pt x="4673" y="50952"/>
                </a:lnTo>
                <a:lnTo>
                  <a:pt x="5194" y="50431"/>
                </a:lnTo>
                <a:close/>
              </a:path>
              <a:path w="444207" h="657466">
                <a:moveTo>
                  <a:pt x="5715" y="565861"/>
                </a:moveTo>
                <a:lnTo>
                  <a:pt x="5715" y="568464"/>
                </a:lnTo>
                <a:lnTo>
                  <a:pt x="9207" y="568464"/>
                </a:lnTo>
                <a:lnTo>
                  <a:pt x="5715" y="565861"/>
                </a:lnTo>
                <a:close/>
              </a:path>
              <a:path w="444207" h="657466">
                <a:moveTo>
                  <a:pt x="6235" y="49659"/>
                </a:moveTo>
                <a:lnTo>
                  <a:pt x="5715" y="50825"/>
                </a:lnTo>
                <a:lnTo>
                  <a:pt x="5320" y="51867"/>
                </a:lnTo>
                <a:lnTo>
                  <a:pt x="6235" y="49659"/>
                </a:lnTo>
                <a:close/>
              </a:path>
              <a:path w="444207" h="657466">
                <a:moveTo>
                  <a:pt x="10134" y="565861"/>
                </a:moveTo>
                <a:lnTo>
                  <a:pt x="9606" y="565861"/>
                </a:lnTo>
                <a:lnTo>
                  <a:pt x="11429" y="567688"/>
                </a:lnTo>
                <a:lnTo>
                  <a:pt x="10134" y="565861"/>
                </a:lnTo>
                <a:close/>
              </a:path>
              <a:path w="444207" h="657466">
                <a:moveTo>
                  <a:pt x="2590" y="58242"/>
                </a:moveTo>
                <a:lnTo>
                  <a:pt x="2070" y="58762"/>
                </a:lnTo>
                <a:lnTo>
                  <a:pt x="2590" y="59804"/>
                </a:lnTo>
                <a:lnTo>
                  <a:pt x="2590" y="58242"/>
                </a:lnTo>
                <a:close/>
              </a:path>
              <a:path w="444207" h="657466">
                <a:moveTo>
                  <a:pt x="1549" y="557136"/>
                </a:moveTo>
                <a:lnTo>
                  <a:pt x="1549" y="558190"/>
                </a:lnTo>
                <a:lnTo>
                  <a:pt x="2070" y="558711"/>
                </a:lnTo>
                <a:lnTo>
                  <a:pt x="1549" y="557136"/>
                </a:lnTo>
                <a:close/>
              </a:path>
              <a:path w="444207" h="657466">
                <a:moveTo>
                  <a:pt x="520" y="552069"/>
                </a:moveTo>
                <a:lnTo>
                  <a:pt x="520" y="552589"/>
                </a:lnTo>
                <a:lnTo>
                  <a:pt x="1041" y="554545"/>
                </a:lnTo>
                <a:lnTo>
                  <a:pt x="520" y="552069"/>
                </a:lnTo>
                <a:close/>
              </a:path>
              <a:path w="444207" h="657466">
                <a:moveTo>
                  <a:pt x="2273" y="531177"/>
                </a:moveTo>
                <a:lnTo>
                  <a:pt x="520" y="534377"/>
                </a:lnTo>
                <a:lnTo>
                  <a:pt x="520" y="534898"/>
                </a:lnTo>
                <a:lnTo>
                  <a:pt x="2273" y="531177"/>
                </a:lnTo>
                <a:close/>
              </a:path>
              <a:path w="444207" h="657466">
                <a:moveTo>
                  <a:pt x="2070" y="558711"/>
                </a:moveTo>
                <a:lnTo>
                  <a:pt x="2070" y="559231"/>
                </a:lnTo>
                <a:lnTo>
                  <a:pt x="2590" y="559752"/>
                </a:lnTo>
                <a:lnTo>
                  <a:pt x="2070" y="558711"/>
                </a:lnTo>
                <a:close/>
              </a:path>
              <a:path w="444207" h="657466">
                <a:moveTo>
                  <a:pt x="1549" y="554860"/>
                </a:moveTo>
                <a:lnTo>
                  <a:pt x="1041" y="553631"/>
                </a:lnTo>
                <a:lnTo>
                  <a:pt x="1549" y="555053"/>
                </a:lnTo>
                <a:lnTo>
                  <a:pt x="1549" y="554860"/>
                </a:lnTo>
                <a:close/>
              </a:path>
              <a:path w="444207" h="657466">
                <a:moveTo>
                  <a:pt x="520" y="532939"/>
                </a:moveTo>
                <a:lnTo>
                  <a:pt x="520" y="535419"/>
                </a:lnTo>
                <a:lnTo>
                  <a:pt x="520" y="551548"/>
                </a:lnTo>
                <a:lnTo>
                  <a:pt x="1041" y="553631"/>
                </a:lnTo>
                <a:lnTo>
                  <a:pt x="1471" y="554672"/>
                </a:lnTo>
                <a:lnTo>
                  <a:pt x="2178" y="554672"/>
                </a:lnTo>
                <a:lnTo>
                  <a:pt x="2088" y="553631"/>
                </a:lnTo>
                <a:lnTo>
                  <a:pt x="1909" y="551548"/>
                </a:lnTo>
                <a:lnTo>
                  <a:pt x="520" y="535419"/>
                </a:lnTo>
              </a:path>
              <a:path w="444207" h="657466">
                <a:moveTo>
                  <a:pt x="1041" y="553631"/>
                </a:moveTo>
                <a:lnTo>
                  <a:pt x="1041" y="554545"/>
                </a:lnTo>
                <a:lnTo>
                  <a:pt x="1165" y="555053"/>
                </a:lnTo>
                <a:lnTo>
                  <a:pt x="1549" y="555053"/>
                </a:lnTo>
                <a:lnTo>
                  <a:pt x="1368" y="554545"/>
                </a:lnTo>
              </a:path>
              <a:path w="444207" h="657466">
                <a:moveTo>
                  <a:pt x="1471" y="554672"/>
                </a:moveTo>
                <a:lnTo>
                  <a:pt x="1549" y="554860"/>
                </a:lnTo>
                <a:lnTo>
                  <a:pt x="1549" y="555053"/>
                </a:lnTo>
                <a:lnTo>
                  <a:pt x="1598" y="554860"/>
                </a:lnTo>
                <a:lnTo>
                  <a:pt x="1549" y="554672"/>
                </a:lnTo>
              </a:path>
              <a:path w="444207" h="657466">
                <a:moveTo>
                  <a:pt x="1549" y="554672"/>
                </a:moveTo>
                <a:lnTo>
                  <a:pt x="2273" y="555777"/>
                </a:lnTo>
                <a:lnTo>
                  <a:pt x="2178" y="554672"/>
                </a:lnTo>
              </a:path>
              <a:path w="444207" h="657466">
                <a:moveTo>
                  <a:pt x="1165" y="555053"/>
                </a:moveTo>
                <a:lnTo>
                  <a:pt x="1199" y="555193"/>
                </a:lnTo>
                <a:lnTo>
                  <a:pt x="1549" y="555193"/>
                </a:lnTo>
                <a:lnTo>
                  <a:pt x="1549" y="555053"/>
                </a:lnTo>
              </a:path>
              <a:path w="444207" h="657466">
                <a:moveTo>
                  <a:pt x="1549" y="555053"/>
                </a:moveTo>
                <a:lnTo>
                  <a:pt x="1549" y="555189"/>
                </a:lnTo>
                <a:lnTo>
                  <a:pt x="1685" y="555193"/>
                </a:lnTo>
                <a:lnTo>
                  <a:pt x="1649" y="555053"/>
                </a:lnTo>
              </a:path>
              <a:path w="444207" h="657466">
                <a:moveTo>
                  <a:pt x="1199" y="555193"/>
                </a:moveTo>
                <a:lnTo>
                  <a:pt x="1549" y="556621"/>
                </a:lnTo>
                <a:lnTo>
                  <a:pt x="2070" y="557144"/>
                </a:lnTo>
                <a:lnTo>
                  <a:pt x="1967" y="556621"/>
                </a:lnTo>
                <a:lnTo>
                  <a:pt x="1685" y="555193"/>
                </a:lnTo>
              </a:path>
              <a:path w="444207" h="657466">
                <a:moveTo>
                  <a:pt x="1041" y="554545"/>
                </a:moveTo>
                <a:lnTo>
                  <a:pt x="520" y="552589"/>
                </a:lnTo>
                <a:lnTo>
                  <a:pt x="520" y="552069"/>
                </a:lnTo>
                <a:lnTo>
                  <a:pt x="1041" y="554545"/>
                </a:lnTo>
                <a:lnTo>
                  <a:pt x="1041" y="553631"/>
                </a:lnTo>
                <a:lnTo>
                  <a:pt x="520" y="551548"/>
                </a:lnTo>
                <a:lnTo>
                  <a:pt x="520" y="532939"/>
                </a:lnTo>
                <a:lnTo>
                  <a:pt x="0" y="533463"/>
                </a:lnTo>
                <a:lnTo>
                  <a:pt x="0" y="553504"/>
                </a:lnTo>
                <a:lnTo>
                  <a:pt x="520" y="554024"/>
                </a:lnTo>
                <a:lnTo>
                  <a:pt x="520" y="555586"/>
                </a:lnTo>
                <a:lnTo>
                  <a:pt x="1041" y="556110"/>
                </a:lnTo>
                <a:lnTo>
                  <a:pt x="1041" y="554545"/>
                </a:lnTo>
                <a:close/>
              </a:path>
              <a:path w="444207" h="657466">
                <a:moveTo>
                  <a:pt x="1549" y="529307"/>
                </a:moveTo>
                <a:lnTo>
                  <a:pt x="1041" y="529818"/>
                </a:lnTo>
                <a:lnTo>
                  <a:pt x="1041" y="531774"/>
                </a:lnTo>
                <a:lnTo>
                  <a:pt x="1549" y="531774"/>
                </a:lnTo>
                <a:lnTo>
                  <a:pt x="1549" y="529818"/>
                </a:lnTo>
              </a:path>
              <a:path w="444207" h="657466">
                <a:moveTo>
                  <a:pt x="520" y="531380"/>
                </a:moveTo>
                <a:lnTo>
                  <a:pt x="520" y="532416"/>
                </a:lnTo>
                <a:lnTo>
                  <a:pt x="1041" y="532416"/>
                </a:lnTo>
              </a:path>
              <a:path w="444207" h="657466">
                <a:moveTo>
                  <a:pt x="1686" y="531767"/>
                </a:moveTo>
                <a:lnTo>
                  <a:pt x="1549" y="531774"/>
                </a:lnTo>
                <a:lnTo>
                  <a:pt x="1683" y="531774"/>
                </a:lnTo>
              </a:path>
              <a:path w="444207" h="657466">
                <a:moveTo>
                  <a:pt x="1041" y="531774"/>
                </a:moveTo>
                <a:lnTo>
                  <a:pt x="1041" y="532416"/>
                </a:lnTo>
                <a:lnTo>
                  <a:pt x="1417" y="532416"/>
                </a:lnTo>
                <a:lnTo>
                  <a:pt x="1683" y="531774"/>
                </a:lnTo>
              </a:path>
              <a:path w="444207" h="657466">
                <a:moveTo>
                  <a:pt x="520" y="532416"/>
                </a:moveTo>
                <a:lnTo>
                  <a:pt x="520" y="532803"/>
                </a:lnTo>
                <a:lnTo>
                  <a:pt x="1041" y="532803"/>
                </a:lnTo>
                <a:lnTo>
                  <a:pt x="1041" y="532416"/>
                </a:lnTo>
              </a:path>
              <a:path w="444207" h="657466">
                <a:moveTo>
                  <a:pt x="1041" y="532416"/>
                </a:moveTo>
                <a:lnTo>
                  <a:pt x="1041" y="532803"/>
                </a:lnTo>
                <a:lnTo>
                  <a:pt x="1257" y="532803"/>
                </a:lnTo>
                <a:lnTo>
                  <a:pt x="1417" y="532416"/>
                </a:lnTo>
              </a:path>
              <a:path w="444207" h="657466">
                <a:moveTo>
                  <a:pt x="520" y="532803"/>
                </a:moveTo>
                <a:lnTo>
                  <a:pt x="520" y="532939"/>
                </a:lnTo>
                <a:lnTo>
                  <a:pt x="1041" y="533323"/>
                </a:lnTo>
                <a:lnTo>
                  <a:pt x="1200" y="532939"/>
                </a:lnTo>
                <a:lnTo>
                  <a:pt x="1257" y="532803"/>
                </a:lnTo>
              </a:path>
              <a:path w="444207" h="657466">
                <a:moveTo>
                  <a:pt x="1686" y="531767"/>
                </a:moveTo>
                <a:lnTo>
                  <a:pt x="2571" y="529318"/>
                </a:lnTo>
                <a:lnTo>
                  <a:pt x="1549" y="529307"/>
                </a:lnTo>
                <a:lnTo>
                  <a:pt x="1549" y="531774"/>
                </a:lnTo>
                <a:lnTo>
                  <a:pt x="1686" y="531767"/>
                </a:lnTo>
                <a:close/>
              </a:path>
              <a:path w="444207" h="657466">
                <a:moveTo>
                  <a:pt x="2590" y="557491"/>
                </a:moveTo>
                <a:lnTo>
                  <a:pt x="1822" y="555326"/>
                </a:lnTo>
                <a:lnTo>
                  <a:pt x="2273" y="555777"/>
                </a:lnTo>
                <a:lnTo>
                  <a:pt x="1549" y="554672"/>
                </a:lnTo>
                <a:lnTo>
                  <a:pt x="1685" y="555189"/>
                </a:lnTo>
                <a:lnTo>
                  <a:pt x="2070" y="556234"/>
                </a:lnTo>
                <a:lnTo>
                  <a:pt x="2590" y="557668"/>
                </a:lnTo>
                <a:lnTo>
                  <a:pt x="2590" y="557491"/>
                </a:lnTo>
                <a:close/>
              </a:path>
              <a:path w="444207" h="657466">
                <a:moveTo>
                  <a:pt x="6615" y="565861"/>
                </a:moveTo>
                <a:lnTo>
                  <a:pt x="6946" y="565670"/>
                </a:lnTo>
                <a:lnTo>
                  <a:pt x="6426" y="564629"/>
                </a:lnTo>
                <a:lnTo>
                  <a:pt x="6273" y="564261"/>
                </a:lnTo>
                <a:lnTo>
                  <a:pt x="6235" y="563218"/>
                </a:lnTo>
                <a:lnTo>
                  <a:pt x="6235" y="49659"/>
                </a:lnTo>
                <a:lnTo>
                  <a:pt x="5320" y="51867"/>
                </a:lnTo>
                <a:lnTo>
                  <a:pt x="4673" y="53213"/>
                </a:lnTo>
                <a:lnTo>
                  <a:pt x="4152" y="54470"/>
                </a:lnTo>
                <a:lnTo>
                  <a:pt x="3632" y="53555"/>
                </a:lnTo>
                <a:lnTo>
                  <a:pt x="3632" y="55118"/>
                </a:lnTo>
                <a:lnTo>
                  <a:pt x="4279" y="54470"/>
                </a:lnTo>
                <a:lnTo>
                  <a:pt x="4673" y="53428"/>
                </a:lnTo>
                <a:lnTo>
                  <a:pt x="5384" y="51803"/>
                </a:lnTo>
                <a:lnTo>
                  <a:pt x="5715" y="561962"/>
                </a:lnTo>
                <a:lnTo>
                  <a:pt x="6235" y="564169"/>
                </a:lnTo>
                <a:lnTo>
                  <a:pt x="6235" y="565480"/>
                </a:lnTo>
                <a:lnTo>
                  <a:pt x="5715" y="564438"/>
                </a:lnTo>
                <a:lnTo>
                  <a:pt x="4673" y="562356"/>
                </a:lnTo>
                <a:lnTo>
                  <a:pt x="3632" y="560793"/>
                </a:lnTo>
                <a:lnTo>
                  <a:pt x="2590" y="559231"/>
                </a:lnTo>
                <a:lnTo>
                  <a:pt x="2070" y="557657"/>
                </a:lnTo>
                <a:lnTo>
                  <a:pt x="2590" y="558177"/>
                </a:lnTo>
                <a:lnTo>
                  <a:pt x="3632" y="560273"/>
                </a:lnTo>
                <a:lnTo>
                  <a:pt x="3076" y="558663"/>
                </a:lnTo>
                <a:lnTo>
                  <a:pt x="2794" y="557872"/>
                </a:lnTo>
                <a:lnTo>
                  <a:pt x="2590" y="557276"/>
                </a:lnTo>
                <a:lnTo>
                  <a:pt x="3314" y="558901"/>
                </a:lnTo>
                <a:lnTo>
                  <a:pt x="2273" y="531177"/>
                </a:lnTo>
                <a:lnTo>
                  <a:pt x="520" y="534898"/>
                </a:lnTo>
                <a:lnTo>
                  <a:pt x="520" y="534377"/>
                </a:lnTo>
                <a:lnTo>
                  <a:pt x="2273" y="531177"/>
                </a:lnTo>
                <a:lnTo>
                  <a:pt x="2794" y="529094"/>
                </a:lnTo>
                <a:lnTo>
                  <a:pt x="3314" y="527532"/>
                </a:lnTo>
                <a:lnTo>
                  <a:pt x="2070" y="62801"/>
                </a:lnTo>
                <a:lnTo>
                  <a:pt x="2070" y="60325"/>
                </a:lnTo>
                <a:lnTo>
                  <a:pt x="1549" y="60845"/>
                </a:lnTo>
                <a:lnTo>
                  <a:pt x="1549" y="529307"/>
                </a:lnTo>
                <a:lnTo>
                  <a:pt x="2571" y="529318"/>
                </a:lnTo>
                <a:lnTo>
                  <a:pt x="1686" y="531767"/>
                </a:lnTo>
                <a:lnTo>
                  <a:pt x="1041" y="533323"/>
                </a:lnTo>
                <a:lnTo>
                  <a:pt x="520" y="532939"/>
                </a:lnTo>
                <a:lnTo>
                  <a:pt x="520" y="535419"/>
                </a:lnTo>
                <a:lnTo>
                  <a:pt x="2273" y="555777"/>
                </a:lnTo>
                <a:lnTo>
                  <a:pt x="1822" y="555326"/>
                </a:lnTo>
                <a:lnTo>
                  <a:pt x="2590" y="557381"/>
                </a:lnTo>
                <a:lnTo>
                  <a:pt x="2716" y="557795"/>
                </a:lnTo>
                <a:lnTo>
                  <a:pt x="2070" y="556234"/>
                </a:lnTo>
                <a:lnTo>
                  <a:pt x="1685" y="555189"/>
                </a:lnTo>
                <a:lnTo>
                  <a:pt x="2070" y="557144"/>
                </a:lnTo>
                <a:lnTo>
                  <a:pt x="1549" y="556621"/>
                </a:lnTo>
                <a:lnTo>
                  <a:pt x="1041" y="554545"/>
                </a:lnTo>
                <a:lnTo>
                  <a:pt x="1041" y="556628"/>
                </a:lnTo>
                <a:lnTo>
                  <a:pt x="1549" y="557136"/>
                </a:lnTo>
                <a:lnTo>
                  <a:pt x="2070" y="558711"/>
                </a:lnTo>
                <a:lnTo>
                  <a:pt x="2590" y="559752"/>
                </a:lnTo>
                <a:lnTo>
                  <a:pt x="3632" y="561314"/>
                </a:lnTo>
                <a:lnTo>
                  <a:pt x="4673" y="563397"/>
                </a:lnTo>
                <a:lnTo>
                  <a:pt x="5715" y="565861"/>
                </a:lnTo>
                <a:lnTo>
                  <a:pt x="6615" y="565861"/>
                </a:lnTo>
                <a:close/>
              </a:path>
              <a:path w="444207" h="657466">
                <a:moveTo>
                  <a:pt x="3237" y="59157"/>
                </a:moveTo>
                <a:lnTo>
                  <a:pt x="3111" y="58115"/>
                </a:lnTo>
                <a:lnTo>
                  <a:pt x="2590" y="58242"/>
                </a:lnTo>
                <a:lnTo>
                  <a:pt x="2590" y="60198"/>
                </a:lnTo>
                <a:lnTo>
                  <a:pt x="2590" y="59804"/>
                </a:lnTo>
                <a:lnTo>
                  <a:pt x="2070" y="58762"/>
                </a:lnTo>
                <a:lnTo>
                  <a:pt x="2070" y="60325"/>
                </a:lnTo>
                <a:lnTo>
                  <a:pt x="2590" y="60718"/>
                </a:lnTo>
                <a:lnTo>
                  <a:pt x="3237" y="59157"/>
                </a:lnTo>
                <a:close/>
              </a:path>
              <a:path w="444207" h="657466">
                <a:moveTo>
                  <a:pt x="3632" y="559788"/>
                </a:moveTo>
                <a:lnTo>
                  <a:pt x="3822" y="560463"/>
                </a:lnTo>
                <a:lnTo>
                  <a:pt x="3632" y="560004"/>
                </a:lnTo>
                <a:lnTo>
                  <a:pt x="3229" y="558815"/>
                </a:lnTo>
                <a:lnTo>
                  <a:pt x="2590" y="557276"/>
                </a:lnTo>
                <a:lnTo>
                  <a:pt x="2794" y="557872"/>
                </a:lnTo>
                <a:lnTo>
                  <a:pt x="3076" y="558663"/>
                </a:lnTo>
                <a:lnTo>
                  <a:pt x="3632" y="560273"/>
                </a:lnTo>
                <a:lnTo>
                  <a:pt x="4343" y="561505"/>
                </a:lnTo>
                <a:lnTo>
                  <a:pt x="3632" y="559788"/>
                </a:lnTo>
                <a:close/>
              </a:path>
              <a:path w="444207" h="657466">
                <a:moveTo>
                  <a:pt x="3111" y="55638"/>
                </a:moveTo>
                <a:lnTo>
                  <a:pt x="2590" y="56159"/>
                </a:lnTo>
                <a:lnTo>
                  <a:pt x="3111" y="57721"/>
                </a:lnTo>
                <a:lnTo>
                  <a:pt x="3111" y="55638"/>
                </a:lnTo>
                <a:close/>
              </a:path>
              <a:path w="444207" h="657466">
                <a:moveTo>
                  <a:pt x="4673" y="52514"/>
                </a:moveTo>
                <a:lnTo>
                  <a:pt x="5168" y="52019"/>
                </a:lnTo>
                <a:lnTo>
                  <a:pt x="5194" y="51866"/>
                </a:lnTo>
                <a:lnTo>
                  <a:pt x="5714" y="50700"/>
                </a:lnTo>
                <a:lnTo>
                  <a:pt x="6235" y="49568"/>
                </a:lnTo>
                <a:lnTo>
                  <a:pt x="6235" y="49390"/>
                </a:lnTo>
                <a:lnTo>
                  <a:pt x="6756" y="48312"/>
                </a:lnTo>
                <a:lnTo>
                  <a:pt x="7264" y="47516"/>
                </a:lnTo>
                <a:lnTo>
                  <a:pt x="7785" y="46453"/>
                </a:lnTo>
                <a:lnTo>
                  <a:pt x="9347" y="45110"/>
                </a:lnTo>
                <a:lnTo>
                  <a:pt x="9887" y="43802"/>
                </a:lnTo>
                <a:lnTo>
                  <a:pt x="10058" y="41910"/>
                </a:lnTo>
                <a:lnTo>
                  <a:pt x="10248" y="41198"/>
                </a:lnTo>
                <a:lnTo>
                  <a:pt x="7264" y="41198"/>
                </a:lnTo>
                <a:lnTo>
                  <a:pt x="8166" y="43802"/>
                </a:lnTo>
                <a:lnTo>
                  <a:pt x="9347" y="42100"/>
                </a:lnTo>
                <a:lnTo>
                  <a:pt x="9347" y="42621"/>
                </a:lnTo>
                <a:lnTo>
                  <a:pt x="9029" y="43472"/>
                </a:lnTo>
                <a:lnTo>
                  <a:pt x="9347" y="43802"/>
                </a:lnTo>
                <a:lnTo>
                  <a:pt x="8699" y="43802"/>
                </a:lnTo>
                <a:lnTo>
                  <a:pt x="8509" y="44513"/>
                </a:lnTo>
                <a:lnTo>
                  <a:pt x="7785" y="46260"/>
                </a:lnTo>
                <a:lnTo>
                  <a:pt x="7264" y="47086"/>
                </a:lnTo>
                <a:lnTo>
                  <a:pt x="6946" y="47637"/>
                </a:lnTo>
                <a:lnTo>
                  <a:pt x="6756" y="47828"/>
                </a:lnTo>
                <a:lnTo>
                  <a:pt x="6235" y="48348"/>
                </a:lnTo>
                <a:lnTo>
                  <a:pt x="6756" y="48097"/>
                </a:lnTo>
                <a:lnTo>
                  <a:pt x="6235" y="49353"/>
                </a:lnTo>
                <a:lnTo>
                  <a:pt x="5905" y="50241"/>
                </a:lnTo>
                <a:lnTo>
                  <a:pt x="5715" y="50610"/>
                </a:lnTo>
                <a:lnTo>
                  <a:pt x="5194" y="50952"/>
                </a:lnTo>
                <a:lnTo>
                  <a:pt x="4673" y="51473"/>
                </a:lnTo>
                <a:lnTo>
                  <a:pt x="4152" y="51993"/>
                </a:lnTo>
                <a:lnTo>
                  <a:pt x="3632" y="52514"/>
                </a:lnTo>
                <a:lnTo>
                  <a:pt x="4152" y="53035"/>
                </a:lnTo>
                <a:lnTo>
                  <a:pt x="4673" y="52514"/>
                </a:lnTo>
                <a:close/>
              </a:path>
              <a:path w="444207" h="657466">
                <a:moveTo>
                  <a:pt x="4673" y="51473"/>
                </a:moveTo>
                <a:lnTo>
                  <a:pt x="5194" y="50952"/>
                </a:lnTo>
                <a:lnTo>
                  <a:pt x="5715" y="50610"/>
                </a:lnTo>
                <a:lnTo>
                  <a:pt x="5841" y="50305"/>
                </a:lnTo>
                <a:lnTo>
                  <a:pt x="5714" y="49911"/>
                </a:lnTo>
                <a:lnTo>
                  <a:pt x="6209" y="49416"/>
                </a:lnTo>
                <a:lnTo>
                  <a:pt x="6756" y="48097"/>
                </a:lnTo>
                <a:lnTo>
                  <a:pt x="6235" y="48348"/>
                </a:lnTo>
                <a:lnTo>
                  <a:pt x="5714" y="48869"/>
                </a:lnTo>
                <a:lnTo>
                  <a:pt x="5194" y="49390"/>
                </a:lnTo>
                <a:lnTo>
                  <a:pt x="4673" y="49911"/>
                </a:lnTo>
                <a:lnTo>
                  <a:pt x="5194" y="50431"/>
                </a:lnTo>
                <a:lnTo>
                  <a:pt x="4673" y="50952"/>
                </a:lnTo>
                <a:lnTo>
                  <a:pt x="4152" y="51473"/>
                </a:lnTo>
                <a:lnTo>
                  <a:pt x="4152" y="51993"/>
                </a:lnTo>
                <a:lnTo>
                  <a:pt x="4673" y="51473"/>
                </a:lnTo>
                <a:close/>
              </a:path>
              <a:path w="444207" h="657466">
                <a:moveTo>
                  <a:pt x="5714" y="48869"/>
                </a:moveTo>
                <a:lnTo>
                  <a:pt x="6235" y="48348"/>
                </a:lnTo>
                <a:lnTo>
                  <a:pt x="6756" y="47828"/>
                </a:lnTo>
                <a:lnTo>
                  <a:pt x="6946" y="47637"/>
                </a:lnTo>
                <a:lnTo>
                  <a:pt x="7264" y="47086"/>
                </a:lnTo>
                <a:lnTo>
                  <a:pt x="7785" y="46260"/>
                </a:lnTo>
                <a:lnTo>
                  <a:pt x="8509" y="44513"/>
                </a:lnTo>
                <a:lnTo>
                  <a:pt x="8699" y="43802"/>
                </a:lnTo>
                <a:lnTo>
                  <a:pt x="9347" y="43802"/>
                </a:lnTo>
                <a:lnTo>
                  <a:pt x="9029" y="43472"/>
                </a:lnTo>
                <a:lnTo>
                  <a:pt x="9347" y="42621"/>
                </a:lnTo>
                <a:lnTo>
                  <a:pt x="9347" y="42100"/>
                </a:lnTo>
                <a:lnTo>
                  <a:pt x="8166" y="43802"/>
                </a:lnTo>
                <a:lnTo>
                  <a:pt x="7264" y="41198"/>
                </a:lnTo>
                <a:lnTo>
                  <a:pt x="7264" y="43802"/>
                </a:lnTo>
                <a:lnTo>
                  <a:pt x="7785" y="44183"/>
                </a:lnTo>
                <a:lnTo>
                  <a:pt x="7785" y="44716"/>
                </a:lnTo>
                <a:lnTo>
                  <a:pt x="7264" y="45237"/>
                </a:lnTo>
                <a:lnTo>
                  <a:pt x="6756" y="45745"/>
                </a:lnTo>
                <a:lnTo>
                  <a:pt x="6235" y="46786"/>
                </a:lnTo>
                <a:lnTo>
                  <a:pt x="6756" y="46266"/>
                </a:lnTo>
                <a:lnTo>
                  <a:pt x="7264" y="45758"/>
                </a:lnTo>
                <a:lnTo>
                  <a:pt x="7785" y="45237"/>
                </a:lnTo>
                <a:lnTo>
                  <a:pt x="7467" y="46596"/>
                </a:lnTo>
                <a:lnTo>
                  <a:pt x="7264" y="46799"/>
                </a:lnTo>
                <a:lnTo>
                  <a:pt x="6756" y="47307"/>
                </a:lnTo>
                <a:lnTo>
                  <a:pt x="6235" y="47828"/>
                </a:lnTo>
                <a:lnTo>
                  <a:pt x="5715" y="43802"/>
                </a:lnTo>
                <a:lnTo>
                  <a:pt x="5714" y="48348"/>
                </a:lnTo>
                <a:lnTo>
                  <a:pt x="5194" y="48869"/>
                </a:lnTo>
                <a:lnTo>
                  <a:pt x="5194" y="49390"/>
                </a:lnTo>
                <a:lnTo>
                  <a:pt x="5714" y="48869"/>
                </a:lnTo>
                <a:close/>
              </a:path>
              <a:path w="444207" h="657466">
                <a:moveTo>
                  <a:pt x="5905" y="50241"/>
                </a:moveTo>
                <a:lnTo>
                  <a:pt x="6209" y="49416"/>
                </a:lnTo>
                <a:lnTo>
                  <a:pt x="5714" y="49911"/>
                </a:lnTo>
                <a:lnTo>
                  <a:pt x="5841" y="50305"/>
                </a:lnTo>
                <a:lnTo>
                  <a:pt x="5715" y="50610"/>
                </a:lnTo>
                <a:lnTo>
                  <a:pt x="5905" y="50241"/>
                </a:lnTo>
                <a:close/>
              </a:path>
              <a:path w="444207" h="657466">
                <a:moveTo>
                  <a:pt x="6235" y="564245"/>
                </a:moveTo>
                <a:lnTo>
                  <a:pt x="5905" y="564108"/>
                </a:lnTo>
                <a:lnTo>
                  <a:pt x="5715" y="564438"/>
                </a:lnTo>
                <a:lnTo>
                  <a:pt x="6235" y="565480"/>
                </a:lnTo>
                <a:lnTo>
                  <a:pt x="6235" y="564245"/>
                </a:lnTo>
                <a:close/>
              </a:path>
              <a:path w="444207" h="657466">
                <a:moveTo>
                  <a:pt x="5715" y="561962"/>
                </a:moveTo>
                <a:lnTo>
                  <a:pt x="5384" y="51803"/>
                </a:lnTo>
                <a:lnTo>
                  <a:pt x="4673" y="53428"/>
                </a:lnTo>
                <a:lnTo>
                  <a:pt x="4279" y="54470"/>
                </a:lnTo>
                <a:lnTo>
                  <a:pt x="3632" y="56032"/>
                </a:lnTo>
                <a:lnTo>
                  <a:pt x="4864" y="53886"/>
                </a:lnTo>
                <a:lnTo>
                  <a:pt x="4673" y="560400"/>
                </a:lnTo>
                <a:lnTo>
                  <a:pt x="5384" y="563067"/>
                </a:lnTo>
                <a:lnTo>
                  <a:pt x="5714" y="562913"/>
                </a:lnTo>
                <a:lnTo>
                  <a:pt x="6235" y="564169"/>
                </a:lnTo>
                <a:lnTo>
                  <a:pt x="5715" y="561962"/>
                </a:lnTo>
                <a:close/>
              </a:path>
              <a:path w="444207" h="657466">
                <a:moveTo>
                  <a:pt x="13182" y="38265"/>
                </a:moveTo>
                <a:lnTo>
                  <a:pt x="12661" y="38785"/>
                </a:lnTo>
                <a:lnTo>
                  <a:pt x="10579" y="40868"/>
                </a:lnTo>
                <a:lnTo>
                  <a:pt x="13238" y="40868"/>
                </a:lnTo>
                <a:lnTo>
                  <a:pt x="13193" y="38785"/>
                </a:lnTo>
              </a:path>
              <a:path w="444207" h="657466">
                <a:moveTo>
                  <a:pt x="10579" y="40868"/>
                </a:moveTo>
                <a:lnTo>
                  <a:pt x="10388" y="41059"/>
                </a:lnTo>
                <a:lnTo>
                  <a:pt x="10248" y="41198"/>
                </a:lnTo>
                <a:lnTo>
                  <a:pt x="10769" y="41198"/>
                </a:lnTo>
                <a:lnTo>
                  <a:pt x="10909" y="41059"/>
                </a:lnTo>
                <a:lnTo>
                  <a:pt x="11099" y="40868"/>
                </a:lnTo>
              </a:path>
              <a:path w="444207" h="657466">
                <a:moveTo>
                  <a:pt x="11099" y="40868"/>
                </a:moveTo>
                <a:lnTo>
                  <a:pt x="10963" y="41198"/>
                </a:lnTo>
                <a:lnTo>
                  <a:pt x="10388" y="42589"/>
                </a:lnTo>
                <a:lnTo>
                  <a:pt x="11854" y="42589"/>
                </a:lnTo>
                <a:lnTo>
                  <a:pt x="13246" y="41198"/>
                </a:lnTo>
                <a:lnTo>
                  <a:pt x="13238" y="40868"/>
                </a:lnTo>
              </a:path>
              <a:path w="444207" h="657466">
                <a:moveTo>
                  <a:pt x="10248" y="41198"/>
                </a:moveTo>
                <a:lnTo>
                  <a:pt x="10058" y="41910"/>
                </a:lnTo>
                <a:lnTo>
                  <a:pt x="9997" y="42589"/>
                </a:lnTo>
                <a:lnTo>
                  <a:pt x="10388" y="42589"/>
                </a:lnTo>
                <a:lnTo>
                  <a:pt x="10388" y="41910"/>
                </a:lnTo>
                <a:lnTo>
                  <a:pt x="10388" y="41198"/>
                </a:lnTo>
              </a:path>
              <a:path w="444207" h="657466">
                <a:moveTo>
                  <a:pt x="10388" y="41198"/>
                </a:moveTo>
                <a:lnTo>
                  <a:pt x="10769" y="41198"/>
                </a:lnTo>
                <a:lnTo>
                  <a:pt x="10769" y="41198"/>
                </a:lnTo>
              </a:path>
              <a:path w="444207" h="657466">
                <a:moveTo>
                  <a:pt x="9997" y="42589"/>
                </a:moveTo>
                <a:lnTo>
                  <a:pt x="9887" y="43802"/>
                </a:lnTo>
                <a:lnTo>
                  <a:pt x="10642" y="43802"/>
                </a:lnTo>
                <a:lnTo>
                  <a:pt x="11854" y="42589"/>
                </a:lnTo>
              </a:path>
              <a:path w="444207" h="657466">
                <a:moveTo>
                  <a:pt x="11163" y="43802"/>
                </a:moveTo>
                <a:lnTo>
                  <a:pt x="10388" y="44056"/>
                </a:lnTo>
                <a:lnTo>
                  <a:pt x="10909" y="44056"/>
                </a:lnTo>
              </a:path>
              <a:path w="444207" h="657466">
                <a:moveTo>
                  <a:pt x="12204" y="43802"/>
                </a:moveTo>
                <a:lnTo>
                  <a:pt x="7785" y="47180"/>
                </a:lnTo>
                <a:lnTo>
                  <a:pt x="8588" y="47180"/>
                </a:lnTo>
              </a:path>
              <a:path w="444207" h="657466">
                <a:moveTo>
                  <a:pt x="9887" y="43802"/>
                </a:moveTo>
                <a:lnTo>
                  <a:pt x="9782" y="44056"/>
                </a:lnTo>
                <a:lnTo>
                  <a:pt x="10388" y="44056"/>
                </a:lnTo>
                <a:lnTo>
                  <a:pt x="10388" y="43802"/>
                </a:lnTo>
              </a:path>
              <a:path w="444207" h="657466">
                <a:moveTo>
                  <a:pt x="10388" y="43802"/>
                </a:moveTo>
                <a:lnTo>
                  <a:pt x="10642" y="43802"/>
                </a:lnTo>
                <a:lnTo>
                  <a:pt x="10642" y="43802"/>
                </a:lnTo>
              </a:path>
              <a:path w="444207" h="657466">
                <a:moveTo>
                  <a:pt x="9782" y="44056"/>
                </a:moveTo>
                <a:lnTo>
                  <a:pt x="9347" y="45110"/>
                </a:lnTo>
                <a:lnTo>
                  <a:pt x="7785" y="46453"/>
                </a:lnTo>
                <a:lnTo>
                  <a:pt x="7481" y="47180"/>
                </a:lnTo>
                <a:lnTo>
                  <a:pt x="7785" y="47180"/>
                </a:lnTo>
                <a:lnTo>
                  <a:pt x="8511" y="46453"/>
                </a:lnTo>
                <a:lnTo>
                  <a:pt x="9855" y="45110"/>
                </a:lnTo>
                <a:lnTo>
                  <a:pt x="10909" y="44056"/>
                </a:lnTo>
              </a:path>
              <a:path w="444207" h="657466">
                <a:moveTo>
                  <a:pt x="7481" y="47180"/>
                </a:moveTo>
                <a:lnTo>
                  <a:pt x="7264" y="47701"/>
                </a:lnTo>
                <a:lnTo>
                  <a:pt x="6756" y="48742"/>
                </a:lnTo>
                <a:lnTo>
                  <a:pt x="6915" y="48742"/>
                </a:lnTo>
                <a:lnTo>
                  <a:pt x="8030" y="47701"/>
                </a:lnTo>
                <a:lnTo>
                  <a:pt x="8588" y="47180"/>
                </a:lnTo>
              </a:path>
              <a:path w="444207" h="657466">
                <a:moveTo>
                  <a:pt x="6756" y="48312"/>
                </a:moveTo>
                <a:lnTo>
                  <a:pt x="6578" y="48742"/>
                </a:lnTo>
                <a:lnTo>
                  <a:pt x="6756" y="48742"/>
                </a:lnTo>
              </a:path>
              <a:path w="444207" h="657466">
                <a:moveTo>
                  <a:pt x="6578" y="48742"/>
                </a:moveTo>
                <a:lnTo>
                  <a:pt x="6388" y="49199"/>
                </a:lnTo>
                <a:lnTo>
                  <a:pt x="6235" y="49390"/>
                </a:lnTo>
                <a:lnTo>
                  <a:pt x="6235" y="49568"/>
                </a:lnTo>
                <a:lnTo>
                  <a:pt x="6327" y="49390"/>
                </a:lnTo>
                <a:lnTo>
                  <a:pt x="6426" y="49199"/>
                </a:lnTo>
                <a:lnTo>
                  <a:pt x="6915" y="48742"/>
                </a:lnTo>
              </a:path>
              <a:path w="444207" h="657466">
                <a:moveTo>
                  <a:pt x="6756" y="47307"/>
                </a:moveTo>
                <a:lnTo>
                  <a:pt x="7264" y="46799"/>
                </a:lnTo>
                <a:lnTo>
                  <a:pt x="7467" y="46596"/>
                </a:lnTo>
                <a:lnTo>
                  <a:pt x="7785" y="45237"/>
                </a:lnTo>
                <a:lnTo>
                  <a:pt x="7264" y="45758"/>
                </a:lnTo>
                <a:lnTo>
                  <a:pt x="6756" y="46266"/>
                </a:lnTo>
                <a:lnTo>
                  <a:pt x="6235" y="46786"/>
                </a:lnTo>
                <a:lnTo>
                  <a:pt x="6756" y="45745"/>
                </a:lnTo>
                <a:lnTo>
                  <a:pt x="7264" y="45237"/>
                </a:lnTo>
                <a:lnTo>
                  <a:pt x="7785" y="44716"/>
                </a:lnTo>
                <a:lnTo>
                  <a:pt x="7785" y="44183"/>
                </a:lnTo>
                <a:lnTo>
                  <a:pt x="7264" y="43802"/>
                </a:lnTo>
                <a:lnTo>
                  <a:pt x="5715" y="43802"/>
                </a:lnTo>
                <a:lnTo>
                  <a:pt x="6235" y="47828"/>
                </a:lnTo>
                <a:lnTo>
                  <a:pt x="6756" y="47307"/>
                </a:lnTo>
                <a:close/>
              </a:path>
              <a:path w="444207" h="657466">
                <a:moveTo>
                  <a:pt x="7264" y="47701"/>
                </a:moveTo>
                <a:lnTo>
                  <a:pt x="7785" y="46453"/>
                </a:lnTo>
                <a:lnTo>
                  <a:pt x="7264" y="47516"/>
                </a:lnTo>
                <a:lnTo>
                  <a:pt x="6756" y="48312"/>
                </a:lnTo>
                <a:lnTo>
                  <a:pt x="6756" y="48742"/>
                </a:lnTo>
                <a:lnTo>
                  <a:pt x="7264" y="47701"/>
                </a:lnTo>
                <a:close/>
              </a:path>
              <a:path w="444207" h="657466">
                <a:moveTo>
                  <a:pt x="9601" y="565861"/>
                </a:moveTo>
                <a:lnTo>
                  <a:pt x="11430" y="567690"/>
                </a:lnTo>
                <a:lnTo>
                  <a:pt x="9601" y="565861"/>
                </a:lnTo>
                <a:close/>
              </a:path>
              <a:path w="444207" h="657466">
                <a:moveTo>
                  <a:pt x="8305" y="565861"/>
                </a:moveTo>
                <a:lnTo>
                  <a:pt x="7330" y="565861"/>
                </a:lnTo>
                <a:lnTo>
                  <a:pt x="9601" y="565861"/>
                </a:lnTo>
                <a:lnTo>
                  <a:pt x="9223" y="565483"/>
                </a:lnTo>
                <a:lnTo>
                  <a:pt x="8305" y="565103"/>
                </a:lnTo>
                <a:lnTo>
                  <a:pt x="7264" y="564671"/>
                </a:lnTo>
                <a:lnTo>
                  <a:pt x="7264" y="565861"/>
                </a:lnTo>
                <a:lnTo>
                  <a:pt x="7467" y="566191"/>
                </a:lnTo>
                <a:lnTo>
                  <a:pt x="8305" y="565861"/>
                </a:lnTo>
                <a:close/>
              </a:path>
              <a:path w="444207" h="657466">
                <a:moveTo>
                  <a:pt x="10963" y="41198"/>
                </a:moveTo>
                <a:lnTo>
                  <a:pt x="11099" y="40868"/>
                </a:lnTo>
                <a:lnTo>
                  <a:pt x="10769" y="41198"/>
                </a:lnTo>
                <a:lnTo>
                  <a:pt x="10579" y="41389"/>
                </a:lnTo>
                <a:lnTo>
                  <a:pt x="10388" y="41579"/>
                </a:lnTo>
                <a:lnTo>
                  <a:pt x="10388" y="42589"/>
                </a:lnTo>
                <a:lnTo>
                  <a:pt x="10963" y="41198"/>
                </a:lnTo>
                <a:close/>
              </a:path>
              <a:path w="444207" h="657466">
                <a:moveTo>
                  <a:pt x="10579" y="41389"/>
                </a:moveTo>
                <a:lnTo>
                  <a:pt x="10769" y="41198"/>
                </a:lnTo>
                <a:lnTo>
                  <a:pt x="10388" y="41198"/>
                </a:lnTo>
                <a:lnTo>
                  <a:pt x="10388" y="41579"/>
                </a:lnTo>
                <a:lnTo>
                  <a:pt x="10579" y="41389"/>
                </a:lnTo>
                <a:close/>
              </a:path>
              <a:path w="444207" h="657466">
                <a:moveTo>
                  <a:pt x="15963" y="573671"/>
                </a:moveTo>
                <a:lnTo>
                  <a:pt x="16294" y="573481"/>
                </a:lnTo>
                <a:lnTo>
                  <a:pt x="16455" y="573151"/>
                </a:lnTo>
                <a:lnTo>
                  <a:pt x="14744" y="572439"/>
                </a:lnTo>
                <a:lnTo>
                  <a:pt x="13703" y="571919"/>
                </a:lnTo>
                <a:lnTo>
                  <a:pt x="12852" y="571588"/>
                </a:lnTo>
                <a:lnTo>
                  <a:pt x="12141" y="570877"/>
                </a:lnTo>
                <a:lnTo>
                  <a:pt x="12815" y="570547"/>
                </a:lnTo>
                <a:lnTo>
                  <a:pt x="11429" y="569973"/>
                </a:lnTo>
                <a:lnTo>
                  <a:pt x="11099" y="569836"/>
                </a:lnTo>
                <a:lnTo>
                  <a:pt x="11429" y="569506"/>
                </a:lnTo>
                <a:lnTo>
                  <a:pt x="13246" y="569506"/>
                </a:lnTo>
                <a:lnTo>
                  <a:pt x="12204" y="568464"/>
                </a:lnTo>
                <a:lnTo>
                  <a:pt x="17399" y="573151"/>
                </a:lnTo>
                <a:lnTo>
                  <a:pt x="11684" y="556488"/>
                </a:lnTo>
                <a:lnTo>
                  <a:pt x="11430" y="567169"/>
                </a:lnTo>
                <a:lnTo>
                  <a:pt x="12204" y="568464"/>
                </a:lnTo>
                <a:lnTo>
                  <a:pt x="11430" y="568464"/>
                </a:lnTo>
                <a:lnTo>
                  <a:pt x="10248" y="569506"/>
                </a:lnTo>
                <a:lnTo>
                  <a:pt x="9210" y="568464"/>
                </a:lnTo>
                <a:lnTo>
                  <a:pt x="8309" y="567560"/>
                </a:lnTo>
                <a:lnTo>
                  <a:pt x="9207" y="568464"/>
                </a:lnTo>
                <a:lnTo>
                  <a:pt x="11290" y="570547"/>
                </a:lnTo>
                <a:lnTo>
                  <a:pt x="11430" y="570166"/>
                </a:lnTo>
                <a:lnTo>
                  <a:pt x="11620" y="570357"/>
                </a:lnTo>
                <a:lnTo>
                  <a:pt x="11811" y="570547"/>
                </a:lnTo>
                <a:lnTo>
                  <a:pt x="12331" y="571588"/>
                </a:lnTo>
                <a:lnTo>
                  <a:pt x="14414" y="573151"/>
                </a:lnTo>
                <a:lnTo>
                  <a:pt x="14928" y="573151"/>
                </a:lnTo>
                <a:lnTo>
                  <a:pt x="15252" y="572960"/>
                </a:lnTo>
                <a:lnTo>
                  <a:pt x="15443" y="573151"/>
                </a:lnTo>
                <a:lnTo>
                  <a:pt x="15446" y="573671"/>
                </a:lnTo>
                <a:lnTo>
                  <a:pt x="15963" y="574192"/>
                </a:lnTo>
                <a:lnTo>
                  <a:pt x="15963" y="573671"/>
                </a:lnTo>
                <a:close/>
              </a:path>
              <a:path w="444207" h="657466">
                <a:moveTo>
                  <a:pt x="7272" y="566520"/>
                </a:moveTo>
                <a:lnTo>
                  <a:pt x="8309" y="567560"/>
                </a:lnTo>
                <a:lnTo>
                  <a:pt x="7264" y="565988"/>
                </a:lnTo>
                <a:lnTo>
                  <a:pt x="7137" y="565861"/>
                </a:lnTo>
                <a:lnTo>
                  <a:pt x="7264" y="566512"/>
                </a:lnTo>
                <a:lnTo>
                  <a:pt x="6615" y="565861"/>
                </a:lnTo>
                <a:lnTo>
                  <a:pt x="7264" y="566521"/>
                </a:lnTo>
                <a:lnTo>
                  <a:pt x="8305" y="567563"/>
                </a:lnTo>
                <a:lnTo>
                  <a:pt x="7272" y="566520"/>
                </a:lnTo>
                <a:close/>
              </a:path>
              <a:path w="444207" h="657466">
                <a:moveTo>
                  <a:pt x="14020" y="555303"/>
                </a:moveTo>
                <a:lnTo>
                  <a:pt x="13500" y="554267"/>
                </a:lnTo>
                <a:lnTo>
                  <a:pt x="13500" y="553746"/>
                </a:lnTo>
                <a:lnTo>
                  <a:pt x="12979" y="552710"/>
                </a:lnTo>
                <a:lnTo>
                  <a:pt x="12979" y="551154"/>
                </a:lnTo>
                <a:lnTo>
                  <a:pt x="12471" y="550643"/>
                </a:lnTo>
                <a:lnTo>
                  <a:pt x="12471" y="552069"/>
                </a:lnTo>
                <a:lnTo>
                  <a:pt x="12471" y="551161"/>
                </a:lnTo>
                <a:lnTo>
                  <a:pt x="11950" y="550637"/>
                </a:lnTo>
                <a:lnTo>
                  <a:pt x="11673" y="550359"/>
                </a:lnTo>
                <a:lnTo>
                  <a:pt x="11239" y="549922"/>
                </a:lnTo>
                <a:lnTo>
                  <a:pt x="10718" y="548881"/>
                </a:lnTo>
                <a:lnTo>
                  <a:pt x="10198" y="546798"/>
                </a:lnTo>
                <a:lnTo>
                  <a:pt x="10198" y="540169"/>
                </a:lnTo>
                <a:lnTo>
                  <a:pt x="9613" y="553885"/>
                </a:lnTo>
                <a:lnTo>
                  <a:pt x="12611" y="553885"/>
                </a:lnTo>
                <a:lnTo>
                  <a:pt x="12844" y="554119"/>
                </a:lnTo>
                <a:lnTo>
                  <a:pt x="11760" y="551484"/>
                </a:lnTo>
                <a:lnTo>
                  <a:pt x="12471" y="553110"/>
                </a:lnTo>
                <a:lnTo>
                  <a:pt x="12280" y="552513"/>
                </a:lnTo>
                <a:lnTo>
                  <a:pt x="11968" y="551694"/>
                </a:lnTo>
                <a:lnTo>
                  <a:pt x="12471" y="552200"/>
                </a:lnTo>
                <a:lnTo>
                  <a:pt x="12979" y="553219"/>
                </a:lnTo>
                <a:lnTo>
                  <a:pt x="13309" y="554075"/>
                </a:lnTo>
                <a:lnTo>
                  <a:pt x="13500" y="554779"/>
                </a:lnTo>
                <a:lnTo>
                  <a:pt x="14004" y="556488"/>
                </a:lnTo>
                <a:lnTo>
                  <a:pt x="14020" y="555303"/>
                </a:lnTo>
                <a:close/>
              </a:path>
              <a:path w="444207" h="657466">
                <a:moveTo>
                  <a:pt x="4673" y="560400"/>
                </a:moveTo>
                <a:lnTo>
                  <a:pt x="4864" y="53886"/>
                </a:lnTo>
                <a:lnTo>
                  <a:pt x="3632" y="56032"/>
                </a:lnTo>
                <a:lnTo>
                  <a:pt x="3390" y="57442"/>
                </a:lnTo>
                <a:lnTo>
                  <a:pt x="4343" y="56489"/>
                </a:lnTo>
                <a:lnTo>
                  <a:pt x="4673" y="561351"/>
                </a:lnTo>
                <a:lnTo>
                  <a:pt x="5384" y="563067"/>
                </a:lnTo>
                <a:lnTo>
                  <a:pt x="4673" y="560400"/>
                </a:lnTo>
                <a:close/>
              </a:path>
              <a:path w="444207" h="657466">
                <a:moveTo>
                  <a:pt x="4673" y="563397"/>
                </a:moveTo>
                <a:lnTo>
                  <a:pt x="3632" y="561314"/>
                </a:lnTo>
                <a:lnTo>
                  <a:pt x="3632" y="565861"/>
                </a:lnTo>
                <a:lnTo>
                  <a:pt x="5715" y="565861"/>
                </a:lnTo>
                <a:lnTo>
                  <a:pt x="4673" y="563397"/>
                </a:lnTo>
                <a:close/>
              </a:path>
              <a:path w="444207" h="657466">
                <a:moveTo>
                  <a:pt x="3632" y="53555"/>
                </a:moveTo>
                <a:lnTo>
                  <a:pt x="3111" y="54076"/>
                </a:lnTo>
                <a:lnTo>
                  <a:pt x="3111" y="55117"/>
                </a:lnTo>
                <a:lnTo>
                  <a:pt x="3632" y="55117"/>
                </a:lnTo>
                <a:lnTo>
                  <a:pt x="3632" y="54076"/>
                </a:lnTo>
              </a:path>
              <a:path w="444207" h="657466">
                <a:moveTo>
                  <a:pt x="4279" y="54470"/>
                </a:moveTo>
                <a:lnTo>
                  <a:pt x="3632" y="55117"/>
                </a:lnTo>
                <a:lnTo>
                  <a:pt x="4011" y="55117"/>
                </a:lnTo>
              </a:path>
              <a:path w="444207" h="657466">
                <a:moveTo>
                  <a:pt x="3111" y="55117"/>
                </a:moveTo>
                <a:lnTo>
                  <a:pt x="3111" y="55511"/>
                </a:lnTo>
                <a:lnTo>
                  <a:pt x="3632" y="55511"/>
                </a:lnTo>
                <a:lnTo>
                  <a:pt x="3632" y="55118"/>
                </a:lnTo>
              </a:path>
              <a:path w="444207" h="657466">
                <a:moveTo>
                  <a:pt x="3632" y="55117"/>
                </a:moveTo>
                <a:lnTo>
                  <a:pt x="3632" y="55511"/>
                </a:lnTo>
                <a:lnTo>
                  <a:pt x="3848" y="55511"/>
                </a:lnTo>
                <a:lnTo>
                  <a:pt x="4011" y="55117"/>
                </a:lnTo>
              </a:path>
              <a:path w="444207" h="657466">
                <a:moveTo>
                  <a:pt x="3111" y="55511"/>
                </a:moveTo>
                <a:lnTo>
                  <a:pt x="3111" y="56032"/>
                </a:lnTo>
                <a:lnTo>
                  <a:pt x="3111" y="57442"/>
                </a:lnTo>
                <a:lnTo>
                  <a:pt x="3390" y="57442"/>
                </a:lnTo>
                <a:lnTo>
                  <a:pt x="3632" y="56032"/>
                </a:lnTo>
                <a:lnTo>
                  <a:pt x="3848" y="55511"/>
                </a:lnTo>
              </a:path>
              <a:path w="444207" h="657466">
                <a:moveTo>
                  <a:pt x="2590" y="56159"/>
                </a:moveTo>
                <a:lnTo>
                  <a:pt x="2590" y="57721"/>
                </a:lnTo>
                <a:lnTo>
                  <a:pt x="3111" y="57721"/>
                </a:lnTo>
              </a:path>
              <a:path w="444207" h="657466">
                <a:moveTo>
                  <a:pt x="4343" y="56489"/>
                </a:moveTo>
                <a:lnTo>
                  <a:pt x="3390" y="57442"/>
                </a:lnTo>
                <a:lnTo>
                  <a:pt x="4344" y="57442"/>
                </a:lnTo>
              </a:path>
              <a:path w="444207" h="657466">
                <a:moveTo>
                  <a:pt x="3111" y="57442"/>
                </a:moveTo>
                <a:lnTo>
                  <a:pt x="3111" y="57721"/>
                </a:lnTo>
                <a:lnTo>
                  <a:pt x="4344" y="57721"/>
                </a:lnTo>
                <a:lnTo>
                  <a:pt x="4344" y="57442"/>
                </a:lnTo>
              </a:path>
              <a:path w="444207" h="657466">
                <a:moveTo>
                  <a:pt x="2590" y="57721"/>
                </a:moveTo>
                <a:lnTo>
                  <a:pt x="2590" y="58115"/>
                </a:lnTo>
                <a:lnTo>
                  <a:pt x="4344" y="58115"/>
                </a:lnTo>
                <a:lnTo>
                  <a:pt x="4344" y="57721"/>
                </a:lnTo>
              </a:path>
              <a:path w="444207" h="657466">
                <a:moveTo>
                  <a:pt x="2590" y="58115"/>
                </a:moveTo>
                <a:lnTo>
                  <a:pt x="2590" y="58242"/>
                </a:lnTo>
                <a:lnTo>
                  <a:pt x="3111" y="58115"/>
                </a:lnTo>
              </a:path>
              <a:path w="444207" h="657466">
                <a:moveTo>
                  <a:pt x="3111" y="58115"/>
                </a:moveTo>
                <a:lnTo>
                  <a:pt x="3167" y="58572"/>
                </a:lnTo>
                <a:lnTo>
                  <a:pt x="4344" y="58572"/>
                </a:lnTo>
                <a:lnTo>
                  <a:pt x="4344" y="58115"/>
                </a:lnTo>
              </a:path>
              <a:path w="444207" h="657466">
                <a:moveTo>
                  <a:pt x="3167" y="58572"/>
                </a:moveTo>
                <a:lnTo>
                  <a:pt x="3237" y="59157"/>
                </a:lnTo>
                <a:lnTo>
                  <a:pt x="2590" y="60718"/>
                </a:lnTo>
                <a:lnTo>
                  <a:pt x="3501" y="59157"/>
                </a:lnTo>
                <a:lnTo>
                  <a:pt x="3822" y="58572"/>
                </a:lnTo>
              </a:path>
              <a:path w="444207" h="657466">
                <a:moveTo>
                  <a:pt x="3822" y="58572"/>
                </a:moveTo>
                <a:lnTo>
                  <a:pt x="2070" y="62280"/>
                </a:lnTo>
                <a:lnTo>
                  <a:pt x="4347" y="62280"/>
                </a:lnTo>
                <a:lnTo>
                  <a:pt x="4344" y="58572"/>
                </a:lnTo>
              </a:path>
              <a:path w="444207" h="657466">
                <a:moveTo>
                  <a:pt x="2070" y="60325"/>
                </a:moveTo>
                <a:lnTo>
                  <a:pt x="2070" y="60718"/>
                </a:lnTo>
                <a:lnTo>
                  <a:pt x="2590" y="60718"/>
                </a:lnTo>
              </a:path>
              <a:path w="444207" h="657466">
                <a:moveTo>
                  <a:pt x="2070" y="60718"/>
                </a:moveTo>
                <a:lnTo>
                  <a:pt x="2070" y="61760"/>
                </a:lnTo>
                <a:lnTo>
                  <a:pt x="2070" y="62280"/>
                </a:lnTo>
                <a:lnTo>
                  <a:pt x="2070" y="61760"/>
                </a:lnTo>
                <a:lnTo>
                  <a:pt x="2642" y="60718"/>
                </a:lnTo>
              </a:path>
              <a:path w="444207" h="657466">
                <a:moveTo>
                  <a:pt x="2070" y="62280"/>
                </a:moveTo>
                <a:lnTo>
                  <a:pt x="2070" y="62801"/>
                </a:lnTo>
                <a:lnTo>
                  <a:pt x="3314" y="527532"/>
                </a:lnTo>
                <a:lnTo>
                  <a:pt x="2794" y="529094"/>
                </a:lnTo>
                <a:lnTo>
                  <a:pt x="2273" y="531177"/>
                </a:lnTo>
                <a:lnTo>
                  <a:pt x="3314" y="558901"/>
                </a:lnTo>
                <a:lnTo>
                  <a:pt x="4671" y="558901"/>
                </a:lnTo>
                <a:lnTo>
                  <a:pt x="4653" y="531177"/>
                </a:lnTo>
                <a:lnTo>
                  <a:pt x="4652" y="529094"/>
                </a:lnTo>
                <a:lnTo>
                  <a:pt x="4651" y="527532"/>
                </a:lnTo>
                <a:lnTo>
                  <a:pt x="4347" y="62801"/>
                </a:lnTo>
                <a:lnTo>
                  <a:pt x="4347" y="62280"/>
                </a:lnTo>
              </a:path>
              <a:path w="444207" h="657466">
                <a:moveTo>
                  <a:pt x="2590" y="557276"/>
                </a:moveTo>
                <a:lnTo>
                  <a:pt x="3229" y="558815"/>
                </a:lnTo>
              </a:path>
              <a:path w="444207" h="657466">
                <a:moveTo>
                  <a:pt x="2070" y="557657"/>
                </a:moveTo>
                <a:lnTo>
                  <a:pt x="2242" y="558177"/>
                </a:lnTo>
                <a:lnTo>
                  <a:pt x="2590" y="559231"/>
                </a:lnTo>
                <a:lnTo>
                  <a:pt x="3285" y="560273"/>
                </a:lnTo>
                <a:lnTo>
                  <a:pt x="3632" y="560793"/>
                </a:lnTo>
                <a:lnTo>
                  <a:pt x="4106" y="561505"/>
                </a:lnTo>
                <a:lnTo>
                  <a:pt x="4343" y="561505"/>
                </a:lnTo>
                <a:lnTo>
                  <a:pt x="3932" y="560793"/>
                </a:lnTo>
                <a:lnTo>
                  <a:pt x="3632" y="560273"/>
                </a:lnTo>
                <a:lnTo>
                  <a:pt x="3114" y="559231"/>
                </a:lnTo>
                <a:lnTo>
                  <a:pt x="2590" y="558177"/>
                </a:lnTo>
              </a:path>
              <a:path w="444207" h="657466">
                <a:moveTo>
                  <a:pt x="3258" y="558901"/>
                </a:moveTo>
                <a:lnTo>
                  <a:pt x="3559" y="559788"/>
                </a:lnTo>
                <a:lnTo>
                  <a:pt x="4672" y="559788"/>
                </a:lnTo>
                <a:lnTo>
                  <a:pt x="4671" y="558901"/>
                </a:lnTo>
              </a:path>
              <a:path w="444207" h="657466">
                <a:moveTo>
                  <a:pt x="3559" y="559788"/>
                </a:moveTo>
                <a:lnTo>
                  <a:pt x="3632" y="560004"/>
                </a:lnTo>
                <a:lnTo>
                  <a:pt x="3822" y="560463"/>
                </a:lnTo>
                <a:lnTo>
                  <a:pt x="3692" y="560004"/>
                </a:lnTo>
                <a:lnTo>
                  <a:pt x="3632" y="559788"/>
                </a:lnTo>
              </a:path>
              <a:path w="444207" h="657466">
                <a:moveTo>
                  <a:pt x="3632" y="559788"/>
                </a:moveTo>
                <a:lnTo>
                  <a:pt x="4279" y="561351"/>
                </a:lnTo>
                <a:lnTo>
                  <a:pt x="4343" y="561505"/>
                </a:lnTo>
                <a:lnTo>
                  <a:pt x="4737" y="561505"/>
                </a:lnTo>
                <a:lnTo>
                  <a:pt x="4673" y="561351"/>
                </a:lnTo>
                <a:lnTo>
                  <a:pt x="4672" y="559788"/>
                </a:lnTo>
              </a:path>
              <a:path w="444207" h="657466">
                <a:moveTo>
                  <a:pt x="4106" y="561505"/>
                </a:moveTo>
                <a:lnTo>
                  <a:pt x="4673" y="562356"/>
                </a:lnTo>
                <a:lnTo>
                  <a:pt x="4864" y="562546"/>
                </a:lnTo>
                <a:lnTo>
                  <a:pt x="5098" y="563067"/>
                </a:lnTo>
                <a:lnTo>
                  <a:pt x="5384" y="563067"/>
                </a:lnTo>
                <a:lnTo>
                  <a:pt x="5168" y="562546"/>
                </a:lnTo>
                <a:lnTo>
                  <a:pt x="5090" y="562356"/>
                </a:lnTo>
                <a:lnTo>
                  <a:pt x="4737" y="561505"/>
                </a:lnTo>
              </a:path>
              <a:path w="444207" h="657466">
                <a:moveTo>
                  <a:pt x="5714" y="562913"/>
                </a:moveTo>
                <a:lnTo>
                  <a:pt x="5384" y="563067"/>
                </a:lnTo>
                <a:lnTo>
                  <a:pt x="5778" y="563067"/>
                </a:lnTo>
              </a:path>
              <a:path w="444207" h="657466">
                <a:moveTo>
                  <a:pt x="5098" y="563067"/>
                </a:moveTo>
                <a:lnTo>
                  <a:pt x="5566" y="564108"/>
                </a:lnTo>
                <a:lnTo>
                  <a:pt x="6210" y="564108"/>
                </a:lnTo>
                <a:lnTo>
                  <a:pt x="5778" y="563067"/>
                </a:lnTo>
              </a:path>
              <a:path w="444207" h="657466">
                <a:moveTo>
                  <a:pt x="5566" y="564108"/>
                </a:moveTo>
                <a:lnTo>
                  <a:pt x="5715" y="564438"/>
                </a:lnTo>
                <a:lnTo>
                  <a:pt x="5905" y="564108"/>
                </a:lnTo>
              </a:path>
              <a:path w="444207" h="657466">
                <a:moveTo>
                  <a:pt x="5905" y="564108"/>
                </a:moveTo>
                <a:lnTo>
                  <a:pt x="6052" y="564169"/>
                </a:lnTo>
                <a:lnTo>
                  <a:pt x="6235" y="564245"/>
                </a:lnTo>
                <a:lnTo>
                  <a:pt x="6210" y="564108"/>
                </a:lnTo>
              </a:path>
              <a:path w="444207" h="657466">
                <a:moveTo>
                  <a:pt x="11950" y="535940"/>
                </a:moveTo>
                <a:lnTo>
                  <a:pt x="11791" y="536323"/>
                </a:lnTo>
                <a:lnTo>
                  <a:pt x="11734" y="536460"/>
                </a:lnTo>
                <a:lnTo>
                  <a:pt x="12471" y="536460"/>
                </a:lnTo>
                <a:lnTo>
                  <a:pt x="12471" y="536323"/>
                </a:lnTo>
              </a:path>
              <a:path w="444207" h="657466">
                <a:moveTo>
                  <a:pt x="11734" y="536460"/>
                </a:moveTo>
                <a:lnTo>
                  <a:pt x="11574" y="536847"/>
                </a:lnTo>
                <a:lnTo>
                  <a:pt x="11950" y="536847"/>
                </a:lnTo>
                <a:lnTo>
                  <a:pt x="11950" y="536460"/>
                </a:lnTo>
              </a:path>
              <a:path w="444207" h="657466">
                <a:moveTo>
                  <a:pt x="11950" y="536460"/>
                </a:moveTo>
                <a:lnTo>
                  <a:pt x="11950" y="536847"/>
                </a:lnTo>
                <a:lnTo>
                  <a:pt x="12471" y="536847"/>
                </a:lnTo>
                <a:lnTo>
                  <a:pt x="12471" y="536460"/>
                </a:lnTo>
              </a:path>
              <a:path w="444207" h="657466">
                <a:moveTo>
                  <a:pt x="11574" y="536847"/>
                </a:moveTo>
                <a:lnTo>
                  <a:pt x="11521" y="536976"/>
                </a:lnTo>
                <a:lnTo>
                  <a:pt x="11950" y="536976"/>
                </a:lnTo>
                <a:lnTo>
                  <a:pt x="11950" y="536847"/>
                </a:lnTo>
              </a:path>
              <a:path w="444207" h="657466">
                <a:moveTo>
                  <a:pt x="11950" y="536847"/>
                </a:moveTo>
                <a:lnTo>
                  <a:pt x="11950" y="536847"/>
                </a:lnTo>
                <a:lnTo>
                  <a:pt x="11950" y="536847"/>
                </a:lnTo>
              </a:path>
              <a:path w="444207" h="657466">
                <a:moveTo>
                  <a:pt x="11950" y="536847"/>
                </a:moveTo>
                <a:lnTo>
                  <a:pt x="11950" y="536847"/>
                </a:lnTo>
                <a:lnTo>
                  <a:pt x="11950" y="536847"/>
                </a:lnTo>
              </a:path>
              <a:path w="444207" h="657466">
                <a:moveTo>
                  <a:pt x="11950" y="536847"/>
                </a:moveTo>
                <a:lnTo>
                  <a:pt x="11950" y="536976"/>
                </a:lnTo>
                <a:lnTo>
                  <a:pt x="11950" y="536847"/>
                </a:lnTo>
              </a:path>
              <a:path w="444207" h="657466">
                <a:moveTo>
                  <a:pt x="11950" y="536847"/>
                </a:moveTo>
                <a:lnTo>
                  <a:pt x="11950" y="537502"/>
                </a:lnTo>
                <a:lnTo>
                  <a:pt x="12471" y="537502"/>
                </a:lnTo>
                <a:lnTo>
                  <a:pt x="12471" y="536847"/>
                </a:lnTo>
              </a:path>
              <a:path w="444207" h="657466">
                <a:moveTo>
                  <a:pt x="11521" y="536976"/>
                </a:moveTo>
                <a:lnTo>
                  <a:pt x="11305" y="537495"/>
                </a:lnTo>
                <a:lnTo>
                  <a:pt x="10198" y="540169"/>
                </a:lnTo>
                <a:lnTo>
                  <a:pt x="10198" y="546798"/>
                </a:lnTo>
                <a:lnTo>
                  <a:pt x="10718" y="548881"/>
                </a:lnTo>
                <a:lnTo>
                  <a:pt x="11305" y="549471"/>
                </a:lnTo>
                <a:lnTo>
                  <a:pt x="11950" y="550120"/>
                </a:lnTo>
                <a:lnTo>
                  <a:pt x="11950" y="549471"/>
                </a:lnTo>
                <a:lnTo>
                  <a:pt x="11950" y="548881"/>
                </a:lnTo>
                <a:lnTo>
                  <a:pt x="11950" y="546798"/>
                </a:lnTo>
                <a:lnTo>
                  <a:pt x="11950" y="540169"/>
                </a:lnTo>
                <a:lnTo>
                  <a:pt x="11950" y="537495"/>
                </a:lnTo>
                <a:lnTo>
                  <a:pt x="11950" y="536976"/>
                </a:lnTo>
              </a:path>
              <a:path w="444207" h="657466">
                <a:moveTo>
                  <a:pt x="11950" y="536976"/>
                </a:moveTo>
                <a:lnTo>
                  <a:pt x="11950" y="536981"/>
                </a:lnTo>
                <a:lnTo>
                  <a:pt x="11950" y="536976"/>
                </a:lnTo>
              </a:path>
              <a:path w="444207" h="657466">
                <a:moveTo>
                  <a:pt x="11950" y="537502"/>
                </a:moveTo>
                <a:lnTo>
                  <a:pt x="11950" y="537502"/>
                </a:lnTo>
                <a:lnTo>
                  <a:pt x="11950" y="537502"/>
                </a:lnTo>
              </a:path>
              <a:path w="444207" h="657466">
                <a:moveTo>
                  <a:pt x="11950" y="537502"/>
                </a:moveTo>
                <a:lnTo>
                  <a:pt x="11950" y="538406"/>
                </a:lnTo>
                <a:lnTo>
                  <a:pt x="11950" y="537502"/>
                </a:lnTo>
              </a:path>
              <a:path w="444207" h="657466">
                <a:moveTo>
                  <a:pt x="11950" y="537502"/>
                </a:moveTo>
                <a:lnTo>
                  <a:pt x="12471" y="537883"/>
                </a:lnTo>
                <a:lnTo>
                  <a:pt x="12471" y="537502"/>
                </a:lnTo>
              </a:path>
              <a:path w="444207" h="657466">
                <a:moveTo>
                  <a:pt x="12471" y="550643"/>
                </a:moveTo>
                <a:lnTo>
                  <a:pt x="12471" y="549071"/>
                </a:lnTo>
                <a:lnTo>
                  <a:pt x="11950" y="548551"/>
                </a:lnTo>
                <a:lnTo>
                  <a:pt x="11950" y="550506"/>
                </a:lnTo>
                <a:lnTo>
                  <a:pt x="11950" y="550120"/>
                </a:lnTo>
                <a:lnTo>
                  <a:pt x="11305" y="549471"/>
                </a:lnTo>
                <a:lnTo>
                  <a:pt x="10718" y="548881"/>
                </a:lnTo>
                <a:lnTo>
                  <a:pt x="11239" y="549922"/>
                </a:lnTo>
                <a:lnTo>
                  <a:pt x="11673" y="550359"/>
                </a:lnTo>
                <a:lnTo>
                  <a:pt x="11950" y="550637"/>
                </a:lnTo>
                <a:lnTo>
                  <a:pt x="12471" y="551161"/>
                </a:lnTo>
                <a:lnTo>
                  <a:pt x="12471" y="550643"/>
                </a:lnTo>
                <a:close/>
              </a:path>
              <a:path w="444207" h="657466">
                <a:moveTo>
                  <a:pt x="11429" y="567688"/>
                </a:moveTo>
                <a:lnTo>
                  <a:pt x="9606" y="565861"/>
                </a:lnTo>
                <a:lnTo>
                  <a:pt x="11429" y="567690"/>
                </a:lnTo>
                <a:close/>
              </a:path>
              <a:path w="444207" h="657466">
                <a:moveTo>
                  <a:pt x="10134" y="565861"/>
                </a:moveTo>
                <a:lnTo>
                  <a:pt x="9721" y="556360"/>
                </a:lnTo>
                <a:lnTo>
                  <a:pt x="9224" y="565477"/>
                </a:lnTo>
                <a:lnTo>
                  <a:pt x="8305" y="564565"/>
                </a:lnTo>
                <a:lnTo>
                  <a:pt x="7264" y="563524"/>
                </a:lnTo>
                <a:lnTo>
                  <a:pt x="6749" y="564458"/>
                </a:lnTo>
                <a:lnTo>
                  <a:pt x="7264" y="565701"/>
                </a:lnTo>
                <a:lnTo>
                  <a:pt x="7264" y="564671"/>
                </a:lnTo>
                <a:lnTo>
                  <a:pt x="8305" y="565103"/>
                </a:lnTo>
                <a:lnTo>
                  <a:pt x="9223" y="565483"/>
                </a:lnTo>
                <a:lnTo>
                  <a:pt x="9606" y="565861"/>
                </a:lnTo>
                <a:lnTo>
                  <a:pt x="10134" y="565861"/>
                </a:lnTo>
                <a:close/>
              </a:path>
              <a:path w="444207" h="657466">
                <a:moveTo>
                  <a:pt x="10666" y="539037"/>
                </a:moveTo>
                <a:lnTo>
                  <a:pt x="10198" y="540169"/>
                </a:lnTo>
                <a:lnTo>
                  <a:pt x="9613" y="553885"/>
                </a:lnTo>
                <a:lnTo>
                  <a:pt x="9721" y="556360"/>
                </a:lnTo>
                <a:lnTo>
                  <a:pt x="10666" y="539037"/>
                </a:lnTo>
                <a:close/>
              </a:path>
              <a:path w="444207" h="657466">
                <a:moveTo>
                  <a:pt x="11305" y="537495"/>
                </a:moveTo>
                <a:lnTo>
                  <a:pt x="11950" y="535940"/>
                </a:lnTo>
                <a:lnTo>
                  <a:pt x="12471" y="536323"/>
                </a:lnTo>
                <a:lnTo>
                  <a:pt x="12979" y="535813"/>
                </a:lnTo>
                <a:lnTo>
                  <a:pt x="12471" y="535285"/>
                </a:lnTo>
                <a:lnTo>
                  <a:pt x="11452" y="536309"/>
                </a:lnTo>
                <a:lnTo>
                  <a:pt x="11239" y="536524"/>
                </a:lnTo>
                <a:lnTo>
                  <a:pt x="12979" y="532295"/>
                </a:lnTo>
                <a:lnTo>
                  <a:pt x="13500" y="534250"/>
                </a:lnTo>
                <a:lnTo>
                  <a:pt x="13500" y="64242"/>
                </a:lnTo>
                <a:lnTo>
                  <a:pt x="14020" y="63718"/>
                </a:lnTo>
                <a:lnTo>
                  <a:pt x="14020" y="61638"/>
                </a:lnTo>
                <a:lnTo>
                  <a:pt x="14541" y="61115"/>
                </a:lnTo>
                <a:lnTo>
                  <a:pt x="15062" y="60591"/>
                </a:lnTo>
                <a:lnTo>
                  <a:pt x="15062" y="59029"/>
                </a:lnTo>
                <a:lnTo>
                  <a:pt x="14541" y="59550"/>
                </a:lnTo>
                <a:lnTo>
                  <a:pt x="13902" y="60189"/>
                </a:lnTo>
                <a:lnTo>
                  <a:pt x="14020" y="61239"/>
                </a:lnTo>
                <a:lnTo>
                  <a:pt x="13740" y="61920"/>
                </a:lnTo>
                <a:lnTo>
                  <a:pt x="13500" y="63322"/>
                </a:lnTo>
                <a:lnTo>
                  <a:pt x="12854" y="64891"/>
                </a:lnTo>
                <a:lnTo>
                  <a:pt x="11760" y="67551"/>
                </a:lnTo>
                <a:lnTo>
                  <a:pt x="11684" y="55765"/>
                </a:lnTo>
                <a:lnTo>
                  <a:pt x="10718" y="538086"/>
                </a:lnTo>
                <a:lnTo>
                  <a:pt x="10666" y="539037"/>
                </a:lnTo>
                <a:lnTo>
                  <a:pt x="11305" y="537495"/>
                </a:lnTo>
                <a:close/>
              </a:path>
              <a:path w="444207" h="657466">
                <a:moveTo>
                  <a:pt x="11684" y="55765"/>
                </a:moveTo>
                <a:lnTo>
                  <a:pt x="6235" y="49784"/>
                </a:lnTo>
                <a:lnTo>
                  <a:pt x="6235" y="562483"/>
                </a:lnTo>
                <a:lnTo>
                  <a:pt x="9234" y="565488"/>
                </a:lnTo>
                <a:lnTo>
                  <a:pt x="11684" y="55765"/>
                </a:lnTo>
                <a:close/>
              </a:path>
              <a:path w="444207" h="657466">
                <a:moveTo>
                  <a:pt x="13500" y="554779"/>
                </a:moveTo>
                <a:lnTo>
                  <a:pt x="13309" y="554075"/>
                </a:lnTo>
                <a:lnTo>
                  <a:pt x="12979" y="553219"/>
                </a:lnTo>
                <a:lnTo>
                  <a:pt x="12979" y="553737"/>
                </a:lnTo>
                <a:lnTo>
                  <a:pt x="13166" y="554443"/>
                </a:lnTo>
                <a:lnTo>
                  <a:pt x="13500" y="555257"/>
                </a:lnTo>
                <a:lnTo>
                  <a:pt x="14004" y="556488"/>
                </a:lnTo>
                <a:lnTo>
                  <a:pt x="13500" y="554779"/>
                </a:lnTo>
                <a:close/>
              </a:path>
              <a:path w="444207" h="657466">
                <a:moveTo>
                  <a:pt x="12979" y="553737"/>
                </a:moveTo>
                <a:lnTo>
                  <a:pt x="12979" y="553219"/>
                </a:lnTo>
                <a:lnTo>
                  <a:pt x="12801" y="553554"/>
                </a:lnTo>
                <a:lnTo>
                  <a:pt x="12979" y="553988"/>
                </a:lnTo>
                <a:lnTo>
                  <a:pt x="13166" y="554443"/>
                </a:lnTo>
                <a:lnTo>
                  <a:pt x="12979" y="553737"/>
                </a:lnTo>
                <a:close/>
              </a:path>
              <a:path w="444207" h="657466">
                <a:moveTo>
                  <a:pt x="13740" y="61920"/>
                </a:moveTo>
                <a:lnTo>
                  <a:pt x="14020" y="61239"/>
                </a:lnTo>
                <a:lnTo>
                  <a:pt x="13902" y="60189"/>
                </a:lnTo>
                <a:lnTo>
                  <a:pt x="13309" y="60782"/>
                </a:lnTo>
                <a:lnTo>
                  <a:pt x="13830" y="59220"/>
                </a:lnTo>
                <a:lnTo>
                  <a:pt x="14046" y="59003"/>
                </a:lnTo>
                <a:lnTo>
                  <a:pt x="14351" y="58191"/>
                </a:lnTo>
                <a:lnTo>
                  <a:pt x="14926" y="56573"/>
                </a:lnTo>
                <a:lnTo>
                  <a:pt x="15261" y="55765"/>
                </a:lnTo>
                <a:lnTo>
                  <a:pt x="15392" y="55587"/>
                </a:lnTo>
                <a:lnTo>
                  <a:pt x="15582" y="54991"/>
                </a:lnTo>
                <a:lnTo>
                  <a:pt x="15582" y="55511"/>
                </a:lnTo>
                <a:lnTo>
                  <a:pt x="15582" y="55209"/>
                </a:lnTo>
                <a:lnTo>
                  <a:pt x="15451" y="55528"/>
                </a:lnTo>
                <a:lnTo>
                  <a:pt x="15582" y="55765"/>
                </a:lnTo>
                <a:lnTo>
                  <a:pt x="15730" y="55765"/>
                </a:lnTo>
                <a:lnTo>
                  <a:pt x="16103" y="54872"/>
                </a:lnTo>
                <a:lnTo>
                  <a:pt x="16103" y="53949"/>
                </a:lnTo>
                <a:lnTo>
                  <a:pt x="16624" y="54349"/>
                </a:lnTo>
                <a:lnTo>
                  <a:pt x="16433" y="53492"/>
                </a:lnTo>
                <a:lnTo>
                  <a:pt x="16394" y="53162"/>
                </a:lnTo>
                <a:lnTo>
                  <a:pt x="15228" y="55765"/>
                </a:lnTo>
                <a:lnTo>
                  <a:pt x="14871" y="56629"/>
                </a:lnTo>
                <a:lnTo>
                  <a:pt x="11684" y="55765"/>
                </a:lnTo>
                <a:lnTo>
                  <a:pt x="12801" y="62865"/>
                </a:lnTo>
                <a:lnTo>
                  <a:pt x="12280" y="65468"/>
                </a:lnTo>
                <a:lnTo>
                  <a:pt x="13740" y="61920"/>
                </a:lnTo>
                <a:close/>
              </a:path>
              <a:path w="444207" h="657466">
                <a:moveTo>
                  <a:pt x="12471" y="552977"/>
                </a:moveTo>
                <a:lnTo>
                  <a:pt x="12322" y="552556"/>
                </a:lnTo>
                <a:lnTo>
                  <a:pt x="12471" y="552200"/>
                </a:lnTo>
                <a:lnTo>
                  <a:pt x="11968" y="551694"/>
                </a:lnTo>
                <a:lnTo>
                  <a:pt x="12280" y="552513"/>
                </a:lnTo>
                <a:lnTo>
                  <a:pt x="12471" y="553110"/>
                </a:lnTo>
                <a:lnTo>
                  <a:pt x="11824" y="551549"/>
                </a:lnTo>
                <a:lnTo>
                  <a:pt x="12844" y="554119"/>
                </a:lnTo>
                <a:lnTo>
                  <a:pt x="12471" y="552977"/>
                </a:lnTo>
                <a:close/>
              </a:path>
              <a:path w="444207" h="657466">
                <a:moveTo>
                  <a:pt x="12854" y="64891"/>
                </a:moveTo>
                <a:lnTo>
                  <a:pt x="13500" y="63322"/>
                </a:lnTo>
                <a:lnTo>
                  <a:pt x="13740" y="61920"/>
                </a:lnTo>
                <a:lnTo>
                  <a:pt x="12280" y="65468"/>
                </a:lnTo>
                <a:lnTo>
                  <a:pt x="12801" y="62865"/>
                </a:lnTo>
                <a:lnTo>
                  <a:pt x="11684" y="55765"/>
                </a:lnTo>
                <a:lnTo>
                  <a:pt x="11760" y="67551"/>
                </a:lnTo>
                <a:lnTo>
                  <a:pt x="12854" y="64891"/>
                </a:lnTo>
                <a:close/>
              </a:path>
              <a:path w="444207" h="657466">
                <a:moveTo>
                  <a:pt x="12979" y="534774"/>
                </a:moveTo>
                <a:lnTo>
                  <a:pt x="13500" y="534250"/>
                </a:lnTo>
                <a:lnTo>
                  <a:pt x="12979" y="532295"/>
                </a:lnTo>
                <a:lnTo>
                  <a:pt x="12471" y="533844"/>
                </a:lnTo>
                <a:lnTo>
                  <a:pt x="12471" y="535285"/>
                </a:lnTo>
                <a:lnTo>
                  <a:pt x="12979" y="535813"/>
                </a:lnTo>
                <a:lnTo>
                  <a:pt x="12979" y="534774"/>
                </a:lnTo>
                <a:close/>
              </a:path>
              <a:path w="444207" h="657466">
                <a:moveTo>
                  <a:pt x="11452" y="536309"/>
                </a:moveTo>
                <a:lnTo>
                  <a:pt x="12471" y="535285"/>
                </a:lnTo>
                <a:lnTo>
                  <a:pt x="12471" y="533844"/>
                </a:lnTo>
                <a:lnTo>
                  <a:pt x="12979" y="532295"/>
                </a:lnTo>
                <a:lnTo>
                  <a:pt x="11239" y="536524"/>
                </a:lnTo>
                <a:lnTo>
                  <a:pt x="11452" y="536309"/>
                </a:lnTo>
                <a:close/>
              </a:path>
              <a:path w="444207" h="657466">
                <a:moveTo>
                  <a:pt x="15228" y="55765"/>
                </a:moveTo>
                <a:lnTo>
                  <a:pt x="16304" y="53162"/>
                </a:lnTo>
                <a:lnTo>
                  <a:pt x="16624" y="52387"/>
                </a:lnTo>
                <a:lnTo>
                  <a:pt x="17398" y="50050"/>
                </a:lnTo>
                <a:lnTo>
                  <a:pt x="14287" y="53162"/>
                </a:lnTo>
                <a:lnTo>
                  <a:pt x="11684" y="55765"/>
                </a:lnTo>
                <a:lnTo>
                  <a:pt x="14871" y="56629"/>
                </a:lnTo>
                <a:lnTo>
                  <a:pt x="15228" y="55765"/>
                </a:lnTo>
                <a:close/>
              </a:path>
              <a:path w="444207" h="657466">
                <a:moveTo>
                  <a:pt x="14020" y="65278"/>
                </a:moveTo>
                <a:lnTo>
                  <a:pt x="14020" y="63718"/>
                </a:lnTo>
                <a:lnTo>
                  <a:pt x="13500" y="64242"/>
                </a:lnTo>
                <a:lnTo>
                  <a:pt x="13500" y="65801"/>
                </a:lnTo>
                <a:lnTo>
                  <a:pt x="14020" y="65278"/>
                </a:lnTo>
                <a:close/>
              </a:path>
              <a:path w="444207" h="657466">
                <a:moveTo>
                  <a:pt x="12979" y="554151"/>
                </a:moveTo>
                <a:lnTo>
                  <a:pt x="12471" y="552706"/>
                </a:lnTo>
                <a:lnTo>
                  <a:pt x="12471" y="552917"/>
                </a:lnTo>
                <a:lnTo>
                  <a:pt x="13006" y="554283"/>
                </a:lnTo>
                <a:lnTo>
                  <a:pt x="12979" y="554151"/>
                </a:lnTo>
                <a:close/>
              </a:path>
              <a:path w="444207" h="657466">
                <a:moveTo>
                  <a:pt x="14020" y="553758"/>
                </a:moveTo>
                <a:lnTo>
                  <a:pt x="13500" y="553234"/>
                </a:lnTo>
                <a:lnTo>
                  <a:pt x="13500" y="552196"/>
                </a:lnTo>
                <a:lnTo>
                  <a:pt x="12979" y="551672"/>
                </a:lnTo>
                <a:lnTo>
                  <a:pt x="12979" y="552710"/>
                </a:lnTo>
                <a:lnTo>
                  <a:pt x="13500" y="553746"/>
                </a:lnTo>
                <a:lnTo>
                  <a:pt x="13500" y="554267"/>
                </a:lnTo>
                <a:lnTo>
                  <a:pt x="14020" y="555303"/>
                </a:lnTo>
                <a:lnTo>
                  <a:pt x="14020" y="553758"/>
                </a:lnTo>
                <a:close/>
              </a:path>
              <a:path w="444207" h="657466">
                <a:moveTo>
                  <a:pt x="13500" y="40932"/>
                </a:moveTo>
                <a:lnTo>
                  <a:pt x="14541" y="39890"/>
                </a:lnTo>
                <a:lnTo>
                  <a:pt x="13500" y="38074"/>
                </a:lnTo>
                <a:lnTo>
                  <a:pt x="13246" y="41198"/>
                </a:lnTo>
                <a:lnTo>
                  <a:pt x="13500" y="40932"/>
                </a:lnTo>
                <a:close/>
              </a:path>
              <a:path w="444207" h="657466">
                <a:moveTo>
                  <a:pt x="15219" y="557530"/>
                </a:moveTo>
                <a:lnTo>
                  <a:pt x="18186" y="557530"/>
                </a:lnTo>
                <a:lnTo>
                  <a:pt x="18186" y="556488"/>
                </a:lnTo>
                <a:lnTo>
                  <a:pt x="15582" y="556488"/>
                </a:lnTo>
                <a:lnTo>
                  <a:pt x="15582" y="557403"/>
                </a:lnTo>
                <a:lnTo>
                  <a:pt x="15392" y="557212"/>
                </a:lnTo>
                <a:lnTo>
                  <a:pt x="14871" y="556691"/>
                </a:lnTo>
                <a:lnTo>
                  <a:pt x="15198" y="556488"/>
                </a:lnTo>
                <a:lnTo>
                  <a:pt x="14541" y="555314"/>
                </a:lnTo>
                <a:lnTo>
                  <a:pt x="14541" y="557796"/>
                </a:lnTo>
                <a:lnTo>
                  <a:pt x="14432" y="557530"/>
                </a:lnTo>
                <a:lnTo>
                  <a:pt x="14020" y="556755"/>
                </a:lnTo>
                <a:lnTo>
                  <a:pt x="13243" y="557530"/>
                </a:lnTo>
                <a:lnTo>
                  <a:pt x="13607" y="557895"/>
                </a:lnTo>
                <a:lnTo>
                  <a:pt x="15238" y="558571"/>
                </a:lnTo>
                <a:lnTo>
                  <a:pt x="15219" y="557530"/>
                </a:lnTo>
                <a:close/>
              </a:path>
              <a:path w="444207" h="657466">
                <a:moveTo>
                  <a:pt x="14020" y="62280"/>
                </a:moveTo>
                <a:lnTo>
                  <a:pt x="14541" y="63195"/>
                </a:lnTo>
                <a:lnTo>
                  <a:pt x="14541" y="61115"/>
                </a:lnTo>
                <a:lnTo>
                  <a:pt x="14020" y="61638"/>
                </a:lnTo>
                <a:lnTo>
                  <a:pt x="14020" y="63718"/>
                </a:lnTo>
                <a:lnTo>
                  <a:pt x="14020" y="62280"/>
                </a:lnTo>
                <a:close/>
              </a:path>
              <a:path w="444207" h="657466">
                <a:moveTo>
                  <a:pt x="14541" y="33388"/>
                </a:moveTo>
                <a:lnTo>
                  <a:pt x="14541" y="34950"/>
                </a:lnTo>
                <a:lnTo>
                  <a:pt x="16484" y="34950"/>
                </a:lnTo>
              </a:path>
              <a:path w="444207" h="657466">
                <a:moveTo>
                  <a:pt x="20523" y="33909"/>
                </a:moveTo>
                <a:lnTo>
                  <a:pt x="19481" y="34950"/>
                </a:lnTo>
                <a:lnTo>
                  <a:pt x="16999" y="37432"/>
                </a:lnTo>
                <a:lnTo>
                  <a:pt x="16624" y="38341"/>
                </a:lnTo>
                <a:lnTo>
                  <a:pt x="20845" y="38341"/>
                </a:lnTo>
                <a:lnTo>
                  <a:pt x="20779" y="37432"/>
                </a:lnTo>
                <a:lnTo>
                  <a:pt x="20598" y="34950"/>
                </a:lnTo>
              </a:path>
              <a:path w="444207" h="657466">
                <a:moveTo>
                  <a:pt x="16624" y="34810"/>
                </a:moveTo>
                <a:lnTo>
                  <a:pt x="16484" y="34950"/>
                </a:lnTo>
                <a:lnTo>
                  <a:pt x="17005" y="34950"/>
                </a:lnTo>
              </a:path>
              <a:path w="444207" h="657466">
                <a:moveTo>
                  <a:pt x="14541" y="34950"/>
                </a:moveTo>
                <a:lnTo>
                  <a:pt x="17005" y="34950"/>
                </a:lnTo>
              </a:path>
              <a:path w="444207" h="657466">
                <a:moveTo>
                  <a:pt x="14541" y="34950"/>
                </a:moveTo>
                <a:lnTo>
                  <a:pt x="14541" y="36893"/>
                </a:lnTo>
                <a:lnTo>
                  <a:pt x="16624" y="36904"/>
                </a:lnTo>
                <a:lnTo>
                  <a:pt x="16624" y="34950"/>
                </a:lnTo>
              </a:path>
              <a:path w="444207" h="657466">
                <a:moveTo>
                  <a:pt x="16624" y="34950"/>
                </a:moveTo>
                <a:lnTo>
                  <a:pt x="16814" y="35140"/>
                </a:lnTo>
                <a:lnTo>
                  <a:pt x="17005" y="34950"/>
                </a:lnTo>
              </a:path>
              <a:path w="444207" h="657466">
                <a:moveTo>
                  <a:pt x="14530" y="36904"/>
                </a:moveTo>
                <a:lnTo>
                  <a:pt x="14216" y="37223"/>
                </a:lnTo>
                <a:lnTo>
                  <a:pt x="13703" y="37744"/>
                </a:lnTo>
                <a:lnTo>
                  <a:pt x="13500" y="37947"/>
                </a:lnTo>
                <a:lnTo>
                  <a:pt x="14541" y="38074"/>
                </a:lnTo>
                <a:lnTo>
                  <a:pt x="14494" y="37947"/>
                </a:lnTo>
                <a:lnTo>
                  <a:pt x="14418" y="37744"/>
                </a:lnTo>
                <a:lnTo>
                  <a:pt x="14224" y="37223"/>
                </a:lnTo>
                <a:lnTo>
                  <a:pt x="14541" y="36904"/>
                </a:lnTo>
              </a:path>
              <a:path w="444207" h="657466">
                <a:moveTo>
                  <a:pt x="14541" y="36904"/>
                </a:moveTo>
                <a:lnTo>
                  <a:pt x="16357" y="38074"/>
                </a:lnTo>
                <a:lnTo>
                  <a:pt x="16624" y="38074"/>
                </a:lnTo>
                <a:lnTo>
                  <a:pt x="16624" y="36904"/>
                </a:lnTo>
              </a:path>
              <a:path w="444207" h="657466">
                <a:moveTo>
                  <a:pt x="16357" y="38074"/>
                </a:moveTo>
                <a:lnTo>
                  <a:pt x="16357" y="38074"/>
                </a:lnTo>
                <a:lnTo>
                  <a:pt x="16370" y="38074"/>
                </a:lnTo>
              </a:path>
              <a:path w="444207" h="657466">
                <a:moveTo>
                  <a:pt x="16370" y="38074"/>
                </a:moveTo>
                <a:lnTo>
                  <a:pt x="16148" y="38341"/>
                </a:lnTo>
                <a:lnTo>
                  <a:pt x="16624" y="38341"/>
                </a:lnTo>
                <a:lnTo>
                  <a:pt x="16624" y="38074"/>
                </a:lnTo>
              </a:path>
              <a:path w="444207" h="657466">
                <a:moveTo>
                  <a:pt x="16148" y="38341"/>
                </a:moveTo>
                <a:lnTo>
                  <a:pt x="13766" y="41198"/>
                </a:lnTo>
                <a:lnTo>
                  <a:pt x="13619" y="44577"/>
                </a:lnTo>
                <a:lnTo>
                  <a:pt x="13586" y="45351"/>
                </a:lnTo>
                <a:lnTo>
                  <a:pt x="21268" y="45351"/>
                </a:lnTo>
                <a:lnTo>
                  <a:pt x="21297" y="44577"/>
                </a:lnTo>
                <a:lnTo>
                  <a:pt x="21052" y="41198"/>
                </a:lnTo>
                <a:lnTo>
                  <a:pt x="20845" y="38341"/>
                </a:lnTo>
              </a:path>
              <a:path w="444207" h="657466">
                <a:moveTo>
                  <a:pt x="13586" y="45351"/>
                </a:moveTo>
                <a:lnTo>
                  <a:pt x="13563" y="45872"/>
                </a:lnTo>
                <a:lnTo>
                  <a:pt x="13518" y="46913"/>
                </a:lnTo>
                <a:lnTo>
                  <a:pt x="18961" y="46913"/>
                </a:lnTo>
                <a:lnTo>
                  <a:pt x="20002" y="45872"/>
                </a:lnTo>
                <a:lnTo>
                  <a:pt x="20523" y="45351"/>
                </a:lnTo>
              </a:path>
              <a:path w="444207" h="657466">
                <a:moveTo>
                  <a:pt x="20523" y="45351"/>
                </a:moveTo>
                <a:lnTo>
                  <a:pt x="20977" y="45351"/>
                </a:lnTo>
                <a:lnTo>
                  <a:pt x="20918" y="45495"/>
                </a:lnTo>
                <a:lnTo>
                  <a:pt x="20762" y="45872"/>
                </a:lnTo>
                <a:lnTo>
                  <a:pt x="20613" y="46234"/>
                </a:lnTo>
                <a:lnTo>
                  <a:pt x="20332" y="46913"/>
                </a:lnTo>
                <a:lnTo>
                  <a:pt x="20166" y="47777"/>
                </a:lnTo>
                <a:lnTo>
                  <a:pt x="20586" y="47777"/>
                </a:lnTo>
                <a:lnTo>
                  <a:pt x="20943" y="46913"/>
                </a:lnTo>
                <a:lnTo>
                  <a:pt x="21194" y="46234"/>
                </a:lnTo>
                <a:lnTo>
                  <a:pt x="21297" y="45952"/>
                </a:lnTo>
                <a:lnTo>
                  <a:pt x="21276" y="45495"/>
                </a:lnTo>
                <a:lnTo>
                  <a:pt x="21268" y="45351"/>
                </a:lnTo>
              </a:path>
              <a:path w="444207" h="657466">
                <a:moveTo>
                  <a:pt x="19631" y="46913"/>
                </a:moveTo>
                <a:lnTo>
                  <a:pt x="18961" y="46913"/>
                </a:lnTo>
                <a:lnTo>
                  <a:pt x="19631" y="46913"/>
                </a:lnTo>
              </a:path>
              <a:path w="444207" h="657466">
                <a:moveTo>
                  <a:pt x="13518" y="46913"/>
                </a:moveTo>
                <a:lnTo>
                  <a:pt x="13506" y="47180"/>
                </a:lnTo>
                <a:lnTo>
                  <a:pt x="19643" y="47180"/>
                </a:lnTo>
                <a:lnTo>
                  <a:pt x="19631" y="46913"/>
                </a:lnTo>
              </a:path>
              <a:path w="444207" h="657466">
                <a:moveTo>
                  <a:pt x="13506" y="47180"/>
                </a:moveTo>
                <a:lnTo>
                  <a:pt x="13397" y="49694"/>
                </a:lnTo>
                <a:lnTo>
                  <a:pt x="13381" y="50050"/>
                </a:lnTo>
                <a:lnTo>
                  <a:pt x="13246" y="53162"/>
                </a:lnTo>
                <a:lnTo>
                  <a:pt x="16350" y="50050"/>
                </a:lnTo>
                <a:lnTo>
                  <a:pt x="16706" y="49694"/>
                </a:lnTo>
                <a:lnTo>
                  <a:pt x="19215" y="47180"/>
                </a:lnTo>
              </a:path>
              <a:path w="444207" h="657466">
                <a:moveTo>
                  <a:pt x="19215" y="47180"/>
                </a:moveTo>
                <a:lnTo>
                  <a:pt x="19215" y="48451"/>
                </a:lnTo>
                <a:lnTo>
                  <a:pt x="19215" y="48651"/>
                </a:lnTo>
                <a:lnTo>
                  <a:pt x="19188" y="48818"/>
                </a:lnTo>
                <a:lnTo>
                  <a:pt x="19545" y="48818"/>
                </a:lnTo>
                <a:lnTo>
                  <a:pt x="19614" y="48651"/>
                </a:lnTo>
                <a:lnTo>
                  <a:pt x="19697" y="48451"/>
                </a:lnTo>
                <a:lnTo>
                  <a:pt x="19643" y="47180"/>
                </a:lnTo>
              </a:path>
              <a:path w="444207" h="657466">
                <a:moveTo>
                  <a:pt x="21297" y="47574"/>
                </a:moveTo>
                <a:lnTo>
                  <a:pt x="20586" y="47777"/>
                </a:lnTo>
                <a:lnTo>
                  <a:pt x="21095" y="47777"/>
                </a:lnTo>
              </a:path>
              <a:path w="444207" h="657466">
                <a:moveTo>
                  <a:pt x="20166" y="47777"/>
                </a:moveTo>
                <a:lnTo>
                  <a:pt x="20066" y="48298"/>
                </a:lnTo>
                <a:lnTo>
                  <a:pt x="19735" y="48628"/>
                </a:lnTo>
                <a:lnTo>
                  <a:pt x="19545" y="48818"/>
                </a:lnTo>
                <a:lnTo>
                  <a:pt x="20060" y="48818"/>
                </a:lnTo>
                <a:lnTo>
                  <a:pt x="20249" y="48628"/>
                </a:lnTo>
                <a:lnTo>
                  <a:pt x="20578" y="48298"/>
                </a:lnTo>
                <a:lnTo>
                  <a:pt x="21095" y="47777"/>
                </a:lnTo>
              </a:path>
              <a:path w="444207" h="657466">
                <a:moveTo>
                  <a:pt x="19188" y="48818"/>
                </a:moveTo>
                <a:lnTo>
                  <a:pt x="19137" y="49144"/>
                </a:lnTo>
                <a:lnTo>
                  <a:pt x="19054" y="49668"/>
                </a:lnTo>
                <a:lnTo>
                  <a:pt x="19024" y="49860"/>
                </a:lnTo>
                <a:lnTo>
                  <a:pt x="19215" y="49668"/>
                </a:lnTo>
                <a:lnTo>
                  <a:pt x="19735" y="49144"/>
                </a:lnTo>
                <a:lnTo>
                  <a:pt x="20060" y="48818"/>
                </a:lnTo>
              </a:path>
              <a:path w="444207" h="657466">
                <a:moveTo>
                  <a:pt x="13703" y="37744"/>
                </a:moveTo>
                <a:lnTo>
                  <a:pt x="14541" y="36893"/>
                </a:lnTo>
                <a:lnTo>
                  <a:pt x="13500" y="37934"/>
                </a:lnTo>
                <a:lnTo>
                  <a:pt x="13703" y="37744"/>
                </a:lnTo>
                <a:close/>
              </a:path>
              <a:path w="444207" h="657466">
                <a:moveTo>
                  <a:pt x="15446" y="573671"/>
                </a:moveTo>
                <a:lnTo>
                  <a:pt x="15443" y="573151"/>
                </a:lnTo>
                <a:lnTo>
                  <a:pt x="15252" y="572960"/>
                </a:lnTo>
                <a:lnTo>
                  <a:pt x="14928" y="573151"/>
                </a:lnTo>
                <a:lnTo>
                  <a:pt x="14414" y="573151"/>
                </a:lnTo>
                <a:lnTo>
                  <a:pt x="12331" y="571588"/>
                </a:lnTo>
                <a:lnTo>
                  <a:pt x="11811" y="570547"/>
                </a:lnTo>
                <a:lnTo>
                  <a:pt x="11620" y="570357"/>
                </a:lnTo>
                <a:lnTo>
                  <a:pt x="11430" y="570166"/>
                </a:lnTo>
                <a:lnTo>
                  <a:pt x="11290" y="570547"/>
                </a:lnTo>
                <a:lnTo>
                  <a:pt x="11430" y="570687"/>
                </a:lnTo>
                <a:lnTo>
                  <a:pt x="11430" y="573671"/>
                </a:lnTo>
                <a:lnTo>
                  <a:pt x="15446" y="573671"/>
                </a:lnTo>
                <a:close/>
              </a:path>
              <a:path w="444207" h="657466">
                <a:moveTo>
                  <a:pt x="12204" y="568464"/>
                </a:moveTo>
                <a:lnTo>
                  <a:pt x="13246" y="569506"/>
                </a:lnTo>
                <a:lnTo>
                  <a:pt x="11429" y="569506"/>
                </a:lnTo>
                <a:lnTo>
                  <a:pt x="11099" y="569836"/>
                </a:lnTo>
                <a:lnTo>
                  <a:pt x="11429" y="569973"/>
                </a:lnTo>
                <a:lnTo>
                  <a:pt x="12815" y="570547"/>
                </a:lnTo>
                <a:lnTo>
                  <a:pt x="14287" y="570547"/>
                </a:lnTo>
                <a:lnTo>
                  <a:pt x="17399" y="573151"/>
                </a:lnTo>
                <a:lnTo>
                  <a:pt x="12204" y="568464"/>
                </a:lnTo>
                <a:close/>
              </a:path>
              <a:path w="444207" h="657466">
                <a:moveTo>
                  <a:pt x="15582" y="556875"/>
                </a:moveTo>
                <a:lnTo>
                  <a:pt x="15582" y="556361"/>
                </a:lnTo>
                <a:lnTo>
                  <a:pt x="14541" y="555314"/>
                </a:lnTo>
                <a:lnTo>
                  <a:pt x="15198" y="556488"/>
                </a:lnTo>
                <a:lnTo>
                  <a:pt x="14871" y="556691"/>
                </a:lnTo>
                <a:lnTo>
                  <a:pt x="15392" y="557212"/>
                </a:lnTo>
                <a:lnTo>
                  <a:pt x="15582" y="557403"/>
                </a:lnTo>
                <a:lnTo>
                  <a:pt x="15582" y="556875"/>
                </a:lnTo>
                <a:close/>
              </a:path>
              <a:path w="444207" h="657466">
                <a:moveTo>
                  <a:pt x="16433" y="558761"/>
                </a:moveTo>
                <a:lnTo>
                  <a:pt x="16624" y="558571"/>
                </a:lnTo>
                <a:lnTo>
                  <a:pt x="16624" y="557923"/>
                </a:lnTo>
                <a:lnTo>
                  <a:pt x="16751" y="558571"/>
                </a:lnTo>
                <a:lnTo>
                  <a:pt x="18186" y="558571"/>
                </a:lnTo>
                <a:lnTo>
                  <a:pt x="18186" y="557530"/>
                </a:lnTo>
                <a:lnTo>
                  <a:pt x="15709" y="557530"/>
                </a:lnTo>
                <a:lnTo>
                  <a:pt x="15650" y="558571"/>
                </a:lnTo>
                <a:lnTo>
                  <a:pt x="15238" y="558571"/>
                </a:lnTo>
                <a:lnTo>
                  <a:pt x="15582" y="558714"/>
                </a:lnTo>
                <a:lnTo>
                  <a:pt x="15736" y="558777"/>
                </a:lnTo>
                <a:lnTo>
                  <a:pt x="16433" y="558761"/>
                </a:lnTo>
                <a:close/>
              </a:path>
              <a:path w="444207" h="657466">
                <a:moveTo>
                  <a:pt x="13902" y="60189"/>
                </a:moveTo>
                <a:lnTo>
                  <a:pt x="14541" y="59550"/>
                </a:lnTo>
                <a:lnTo>
                  <a:pt x="15062" y="59029"/>
                </a:lnTo>
                <a:lnTo>
                  <a:pt x="15062" y="57988"/>
                </a:lnTo>
                <a:lnTo>
                  <a:pt x="14406" y="58135"/>
                </a:lnTo>
                <a:lnTo>
                  <a:pt x="15085" y="56414"/>
                </a:lnTo>
                <a:lnTo>
                  <a:pt x="15582" y="55914"/>
                </a:lnTo>
                <a:lnTo>
                  <a:pt x="15582" y="55765"/>
                </a:lnTo>
                <a:lnTo>
                  <a:pt x="15451" y="55528"/>
                </a:lnTo>
                <a:lnTo>
                  <a:pt x="15582" y="55209"/>
                </a:lnTo>
                <a:lnTo>
                  <a:pt x="15582" y="54991"/>
                </a:lnTo>
                <a:lnTo>
                  <a:pt x="15392" y="55587"/>
                </a:lnTo>
                <a:lnTo>
                  <a:pt x="15261" y="55765"/>
                </a:lnTo>
                <a:lnTo>
                  <a:pt x="14926" y="56573"/>
                </a:lnTo>
                <a:lnTo>
                  <a:pt x="14351" y="58191"/>
                </a:lnTo>
                <a:lnTo>
                  <a:pt x="14046" y="59003"/>
                </a:lnTo>
                <a:lnTo>
                  <a:pt x="13830" y="59220"/>
                </a:lnTo>
                <a:lnTo>
                  <a:pt x="13309" y="60782"/>
                </a:lnTo>
                <a:lnTo>
                  <a:pt x="13902" y="60189"/>
                </a:lnTo>
                <a:close/>
              </a:path>
              <a:path w="444207" h="657466">
                <a:moveTo>
                  <a:pt x="16103" y="56946"/>
                </a:moveTo>
                <a:lnTo>
                  <a:pt x="16103" y="56429"/>
                </a:lnTo>
                <a:lnTo>
                  <a:pt x="15582" y="56952"/>
                </a:lnTo>
                <a:lnTo>
                  <a:pt x="15582" y="57467"/>
                </a:lnTo>
                <a:lnTo>
                  <a:pt x="16103" y="56946"/>
                </a:lnTo>
                <a:close/>
              </a:path>
              <a:path w="444207" h="657466">
                <a:moveTo>
                  <a:pt x="16103" y="55390"/>
                </a:moveTo>
                <a:lnTo>
                  <a:pt x="16624" y="54866"/>
                </a:lnTo>
                <a:lnTo>
                  <a:pt x="17145" y="54343"/>
                </a:lnTo>
                <a:lnTo>
                  <a:pt x="16624" y="54349"/>
                </a:lnTo>
                <a:lnTo>
                  <a:pt x="16103" y="53949"/>
                </a:lnTo>
                <a:lnTo>
                  <a:pt x="16103" y="54872"/>
                </a:lnTo>
                <a:lnTo>
                  <a:pt x="15730" y="55765"/>
                </a:lnTo>
                <a:lnTo>
                  <a:pt x="16103" y="55390"/>
                </a:lnTo>
                <a:close/>
              </a:path>
              <a:path w="444207" h="657466">
                <a:moveTo>
                  <a:pt x="16667" y="573151"/>
                </a:moveTo>
                <a:lnTo>
                  <a:pt x="13703" y="571919"/>
                </a:lnTo>
                <a:lnTo>
                  <a:pt x="14744" y="572439"/>
                </a:lnTo>
                <a:lnTo>
                  <a:pt x="16455" y="573151"/>
                </a:lnTo>
                <a:lnTo>
                  <a:pt x="16667" y="573151"/>
                </a:lnTo>
                <a:close/>
              </a:path>
              <a:path w="444207" h="657466">
                <a:moveTo>
                  <a:pt x="16624" y="53162"/>
                </a:moveTo>
                <a:lnTo>
                  <a:pt x="16762" y="53162"/>
                </a:lnTo>
                <a:lnTo>
                  <a:pt x="17145" y="52777"/>
                </a:lnTo>
                <a:lnTo>
                  <a:pt x="17665" y="52253"/>
                </a:lnTo>
                <a:lnTo>
                  <a:pt x="18186" y="51729"/>
                </a:lnTo>
                <a:lnTo>
                  <a:pt x="18694" y="51219"/>
                </a:lnTo>
                <a:lnTo>
                  <a:pt x="19735" y="53162"/>
                </a:lnTo>
                <a:lnTo>
                  <a:pt x="19735" y="50050"/>
                </a:lnTo>
                <a:lnTo>
                  <a:pt x="19215" y="50050"/>
                </a:lnTo>
                <a:lnTo>
                  <a:pt x="19024" y="49860"/>
                </a:lnTo>
                <a:lnTo>
                  <a:pt x="19215" y="48651"/>
                </a:lnTo>
                <a:lnTo>
                  <a:pt x="19215" y="47180"/>
                </a:lnTo>
                <a:lnTo>
                  <a:pt x="16706" y="49694"/>
                </a:lnTo>
                <a:lnTo>
                  <a:pt x="18694" y="48221"/>
                </a:lnTo>
                <a:lnTo>
                  <a:pt x="18857" y="48800"/>
                </a:lnTo>
                <a:lnTo>
                  <a:pt x="18838" y="50050"/>
                </a:lnTo>
                <a:lnTo>
                  <a:pt x="19215" y="50190"/>
                </a:lnTo>
                <a:lnTo>
                  <a:pt x="18694" y="50711"/>
                </a:lnTo>
                <a:lnTo>
                  <a:pt x="18186" y="51219"/>
                </a:lnTo>
                <a:lnTo>
                  <a:pt x="17665" y="50722"/>
                </a:lnTo>
                <a:lnTo>
                  <a:pt x="17665" y="50519"/>
                </a:lnTo>
                <a:lnTo>
                  <a:pt x="17145" y="51776"/>
                </a:lnTo>
                <a:lnTo>
                  <a:pt x="17145" y="51987"/>
                </a:lnTo>
                <a:lnTo>
                  <a:pt x="17665" y="51739"/>
                </a:lnTo>
                <a:lnTo>
                  <a:pt x="17145" y="52260"/>
                </a:lnTo>
                <a:lnTo>
                  <a:pt x="16954" y="52451"/>
                </a:lnTo>
                <a:lnTo>
                  <a:pt x="16624" y="53032"/>
                </a:lnTo>
                <a:lnTo>
                  <a:pt x="16570" y="53162"/>
                </a:lnTo>
                <a:lnTo>
                  <a:pt x="16624" y="53300"/>
                </a:lnTo>
                <a:lnTo>
                  <a:pt x="16624" y="53162"/>
                </a:lnTo>
                <a:close/>
              </a:path>
              <a:path w="444207" h="657466">
                <a:moveTo>
                  <a:pt x="18186" y="53162"/>
                </a:moveTo>
                <a:lnTo>
                  <a:pt x="16624" y="53162"/>
                </a:lnTo>
                <a:lnTo>
                  <a:pt x="16624" y="53300"/>
                </a:lnTo>
                <a:lnTo>
                  <a:pt x="17145" y="53825"/>
                </a:lnTo>
                <a:lnTo>
                  <a:pt x="17665" y="53301"/>
                </a:lnTo>
                <a:lnTo>
                  <a:pt x="18186" y="55765"/>
                </a:lnTo>
                <a:lnTo>
                  <a:pt x="18186" y="53162"/>
                </a:lnTo>
                <a:close/>
              </a:path>
              <a:path w="444207" h="657466">
                <a:moveTo>
                  <a:pt x="15709" y="557530"/>
                </a:moveTo>
                <a:lnTo>
                  <a:pt x="15582" y="557530"/>
                </a:lnTo>
                <a:lnTo>
                  <a:pt x="15582" y="558408"/>
                </a:lnTo>
                <a:lnTo>
                  <a:pt x="15238" y="558571"/>
                </a:lnTo>
                <a:lnTo>
                  <a:pt x="15650" y="558571"/>
                </a:lnTo>
                <a:lnTo>
                  <a:pt x="15709" y="557530"/>
                </a:lnTo>
                <a:close/>
              </a:path>
              <a:path w="444207" h="657466">
                <a:moveTo>
                  <a:pt x="16999" y="37432"/>
                </a:moveTo>
                <a:lnTo>
                  <a:pt x="19481" y="34950"/>
                </a:lnTo>
                <a:lnTo>
                  <a:pt x="17274" y="34950"/>
                </a:lnTo>
                <a:lnTo>
                  <a:pt x="18180" y="34574"/>
                </a:lnTo>
                <a:lnTo>
                  <a:pt x="19787" y="33908"/>
                </a:lnTo>
                <a:lnTo>
                  <a:pt x="20828" y="33388"/>
                </a:lnTo>
                <a:lnTo>
                  <a:pt x="20608" y="32867"/>
                </a:lnTo>
                <a:lnTo>
                  <a:pt x="22902" y="31826"/>
                </a:lnTo>
                <a:lnTo>
                  <a:pt x="20397" y="32867"/>
                </a:lnTo>
                <a:lnTo>
                  <a:pt x="21164" y="31826"/>
                </a:lnTo>
                <a:lnTo>
                  <a:pt x="22468" y="31826"/>
                </a:lnTo>
                <a:lnTo>
                  <a:pt x="22720" y="31305"/>
                </a:lnTo>
                <a:lnTo>
                  <a:pt x="21170" y="31305"/>
                </a:lnTo>
                <a:lnTo>
                  <a:pt x="20650" y="31826"/>
                </a:lnTo>
                <a:lnTo>
                  <a:pt x="20128" y="32867"/>
                </a:lnTo>
                <a:lnTo>
                  <a:pt x="19608" y="32867"/>
                </a:lnTo>
                <a:lnTo>
                  <a:pt x="19939" y="33058"/>
                </a:lnTo>
                <a:lnTo>
                  <a:pt x="19355" y="33388"/>
                </a:lnTo>
                <a:lnTo>
                  <a:pt x="19572" y="33908"/>
                </a:lnTo>
                <a:lnTo>
                  <a:pt x="18224" y="34467"/>
                </a:lnTo>
                <a:lnTo>
                  <a:pt x="17856" y="34620"/>
                </a:lnTo>
                <a:lnTo>
                  <a:pt x="18376" y="34099"/>
                </a:lnTo>
                <a:lnTo>
                  <a:pt x="18046" y="33909"/>
                </a:lnTo>
                <a:lnTo>
                  <a:pt x="17526" y="33909"/>
                </a:lnTo>
                <a:lnTo>
                  <a:pt x="16624" y="33388"/>
                </a:lnTo>
                <a:lnTo>
                  <a:pt x="14541" y="33388"/>
                </a:lnTo>
                <a:lnTo>
                  <a:pt x="16484" y="34950"/>
                </a:lnTo>
                <a:lnTo>
                  <a:pt x="16624" y="34810"/>
                </a:lnTo>
                <a:lnTo>
                  <a:pt x="17005" y="34950"/>
                </a:lnTo>
                <a:lnTo>
                  <a:pt x="16814" y="35140"/>
                </a:lnTo>
                <a:lnTo>
                  <a:pt x="16624" y="34950"/>
                </a:lnTo>
                <a:lnTo>
                  <a:pt x="16624" y="38341"/>
                </a:lnTo>
                <a:lnTo>
                  <a:pt x="16999" y="37432"/>
                </a:lnTo>
                <a:close/>
              </a:path>
              <a:path w="444207" h="657466">
                <a:moveTo>
                  <a:pt x="18694" y="51219"/>
                </a:moveTo>
                <a:lnTo>
                  <a:pt x="18186" y="51729"/>
                </a:lnTo>
                <a:lnTo>
                  <a:pt x="17665" y="52253"/>
                </a:lnTo>
                <a:lnTo>
                  <a:pt x="17145" y="52777"/>
                </a:lnTo>
                <a:lnTo>
                  <a:pt x="16762" y="53162"/>
                </a:lnTo>
                <a:lnTo>
                  <a:pt x="19735" y="53162"/>
                </a:lnTo>
                <a:lnTo>
                  <a:pt x="18694" y="51219"/>
                </a:lnTo>
                <a:close/>
              </a:path>
              <a:path w="444207" h="657466">
                <a:moveTo>
                  <a:pt x="16954" y="52451"/>
                </a:moveTo>
                <a:lnTo>
                  <a:pt x="17145" y="52260"/>
                </a:lnTo>
                <a:lnTo>
                  <a:pt x="17665" y="51739"/>
                </a:lnTo>
                <a:lnTo>
                  <a:pt x="17145" y="51987"/>
                </a:lnTo>
                <a:lnTo>
                  <a:pt x="17145" y="51776"/>
                </a:lnTo>
                <a:lnTo>
                  <a:pt x="17665" y="50519"/>
                </a:lnTo>
                <a:lnTo>
                  <a:pt x="17145" y="51346"/>
                </a:lnTo>
                <a:lnTo>
                  <a:pt x="16624" y="52606"/>
                </a:lnTo>
                <a:lnTo>
                  <a:pt x="16624" y="53032"/>
                </a:lnTo>
                <a:lnTo>
                  <a:pt x="16954" y="52451"/>
                </a:lnTo>
                <a:close/>
              </a:path>
              <a:path w="444207" h="657466">
                <a:moveTo>
                  <a:pt x="17665" y="560800"/>
                </a:moveTo>
                <a:lnTo>
                  <a:pt x="17665" y="560267"/>
                </a:lnTo>
                <a:lnTo>
                  <a:pt x="17929" y="560910"/>
                </a:lnTo>
                <a:lnTo>
                  <a:pt x="17995" y="560324"/>
                </a:lnTo>
                <a:lnTo>
                  <a:pt x="17665" y="560187"/>
                </a:lnTo>
                <a:lnTo>
                  <a:pt x="17195" y="560605"/>
                </a:lnTo>
                <a:lnTo>
                  <a:pt x="16891" y="561174"/>
                </a:lnTo>
                <a:lnTo>
                  <a:pt x="17430" y="561174"/>
                </a:lnTo>
                <a:lnTo>
                  <a:pt x="17665" y="560800"/>
                </a:lnTo>
                <a:close/>
              </a:path>
              <a:path w="444207" h="657466">
                <a:moveTo>
                  <a:pt x="17665" y="559993"/>
                </a:moveTo>
                <a:lnTo>
                  <a:pt x="17625" y="560170"/>
                </a:lnTo>
                <a:lnTo>
                  <a:pt x="17995" y="560324"/>
                </a:lnTo>
                <a:lnTo>
                  <a:pt x="17665" y="559993"/>
                </a:lnTo>
                <a:close/>
              </a:path>
              <a:path w="444207" h="657466">
                <a:moveTo>
                  <a:pt x="14541" y="36904"/>
                </a:moveTo>
                <a:lnTo>
                  <a:pt x="14224" y="37223"/>
                </a:lnTo>
                <a:lnTo>
                  <a:pt x="14541" y="38074"/>
                </a:lnTo>
                <a:lnTo>
                  <a:pt x="16357" y="38074"/>
                </a:lnTo>
                <a:lnTo>
                  <a:pt x="15036" y="37223"/>
                </a:lnTo>
              </a:path>
              <a:path w="444207" h="657466">
                <a:moveTo>
                  <a:pt x="13500" y="37947"/>
                </a:moveTo>
                <a:lnTo>
                  <a:pt x="13373" y="38074"/>
                </a:lnTo>
                <a:lnTo>
                  <a:pt x="14541" y="38074"/>
                </a:lnTo>
              </a:path>
              <a:path w="444207" h="657466">
                <a:moveTo>
                  <a:pt x="13373" y="38074"/>
                </a:moveTo>
                <a:lnTo>
                  <a:pt x="13373" y="38074"/>
                </a:lnTo>
                <a:lnTo>
                  <a:pt x="13373" y="38074"/>
                </a:lnTo>
              </a:path>
              <a:path w="444207" h="657466">
                <a:moveTo>
                  <a:pt x="16370" y="38074"/>
                </a:moveTo>
                <a:lnTo>
                  <a:pt x="16357" y="38074"/>
                </a:lnTo>
                <a:lnTo>
                  <a:pt x="16370" y="38074"/>
                </a:lnTo>
              </a:path>
              <a:path w="444207" h="657466">
                <a:moveTo>
                  <a:pt x="13373" y="38074"/>
                </a:moveTo>
                <a:lnTo>
                  <a:pt x="13373" y="38074"/>
                </a:lnTo>
                <a:lnTo>
                  <a:pt x="13373" y="38074"/>
                </a:lnTo>
              </a:path>
              <a:path w="444207" h="657466">
                <a:moveTo>
                  <a:pt x="13373" y="38074"/>
                </a:moveTo>
                <a:lnTo>
                  <a:pt x="14541" y="38074"/>
                </a:lnTo>
              </a:path>
              <a:path w="444207" h="657466">
                <a:moveTo>
                  <a:pt x="14541" y="38074"/>
                </a:moveTo>
                <a:lnTo>
                  <a:pt x="16370" y="38074"/>
                </a:lnTo>
              </a:path>
              <a:path w="444207" h="657466">
                <a:moveTo>
                  <a:pt x="13419" y="38074"/>
                </a:moveTo>
                <a:lnTo>
                  <a:pt x="14541" y="39890"/>
                </a:lnTo>
                <a:lnTo>
                  <a:pt x="13500" y="40932"/>
                </a:lnTo>
                <a:lnTo>
                  <a:pt x="13246" y="41198"/>
                </a:lnTo>
                <a:lnTo>
                  <a:pt x="10642" y="43802"/>
                </a:lnTo>
                <a:lnTo>
                  <a:pt x="13653" y="43802"/>
                </a:lnTo>
                <a:lnTo>
                  <a:pt x="13766" y="41198"/>
                </a:lnTo>
                <a:lnTo>
                  <a:pt x="13989" y="40932"/>
                </a:lnTo>
                <a:lnTo>
                  <a:pt x="14856" y="39890"/>
                </a:lnTo>
                <a:lnTo>
                  <a:pt x="16370" y="38074"/>
                </a:lnTo>
              </a:path>
              <a:path w="444207" h="657466">
                <a:moveTo>
                  <a:pt x="13373" y="38074"/>
                </a:moveTo>
                <a:lnTo>
                  <a:pt x="13182" y="38265"/>
                </a:lnTo>
                <a:lnTo>
                  <a:pt x="13246" y="41198"/>
                </a:lnTo>
                <a:lnTo>
                  <a:pt x="13365" y="38265"/>
                </a:lnTo>
              </a:path>
              <a:path w="444207" h="657466">
                <a:moveTo>
                  <a:pt x="10642" y="43802"/>
                </a:moveTo>
                <a:lnTo>
                  <a:pt x="11163" y="43802"/>
                </a:lnTo>
              </a:path>
              <a:path w="444207" h="657466">
                <a:moveTo>
                  <a:pt x="11163" y="43802"/>
                </a:moveTo>
                <a:lnTo>
                  <a:pt x="13653" y="43802"/>
                </a:lnTo>
              </a:path>
              <a:path w="444207" h="657466">
                <a:moveTo>
                  <a:pt x="11163" y="43802"/>
                </a:moveTo>
                <a:lnTo>
                  <a:pt x="7785" y="47180"/>
                </a:lnTo>
                <a:lnTo>
                  <a:pt x="12204" y="43802"/>
                </a:lnTo>
              </a:path>
              <a:path w="444207" h="657466">
                <a:moveTo>
                  <a:pt x="12204" y="43802"/>
                </a:moveTo>
                <a:lnTo>
                  <a:pt x="6426" y="49199"/>
                </a:lnTo>
                <a:lnTo>
                  <a:pt x="6235" y="49568"/>
                </a:lnTo>
                <a:lnTo>
                  <a:pt x="13398" y="49659"/>
                </a:lnTo>
                <a:lnTo>
                  <a:pt x="13418" y="49199"/>
                </a:lnTo>
                <a:lnTo>
                  <a:pt x="13653" y="43802"/>
                </a:lnTo>
              </a:path>
              <a:path w="444207" h="657466">
                <a:moveTo>
                  <a:pt x="10388" y="43802"/>
                </a:moveTo>
                <a:lnTo>
                  <a:pt x="10388" y="43802"/>
                </a:lnTo>
                <a:lnTo>
                  <a:pt x="10642" y="43802"/>
                </a:lnTo>
              </a:path>
              <a:path w="444207" h="657466">
                <a:moveTo>
                  <a:pt x="10388" y="43802"/>
                </a:moveTo>
                <a:lnTo>
                  <a:pt x="10388" y="44056"/>
                </a:lnTo>
                <a:lnTo>
                  <a:pt x="11163" y="43802"/>
                </a:lnTo>
              </a:path>
              <a:path w="444207" h="657466">
                <a:moveTo>
                  <a:pt x="18694" y="48221"/>
                </a:moveTo>
                <a:lnTo>
                  <a:pt x="17913" y="48800"/>
                </a:lnTo>
                <a:lnTo>
                  <a:pt x="18856" y="48868"/>
                </a:lnTo>
              </a:path>
              <a:path w="444207" h="657466">
                <a:moveTo>
                  <a:pt x="17821" y="48868"/>
                </a:moveTo>
                <a:lnTo>
                  <a:pt x="17641" y="49001"/>
                </a:lnTo>
                <a:lnTo>
                  <a:pt x="16706" y="49694"/>
                </a:lnTo>
                <a:lnTo>
                  <a:pt x="16350" y="50050"/>
                </a:lnTo>
                <a:lnTo>
                  <a:pt x="13246" y="53162"/>
                </a:lnTo>
                <a:lnTo>
                  <a:pt x="14287" y="53162"/>
                </a:lnTo>
                <a:lnTo>
                  <a:pt x="17398" y="50050"/>
                </a:lnTo>
                <a:lnTo>
                  <a:pt x="17729" y="49694"/>
                </a:lnTo>
                <a:lnTo>
                  <a:pt x="18373" y="49001"/>
                </a:lnTo>
                <a:lnTo>
                  <a:pt x="18694" y="48868"/>
                </a:lnTo>
              </a:path>
              <a:path w="444207" h="657466">
                <a:moveTo>
                  <a:pt x="18694" y="48868"/>
                </a:moveTo>
                <a:lnTo>
                  <a:pt x="18694" y="50050"/>
                </a:lnTo>
                <a:lnTo>
                  <a:pt x="18614" y="50198"/>
                </a:lnTo>
                <a:lnTo>
                  <a:pt x="18516" y="50380"/>
                </a:lnTo>
                <a:lnTo>
                  <a:pt x="18186" y="50437"/>
                </a:lnTo>
                <a:lnTo>
                  <a:pt x="18186" y="50711"/>
                </a:lnTo>
                <a:lnTo>
                  <a:pt x="17995" y="50901"/>
                </a:lnTo>
                <a:lnTo>
                  <a:pt x="18503" y="50901"/>
                </a:lnTo>
                <a:lnTo>
                  <a:pt x="18694" y="50711"/>
                </a:lnTo>
                <a:lnTo>
                  <a:pt x="18694" y="50437"/>
                </a:lnTo>
                <a:lnTo>
                  <a:pt x="18694" y="50198"/>
                </a:lnTo>
                <a:lnTo>
                  <a:pt x="18838" y="50050"/>
                </a:lnTo>
                <a:lnTo>
                  <a:pt x="18856" y="48868"/>
                </a:lnTo>
              </a:path>
              <a:path w="444207" h="657466">
                <a:moveTo>
                  <a:pt x="6194" y="49659"/>
                </a:moveTo>
                <a:lnTo>
                  <a:pt x="5714" y="50700"/>
                </a:lnTo>
                <a:lnTo>
                  <a:pt x="5231" y="51867"/>
                </a:lnTo>
                <a:lnTo>
                  <a:pt x="5168" y="52019"/>
                </a:lnTo>
                <a:lnTo>
                  <a:pt x="4673" y="52514"/>
                </a:lnTo>
                <a:lnTo>
                  <a:pt x="4152" y="53035"/>
                </a:lnTo>
                <a:lnTo>
                  <a:pt x="4759" y="53035"/>
                </a:lnTo>
                <a:lnTo>
                  <a:pt x="5009" y="52514"/>
                </a:lnTo>
                <a:lnTo>
                  <a:pt x="5247" y="52019"/>
                </a:lnTo>
                <a:lnTo>
                  <a:pt x="5320" y="51867"/>
                </a:lnTo>
                <a:lnTo>
                  <a:pt x="5715" y="50825"/>
                </a:lnTo>
                <a:lnTo>
                  <a:pt x="6235" y="49659"/>
                </a:lnTo>
              </a:path>
              <a:path w="444207" h="657466">
                <a:moveTo>
                  <a:pt x="6235" y="49659"/>
                </a:moveTo>
                <a:lnTo>
                  <a:pt x="13393" y="49784"/>
                </a:lnTo>
              </a:path>
              <a:path w="444207" h="657466">
                <a:moveTo>
                  <a:pt x="6235" y="49784"/>
                </a:moveTo>
                <a:lnTo>
                  <a:pt x="6235" y="562483"/>
                </a:lnTo>
                <a:lnTo>
                  <a:pt x="6235" y="563218"/>
                </a:lnTo>
                <a:lnTo>
                  <a:pt x="6246" y="563524"/>
                </a:lnTo>
                <a:lnTo>
                  <a:pt x="7274" y="563524"/>
                </a:lnTo>
                <a:lnTo>
                  <a:pt x="6969" y="563218"/>
                </a:lnTo>
                <a:lnTo>
                  <a:pt x="6235" y="562483"/>
                </a:lnTo>
                <a:lnTo>
                  <a:pt x="6235" y="49784"/>
                </a:lnTo>
              </a:path>
              <a:path w="444207" h="657466">
                <a:moveTo>
                  <a:pt x="6235" y="49784"/>
                </a:moveTo>
                <a:lnTo>
                  <a:pt x="9312" y="53162"/>
                </a:lnTo>
                <a:lnTo>
                  <a:pt x="13246" y="53162"/>
                </a:lnTo>
                <a:lnTo>
                  <a:pt x="13393" y="49784"/>
                </a:lnTo>
              </a:path>
              <a:path w="444207" h="657466">
                <a:moveTo>
                  <a:pt x="17398" y="50050"/>
                </a:moveTo>
                <a:lnTo>
                  <a:pt x="17314" y="50304"/>
                </a:lnTo>
                <a:lnTo>
                  <a:pt x="17958" y="50304"/>
                </a:lnTo>
                <a:lnTo>
                  <a:pt x="17941" y="50050"/>
                </a:lnTo>
              </a:path>
              <a:path w="444207" h="657466">
                <a:moveTo>
                  <a:pt x="17314" y="50304"/>
                </a:moveTo>
                <a:lnTo>
                  <a:pt x="17243" y="50519"/>
                </a:lnTo>
                <a:lnTo>
                  <a:pt x="17665" y="50519"/>
                </a:lnTo>
                <a:lnTo>
                  <a:pt x="17665" y="50304"/>
                </a:lnTo>
              </a:path>
              <a:path w="444207" h="657466">
                <a:moveTo>
                  <a:pt x="17665" y="50304"/>
                </a:moveTo>
                <a:lnTo>
                  <a:pt x="17665" y="50519"/>
                </a:lnTo>
                <a:lnTo>
                  <a:pt x="17971" y="50519"/>
                </a:lnTo>
                <a:lnTo>
                  <a:pt x="17958" y="50304"/>
                </a:lnTo>
              </a:path>
              <a:path w="444207" h="657466">
                <a:moveTo>
                  <a:pt x="17243" y="50519"/>
                </a:moveTo>
                <a:lnTo>
                  <a:pt x="16969" y="51346"/>
                </a:lnTo>
                <a:lnTo>
                  <a:pt x="16624" y="52387"/>
                </a:lnTo>
                <a:lnTo>
                  <a:pt x="16533" y="52606"/>
                </a:lnTo>
                <a:lnTo>
                  <a:pt x="16357" y="53032"/>
                </a:lnTo>
                <a:lnTo>
                  <a:pt x="16304" y="53162"/>
                </a:lnTo>
                <a:lnTo>
                  <a:pt x="16570" y="53162"/>
                </a:lnTo>
                <a:lnTo>
                  <a:pt x="16624" y="53032"/>
                </a:lnTo>
                <a:lnTo>
                  <a:pt x="16624" y="52606"/>
                </a:lnTo>
                <a:lnTo>
                  <a:pt x="16714" y="52387"/>
                </a:lnTo>
                <a:lnTo>
                  <a:pt x="17145" y="51346"/>
                </a:lnTo>
                <a:lnTo>
                  <a:pt x="17665" y="50519"/>
                </a:lnTo>
              </a:path>
              <a:path w="444207" h="657466">
                <a:moveTo>
                  <a:pt x="17665" y="50519"/>
                </a:moveTo>
                <a:lnTo>
                  <a:pt x="17665" y="50722"/>
                </a:lnTo>
                <a:lnTo>
                  <a:pt x="17853" y="50901"/>
                </a:lnTo>
                <a:lnTo>
                  <a:pt x="17995" y="50901"/>
                </a:lnTo>
                <a:lnTo>
                  <a:pt x="17984" y="50722"/>
                </a:lnTo>
                <a:lnTo>
                  <a:pt x="17971" y="50519"/>
                </a:lnTo>
              </a:path>
              <a:path w="444207" h="657466">
                <a:moveTo>
                  <a:pt x="17853" y="50901"/>
                </a:moveTo>
                <a:lnTo>
                  <a:pt x="18186" y="51219"/>
                </a:lnTo>
                <a:lnTo>
                  <a:pt x="18503" y="50901"/>
                </a:lnTo>
              </a:path>
              <a:path w="444207" h="657466">
                <a:moveTo>
                  <a:pt x="3632" y="52514"/>
                </a:moveTo>
                <a:lnTo>
                  <a:pt x="3632" y="53035"/>
                </a:lnTo>
                <a:lnTo>
                  <a:pt x="4152" y="53035"/>
                </a:lnTo>
              </a:path>
              <a:path w="444207" h="657466">
                <a:moveTo>
                  <a:pt x="3632" y="53035"/>
                </a:moveTo>
                <a:lnTo>
                  <a:pt x="3632" y="53213"/>
                </a:lnTo>
                <a:lnTo>
                  <a:pt x="3632" y="53555"/>
                </a:lnTo>
                <a:lnTo>
                  <a:pt x="4152" y="54470"/>
                </a:lnTo>
                <a:lnTo>
                  <a:pt x="4531" y="53555"/>
                </a:lnTo>
                <a:lnTo>
                  <a:pt x="4673" y="53213"/>
                </a:lnTo>
                <a:lnTo>
                  <a:pt x="4759" y="53035"/>
                </a:lnTo>
              </a:path>
              <a:path w="444207" h="657466">
                <a:moveTo>
                  <a:pt x="16304" y="53162"/>
                </a:moveTo>
                <a:lnTo>
                  <a:pt x="16304" y="53162"/>
                </a:lnTo>
                <a:lnTo>
                  <a:pt x="16394" y="53162"/>
                </a:lnTo>
              </a:path>
              <a:path w="444207" h="657466">
                <a:moveTo>
                  <a:pt x="16394" y="53162"/>
                </a:moveTo>
                <a:lnTo>
                  <a:pt x="16411" y="53300"/>
                </a:lnTo>
                <a:lnTo>
                  <a:pt x="16433" y="53492"/>
                </a:lnTo>
                <a:lnTo>
                  <a:pt x="16507" y="53825"/>
                </a:lnTo>
                <a:lnTo>
                  <a:pt x="17145" y="53825"/>
                </a:lnTo>
                <a:lnTo>
                  <a:pt x="16814" y="53492"/>
                </a:lnTo>
                <a:lnTo>
                  <a:pt x="16624" y="53300"/>
                </a:lnTo>
                <a:lnTo>
                  <a:pt x="16570" y="53162"/>
                </a:lnTo>
              </a:path>
              <a:path w="444207" h="657466">
                <a:moveTo>
                  <a:pt x="9312" y="53162"/>
                </a:moveTo>
                <a:lnTo>
                  <a:pt x="11684" y="55765"/>
                </a:lnTo>
                <a:lnTo>
                  <a:pt x="14287" y="53162"/>
                </a:lnTo>
              </a:path>
              <a:path w="444207" h="657466">
                <a:moveTo>
                  <a:pt x="17665" y="53301"/>
                </a:moveTo>
                <a:lnTo>
                  <a:pt x="17145" y="53825"/>
                </a:lnTo>
                <a:lnTo>
                  <a:pt x="17776" y="53825"/>
                </a:lnTo>
              </a:path>
              <a:path w="444207" h="657466">
                <a:moveTo>
                  <a:pt x="16507" y="53825"/>
                </a:moveTo>
                <a:lnTo>
                  <a:pt x="16623" y="54343"/>
                </a:lnTo>
                <a:lnTo>
                  <a:pt x="17885" y="54343"/>
                </a:lnTo>
                <a:lnTo>
                  <a:pt x="17776" y="53825"/>
                </a:lnTo>
              </a:path>
              <a:path w="444207" h="657466">
                <a:moveTo>
                  <a:pt x="16623" y="54343"/>
                </a:moveTo>
                <a:lnTo>
                  <a:pt x="16624" y="54349"/>
                </a:lnTo>
                <a:lnTo>
                  <a:pt x="17145" y="54343"/>
                </a:lnTo>
              </a:path>
              <a:path w="444207" h="657466">
                <a:moveTo>
                  <a:pt x="17145" y="54343"/>
                </a:moveTo>
                <a:lnTo>
                  <a:pt x="16624" y="54866"/>
                </a:lnTo>
                <a:lnTo>
                  <a:pt x="16103" y="55390"/>
                </a:lnTo>
                <a:lnTo>
                  <a:pt x="15730" y="55765"/>
                </a:lnTo>
                <a:lnTo>
                  <a:pt x="17364" y="55765"/>
                </a:lnTo>
                <a:lnTo>
                  <a:pt x="18186" y="55765"/>
                </a:lnTo>
                <a:lnTo>
                  <a:pt x="18107" y="55390"/>
                </a:lnTo>
                <a:lnTo>
                  <a:pt x="17996" y="54866"/>
                </a:lnTo>
                <a:lnTo>
                  <a:pt x="17885" y="54343"/>
                </a:lnTo>
              </a:path>
              <a:path w="444207" h="657466">
                <a:moveTo>
                  <a:pt x="15582" y="55765"/>
                </a:moveTo>
                <a:lnTo>
                  <a:pt x="15582" y="55765"/>
                </a:lnTo>
                <a:lnTo>
                  <a:pt x="15730" y="55765"/>
                </a:lnTo>
              </a:path>
              <a:path w="444207" h="657466">
                <a:moveTo>
                  <a:pt x="15582" y="55765"/>
                </a:moveTo>
                <a:lnTo>
                  <a:pt x="15582" y="55914"/>
                </a:lnTo>
                <a:lnTo>
                  <a:pt x="15085" y="56414"/>
                </a:lnTo>
                <a:lnTo>
                  <a:pt x="15030" y="56553"/>
                </a:lnTo>
                <a:lnTo>
                  <a:pt x="15980" y="56553"/>
                </a:lnTo>
                <a:lnTo>
                  <a:pt x="16103" y="56414"/>
                </a:lnTo>
                <a:lnTo>
                  <a:pt x="16103" y="55914"/>
                </a:lnTo>
                <a:lnTo>
                  <a:pt x="16103" y="55765"/>
                </a:lnTo>
                <a:lnTo>
                  <a:pt x="17364" y="55765"/>
                </a:lnTo>
              </a:path>
              <a:path w="444207" h="657466">
                <a:moveTo>
                  <a:pt x="15030" y="56553"/>
                </a:moveTo>
                <a:lnTo>
                  <a:pt x="14666" y="57476"/>
                </a:lnTo>
                <a:lnTo>
                  <a:pt x="15062" y="57476"/>
                </a:lnTo>
                <a:lnTo>
                  <a:pt x="15062" y="56553"/>
                </a:lnTo>
              </a:path>
              <a:path w="444207" h="657466">
                <a:moveTo>
                  <a:pt x="15062" y="56553"/>
                </a:moveTo>
                <a:lnTo>
                  <a:pt x="15062" y="56952"/>
                </a:lnTo>
                <a:lnTo>
                  <a:pt x="15582" y="57073"/>
                </a:lnTo>
                <a:lnTo>
                  <a:pt x="15980" y="56553"/>
                </a:lnTo>
              </a:path>
              <a:path w="444207" h="657466">
                <a:moveTo>
                  <a:pt x="15062" y="57073"/>
                </a:moveTo>
              </a:path>
              <a:path w="444207" h="657466">
                <a:moveTo>
                  <a:pt x="15062" y="57073"/>
                </a:moveTo>
                <a:lnTo>
                  <a:pt x="15062" y="57594"/>
                </a:lnTo>
                <a:lnTo>
                  <a:pt x="15582" y="57594"/>
                </a:lnTo>
                <a:lnTo>
                  <a:pt x="15582" y="57073"/>
                </a:lnTo>
              </a:path>
              <a:path w="444207" h="657466">
                <a:moveTo>
                  <a:pt x="15062" y="57073"/>
                </a:moveTo>
                <a:lnTo>
                  <a:pt x="15062" y="57476"/>
                </a:lnTo>
                <a:lnTo>
                  <a:pt x="15062" y="57476"/>
                </a:lnTo>
              </a:path>
              <a:path w="444207" h="657466">
                <a:moveTo>
                  <a:pt x="14666" y="57476"/>
                </a:moveTo>
                <a:lnTo>
                  <a:pt x="15062" y="57594"/>
                </a:lnTo>
              </a:path>
              <a:path w="444207" h="657466">
                <a:moveTo>
                  <a:pt x="14619" y="57594"/>
                </a:moveTo>
                <a:lnTo>
                  <a:pt x="14464" y="57988"/>
                </a:lnTo>
                <a:lnTo>
                  <a:pt x="15582" y="57988"/>
                </a:lnTo>
                <a:lnTo>
                  <a:pt x="15582" y="57594"/>
                </a:lnTo>
              </a:path>
              <a:path w="444207" h="657466">
                <a:moveTo>
                  <a:pt x="14464" y="57988"/>
                </a:moveTo>
                <a:lnTo>
                  <a:pt x="14406" y="58135"/>
                </a:lnTo>
                <a:lnTo>
                  <a:pt x="15062" y="57988"/>
                </a:lnTo>
              </a:path>
              <a:path w="444207" h="657466">
                <a:moveTo>
                  <a:pt x="15062" y="57988"/>
                </a:moveTo>
                <a:lnTo>
                  <a:pt x="15062" y="58508"/>
                </a:lnTo>
                <a:lnTo>
                  <a:pt x="15062" y="59029"/>
                </a:lnTo>
                <a:lnTo>
                  <a:pt x="15582" y="58508"/>
                </a:lnTo>
                <a:lnTo>
                  <a:pt x="15582" y="57988"/>
                </a:lnTo>
              </a:path>
              <a:path w="444207" h="657466">
                <a:moveTo>
                  <a:pt x="12471" y="552200"/>
                </a:moveTo>
                <a:lnTo>
                  <a:pt x="12322" y="552556"/>
                </a:lnTo>
                <a:lnTo>
                  <a:pt x="12665" y="552589"/>
                </a:lnTo>
              </a:path>
              <a:path w="444207" h="657466">
                <a:moveTo>
                  <a:pt x="12334" y="552589"/>
                </a:moveTo>
                <a:lnTo>
                  <a:pt x="12471" y="552706"/>
                </a:lnTo>
              </a:path>
              <a:path w="444207" h="657466">
                <a:moveTo>
                  <a:pt x="12471" y="552589"/>
                </a:moveTo>
                <a:lnTo>
                  <a:pt x="12723" y="552706"/>
                </a:lnTo>
              </a:path>
              <a:path w="444207" h="657466">
                <a:moveTo>
                  <a:pt x="12375" y="552706"/>
                </a:moveTo>
                <a:lnTo>
                  <a:pt x="12450" y="552917"/>
                </a:lnTo>
                <a:lnTo>
                  <a:pt x="12844" y="554119"/>
                </a:lnTo>
                <a:lnTo>
                  <a:pt x="12495" y="552977"/>
                </a:lnTo>
                <a:lnTo>
                  <a:pt x="12471" y="552706"/>
                </a:lnTo>
              </a:path>
              <a:path w="444207" h="657466">
                <a:moveTo>
                  <a:pt x="12471" y="552706"/>
                </a:moveTo>
                <a:lnTo>
                  <a:pt x="12651" y="553219"/>
                </a:lnTo>
                <a:lnTo>
                  <a:pt x="12769" y="553554"/>
                </a:lnTo>
                <a:lnTo>
                  <a:pt x="12921" y="553988"/>
                </a:lnTo>
                <a:lnTo>
                  <a:pt x="12979" y="554151"/>
                </a:lnTo>
                <a:lnTo>
                  <a:pt x="13006" y="554283"/>
                </a:lnTo>
                <a:lnTo>
                  <a:pt x="13072" y="554443"/>
                </a:lnTo>
                <a:lnTo>
                  <a:pt x="13406" y="555257"/>
                </a:lnTo>
                <a:lnTo>
                  <a:pt x="13500" y="555485"/>
                </a:lnTo>
                <a:lnTo>
                  <a:pt x="13911" y="556488"/>
                </a:lnTo>
                <a:lnTo>
                  <a:pt x="13593" y="555485"/>
                </a:lnTo>
                <a:lnTo>
                  <a:pt x="13500" y="555257"/>
                </a:lnTo>
                <a:lnTo>
                  <a:pt x="13166" y="554443"/>
                </a:lnTo>
                <a:lnTo>
                  <a:pt x="13100" y="554283"/>
                </a:lnTo>
                <a:lnTo>
                  <a:pt x="13046" y="554151"/>
                </a:lnTo>
                <a:lnTo>
                  <a:pt x="12979" y="553988"/>
                </a:lnTo>
                <a:lnTo>
                  <a:pt x="12801" y="553554"/>
                </a:lnTo>
                <a:lnTo>
                  <a:pt x="12979" y="553219"/>
                </a:lnTo>
                <a:lnTo>
                  <a:pt x="12723" y="552706"/>
                </a:lnTo>
              </a:path>
              <a:path w="444207" h="657466">
                <a:moveTo>
                  <a:pt x="9613" y="553885"/>
                </a:moveTo>
                <a:lnTo>
                  <a:pt x="9624" y="554119"/>
                </a:lnTo>
                <a:lnTo>
                  <a:pt x="12844" y="554119"/>
                </a:lnTo>
                <a:lnTo>
                  <a:pt x="12611" y="553885"/>
                </a:lnTo>
              </a:path>
              <a:path w="444207" h="657466">
                <a:moveTo>
                  <a:pt x="9624" y="554119"/>
                </a:moveTo>
                <a:lnTo>
                  <a:pt x="9631" y="554283"/>
                </a:lnTo>
                <a:lnTo>
                  <a:pt x="9693" y="555713"/>
                </a:lnTo>
                <a:lnTo>
                  <a:pt x="9727" y="556488"/>
                </a:lnTo>
                <a:lnTo>
                  <a:pt x="12206" y="556488"/>
                </a:lnTo>
                <a:lnTo>
                  <a:pt x="13500" y="555713"/>
                </a:lnTo>
                <a:lnTo>
                  <a:pt x="13006" y="554283"/>
                </a:lnTo>
                <a:lnTo>
                  <a:pt x="12942" y="554119"/>
                </a:lnTo>
              </a:path>
              <a:path w="444207" h="657466">
                <a:moveTo>
                  <a:pt x="14020" y="554272"/>
                </a:moveTo>
                <a:lnTo>
                  <a:pt x="14020" y="554799"/>
                </a:lnTo>
                <a:lnTo>
                  <a:pt x="14020" y="556488"/>
                </a:lnTo>
                <a:lnTo>
                  <a:pt x="14537" y="556527"/>
                </a:lnTo>
                <a:lnTo>
                  <a:pt x="14541" y="554799"/>
                </a:lnTo>
              </a:path>
              <a:path w="444207" h="657466">
                <a:moveTo>
                  <a:pt x="9727" y="556488"/>
                </a:moveTo>
                <a:lnTo>
                  <a:pt x="10134" y="565861"/>
                </a:lnTo>
                <a:lnTo>
                  <a:pt x="11061" y="567169"/>
                </a:lnTo>
                <a:lnTo>
                  <a:pt x="11429" y="567688"/>
                </a:lnTo>
                <a:lnTo>
                  <a:pt x="11741" y="567690"/>
                </a:lnTo>
                <a:lnTo>
                  <a:pt x="11430" y="567169"/>
                </a:lnTo>
                <a:lnTo>
                  <a:pt x="11461" y="565861"/>
                </a:lnTo>
                <a:lnTo>
                  <a:pt x="11684" y="556488"/>
                </a:lnTo>
              </a:path>
              <a:path w="444207" h="657466">
                <a:moveTo>
                  <a:pt x="11684" y="556488"/>
                </a:moveTo>
                <a:lnTo>
                  <a:pt x="12041" y="557530"/>
                </a:lnTo>
                <a:lnTo>
                  <a:pt x="12398" y="558571"/>
                </a:lnTo>
                <a:lnTo>
                  <a:pt x="12755" y="559612"/>
                </a:lnTo>
                <a:lnTo>
                  <a:pt x="14808" y="559612"/>
                </a:lnTo>
                <a:lnTo>
                  <a:pt x="13766" y="558571"/>
                </a:lnTo>
                <a:lnTo>
                  <a:pt x="12725" y="557530"/>
                </a:lnTo>
                <a:lnTo>
                  <a:pt x="12206" y="556488"/>
                </a:lnTo>
              </a:path>
              <a:path w="444207" h="657466">
                <a:moveTo>
                  <a:pt x="13927" y="556527"/>
                </a:moveTo>
                <a:lnTo>
                  <a:pt x="14020" y="556755"/>
                </a:lnTo>
                <a:lnTo>
                  <a:pt x="14432" y="557530"/>
                </a:lnTo>
                <a:lnTo>
                  <a:pt x="14513" y="556755"/>
                </a:lnTo>
                <a:lnTo>
                  <a:pt x="14537" y="556527"/>
                </a:lnTo>
              </a:path>
              <a:path w="444207" h="657466">
                <a:moveTo>
                  <a:pt x="14641" y="558933"/>
                </a:moveTo>
                <a:lnTo>
                  <a:pt x="14737" y="559324"/>
                </a:lnTo>
                <a:lnTo>
                  <a:pt x="14783" y="559513"/>
                </a:lnTo>
                <a:lnTo>
                  <a:pt x="16041" y="559513"/>
                </a:lnTo>
                <a:lnTo>
                  <a:pt x="15582" y="559324"/>
                </a:lnTo>
              </a:path>
              <a:path w="444207" h="657466">
                <a:moveTo>
                  <a:pt x="16624" y="558952"/>
                </a:moveTo>
                <a:lnTo>
                  <a:pt x="16624" y="559222"/>
                </a:lnTo>
                <a:lnTo>
                  <a:pt x="16894" y="559222"/>
                </a:lnTo>
              </a:path>
              <a:path w="444207" h="657466">
                <a:moveTo>
                  <a:pt x="16585" y="559129"/>
                </a:moveTo>
                <a:lnTo>
                  <a:pt x="16453" y="559222"/>
                </a:lnTo>
                <a:lnTo>
                  <a:pt x="16624" y="559222"/>
                </a:lnTo>
              </a:path>
              <a:path w="444207" h="657466">
                <a:moveTo>
                  <a:pt x="16453" y="559222"/>
                </a:moveTo>
                <a:lnTo>
                  <a:pt x="16041" y="559513"/>
                </a:lnTo>
                <a:lnTo>
                  <a:pt x="16836" y="559513"/>
                </a:lnTo>
                <a:lnTo>
                  <a:pt x="16954" y="559282"/>
                </a:lnTo>
              </a:path>
              <a:path w="444207" h="657466">
                <a:moveTo>
                  <a:pt x="17665" y="559485"/>
                </a:moveTo>
                <a:lnTo>
                  <a:pt x="17665" y="559612"/>
                </a:lnTo>
                <a:lnTo>
                  <a:pt x="17475" y="559803"/>
                </a:lnTo>
                <a:lnTo>
                  <a:pt x="16889" y="559865"/>
                </a:lnTo>
                <a:lnTo>
                  <a:pt x="17873" y="559865"/>
                </a:lnTo>
                <a:lnTo>
                  <a:pt x="17805" y="559612"/>
                </a:lnTo>
              </a:path>
              <a:path w="444207" h="657466">
                <a:moveTo>
                  <a:pt x="14783" y="559513"/>
                </a:moveTo>
                <a:lnTo>
                  <a:pt x="16082" y="559612"/>
                </a:lnTo>
                <a:lnTo>
                  <a:pt x="16785" y="559612"/>
                </a:lnTo>
              </a:path>
              <a:path w="444207" h="657466">
                <a:moveTo>
                  <a:pt x="12755" y="559612"/>
                </a:moveTo>
                <a:lnTo>
                  <a:pt x="12975" y="560252"/>
                </a:lnTo>
                <a:lnTo>
                  <a:pt x="16347" y="560252"/>
                </a:lnTo>
                <a:lnTo>
                  <a:pt x="16082" y="559612"/>
                </a:lnTo>
              </a:path>
              <a:path w="444207" h="657466">
                <a:moveTo>
                  <a:pt x="16624" y="559755"/>
                </a:moveTo>
                <a:lnTo>
                  <a:pt x="16562" y="559865"/>
                </a:lnTo>
                <a:lnTo>
                  <a:pt x="16889" y="559865"/>
                </a:lnTo>
              </a:path>
              <a:path w="444207" h="657466">
                <a:moveTo>
                  <a:pt x="16562" y="559865"/>
                </a:moveTo>
                <a:lnTo>
                  <a:pt x="16491" y="559993"/>
                </a:lnTo>
                <a:lnTo>
                  <a:pt x="17907" y="559993"/>
                </a:lnTo>
                <a:lnTo>
                  <a:pt x="17873" y="559865"/>
                </a:lnTo>
              </a:path>
              <a:path w="444207" h="657466">
                <a:moveTo>
                  <a:pt x="16491" y="559993"/>
                </a:moveTo>
                <a:lnTo>
                  <a:pt x="16392" y="560170"/>
                </a:lnTo>
                <a:lnTo>
                  <a:pt x="17544" y="560252"/>
                </a:lnTo>
                <a:lnTo>
                  <a:pt x="17665" y="559993"/>
                </a:lnTo>
              </a:path>
              <a:path w="444207" h="657466">
                <a:moveTo>
                  <a:pt x="17665" y="559993"/>
                </a:moveTo>
                <a:lnTo>
                  <a:pt x="17995" y="560324"/>
                </a:lnTo>
                <a:lnTo>
                  <a:pt x="17907" y="559993"/>
                </a:lnTo>
              </a:path>
              <a:path w="444207" h="657466">
                <a:moveTo>
                  <a:pt x="12975" y="560252"/>
                </a:moveTo>
                <a:lnTo>
                  <a:pt x="17430" y="560367"/>
                </a:lnTo>
              </a:path>
              <a:path w="444207" h="657466">
                <a:moveTo>
                  <a:pt x="13014" y="560367"/>
                </a:moveTo>
                <a:lnTo>
                  <a:pt x="13204" y="560920"/>
                </a:lnTo>
                <a:lnTo>
                  <a:pt x="13740" y="562483"/>
                </a:lnTo>
                <a:lnTo>
                  <a:pt x="17399" y="573151"/>
                </a:lnTo>
                <a:lnTo>
                  <a:pt x="17907" y="573151"/>
                </a:lnTo>
                <a:lnTo>
                  <a:pt x="17665" y="562483"/>
                </a:lnTo>
                <a:lnTo>
                  <a:pt x="16624" y="560920"/>
                </a:lnTo>
                <a:lnTo>
                  <a:pt x="16624" y="560367"/>
                </a:lnTo>
              </a:path>
              <a:path w="444207" h="657466">
                <a:moveTo>
                  <a:pt x="16624" y="560367"/>
                </a:moveTo>
                <a:lnTo>
                  <a:pt x="17195" y="560605"/>
                </a:lnTo>
                <a:lnTo>
                  <a:pt x="17430" y="560367"/>
                </a:lnTo>
              </a:path>
              <a:path w="444207" h="657466">
                <a:moveTo>
                  <a:pt x="6246" y="563524"/>
                </a:moveTo>
                <a:lnTo>
                  <a:pt x="6273" y="564261"/>
                </a:lnTo>
                <a:lnTo>
                  <a:pt x="6355" y="564458"/>
                </a:lnTo>
                <a:lnTo>
                  <a:pt x="6426" y="564629"/>
                </a:lnTo>
                <a:lnTo>
                  <a:pt x="6946" y="565670"/>
                </a:lnTo>
                <a:lnTo>
                  <a:pt x="6615" y="565861"/>
                </a:lnTo>
                <a:lnTo>
                  <a:pt x="7264" y="565861"/>
                </a:lnTo>
                <a:lnTo>
                  <a:pt x="7264" y="565701"/>
                </a:lnTo>
                <a:lnTo>
                  <a:pt x="6820" y="564629"/>
                </a:lnTo>
                <a:lnTo>
                  <a:pt x="6749" y="564458"/>
                </a:lnTo>
                <a:lnTo>
                  <a:pt x="6858" y="564261"/>
                </a:lnTo>
                <a:lnTo>
                  <a:pt x="7264" y="563524"/>
                </a:lnTo>
              </a:path>
              <a:path w="444207" h="657466">
                <a:moveTo>
                  <a:pt x="7264" y="563524"/>
                </a:moveTo>
                <a:lnTo>
                  <a:pt x="8305" y="564565"/>
                </a:lnTo>
                <a:lnTo>
                  <a:pt x="9234" y="565488"/>
                </a:lnTo>
                <a:lnTo>
                  <a:pt x="8314" y="564565"/>
                </a:lnTo>
                <a:lnTo>
                  <a:pt x="7274" y="563524"/>
                </a:lnTo>
              </a:path>
              <a:path w="444207" h="657466">
                <a:moveTo>
                  <a:pt x="6615" y="565861"/>
                </a:moveTo>
                <a:lnTo>
                  <a:pt x="7255" y="566512"/>
                </a:lnTo>
                <a:lnTo>
                  <a:pt x="7137" y="565861"/>
                </a:lnTo>
              </a:path>
              <a:path w="444207" h="657466">
                <a:moveTo>
                  <a:pt x="7137" y="565861"/>
                </a:moveTo>
                <a:lnTo>
                  <a:pt x="7264" y="565988"/>
                </a:lnTo>
                <a:lnTo>
                  <a:pt x="7399" y="566191"/>
                </a:lnTo>
                <a:lnTo>
                  <a:pt x="7342" y="565988"/>
                </a:lnTo>
              </a:path>
              <a:path w="444207" h="657466">
                <a:moveTo>
                  <a:pt x="9601" y="565861"/>
                </a:moveTo>
                <a:lnTo>
                  <a:pt x="8305" y="565861"/>
                </a:lnTo>
                <a:lnTo>
                  <a:pt x="7467" y="566191"/>
                </a:lnTo>
                <a:lnTo>
                  <a:pt x="9931" y="566191"/>
                </a:lnTo>
                <a:lnTo>
                  <a:pt x="9601" y="565861"/>
                </a:lnTo>
              </a:path>
              <a:path w="444207" h="657466">
                <a:moveTo>
                  <a:pt x="7399" y="566191"/>
                </a:moveTo>
                <a:lnTo>
                  <a:pt x="8305" y="567556"/>
                </a:lnTo>
                <a:lnTo>
                  <a:pt x="8438" y="567690"/>
                </a:lnTo>
                <a:lnTo>
                  <a:pt x="11430" y="567690"/>
                </a:lnTo>
                <a:lnTo>
                  <a:pt x="11296" y="567556"/>
                </a:lnTo>
                <a:lnTo>
                  <a:pt x="9931" y="566191"/>
                </a:lnTo>
              </a:path>
              <a:path w="444207" h="657466">
                <a:moveTo>
                  <a:pt x="8438" y="567690"/>
                </a:moveTo>
                <a:lnTo>
                  <a:pt x="9210" y="568464"/>
                </a:lnTo>
                <a:lnTo>
                  <a:pt x="12204" y="568464"/>
                </a:lnTo>
                <a:lnTo>
                  <a:pt x="11741" y="567690"/>
                </a:lnTo>
              </a:path>
              <a:path w="444207" h="657466">
                <a:moveTo>
                  <a:pt x="14287" y="570547"/>
                </a:moveTo>
                <a:lnTo>
                  <a:pt x="12815" y="570547"/>
                </a:lnTo>
                <a:lnTo>
                  <a:pt x="12852" y="571588"/>
                </a:lnTo>
                <a:lnTo>
                  <a:pt x="13703" y="571919"/>
                </a:lnTo>
                <a:lnTo>
                  <a:pt x="16667" y="573151"/>
                </a:lnTo>
                <a:lnTo>
                  <a:pt x="17399" y="573151"/>
                </a:lnTo>
                <a:lnTo>
                  <a:pt x="15926" y="571919"/>
                </a:lnTo>
                <a:lnTo>
                  <a:pt x="15532" y="571588"/>
                </a:lnTo>
                <a:lnTo>
                  <a:pt x="14287" y="570547"/>
                </a:lnTo>
              </a:path>
              <a:path w="444207" h="657466">
                <a:moveTo>
                  <a:pt x="16572" y="573151"/>
                </a:moveTo>
                <a:lnTo>
                  <a:pt x="16294" y="573481"/>
                </a:lnTo>
                <a:lnTo>
                  <a:pt x="15963" y="573671"/>
                </a:lnTo>
                <a:lnTo>
                  <a:pt x="17919" y="573671"/>
                </a:lnTo>
                <a:lnTo>
                  <a:pt x="17915" y="573481"/>
                </a:lnTo>
                <a:lnTo>
                  <a:pt x="17907" y="573151"/>
                </a:lnTo>
              </a:path>
              <a:path w="444207" h="657466">
                <a:moveTo>
                  <a:pt x="15963" y="573671"/>
                </a:moveTo>
                <a:lnTo>
                  <a:pt x="15963" y="574192"/>
                </a:lnTo>
                <a:lnTo>
                  <a:pt x="16484" y="574192"/>
                </a:lnTo>
                <a:lnTo>
                  <a:pt x="16484" y="573671"/>
                </a:lnTo>
              </a:path>
              <a:path w="444207" h="657466">
                <a:moveTo>
                  <a:pt x="16484" y="573671"/>
                </a:moveTo>
                <a:lnTo>
                  <a:pt x="17919" y="573671"/>
                </a:lnTo>
                <a:lnTo>
                  <a:pt x="17919" y="573671"/>
                </a:lnTo>
              </a:path>
              <a:path w="444207" h="657466">
                <a:moveTo>
                  <a:pt x="17645" y="561695"/>
                </a:moveTo>
                <a:lnTo>
                  <a:pt x="17665" y="561496"/>
                </a:lnTo>
                <a:lnTo>
                  <a:pt x="17399" y="561695"/>
                </a:lnTo>
                <a:lnTo>
                  <a:pt x="17665" y="561962"/>
                </a:lnTo>
                <a:lnTo>
                  <a:pt x="17645" y="561695"/>
                </a:lnTo>
                <a:close/>
              </a:path>
              <a:path w="444207" h="657466">
                <a:moveTo>
                  <a:pt x="18186" y="50711"/>
                </a:moveTo>
                <a:lnTo>
                  <a:pt x="18186" y="50437"/>
                </a:lnTo>
                <a:lnTo>
                  <a:pt x="18344" y="50050"/>
                </a:lnTo>
                <a:lnTo>
                  <a:pt x="18373" y="49001"/>
                </a:lnTo>
                <a:lnTo>
                  <a:pt x="17665" y="49784"/>
                </a:lnTo>
                <a:lnTo>
                  <a:pt x="17665" y="50050"/>
                </a:lnTo>
                <a:lnTo>
                  <a:pt x="17860" y="50050"/>
                </a:lnTo>
                <a:lnTo>
                  <a:pt x="18186" y="49263"/>
                </a:lnTo>
                <a:lnTo>
                  <a:pt x="18186" y="50050"/>
                </a:lnTo>
                <a:lnTo>
                  <a:pt x="17995" y="50901"/>
                </a:lnTo>
                <a:lnTo>
                  <a:pt x="18186" y="50711"/>
                </a:lnTo>
                <a:close/>
              </a:path>
              <a:path w="444207" h="657466">
                <a:moveTo>
                  <a:pt x="26111" y="565861"/>
                </a:moveTo>
                <a:lnTo>
                  <a:pt x="27152" y="565861"/>
                </a:lnTo>
                <a:lnTo>
                  <a:pt x="26631" y="565340"/>
                </a:lnTo>
                <a:lnTo>
                  <a:pt x="25590" y="565340"/>
                </a:lnTo>
                <a:lnTo>
                  <a:pt x="25260" y="565531"/>
                </a:lnTo>
                <a:lnTo>
                  <a:pt x="25070" y="565340"/>
                </a:lnTo>
                <a:lnTo>
                  <a:pt x="24231" y="565010"/>
                </a:lnTo>
                <a:lnTo>
                  <a:pt x="24041" y="564819"/>
                </a:lnTo>
                <a:lnTo>
                  <a:pt x="24035" y="564299"/>
                </a:lnTo>
                <a:lnTo>
                  <a:pt x="23380" y="563640"/>
                </a:lnTo>
                <a:lnTo>
                  <a:pt x="22999" y="563257"/>
                </a:lnTo>
                <a:lnTo>
                  <a:pt x="23380" y="561174"/>
                </a:lnTo>
                <a:lnTo>
                  <a:pt x="20256" y="561174"/>
                </a:lnTo>
                <a:lnTo>
                  <a:pt x="20396" y="561695"/>
                </a:lnTo>
                <a:lnTo>
                  <a:pt x="20916" y="562216"/>
                </a:lnTo>
                <a:lnTo>
                  <a:pt x="21107" y="562927"/>
                </a:lnTo>
                <a:lnTo>
                  <a:pt x="20256" y="562573"/>
                </a:lnTo>
                <a:lnTo>
                  <a:pt x="19396" y="562216"/>
                </a:lnTo>
                <a:lnTo>
                  <a:pt x="19215" y="562140"/>
                </a:lnTo>
                <a:lnTo>
                  <a:pt x="19015" y="562058"/>
                </a:lnTo>
                <a:lnTo>
                  <a:pt x="19215" y="561695"/>
                </a:lnTo>
                <a:lnTo>
                  <a:pt x="18866" y="561695"/>
                </a:lnTo>
                <a:lnTo>
                  <a:pt x="18273" y="561749"/>
                </a:lnTo>
                <a:lnTo>
                  <a:pt x="18186" y="561174"/>
                </a:lnTo>
                <a:lnTo>
                  <a:pt x="18566" y="561174"/>
                </a:lnTo>
                <a:lnTo>
                  <a:pt x="18516" y="560844"/>
                </a:lnTo>
                <a:lnTo>
                  <a:pt x="18186" y="559995"/>
                </a:lnTo>
                <a:lnTo>
                  <a:pt x="18186" y="561017"/>
                </a:lnTo>
                <a:lnTo>
                  <a:pt x="18037" y="561174"/>
                </a:lnTo>
                <a:lnTo>
                  <a:pt x="17665" y="561174"/>
                </a:lnTo>
                <a:lnTo>
                  <a:pt x="17665" y="561496"/>
                </a:lnTo>
                <a:lnTo>
                  <a:pt x="17645" y="561695"/>
                </a:lnTo>
                <a:lnTo>
                  <a:pt x="17665" y="561962"/>
                </a:lnTo>
                <a:lnTo>
                  <a:pt x="17820" y="562117"/>
                </a:lnTo>
                <a:lnTo>
                  <a:pt x="17665" y="561743"/>
                </a:lnTo>
                <a:lnTo>
                  <a:pt x="18143" y="561695"/>
                </a:lnTo>
                <a:lnTo>
                  <a:pt x="18186" y="562484"/>
                </a:lnTo>
                <a:lnTo>
                  <a:pt x="18846" y="563146"/>
                </a:lnTo>
                <a:lnTo>
                  <a:pt x="18440" y="562216"/>
                </a:lnTo>
                <a:lnTo>
                  <a:pt x="19215" y="562216"/>
                </a:lnTo>
                <a:lnTo>
                  <a:pt x="20256" y="562968"/>
                </a:lnTo>
                <a:lnTo>
                  <a:pt x="20953" y="563257"/>
                </a:lnTo>
                <a:lnTo>
                  <a:pt x="21958" y="563257"/>
                </a:lnTo>
                <a:lnTo>
                  <a:pt x="21437" y="562216"/>
                </a:lnTo>
                <a:lnTo>
                  <a:pt x="22478" y="563257"/>
                </a:lnTo>
                <a:lnTo>
                  <a:pt x="23380" y="564159"/>
                </a:lnTo>
                <a:lnTo>
                  <a:pt x="23520" y="564299"/>
                </a:lnTo>
                <a:lnTo>
                  <a:pt x="23710" y="564489"/>
                </a:lnTo>
                <a:lnTo>
                  <a:pt x="23771" y="564819"/>
                </a:lnTo>
                <a:lnTo>
                  <a:pt x="24069" y="565340"/>
                </a:lnTo>
                <a:lnTo>
                  <a:pt x="25322" y="565861"/>
                </a:lnTo>
                <a:lnTo>
                  <a:pt x="25590" y="565861"/>
                </a:lnTo>
                <a:lnTo>
                  <a:pt x="25781" y="566051"/>
                </a:lnTo>
                <a:lnTo>
                  <a:pt x="26111" y="565861"/>
                </a:lnTo>
                <a:close/>
              </a:path>
              <a:path w="444207" h="657466">
                <a:moveTo>
                  <a:pt x="22606" y="564819"/>
                </a:moveTo>
                <a:lnTo>
                  <a:pt x="21564" y="564299"/>
                </a:lnTo>
                <a:lnTo>
                  <a:pt x="20256" y="563363"/>
                </a:lnTo>
                <a:lnTo>
                  <a:pt x="20002" y="563257"/>
                </a:lnTo>
                <a:lnTo>
                  <a:pt x="19215" y="562537"/>
                </a:lnTo>
                <a:lnTo>
                  <a:pt x="18470" y="562228"/>
                </a:lnTo>
                <a:lnTo>
                  <a:pt x="18846" y="563146"/>
                </a:lnTo>
                <a:lnTo>
                  <a:pt x="19215" y="563515"/>
                </a:lnTo>
                <a:lnTo>
                  <a:pt x="19896" y="564198"/>
                </a:lnTo>
                <a:lnTo>
                  <a:pt x="20256" y="564559"/>
                </a:lnTo>
                <a:lnTo>
                  <a:pt x="23380" y="567690"/>
                </a:lnTo>
                <a:lnTo>
                  <a:pt x="22606" y="564819"/>
                </a:lnTo>
                <a:close/>
              </a:path>
              <a:path w="444207" h="657466">
                <a:moveTo>
                  <a:pt x="18516" y="50380"/>
                </a:moveTo>
                <a:lnTo>
                  <a:pt x="18694" y="50050"/>
                </a:lnTo>
                <a:lnTo>
                  <a:pt x="18694" y="48868"/>
                </a:lnTo>
                <a:lnTo>
                  <a:pt x="18373" y="49001"/>
                </a:lnTo>
                <a:lnTo>
                  <a:pt x="18344" y="50050"/>
                </a:lnTo>
                <a:lnTo>
                  <a:pt x="18186" y="50437"/>
                </a:lnTo>
                <a:lnTo>
                  <a:pt x="18516" y="50380"/>
                </a:lnTo>
                <a:close/>
              </a:path>
              <a:path w="444207" h="657466">
                <a:moveTo>
                  <a:pt x="19618" y="576275"/>
                </a:moveTo>
                <a:lnTo>
                  <a:pt x="19089" y="575233"/>
                </a:lnTo>
                <a:lnTo>
                  <a:pt x="18897" y="575043"/>
                </a:lnTo>
                <a:lnTo>
                  <a:pt x="17856" y="574522"/>
                </a:lnTo>
                <a:lnTo>
                  <a:pt x="17005" y="574192"/>
                </a:lnTo>
                <a:lnTo>
                  <a:pt x="16484" y="574192"/>
                </a:lnTo>
                <a:lnTo>
                  <a:pt x="17526" y="575233"/>
                </a:lnTo>
                <a:lnTo>
                  <a:pt x="18046" y="575233"/>
                </a:lnTo>
                <a:lnTo>
                  <a:pt x="19088" y="576275"/>
                </a:lnTo>
                <a:lnTo>
                  <a:pt x="19618" y="576275"/>
                </a:lnTo>
                <a:close/>
              </a:path>
              <a:path w="444207" h="657466">
                <a:moveTo>
                  <a:pt x="18224" y="34467"/>
                </a:moveTo>
                <a:lnTo>
                  <a:pt x="19572" y="33908"/>
                </a:lnTo>
                <a:lnTo>
                  <a:pt x="18897" y="33578"/>
                </a:lnTo>
                <a:lnTo>
                  <a:pt x="19088" y="33388"/>
                </a:lnTo>
                <a:lnTo>
                  <a:pt x="19608" y="32867"/>
                </a:lnTo>
                <a:lnTo>
                  <a:pt x="20128" y="32867"/>
                </a:lnTo>
                <a:lnTo>
                  <a:pt x="20650" y="31826"/>
                </a:lnTo>
                <a:lnTo>
                  <a:pt x="19088" y="32867"/>
                </a:lnTo>
                <a:lnTo>
                  <a:pt x="18567" y="33388"/>
                </a:lnTo>
                <a:lnTo>
                  <a:pt x="16624" y="33388"/>
                </a:lnTo>
                <a:lnTo>
                  <a:pt x="17526" y="33909"/>
                </a:lnTo>
                <a:lnTo>
                  <a:pt x="18046" y="33909"/>
                </a:lnTo>
                <a:lnTo>
                  <a:pt x="18376" y="34099"/>
                </a:lnTo>
                <a:lnTo>
                  <a:pt x="17856" y="34620"/>
                </a:lnTo>
                <a:lnTo>
                  <a:pt x="18224" y="34467"/>
                </a:lnTo>
                <a:close/>
              </a:path>
              <a:path w="444207" h="657466">
                <a:moveTo>
                  <a:pt x="19355" y="33388"/>
                </a:moveTo>
                <a:lnTo>
                  <a:pt x="19939" y="33058"/>
                </a:lnTo>
                <a:lnTo>
                  <a:pt x="19608" y="32867"/>
                </a:lnTo>
                <a:lnTo>
                  <a:pt x="19088" y="33388"/>
                </a:lnTo>
                <a:lnTo>
                  <a:pt x="18897" y="33578"/>
                </a:lnTo>
                <a:lnTo>
                  <a:pt x="19572" y="33908"/>
                </a:lnTo>
                <a:lnTo>
                  <a:pt x="19355" y="33388"/>
                </a:lnTo>
                <a:close/>
              </a:path>
              <a:path w="444207" h="657466">
                <a:moveTo>
                  <a:pt x="20066" y="561886"/>
                </a:moveTo>
                <a:lnTo>
                  <a:pt x="19876" y="561695"/>
                </a:lnTo>
                <a:lnTo>
                  <a:pt x="19215" y="561695"/>
                </a:lnTo>
                <a:lnTo>
                  <a:pt x="19015" y="562058"/>
                </a:lnTo>
                <a:lnTo>
                  <a:pt x="19215" y="562140"/>
                </a:lnTo>
                <a:lnTo>
                  <a:pt x="19396" y="562216"/>
                </a:lnTo>
                <a:lnTo>
                  <a:pt x="20256" y="562216"/>
                </a:lnTo>
                <a:lnTo>
                  <a:pt x="20066" y="561886"/>
                </a:lnTo>
                <a:close/>
              </a:path>
              <a:path w="444207" h="657466">
                <a:moveTo>
                  <a:pt x="19215" y="561174"/>
                </a:moveTo>
                <a:lnTo>
                  <a:pt x="18838" y="561174"/>
                </a:lnTo>
                <a:lnTo>
                  <a:pt x="18652" y="561174"/>
                </a:lnTo>
                <a:lnTo>
                  <a:pt x="19024" y="561365"/>
                </a:lnTo>
                <a:lnTo>
                  <a:pt x="19215" y="561174"/>
                </a:lnTo>
                <a:close/>
              </a:path>
              <a:path w="444207" h="657466">
                <a:moveTo>
                  <a:pt x="19215" y="50190"/>
                </a:moveTo>
                <a:lnTo>
                  <a:pt x="18838" y="50050"/>
                </a:lnTo>
                <a:lnTo>
                  <a:pt x="18694" y="50198"/>
                </a:lnTo>
                <a:lnTo>
                  <a:pt x="18694" y="50711"/>
                </a:lnTo>
                <a:lnTo>
                  <a:pt x="19215" y="50190"/>
                </a:lnTo>
                <a:close/>
              </a:path>
              <a:path w="444207" h="657466">
                <a:moveTo>
                  <a:pt x="29997" y="28181"/>
                </a:moveTo>
                <a:lnTo>
                  <a:pt x="29349" y="28702"/>
                </a:lnTo>
                <a:lnTo>
                  <a:pt x="30176" y="28702"/>
                </a:lnTo>
                <a:lnTo>
                  <a:pt x="31432" y="28181"/>
                </a:lnTo>
              </a:path>
              <a:path w="444207" h="657466">
                <a:moveTo>
                  <a:pt x="28435" y="28701"/>
                </a:moveTo>
                <a:lnTo>
                  <a:pt x="28435" y="28702"/>
                </a:lnTo>
                <a:lnTo>
                  <a:pt x="29349" y="28702"/>
                </a:lnTo>
              </a:path>
              <a:path w="444207" h="657466">
                <a:moveTo>
                  <a:pt x="29349" y="28702"/>
                </a:moveTo>
              </a:path>
              <a:path w="444207" h="657466">
                <a:moveTo>
                  <a:pt x="29476" y="28702"/>
                </a:moveTo>
                <a:lnTo>
                  <a:pt x="29870" y="28702"/>
                </a:lnTo>
                <a:lnTo>
                  <a:pt x="29196" y="28982"/>
                </a:lnTo>
                <a:lnTo>
                  <a:pt x="28679" y="29196"/>
                </a:lnTo>
                <a:lnTo>
                  <a:pt x="27414" y="29722"/>
                </a:lnTo>
                <a:lnTo>
                  <a:pt x="26955" y="29933"/>
                </a:lnTo>
                <a:lnTo>
                  <a:pt x="26238" y="30264"/>
                </a:lnTo>
                <a:lnTo>
                  <a:pt x="25530" y="39382"/>
                </a:lnTo>
                <a:lnTo>
                  <a:pt x="25450" y="40411"/>
                </a:lnTo>
                <a:lnTo>
                  <a:pt x="25074" y="41328"/>
                </a:lnTo>
                <a:lnTo>
                  <a:pt x="24765" y="42439"/>
                </a:lnTo>
                <a:lnTo>
                  <a:pt x="24676" y="42760"/>
                </a:lnTo>
                <a:lnTo>
                  <a:pt x="24404" y="42962"/>
                </a:lnTo>
                <a:lnTo>
                  <a:pt x="24273" y="43281"/>
                </a:lnTo>
                <a:lnTo>
                  <a:pt x="24058" y="43801"/>
                </a:lnTo>
                <a:lnTo>
                  <a:pt x="23923" y="44132"/>
                </a:lnTo>
                <a:lnTo>
                  <a:pt x="23862" y="44284"/>
                </a:lnTo>
                <a:lnTo>
                  <a:pt x="23710" y="44653"/>
                </a:lnTo>
                <a:lnTo>
                  <a:pt x="22534" y="44830"/>
                </a:lnTo>
                <a:lnTo>
                  <a:pt x="24041" y="44831"/>
                </a:lnTo>
                <a:lnTo>
                  <a:pt x="24089" y="44653"/>
                </a:lnTo>
                <a:lnTo>
                  <a:pt x="24190" y="44284"/>
                </a:lnTo>
                <a:lnTo>
                  <a:pt x="24231" y="44132"/>
                </a:lnTo>
                <a:lnTo>
                  <a:pt x="24059" y="43802"/>
                </a:lnTo>
                <a:lnTo>
                  <a:pt x="25319" y="43281"/>
                </a:lnTo>
                <a:lnTo>
                  <a:pt x="25057" y="42962"/>
                </a:lnTo>
                <a:lnTo>
                  <a:pt x="24891" y="42760"/>
                </a:lnTo>
                <a:lnTo>
                  <a:pt x="25450" y="42439"/>
                </a:lnTo>
                <a:lnTo>
                  <a:pt x="25450" y="41328"/>
                </a:lnTo>
                <a:lnTo>
                  <a:pt x="25450" y="40432"/>
                </a:lnTo>
                <a:lnTo>
                  <a:pt x="26492" y="39382"/>
                </a:lnTo>
                <a:lnTo>
                  <a:pt x="27178" y="30264"/>
                </a:lnTo>
                <a:lnTo>
                  <a:pt x="27203" y="29933"/>
                </a:lnTo>
                <a:lnTo>
                  <a:pt x="27712" y="29722"/>
                </a:lnTo>
                <a:lnTo>
                  <a:pt x="28981" y="29196"/>
                </a:lnTo>
                <a:lnTo>
                  <a:pt x="29500" y="28982"/>
                </a:lnTo>
                <a:lnTo>
                  <a:pt x="30176" y="28702"/>
                </a:lnTo>
              </a:path>
              <a:path w="444207" h="657466">
                <a:moveTo>
                  <a:pt x="28435" y="28702"/>
                </a:moveTo>
                <a:lnTo>
                  <a:pt x="28155" y="28982"/>
                </a:lnTo>
                <a:lnTo>
                  <a:pt x="27914" y="29222"/>
                </a:lnTo>
                <a:lnTo>
                  <a:pt x="27445" y="29510"/>
                </a:lnTo>
                <a:lnTo>
                  <a:pt x="27064" y="29743"/>
                </a:lnTo>
                <a:lnTo>
                  <a:pt x="26023" y="30264"/>
                </a:lnTo>
                <a:lnTo>
                  <a:pt x="25717" y="30390"/>
                </a:lnTo>
                <a:lnTo>
                  <a:pt x="26112" y="30264"/>
                </a:lnTo>
                <a:lnTo>
                  <a:pt x="27279" y="29743"/>
                </a:lnTo>
                <a:lnTo>
                  <a:pt x="27626" y="29510"/>
                </a:lnTo>
                <a:lnTo>
                  <a:pt x="28320" y="29222"/>
                </a:lnTo>
                <a:lnTo>
                  <a:pt x="29196" y="28982"/>
                </a:lnTo>
                <a:lnTo>
                  <a:pt x="29476" y="28702"/>
                </a:lnTo>
              </a:path>
              <a:path w="444207" h="657466">
                <a:moveTo>
                  <a:pt x="26238" y="30264"/>
                </a:moveTo>
                <a:lnTo>
                  <a:pt x="25654" y="30454"/>
                </a:lnTo>
                <a:lnTo>
                  <a:pt x="26223" y="30454"/>
                </a:lnTo>
              </a:path>
              <a:path w="444207" h="657466">
                <a:moveTo>
                  <a:pt x="25598" y="30454"/>
                </a:moveTo>
                <a:lnTo>
                  <a:pt x="24981" y="30784"/>
                </a:lnTo>
                <a:lnTo>
                  <a:pt x="25196" y="30784"/>
                </a:lnTo>
                <a:lnTo>
                  <a:pt x="24155" y="31305"/>
                </a:lnTo>
                <a:lnTo>
                  <a:pt x="25441" y="40432"/>
                </a:lnTo>
                <a:lnTo>
                  <a:pt x="26156" y="31305"/>
                </a:lnTo>
                <a:lnTo>
                  <a:pt x="26197" y="30784"/>
                </a:lnTo>
                <a:lnTo>
                  <a:pt x="26223" y="30454"/>
                </a:lnTo>
              </a:path>
              <a:path w="444207" h="657466">
                <a:moveTo>
                  <a:pt x="22339" y="43535"/>
                </a:moveTo>
                <a:lnTo>
                  <a:pt x="21363" y="44511"/>
                </a:lnTo>
                <a:lnTo>
                  <a:pt x="21297" y="44711"/>
                </a:lnTo>
                <a:lnTo>
                  <a:pt x="22461" y="44711"/>
                </a:lnTo>
                <a:lnTo>
                  <a:pt x="22379" y="44577"/>
                </a:lnTo>
              </a:path>
              <a:path w="444207" h="657466">
                <a:moveTo>
                  <a:pt x="21297" y="44711"/>
                </a:moveTo>
                <a:lnTo>
                  <a:pt x="21297" y="45192"/>
                </a:lnTo>
                <a:lnTo>
                  <a:pt x="21297" y="45351"/>
                </a:lnTo>
                <a:lnTo>
                  <a:pt x="21588" y="45351"/>
                </a:lnTo>
                <a:lnTo>
                  <a:pt x="21654" y="45192"/>
                </a:lnTo>
                <a:lnTo>
                  <a:pt x="21564" y="44831"/>
                </a:lnTo>
                <a:lnTo>
                  <a:pt x="21853" y="44711"/>
                </a:lnTo>
              </a:path>
              <a:path w="444207" h="657466">
                <a:moveTo>
                  <a:pt x="21853" y="44711"/>
                </a:moveTo>
                <a:lnTo>
                  <a:pt x="22339" y="44831"/>
                </a:lnTo>
                <a:lnTo>
                  <a:pt x="22533" y="44831"/>
                </a:lnTo>
              </a:path>
              <a:path w="444207" h="657466">
                <a:moveTo>
                  <a:pt x="22339" y="44831"/>
                </a:moveTo>
                <a:lnTo>
                  <a:pt x="22339" y="45173"/>
                </a:lnTo>
                <a:lnTo>
                  <a:pt x="22339" y="45351"/>
                </a:lnTo>
                <a:lnTo>
                  <a:pt x="21588" y="45351"/>
                </a:lnTo>
                <a:lnTo>
                  <a:pt x="23012" y="45351"/>
                </a:lnTo>
                <a:lnTo>
                  <a:pt x="23190" y="45173"/>
                </a:lnTo>
                <a:lnTo>
                  <a:pt x="24041" y="44831"/>
                </a:lnTo>
              </a:path>
              <a:path w="444207" h="657466">
                <a:moveTo>
                  <a:pt x="21297" y="45351"/>
                </a:moveTo>
                <a:lnTo>
                  <a:pt x="23012" y="45351"/>
                </a:lnTo>
              </a:path>
              <a:path w="444207" h="657466">
                <a:moveTo>
                  <a:pt x="21297" y="45351"/>
                </a:moveTo>
                <a:lnTo>
                  <a:pt x="21297" y="45523"/>
                </a:lnTo>
                <a:lnTo>
                  <a:pt x="21297" y="45872"/>
                </a:lnTo>
                <a:lnTo>
                  <a:pt x="22339" y="45872"/>
                </a:lnTo>
                <a:lnTo>
                  <a:pt x="22339" y="45523"/>
                </a:lnTo>
                <a:lnTo>
                  <a:pt x="22757" y="45351"/>
                </a:lnTo>
              </a:path>
              <a:path w="444207" h="657466">
                <a:moveTo>
                  <a:pt x="22757" y="45351"/>
                </a:moveTo>
                <a:lnTo>
                  <a:pt x="22669" y="45694"/>
                </a:lnTo>
                <a:lnTo>
                  <a:pt x="22491" y="45872"/>
                </a:lnTo>
                <a:lnTo>
                  <a:pt x="22339" y="46024"/>
                </a:lnTo>
                <a:lnTo>
                  <a:pt x="22339" y="46913"/>
                </a:lnTo>
                <a:lnTo>
                  <a:pt x="25450" y="46913"/>
                </a:lnTo>
                <a:lnTo>
                  <a:pt x="25450" y="46024"/>
                </a:lnTo>
                <a:lnTo>
                  <a:pt x="25450" y="45872"/>
                </a:lnTo>
                <a:lnTo>
                  <a:pt x="24618" y="45694"/>
                </a:lnTo>
                <a:lnTo>
                  <a:pt x="23012" y="45351"/>
                </a:lnTo>
              </a:path>
              <a:path w="444207" h="657466">
                <a:moveTo>
                  <a:pt x="21297" y="45872"/>
                </a:moveTo>
                <a:lnTo>
                  <a:pt x="21259" y="46056"/>
                </a:lnTo>
                <a:lnTo>
                  <a:pt x="20943" y="46913"/>
                </a:lnTo>
                <a:lnTo>
                  <a:pt x="21016" y="47066"/>
                </a:lnTo>
                <a:lnTo>
                  <a:pt x="21107" y="47256"/>
                </a:lnTo>
                <a:lnTo>
                  <a:pt x="21297" y="47574"/>
                </a:lnTo>
                <a:lnTo>
                  <a:pt x="19735" y="49144"/>
                </a:lnTo>
                <a:lnTo>
                  <a:pt x="19215" y="49668"/>
                </a:lnTo>
                <a:lnTo>
                  <a:pt x="19024" y="49860"/>
                </a:lnTo>
                <a:lnTo>
                  <a:pt x="19215" y="50050"/>
                </a:lnTo>
                <a:lnTo>
                  <a:pt x="22339" y="50050"/>
                </a:lnTo>
                <a:lnTo>
                  <a:pt x="22272" y="49860"/>
                </a:lnTo>
                <a:lnTo>
                  <a:pt x="22205" y="49668"/>
                </a:lnTo>
                <a:lnTo>
                  <a:pt x="22023" y="49144"/>
                </a:lnTo>
                <a:lnTo>
                  <a:pt x="21475" y="47574"/>
                </a:lnTo>
                <a:lnTo>
                  <a:pt x="21364" y="47256"/>
                </a:lnTo>
                <a:lnTo>
                  <a:pt x="21297" y="47066"/>
                </a:lnTo>
                <a:lnTo>
                  <a:pt x="21297" y="46913"/>
                </a:lnTo>
                <a:lnTo>
                  <a:pt x="21297" y="46056"/>
                </a:lnTo>
                <a:lnTo>
                  <a:pt x="21492" y="45872"/>
                </a:lnTo>
              </a:path>
              <a:path w="444207" h="657466">
                <a:moveTo>
                  <a:pt x="21492" y="45872"/>
                </a:moveTo>
                <a:lnTo>
                  <a:pt x="21546" y="46215"/>
                </a:lnTo>
                <a:lnTo>
                  <a:pt x="21628" y="46736"/>
                </a:lnTo>
                <a:lnTo>
                  <a:pt x="22148" y="46215"/>
                </a:lnTo>
                <a:lnTo>
                  <a:pt x="22339" y="45872"/>
                </a:lnTo>
              </a:path>
              <a:path w="444207" h="657466">
                <a:moveTo>
                  <a:pt x="20523" y="575233"/>
                </a:moveTo>
                <a:lnTo>
                  <a:pt x="19215" y="564045"/>
                </a:lnTo>
                <a:lnTo>
                  <a:pt x="18961" y="574192"/>
                </a:lnTo>
                <a:lnTo>
                  <a:pt x="18186" y="563003"/>
                </a:lnTo>
                <a:lnTo>
                  <a:pt x="17919" y="573671"/>
                </a:lnTo>
                <a:lnTo>
                  <a:pt x="16484" y="573671"/>
                </a:lnTo>
                <a:lnTo>
                  <a:pt x="16814" y="574001"/>
                </a:lnTo>
                <a:lnTo>
                  <a:pt x="18010" y="574192"/>
                </a:lnTo>
                <a:lnTo>
                  <a:pt x="19572" y="575233"/>
                </a:lnTo>
                <a:lnTo>
                  <a:pt x="19359" y="575233"/>
                </a:lnTo>
                <a:lnTo>
                  <a:pt x="20136" y="576275"/>
                </a:lnTo>
                <a:lnTo>
                  <a:pt x="20650" y="576275"/>
                </a:lnTo>
                <a:lnTo>
                  <a:pt x="19939" y="575564"/>
                </a:lnTo>
                <a:lnTo>
                  <a:pt x="21662" y="576275"/>
                </a:lnTo>
                <a:lnTo>
                  <a:pt x="22085" y="576275"/>
                </a:lnTo>
                <a:lnTo>
                  <a:pt x="20523" y="575233"/>
                </a:lnTo>
                <a:close/>
              </a:path>
              <a:path w="444207" h="657466">
                <a:moveTo>
                  <a:pt x="18567" y="33388"/>
                </a:moveTo>
                <a:lnTo>
                  <a:pt x="19088" y="32867"/>
                </a:lnTo>
                <a:lnTo>
                  <a:pt x="20650" y="31826"/>
                </a:lnTo>
                <a:lnTo>
                  <a:pt x="16624" y="31826"/>
                </a:lnTo>
                <a:lnTo>
                  <a:pt x="16624" y="33388"/>
                </a:lnTo>
                <a:lnTo>
                  <a:pt x="18567" y="33388"/>
                </a:lnTo>
                <a:close/>
              </a:path>
              <a:path w="444207" h="657466">
                <a:moveTo>
                  <a:pt x="23710" y="44653"/>
                </a:moveTo>
                <a:lnTo>
                  <a:pt x="23862" y="44284"/>
                </a:lnTo>
                <a:lnTo>
                  <a:pt x="24057" y="43802"/>
                </a:lnTo>
                <a:lnTo>
                  <a:pt x="22606" y="43802"/>
                </a:lnTo>
                <a:lnTo>
                  <a:pt x="25441" y="40432"/>
                </a:lnTo>
                <a:lnTo>
                  <a:pt x="24155" y="31305"/>
                </a:lnTo>
                <a:lnTo>
                  <a:pt x="23510" y="31305"/>
                </a:lnTo>
                <a:lnTo>
                  <a:pt x="23050" y="31496"/>
                </a:lnTo>
                <a:lnTo>
                  <a:pt x="23240" y="31305"/>
                </a:lnTo>
                <a:lnTo>
                  <a:pt x="23761" y="30784"/>
                </a:lnTo>
                <a:lnTo>
                  <a:pt x="24282" y="30264"/>
                </a:lnTo>
                <a:lnTo>
                  <a:pt x="24803" y="29743"/>
                </a:lnTo>
                <a:lnTo>
                  <a:pt x="24282" y="29743"/>
                </a:lnTo>
                <a:lnTo>
                  <a:pt x="23761" y="30264"/>
                </a:lnTo>
                <a:lnTo>
                  <a:pt x="23241" y="30264"/>
                </a:lnTo>
                <a:lnTo>
                  <a:pt x="23241" y="30784"/>
                </a:lnTo>
                <a:lnTo>
                  <a:pt x="22720" y="31305"/>
                </a:lnTo>
                <a:lnTo>
                  <a:pt x="22468" y="31826"/>
                </a:lnTo>
                <a:lnTo>
                  <a:pt x="21678" y="31826"/>
                </a:lnTo>
                <a:lnTo>
                  <a:pt x="22009" y="32016"/>
                </a:lnTo>
                <a:lnTo>
                  <a:pt x="22683" y="31826"/>
                </a:lnTo>
                <a:lnTo>
                  <a:pt x="23114" y="31826"/>
                </a:lnTo>
                <a:lnTo>
                  <a:pt x="22085" y="32867"/>
                </a:lnTo>
                <a:lnTo>
                  <a:pt x="21043" y="33388"/>
                </a:lnTo>
                <a:lnTo>
                  <a:pt x="19787" y="33908"/>
                </a:lnTo>
                <a:lnTo>
                  <a:pt x="18180" y="34574"/>
                </a:lnTo>
                <a:lnTo>
                  <a:pt x="17274" y="34950"/>
                </a:lnTo>
                <a:lnTo>
                  <a:pt x="19481" y="34950"/>
                </a:lnTo>
                <a:lnTo>
                  <a:pt x="20523" y="33909"/>
                </a:lnTo>
                <a:lnTo>
                  <a:pt x="21297" y="44577"/>
                </a:lnTo>
                <a:lnTo>
                  <a:pt x="22339" y="43535"/>
                </a:lnTo>
                <a:lnTo>
                  <a:pt x="22339" y="44511"/>
                </a:lnTo>
                <a:lnTo>
                  <a:pt x="22533" y="44831"/>
                </a:lnTo>
                <a:lnTo>
                  <a:pt x="23710" y="44653"/>
                </a:lnTo>
                <a:close/>
              </a:path>
              <a:path w="444207" h="657466">
                <a:moveTo>
                  <a:pt x="20066" y="48298"/>
                </a:moveTo>
                <a:lnTo>
                  <a:pt x="19735" y="48357"/>
                </a:lnTo>
                <a:lnTo>
                  <a:pt x="19735" y="46659"/>
                </a:lnTo>
                <a:lnTo>
                  <a:pt x="20613" y="46234"/>
                </a:lnTo>
                <a:lnTo>
                  <a:pt x="20762" y="45872"/>
                </a:lnTo>
                <a:lnTo>
                  <a:pt x="20918" y="45495"/>
                </a:lnTo>
                <a:lnTo>
                  <a:pt x="20977" y="45351"/>
                </a:lnTo>
                <a:lnTo>
                  <a:pt x="20523" y="45351"/>
                </a:lnTo>
                <a:lnTo>
                  <a:pt x="20002" y="45872"/>
                </a:lnTo>
                <a:lnTo>
                  <a:pt x="18961" y="46913"/>
                </a:lnTo>
                <a:lnTo>
                  <a:pt x="19631" y="46913"/>
                </a:lnTo>
                <a:lnTo>
                  <a:pt x="19697" y="48451"/>
                </a:lnTo>
                <a:lnTo>
                  <a:pt x="19735" y="48628"/>
                </a:lnTo>
                <a:lnTo>
                  <a:pt x="20066" y="48298"/>
                </a:lnTo>
                <a:close/>
              </a:path>
              <a:path w="444207" h="657466">
                <a:moveTo>
                  <a:pt x="23380" y="564657"/>
                </a:moveTo>
                <a:lnTo>
                  <a:pt x="23380" y="564299"/>
                </a:lnTo>
                <a:lnTo>
                  <a:pt x="23520" y="564299"/>
                </a:lnTo>
                <a:lnTo>
                  <a:pt x="23380" y="564159"/>
                </a:lnTo>
                <a:lnTo>
                  <a:pt x="22669" y="563968"/>
                </a:lnTo>
                <a:lnTo>
                  <a:pt x="20953" y="563257"/>
                </a:lnTo>
                <a:lnTo>
                  <a:pt x="20256" y="562968"/>
                </a:lnTo>
                <a:lnTo>
                  <a:pt x="20256" y="563257"/>
                </a:lnTo>
                <a:lnTo>
                  <a:pt x="22515" y="564299"/>
                </a:lnTo>
                <a:lnTo>
                  <a:pt x="22817" y="564819"/>
                </a:lnTo>
                <a:lnTo>
                  <a:pt x="23380" y="564657"/>
                </a:lnTo>
                <a:close/>
              </a:path>
              <a:path w="444207" h="657466">
                <a:moveTo>
                  <a:pt x="19939" y="575564"/>
                </a:moveTo>
                <a:lnTo>
                  <a:pt x="20650" y="576275"/>
                </a:lnTo>
                <a:lnTo>
                  <a:pt x="21662" y="576275"/>
                </a:lnTo>
                <a:lnTo>
                  <a:pt x="19939" y="575564"/>
                </a:lnTo>
                <a:close/>
              </a:path>
              <a:path w="444207" h="657466">
                <a:moveTo>
                  <a:pt x="22902" y="31826"/>
                </a:moveTo>
                <a:lnTo>
                  <a:pt x="22683" y="31826"/>
                </a:lnTo>
                <a:lnTo>
                  <a:pt x="22009" y="32016"/>
                </a:lnTo>
                <a:lnTo>
                  <a:pt x="21678" y="31826"/>
                </a:lnTo>
                <a:lnTo>
                  <a:pt x="21164" y="31826"/>
                </a:lnTo>
                <a:lnTo>
                  <a:pt x="20397" y="32867"/>
                </a:lnTo>
                <a:lnTo>
                  <a:pt x="22902" y="31826"/>
                </a:lnTo>
                <a:close/>
              </a:path>
              <a:path w="444207" h="657466">
                <a:moveTo>
                  <a:pt x="22720" y="31305"/>
                </a:moveTo>
                <a:lnTo>
                  <a:pt x="23241" y="30784"/>
                </a:lnTo>
                <a:lnTo>
                  <a:pt x="23241" y="30264"/>
                </a:lnTo>
                <a:lnTo>
                  <a:pt x="22720" y="30784"/>
                </a:lnTo>
                <a:lnTo>
                  <a:pt x="22199" y="30784"/>
                </a:lnTo>
                <a:lnTo>
                  <a:pt x="21681" y="31305"/>
                </a:lnTo>
                <a:lnTo>
                  <a:pt x="22720" y="31305"/>
                </a:lnTo>
                <a:close/>
              </a:path>
              <a:path w="444207" h="657466">
                <a:moveTo>
                  <a:pt x="22339" y="45351"/>
                </a:moveTo>
                <a:lnTo>
                  <a:pt x="22339" y="44831"/>
                </a:lnTo>
                <a:lnTo>
                  <a:pt x="21853" y="44711"/>
                </a:lnTo>
                <a:lnTo>
                  <a:pt x="21564" y="44831"/>
                </a:lnTo>
                <a:lnTo>
                  <a:pt x="21654" y="45192"/>
                </a:lnTo>
                <a:lnTo>
                  <a:pt x="21588" y="45351"/>
                </a:lnTo>
                <a:lnTo>
                  <a:pt x="22339" y="45351"/>
                </a:lnTo>
                <a:close/>
              </a:path>
              <a:path w="444207" h="657466">
                <a:moveTo>
                  <a:pt x="21043" y="33388"/>
                </a:moveTo>
                <a:lnTo>
                  <a:pt x="22085" y="32867"/>
                </a:lnTo>
                <a:lnTo>
                  <a:pt x="23114" y="31826"/>
                </a:lnTo>
                <a:lnTo>
                  <a:pt x="22902" y="31826"/>
                </a:lnTo>
                <a:lnTo>
                  <a:pt x="20608" y="32867"/>
                </a:lnTo>
                <a:lnTo>
                  <a:pt x="20828" y="33388"/>
                </a:lnTo>
                <a:lnTo>
                  <a:pt x="19787" y="33908"/>
                </a:lnTo>
                <a:lnTo>
                  <a:pt x="21043" y="33388"/>
                </a:lnTo>
                <a:close/>
              </a:path>
              <a:path w="444207" h="657466">
                <a:moveTo>
                  <a:pt x="22339" y="46913"/>
                </a:moveTo>
                <a:lnTo>
                  <a:pt x="22339" y="46024"/>
                </a:lnTo>
                <a:lnTo>
                  <a:pt x="22491" y="45872"/>
                </a:lnTo>
                <a:lnTo>
                  <a:pt x="22669" y="45694"/>
                </a:lnTo>
                <a:lnTo>
                  <a:pt x="22757" y="45351"/>
                </a:lnTo>
                <a:lnTo>
                  <a:pt x="22339" y="45523"/>
                </a:lnTo>
                <a:lnTo>
                  <a:pt x="22339" y="45872"/>
                </a:lnTo>
                <a:lnTo>
                  <a:pt x="22148" y="46215"/>
                </a:lnTo>
                <a:lnTo>
                  <a:pt x="21628" y="46736"/>
                </a:lnTo>
                <a:lnTo>
                  <a:pt x="21492" y="45872"/>
                </a:lnTo>
                <a:lnTo>
                  <a:pt x="21349" y="45931"/>
                </a:lnTo>
                <a:lnTo>
                  <a:pt x="21450" y="46913"/>
                </a:lnTo>
                <a:lnTo>
                  <a:pt x="22339" y="46913"/>
                </a:lnTo>
                <a:close/>
              </a:path>
              <a:path w="444207" h="657466">
                <a:moveTo>
                  <a:pt x="22339" y="46913"/>
                </a:moveTo>
                <a:lnTo>
                  <a:pt x="21450" y="46913"/>
                </a:lnTo>
                <a:lnTo>
                  <a:pt x="21349" y="45931"/>
                </a:lnTo>
                <a:lnTo>
                  <a:pt x="21297" y="47066"/>
                </a:lnTo>
                <a:lnTo>
                  <a:pt x="22339" y="50050"/>
                </a:lnTo>
                <a:lnTo>
                  <a:pt x="22339" y="46913"/>
                </a:lnTo>
                <a:close/>
              </a:path>
              <a:path w="444207" h="657466">
                <a:moveTo>
                  <a:pt x="22478" y="563257"/>
                </a:moveTo>
                <a:lnTo>
                  <a:pt x="21437" y="562216"/>
                </a:lnTo>
                <a:lnTo>
                  <a:pt x="21958" y="563257"/>
                </a:lnTo>
                <a:lnTo>
                  <a:pt x="20953" y="563257"/>
                </a:lnTo>
                <a:lnTo>
                  <a:pt x="22669" y="563968"/>
                </a:lnTo>
                <a:lnTo>
                  <a:pt x="23380" y="564159"/>
                </a:lnTo>
                <a:lnTo>
                  <a:pt x="22478" y="563257"/>
                </a:lnTo>
                <a:close/>
              </a:path>
              <a:path w="444207" h="657466">
                <a:moveTo>
                  <a:pt x="23510" y="31305"/>
                </a:moveTo>
                <a:lnTo>
                  <a:pt x="24155" y="31305"/>
                </a:lnTo>
                <a:lnTo>
                  <a:pt x="25196" y="30784"/>
                </a:lnTo>
                <a:lnTo>
                  <a:pt x="24766" y="30784"/>
                </a:lnTo>
                <a:lnTo>
                  <a:pt x="24091" y="30975"/>
                </a:lnTo>
                <a:lnTo>
                  <a:pt x="24551" y="30784"/>
                </a:lnTo>
                <a:lnTo>
                  <a:pt x="25808" y="30264"/>
                </a:lnTo>
                <a:lnTo>
                  <a:pt x="26361" y="29743"/>
                </a:lnTo>
                <a:lnTo>
                  <a:pt x="26879" y="29222"/>
                </a:lnTo>
                <a:lnTo>
                  <a:pt x="27064" y="29743"/>
                </a:lnTo>
                <a:lnTo>
                  <a:pt x="27914" y="29222"/>
                </a:lnTo>
                <a:lnTo>
                  <a:pt x="28435" y="28701"/>
                </a:lnTo>
                <a:lnTo>
                  <a:pt x="28955" y="28181"/>
                </a:lnTo>
                <a:lnTo>
                  <a:pt x="27914" y="28181"/>
                </a:lnTo>
                <a:lnTo>
                  <a:pt x="27396" y="28702"/>
                </a:lnTo>
                <a:lnTo>
                  <a:pt x="26365" y="28702"/>
                </a:lnTo>
                <a:lnTo>
                  <a:pt x="25844" y="29222"/>
                </a:lnTo>
                <a:lnTo>
                  <a:pt x="25323" y="29743"/>
                </a:lnTo>
                <a:lnTo>
                  <a:pt x="24803" y="30264"/>
                </a:lnTo>
                <a:lnTo>
                  <a:pt x="24282" y="30784"/>
                </a:lnTo>
                <a:lnTo>
                  <a:pt x="23761" y="30784"/>
                </a:lnTo>
                <a:lnTo>
                  <a:pt x="23240" y="31305"/>
                </a:lnTo>
                <a:lnTo>
                  <a:pt x="23050" y="31496"/>
                </a:lnTo>
                <a:lnTo>
                  <a:pt x="23510" y="31305"/>
                </a:lnTo>
                <a:close/>
              </a:path>
              <a:path w="444207" h="657466">
                <a:moveTo>
                  <a:pt x="13006" y="554283"/>
                </a:moveTo>
                <a:lnTo>
                  <a:pt x="13421" y="555485"/>
                </a:lnTo>
                <a:lnTo>
                  <a:pt x="13500" y="555713"/>
                </a:lnTo>
                <a:lnTo>
                  <a:pt x="12206" y="556488"/>
                </a:lnTo>
                <a:lnTo>
                  <a:pt x="12339" y="556755"/>
                </a:lnTo>
                <a:lnTo>
                  <a:pt x="12725" y="557530"/>
                </a:lnTo>
                <a:lnTo>
                  <a:pt x="13090" y="557895"/>
                </a:lnTo>
                <a:lnTo>
                  <a:pt x="13766" y="558571"/>
                </a:lnTo>
                <a:lnTo>
                  <a:pt x="14280" y="558571"/>
                </a:lnTo>
                <a:lnTo>
                  <a:pt x="13607" y="557895"/>
                </a:lnTo>
                <a:lnTo>
                  <a:pt x="13243" y="557530"/>
                </a:lnTo>
                <a:lnTo>
                  <a:pt x="14020" y="556755"/>
                </a:lnTo>
                <a:lnTo>
                  <a:pt x="13911" y="556488"/>
                </a:lnTo>
                <a:lnTo>
                  <a:pt x="13593" y="555713"/>
                </a:lnTo>
                <a:lnTo>
                  <a:pt x="13500" y="555485"/>
                </a:lnTo>
              </a:path>
              <a:path w="444207" h="657466">
                <a:moveTo>
                  <a:pt x="19215" y="557530"/>
                </a:moveTo>
                <a:lnTo>
                  <a:pt x="18186" y="557530"/>
                </a:lnTo>
                <a:lnTo>
                  <a:pt x="18186" y="558571"/>
                </a:lnTo>
                <a:lnTo>
                  <a:pt x="19215" y="558571"/>
                </a:lnTo>
                <a:lnTo>
                  <a:pt x="19215" y="557530"/>
                </a:lnTo>
              </a:path>
              <a:path w="444207" h="657466">
                <a:moveTo>
                  <a:pt x="16624" y="557923"/>
                </a:moveTo>
                <a:lnTo>
                  <a:pt x="16624" y="558571"/>
                </a:lnTo>
                <a:lnTo>
                  <a:pt x="18186" y="558571"/>
                </a:lnTo>
                <a:lnTo>
                  <a:pt x="17892" y="558571"/>
                </a:lnTo>
                <a:lnTo>
                  <a:pt x="16751" y="558571"/>
                </a:lnTo>
              </a:path>
              <a:path w="444207" h="657466">
                <a:moveTo>
                  <a:pt x="15238" y="558571"/>
                </a:moveTo>
                <a:lnTo>
                  <a:pt x="14280" y="558571"/>
                </a:lnTo>
                <a:lnTo>
                  <a:pt x="15238" y="558571"/>
                </a:lnTo>
              </a:path>
              <a:path w="444207" h="657466">
                <a:moveTo>
                  <a:pt x="13766" y="558571"/>
                </a:moveTo>
                <a:lnTo>
                  <a:pt x="13909" y="558714"/>
                </a:lnTo>
                <a:lnTo>
                  <a:pt x="15736" y="558777"/>
                </a:lnTo>
                <a:lnTo>
                  <a:pt x="15582" y="558714"/>
                </a:lnTo>
                <a:lnTo>
                  <a:pt x="15238" y="558571"/>
                </a:lnTo>
              </a:path>
              <a:path w="444207" h="657466">
                <a:moveTo>
                  <a:pt x="16624" y="558571"/>
                </a:moveTo>
                <a:lnTo>
                  <a:pt x="16433" y="558761"/>
                </a:lnTo>
                <a:lnTo>
                  <a:pt x="15736" y="558777"/>
                </a:lnTo>
                <a:lnTo>
                  <a:pt x="19215" y="558777"/>
                </a:lnTo>
                <a:lnTo>
                  <a:pt x="19215" y="558571"/>
                </a:lnTo>
              </a:path>
              <a:path w="444207" h="657466">
                <a:moveTo>
                  <a:pt x="13973" y="558777"/>
                </a:moveTo>
                <a:lnTo>
                  <a:pt x="14129" y="558933"/>
                </a:lnTo>
                <a:lnTo>
                  <a:pt x="19215" y="558933"/>
                </a:lnTo>
                <a:lnTo>
                  <a:pt x="19215" y="558777"/>
                </a:lnTo>
              </a:path>
              <a:path w="444207" h="657466">
                <a:moveTo>
                  <a:pt x="14129" y="558933"/>
                </a:moveTo>
                <a:lnTo>
                  <a:pt x="14808" y="559612"/>
                </a:lnTo>
                <a:lnTo>
                  <a:pt x="14641" y="558933"/>
                </a:lnTo>
              </a:path>
              <a:path w="444207" h="657466">
                <a:moveTo>
                  <a:pt x="14641" y="558933"/>
                </a:moveTo>
                <a:lnTo>
                  <a:pt x="19215" y="558952"/>
                </a:lnTo>
              </a:path>
              <a:path w="444207" h="657466">
                <a:moveTo>
                  <a:pt x="14686" y="558952"/>
                </a:moveTo>
                <a:lnTo>
                  <a:pt x="15114" y="559129"/>
                </a:lnTo>
                <a:lnTo>
                  <a:pt x="16624" y="559129"/>
                </a:lnTo>
                <a:lnTo>
                  <a:pt x="16624" y="558952"/>
                </a:lnTo>
              </a:path>
              <a:path w="444207" h="657466">
                <a:moveTo>
                  <a:pt x="16624" y="558952"/>
                </a:moveTo>
                <a:lnTo>
                  <a:pt x="16954" y="559282"/>
                </a:lnTo>
                <a:lnTo>
                  <a:pt x="16850" y="559485"/>
                </a:lnTo>
                <a:lnTo>
                  <a:pt x="19215" y="559485"/>
                </a:lnTo>
                <a:lnTo>
                  <a:pt x="19215" y="559282"/>
                </a:lnTo>
                <a:lnTo>
                  <a:pt x="19215" y="558952"/>
                </a:lnTo>
              </a:path>
              <a:path w="444207" h="657466">
                <a:moveTo>
                  <a:pt x="15114" y="559129"/>
                </a:moveTo>
                <a:lnTo>
                  <a:pt x="15582" y="559324"/>
                </a:lnTo>
                <a:lnTo>
                  <a:pt x="16041" y="559513"/>
                </a:lnTo>
                <a:lnTo>
                  <a:pt x="16310" y="559324"/>
                </a:lnTo>
                <a:lnTo>
                  <a:pt x="16585" y="559129"/>
                </a:lnTo>
              </a:path>
              <a:path w="444207" h="657466">
                <a:moveTo>
                  <a:pt x="16585" y="559129"/>
                </a:moveTo>
                <a:lnTo>
                  <a:pt x="16624" y="559222"/>
                </a:lnTo>
                <a:lnTo>
                  <a:pt x="16624" y="559129"/>
                </a:lnTo>
              </a:path>
              <a:path w="444207" h="657466">
                <a:moveTo>
                  <a:pt x="16850" y="559485"/>
                </a:moveTo>
                <a:lnTo>
                  <a:pt x="16082" y="559612"/>
                </a:lnTo>
                <a:lnTo>
                  <a:pt x="16141" y="559755"/>
                </a:lnTo>
                <a:lnTo>
                  <a:pt x="17227" y="559755"/>
                </a:lnTo>
                <a:lnTo>
                  <a:pt x="17665" y="559612"/>
                </a:lnTo>
                <a:lnTo>
                  <a:pt x="17665" y="559485"/>
                </a:lnTo>
              </a:path>
              <a:path w="444207" h="657466">
                <a:moveTo>
                  <a:pt x="17665" y="559485"/>
                </a:moveTo>
                <a:lnTo>
                  <a:pt x="17805" y="559612"/>
                </a:lnTo>
                <a:lnTo>
                  <a:pt x="17908" y="559995"/>
                </a:lnTo>
                <a:lnTo>
                  <a:pt x="19215" y="559995"/>
                </a:lnTo>
                <a:lnTo>
                  <a:pt x="19215" y="559612"/>
                </a:lnTo>
                <a:lnTo>
                  <a:pt x="19215" y="559485"/>
                </a:lnTo>
              </a:path>
              <a:path w="444207" h="657466">
                <a:moveTo>
                  <a:pt x="16141" y="559755"/>
                </a:moveTo>
                <a:lnTo>
                  <a:pt x="16347" y="560252"/>
                </a:lnTo>
                <a:lnTo>
                  <a:pt x="16624" y="559755"/>
                </a:lnTo>
              </a:path>
              <a:path w="444207" h="657466">
                <a:moveTo>
                  <a:pt x="16624" y="559755"/>
                </a:moveTo>
                <a:lnTo>
                  <a:pt x="16889" y="559865"/>
                </a:lnTo>
                <a:lnTo>
                  <a:pt x="17227" y="559755"/>
                </a:lnTo>
              </a:path>
              <a:path w="444207" h="657466">
                <a:moveTo>
                  <a:pt x="17908" y="559995"/>
                </a:moveTo>
                <a:lnTo>
                  <a:pt x="17995" y="560324"/>
                </a:lnTo>
                <a:lnTo>
                  <a:pt x="17929" y="560910"/>
                </a:lnTo>
                <a:lnTo>
                  <a:pt x="18186" y="560910"/>
                </a:lnTo>
                <a:lnTo>
                  <a:pt x="18186" y="560324"/>
                </a:lnTo>
                <a:lnTo>
                  <a:pt x="18186" y="559995"/>
                </a:lnTo>
              </a:path>
              <a:path w="444207" h="657466">
                <a:moveTo>
                  <a:pt x="18186" y="559995"/>
                </a:moveTo>
                <a:lnTo>
                  <a:pt x="18516" y="560844"/>
                </a:lnTo>
                <a:lnTo>
                  <a:pt x="18544" y="561030"/>
                </a:lnTo>
                <a:lnTo>
                  <a:pt x="18566" y="561174"/>
                </a:lnTo>
                <a:lnTo>
                  <a:pt x="19358" y="561174"/>
                </a:lnTo>
                <a:lnTo>
                  <a:pt x="19215" y="561030"/>
                </a:lnTo>
                <a:lnTo>
                  <a:pt x="19215" y="560844"/>
                </a:lnTo>
                <a:lnTo>
                  <a:pt x="19215" y="559995"/>
                </a:lnTo>
              </a:path>
              <a:path w="444207" h="657466">
                <a:moveTo>
                  <a:pt x="17665" y="560267"/>
                </a:moveTo>
                <a:lnTo>
                  <a:pt x="17665" y="560800"/>
                </a:lnTo>
                <a:lnTo>
                  <a:pt x="17929" y="560910"/>
                </a:lnTo>
              </a:path>
              <a:path w="444207" h="657466">
                <a:moveTo>
                  <a:pt x="16624" y="560367"/>
                </a:moveTo>
                <a:lnTo>
                  <a:pt x="16624" y="560605"/>
                </a:lnTo>
                <a:lnTo>
                  <a:pt x="16624" y="560920"/>
                </a:lnTo>
                <a:lnTo>
                  <a:pt x="16793" y="561174"/>
                </a:lnTo>
                <a:lnTo>
                  <a:pt x="17430" y="561174"/>
                </a:lnTo>
                <a:lnTo>
                  <a:pt x="16891" y="561174"/>
                </a:lnTo>
                <a:lnTo>
                  <a:pt x="17026" y="560920"/>
                </a:lnTo>
                <a:lnTo>
                  <a:pt x="17195" y="560605"/>
                </a:lnTo>
              </a:path>
              <a:path w="444207" h="657466">
                <a:moveTo>
                  <a:pt x="17596" y="560910"/>
                </a:moveTo>
                <a:lnTo>
                  <a:pt x="17430" y="561174"/>
                </a:lnTo>
                <a:lnTo>
                  <a:pt x="18037" y="561174"/>
                </a:lnTo>
                <a:lnTo>
                  <a:pt x="18186" y="561017"/>
                </a:lnTo>
              </a:path>
              <a:path w="444207" h="657466">
                <a:moveTo>
                  <a:pt x="17430" y="561174"/>
                </a:moveTo>
                <a:lnTo>
                  <a:pt x="17665" y="561174"/>
                </a:lnTo>
              </a:path>
              <a:path w="444207" h="657466">
                <a:moveTo>
                  <a:pt x="17665" y="561174"/>
                </a:moveTo>
                <a:lnTo>
                  <a:pt x="18037" y="561174"/>
                </a:lnTo>
                <a:lnTo>
                  <a:pt x="18037" y="561174"/>
                </a:lnTo>
              </a:path>
              <a:path w="444207" h="657466">
                <a:moveTo>
                  <a:pt x="20256" y="561174"/>
                </a:moveTo>
                <a:lnTo>
                  <a:pt x="19358" y="561174"/>
                </a:lnTo>
                <a:lnTo>
                  <a:pt x="20256" y="561174"/>
                </a:lnTo>
              </a:path>
              <a:path w="444207" h="657466">
                <a:moveTo>
                  <a:pt x="18502" y="561174"/>
                </a:moveTo>
                <a:lnTo>
                  <a:pt x="18233" y="561174"/>
                </a:lnTo>
                <a:lnTo>
                  <a:pt x="20256" y="561174"/>
                </a:lnTo>
              </a:path>
              <a:path w="444207" h="657466">
                <a:moveTo>
                  <a:pt x="16793" y="561174"/>
                </a:moveTo>
                <a:lnTo>
                  <a:pt x="16974" y="561445"/>
                </a:lnTo>
                <a:lnTo>
                  <a:pt x="17665" y="561445"/>
                </a:lnTo>
                <a:lnTo>
                  <a:pt x="17665" y="561174"/>
                </a:lnTo>
              </a:path>
              <a:path w="444207" h="657466">
                <a:moveTo>
                  <a:pt x="18233" y="561174"/>
                </a:moveTo>
                <a:lnTo>
                  <a:pt x="18186" y="561365"/>
                </a:lnTo>
                <a:lnTo>
                  <a:pt x="19024" y="561365"/>
                </a:lnTo>
                <a:lnTo>
                  <a:pt x="18670" y="561218"/>
                </a:lnTo>
                <a:lnTo>
                  <a:pt x="19215" y="561174"/>
                </a:lnTo>
              </a:path>
              <a:path w="444207" h="657466">
                <a:moveTo>
                  <a:pt x="19215" y="561174"/>
                </a:moveTo>
                <a:lnTo>
                  <a:pt x="19024" y="561365"/>
                </a:lnTo>
                <a:lnTo>
                  <a:pt x="20307" y="561365"/>
                </a:lnTo>
                <a:lnTo>
                  <a:pt x="20256" y="561174"/>
                </a:lnTo>
              </a:path>
              <a:path w="444207" h="657466">
                <a:moveTo>
                  <a:pt x="18186" y="561365"/>
                </a:moveTo>
                <a:lnTo>
                  <a:pt x="18186" y="561695"/>
                </a:lnTo>
                <a:lnTo>
                  <a:pt x="20396" y="561695"/>
                </a:lnTo>
                <a:lnTo>
                  <a:pt x="20307" y="561365"/>
                </a:lnTo>
              </a:path>
              <a:path w="444207" h="657466">
                <a:moveTo>
                  <a:pt x="16974" y="561445"/>
                </a:moveTo>
                <a:lnTo>
                  <a:pt x="17140" y="561695"/>
                </a:lnTo>
                <a:lnTo>
                  <a:pt x="17318" y="561962"/>
                </a:lnTo>
                <a:lnTo>
                  <a:pt x="17422" y="562117"/>
                </a:lnTo>
                <a:lnTo>
                  <a:pt x="17820" y="562117"/>
                </a:lnTo>
                <a:lnTo>
                  <a:pt x="17665" y="561962"/>
                </a:lnTo>
                <a:lnTo>
                  <a:pt x="17399" y="561695"/>
                </a:lnTo>
                <a:lnTo>
                  <a:pt x="17542" y="561445"/>
                </a:lnTo>
              </a:path>
              <a:path w="444207" h="657466">
                <a:moveTo>
                  <a:pt x="17542" y="561445"/>
                </a:moveTo>
                <a:lnTo>
                  <a:pt x="17665" y="561496"/>
                </a:lnTo>
                <a:lnTo>
                  <a:pt x="17665" y="561445"/>
                </a:lnTo>
              </a:path>
              <a:path w="444207" h="657466">
                <a:moveTo>
                  <a:pt x="18186" y="561695"/>
                </a:moveTo>
                <a:lnTo>
                  <a:pt x="18866" y="561695"/>
                </a:lnTo>
                <a:lnTo>
                  <a:pt x="18707" y="561695"/>
                </a:lnTo>
                <a:lnTo>
                  <a:pt x="18251" y="561695"/>
                </a:lnTo>
                <a:lnTo>
                  <a:pt x="18866" y="561695"/>
                </a:lnTo>
              </a:path>
              <a:path w="444207" h="657466">
                <a:moveTo>
                  <a:pt x="18866" y="561695"/>
                </a:moveTo>
                <a:lnTo>
                  <a:pt x="20396" y="561695"/>
                </a:lnTo>
              </a:path>
              <a:path w="444207" h="657466">
                <a:moveTo>
                  <a:pt x="17665" y="561695"/>
                </a:moveTo>
                <a:lnTo>
                  <a:pt x="17820" y="562117"/>
                </a:lnTo>
                <a:lnTo>
                  <a:pt x="18186" y="562117"/>
                </a:lnTo>
                <a:lnTo>
                  <a:pt x="18186" y="561713"/>
                </a:lnTo>
              </a:path>
              <a:path w="444207" h="657466">
                <a:moveTo>
                  <a:pt x="18866" y="561695"/>
                </a:moveTo>
                <a:lnTo>
                  <a:pt x="20256" y="561695"/>
                </a:lnTo>
              </a:path>
              <a:path w="444207" h="657466">
                <a:moveTo>
                  <a:pt x="20256" y="561695"/>
                </a:moveTo>
                <a:lnTo>
                  <a:pt x="20396" y="562216"/>
                </a:lnTo>
                <a:lnTo>
                  <a:pt x="20916" y="562216"/>
                </a:lnTo>
                <a:lnTo>
                  <a:pt x="20396" y="561695"/>
                </a:lnTo>
              </a:path>
              <a:path w="444207" h="657466">
                <a:moveTo>
                  <a:pt x="18186" y="561695"/>
                </a:moveTo>
                <a:lnTo>
                  <a:pt x="18273" y="561749"/>
                </a:lnTo>
                <a:lnTo>
                  <a:pt x="18866" y="561695"/>
                </a:lnTo>
              </a:path>
              <a:path w="444207" h="657466">
                <a:moveTo>
                  <a:pt x="18866" y="561695"/>
                </a:moveTo>
                <a:lnTo>
                  <a:pt x="19876" y="561695"/>
                </a:lnTo>
                <a:lnTo>
                  <a:pt x="20066" y="561886"/>
                </a:lnTo>
                <a:lnTo>
                  <a:pt x="20175" y="562076"/>
                </a:lnTo>
                <a:lnTo>
                  <a:pt x="20256" y="562216"/>
                </a:lnTo>
                <a:lnTo>
                  <a:pt x="20396" y="562216"/>
                </a:lnTo>
                <a:lnTo>
                  <a:pt x="20256" y="562076"/>
                </a:lnTo>
                <a:lnTo>
                  <a:pt x="20256" y="561886"/>
                </a:lnTo>
                <a:lnTo>
                  <a:pt x="20256" y="561695"/>
                </a:lnTo>
              </a:path>
              <a:path w="444207" h="657466">
                <a:moveTo>
                  <a:pt x="17422" y="562117"/>
                </a:moveTo>
                <a:lnTo>
                  <a:pt x="17665" y="562483"/>
                </a:lnTo>
                <a:lnTo>
                  <a:pt x="17677" y="563003"/>
                </a:lnTo>
                <a:lnTo>
                  <a:pt x="18704" y="563003"/>
                </a:lnTo>
                <a:lnTo>
                  <a:pt x="18186" y="562484"/>
                </a:lnTo>
                <a:lnTo>
                  <a:pt x="18186" y="562117"/>
                </a:lnTo>
              </a:path>
              <a:path w="444207" h="657466">
                <a:moveTo>
                  <a:pt x="19215" y="562216"/>
                </a:moveTo>
                <a:lnTo>
                  <a:pt x="18440" y="562216"/>
                </a:lnTo>
                <a:lnTo>
                  <a:pt x="19212" y="562536"/>
                </a:lnTo>
                <a:lnTo>
                  <a:pt x="19686" y="562968"/>
                </a:lnTo>
                <a:lnTo>
                  <a:pt x="20002" y="563257"/>
                </a:lnTo>
                <a:lnTo>
                  <a:pt x="20256" y="563363"/>
                </a:lnTo>
                <a:lnTo>
                  <a:pt x="21564" y="564299"/>
                </a:lnTo>
                <a:lnTo>
                  <a:pt x="22605" y="564819"/>
                </a:lnTo>
                <a:lnTo>
                  <a:pt x="22817" y="564819"/>
                </a:lnTo>
                <a:lnTo>
                  <a:pt x="22515" y="564299"/>
                </a:lnTo>
                <a:lnTo>
                  <a:pt x="20484" y="563363"/>
                </a:lnTo>
                <a:lnTo>
                  <a:pt x="20256" y="563257"/>
                </a:lnTo>
                <a:lnTo>
                  <a:pt x="20256" y="562968"/>
                </a:lnTo>
                <a:lnTo>
                  <a:pt x="19659" y="562537"/>
                </a:lnTo>
                <a:lnTo>
                  <a:pt x="19232" y="562228"/>
                </a:lnTo>
              </a:path>
              <a:path w="444207" h="657466">
                <a:moveTo>
                  <a:pt x="19396" y="562216"/>
                </a:moveTo>
                <a:lnTo>
                  <a:pt x="19396" y="562216"/>
                </a:lnTo>
                <a:lnTo>
                  <a:pt x="20256" y="562216"/>
                </a:lnTo>
              </a:path>
              <a:path w="444207" h="657466">
                <a:moveTo>
                  <a:pt x="20256" y="562216"/>
                </a:moveTo>
                <a:lnTo>
                  <a:pt x="20916" y="562216"/>
                </a:lnTo>
              </a:path>
              <a:path w="444207" h="657466">
                <a:moveTo>
                  <a:pt x="19396" y="562216"/>
                </a:moveTo>
                <a:lnTo>
                  <a:pt x="20256" y="562573"/>
                </a:lnTo>
                <a:lnTo>
                  <a:pt x="21107" y="562927"/>
                </a:lnTo>
                <a:lnTo>
                  <a:pt x="21012" y="562573"/>
                </a:lnTo>
                <a:lnTo>
                  <a:pt x="20916" y="562216"/>
                </a:lnTo>
              </a:path>
              <a:path w="444207" h="657466">
                <a:moveTo>
                  <a:pt x="17677" y="563003"/>
                </a:moveTo>
                <a:lnTo>
                  <a:pt x="17919" y="573671"/>
                </a:lnTo>
                <a:lnTo>
                  <a:pt x="18186" y="563003"/>
                </a:lnTo>
              </a:path>
              <a:path w="444207" h="657466">
                <a:moveTo>
                  <a:pt x="18186" y="563003"/>
                </a:moveTo>
                <a:lnTo>
                  <a:pt x="18196" y="563146"/>
                </a:lnTo>
                <a:lnTo>
                  <a:pt x="18221" y="563515"/>
                </a:lnTo>
                <a:lnTo>
                  <a:pt x="18258" y="564045"/>
                </a:lnTo>
                <a:lnTo>
                  <a:pt x="19743" y="564045"/>
                </a:lnTo>
                <a:lnTo>
                  <a:pt x="19215" y="563515"/>
                </a:lnTo>
                <a:lnTo>
                  <a:pt x="18846" y="563146"/>
                </a:lnTo>
                <a:lnTo>
                  <a:pt x="18704" y="563003"/>
                </a:lnTo>
              </a:path>
              <a:path w="444207" h="657466">
                <a:moveTo>
                  <a:pt x="18258" y="564045"/>
                </a:moveTo>
                <a:lnTo>
                  <a:pt x="18961" y="574192"/>
                </a:lnTo>
                <a:lnTo>
                  <a:pt x="19215" y="564045"/>
                </a:lnTo>
              </a:path>
              <a:path w="444207" h="657466">
                <a:moveTo>
                  <a:pt x="19215" y="564045"/>
                </a:moveTo>
                <a:lnTo>
                  <a:pt x="19232" y="564198"/>
                </a:lnTo>
                <a:lnTo>
                  <a:pt x="19275" y="564559"/>
                </a:lnTo>
                <a:lnTo>
                  <a:pt x="19641" y="567690"/>
                </a:lnTo>
                <a:lnTo>
                  <a:pt x="23380" y="567690"/>
                </a:lnTo>
                <a:lnTo>
                  <a:pt x="20256" y="564559"/>
                </a:lnTo>
                <a:lnTo>
                  <a:pt x="19896" y="564198"/>
                </a:lnTo>
                <a:lnTo>
                  <a:pt x="19743" y="564045"/>
                </a:lnTo>
              </a:path>
              <a:path w="444207" h="657466">
                <a:moveTo>
                  <a:pt x="23380" y="564299"/>
                </a:moveTo>
                <a:lnTo>
                  <a:pt x="23380" y="564489"/>
                </a:lnTo>
                <a:lnTo>
                  <a:pt x="23380" y="564657"/>
                </a:lnTo>
                <a:lnTo>
                  <a:pt x="22817" y="564819"/>
                </a:lnTo>
                <a:lnTo>
                  <a:pt x="23771" y="564819"/>
                </a:lnTo>
                <a:lnTo>
                  <a:pt x="23741" y="564657"/>
                </a:lnTo>
                <a:lnTo>
                  <a:pt x="23710" y="564489"/>
                </a:lnTo>
                <a:lnTo>
                  <a:pt x="23520" y="564299"/>
                </a:lnTo>
              </a:path>
              <a:path w="444207" h="657466">
                <a:moveTo>
                  <a:pt x="22817" y="564819"/>
                </a:moveTo>
                <a:lnTo>
                  <a:pt x="23380" y="564819"/>
                </a:lnTo>
              </a:path>
              <a:path w="444207" h="657466">
                <a:moveTo>
                  <a:pt x="23380" y="564819"/>
                </a:moveTo>
                <a:lnTo>
                  <a:pt x="23771" y="564819"/>
                </a:lnTo>
                <a:lnTo>
                  <a:pt x="23771" y="564819"/>
                </a:lnTo>
              </a:path>
              <a:path w="444207" h="657466">
                <a:moveTo>
                  <a:pt x="22605" y="564819"/>
                </a:moveTo>
                <a:lnTo>
                  <a:pt x="22669" y="565054"/>
                </a:lnTo>
                <a:lnTo>
                  <a:pt x="23527" y="565141"/>
                </a:lnTo>
                <a:lnTo>
                  <a:pt x="23380" y="565054"/>
                </a:lnTo>
                <a:lnTo>
                  <a:pt x="23380" y="564819"/>
                </a:lnTo>
              </a:path>
              <a:path w="444207" h="657466">
                <a:moveTo>
                  <a:pt x="22692" y="565141"/>
                </a:moveTo>
                <a:lnTo>
                  <a:pt x="23380" y="567690"/>
                </a:lnTo>
                <a:lnTo>
                  <a:pt x="23543" y="567690"/>
                </a:lnTo>
                <a:lnTo>
                  <a:pt x="23380" y="565141"/>
                </a:lnTo>
              </a:path>
              <a:path w="444207" h="657466">
                <a:moveTo>
                  <a:pt x="23380" y="565141"/>
                </a:moveTo>
                <a:lnTo>
                  <a:pt x="23634" y="565340"/>
                </a:lnTo>
                <a:lnTo>
                  <a:pt x="24676" y="565861"/>
                </a:lnTo>
                <a:lnTo>
                  <a:pt x="25717" y="566381"/>
                </a:lnTo>
                <a:lnTo>
                  <a:pt x="25793" y="568134"/>
                </a:lnTo>
                <a:lnTo>
                  <a:pt x="29946" y="568134"/>
                </a:lnTo>
                <a:lnTo>
                  <a:pt x="25932" y="566381"/>
                </a:lnTo>
                <a:lnTo>
                  <a:pt x="24891" y="565861"/>
                </a:lnTo>
                <a:lnTo>
                  <a:pt x="23858" y="565340"/>
                </a:lnTo>
                <a:lnTo>
                  <a:pt x="23527" y="565141"/>
                </a:lnTo>
              </a:path>
              <a:path w="444207" h="657466">
                <a:moveTo>
                  <a:pt x="29375" y="567283"/>
                </a:moveTo>
                <a:lnTo>
                  <a:pt x="29545" y="567537"/>
                </a:lnTo>
                <a:lnTo>
                  <a:pt x="29946" y="568134"/>
                </a:lnTo>
                <a:lnTo>
                  <a:pt x="31300" y="568134"/>
                </a:lnTo>
                <a:lnTo>
                  <a:pt x="29946" y="567537"/>
                </a:lnTo>
              </a:path>
              <a:path w="444207" h="657466">
                <a:moveTo>
                  <a:pt x="19641" y="567690"/>
                </a:moveTo>
                <a:lnTo>
                  <a:pt x="20523" y="575233"/>
                </a:lnTo>
                <a:lnTo>
                  <a:pt x="22085" y="576275"/>
                </a:lnTo>
                <a:lnTo>
                  <a:pt x="24089" y="576275"/>
                </a:lnTo>
                <a:lnTo>
                  <a:pt x="24023" y="575233"/>
                </a:lnTo>
                <a:lnTo>
                  <a:pt x="23543" y="567690"/>
                </a:lnTo>
              </a:path>
              <a:path w="444207" h="657466">
                <a:moveTo>
                  <a:pt x="25793" y="568134"/>
                </a:moveTo>
                <a:lnTo>
                  <a:pt x="26238" y="578345"/>
                </a:lnTo>
                <a:lnTo>
                  <a:pt x="54463" y="578345"/>
                </a:lnTo>
                <a:lnTo>
                  <a:pt x="31300" y="568134"/>
                </a:lnTo>
              </a:path>
              <a:path w="444207" h="657466">
                <a:moveTo>
                  <a:pt x="16484" y="573671"/>
                </a:moveTo>
                <a:lnTo>
                  <a:pt x="16484" y="574001"/>
                </a:lnTo>
                <a:lnTo>
                  <a:pt x="16484" y="574192"/>
                </a:lnTo>
                <a:lnTo>
                  <a:pt x="18010" y="574192"/>
                </a:lnTo>
                <a:lnTo>
                  <a:pt x="16814" y="574001"/>
                </a:lnTo>
              </a:path>
              <a:path w="444207" h="657466">
                <a:moveTo>
                  <a:pt x="16484" y="574192"/>
                </a:moveTo>
                <a:lnTo>
                  <a:pt x="16484" y="574192"/>
                </a:lnTo>
                <a:lnTo>
                  <a:pt x="17005" y="574192"/>
                </a:lnTo>
              </a:path>
              <a:path w="444207" h="657466">
                <a:moveTo>
                  <a:pt x="17005" y="574192"/>
                </a:moveTo>
                <a:lnTo>
                  <a:pt x="17856" y="574522"/>
                </a:lnTo>
                <a:lnTo>
                  <a:pt x="18897" y="575043"/>
                </a:lnTo>
                <a:lnTo>
                  <a:pt x="19089" y="575233"/>
                </a:lnTo>
                <a:lnTo>
                  <a:pt x="19572" y="575233"/>
                </a:lnTo>
                <a:lnTo>
                  <a:pt x="19286" y="575043"/>
                </a:lnTo>
                <a:lnTo>
                  <a:pt x="18505" y="574522"/>
                </a:lnTo>
                <a:lnTo>
                  <a:pt x="18010" y="574192"/>
                </a:lnTo>
              </a:path>
              <a:path w="444207" h="657466">
                <a:moveTo>
                  <a:pt x="19089" y="575233"/>
                </a:moveTo>
                <a:lnTo>
                  <a:pt x="19618" y="576275"/>
                </a:lnTo>
                <a:lnTo>
                  <a:pt x="22085" y="576275"/>
                </a:lnTo>
                <a:lnTo>
                  <a:pt x="21713" y="576275"/>
                </a:lnTo>
                <a:lnTo>
                  <a:pt x="20136" y="576275"/>
                </a:lnTo>
                <a:lnTo>
                  <a:pt x="19359" y="575233"/>
                </a:lnTo>
              </a:path>
              <a:path w="444207" h="657466">
                <a:moveTo>
                  <a:pt x="19359" y="575233"/>
                </a:moveTo>
                <a:lnTo>
                  <a:pt x="19572" y="575233"/>
                </a:lnTo>
                <a:lnTo>
                  <a:pt x="19572" y="575233"/>
                </a:lnTo>
              </a:path>
              <a:path w="444207" h="657466">
                <a:moveTo>
                  <a:pt x="19618" y="576275"/>
                </a:moveTo>
                <a:lnTo>
                  <a:pt x="20129" y="576783"/>
                </a:lnTo>
                <a:lnTo>
                  <a:pt x="23114" y="576783"/>
                </a:lnTo>
                <a:lnTo>
                  <a:pt x="24155" y="577303"/>
                </a:lnTo>
                <a:lnTo>
                  <a:pt x="24122" y="576783"/>
                </a:lnTo>
                <a:lnTo>
                  <a:pt x="24089" y="576275"/>
                </a:lnTo>
              </a:path>
              <a:path w="444207" h="657466">
                <a:moveTo>
                  <a:pt x="21678" y="577303"/>
                </a:moveTo>
                <a:lnTo>
                  <a:pt x="22098" y="577723"/>
                </a:lnTo>
                <a:lnTo>
                  <a:pt x="23983" y="577723"/>
                </a:lnTo>
                <a:lnTo>
                  <a:pt x="23931" y="577303"/>
                </a:lnTo>
              </a:path>
              <a:path w="444207" h="657466">
                <a:moveTo>
                  <a:pt x="22098" y="577723"/>
                </a:moveTo>
                <a:lnTo>
                  <a:pt x="22717" y="577824"/>
                </a:lnTo>
                <a:lnTo>
                  <a:pt x="23558" y="577723"/>
                </a:lnTo>
              </a:path>
              <a:path w="444207" h="657466">
                <a:moveTo>
                  <a:pt x="23558" y="577723"/>
                </a:moveTo>
                <a:lnTo>
                  <a:pt x="23761" y="577824"/>
                </a:lnTo>
                <a:lnTo>
                  <a:pt x="23241" y="578345"/>
                </a:lnTo>
                <a:lnTo>
                  <a:pt x="26238" y="578345"/>
                </a:lnTo>
                <a:lnTo>
                  <a:pt x="23996" y="577824"/>
                </a:lnTo>
              </a:path>
              <a:path w="444207" h="657466">
                <a:moveTo>
                  <a:pt x="23241" y="578345"/>
                </a:moveTo>
                <a:lnTo>
                  <a:pt x="24803" y="578345"/>
                </a:lnTo>
                <a:lnTo>
                  <a:pt x="213724" y="649465"/>
                </a:lnTo>
                <a:lnTo>
                  <a:pt x="214090" y="649603"/>
                </a:lnTo>
                <a:lnTo>
                  <a:pt x="214606" y="649797"/>
                </a:lnTo>
                <a:lnTo>
                  <a:pt x="216593" y="649797"/>
                </a:lnTo>
                <a:lnTo>
                  <a:pt x="216128" y="649603"/>
                </a:lnTo>
                <a:lnTo>
                  <a:pt x="215798" y="649465"/>
                </a:lnTo>
                <a:lnTo>
                  <a:pt x="54550" y="578383"/>
                </a:lnTo>
              </a:path>
              <a:path w="444207" h="657466">
                <a:moveTo>
                  <a:pt x="219506" y="639254"/>
                </a:moveTo>
                <a:lnTo>
                  <a:pt x="219452" y="639775"/>
                </a:lnTo>
                <a:lnTo>
                  <a:pt x="218719" y="646798"/>
                </a:lnTo>
                <a:lnTo>
                  <a:pt x="221971" y="651548"/>
                </a:lnTo>
                <a:lnTo>
                  <a:pt x="224172" y="651548"/>
                </a:lnTo>
                <a:lnTo>
                  <a:pt x="222710" y="646798"/>
                </a:lnTo>
                <a:lnTo>
                  <a:pt x="220548" y="639775"/>
                </a:lnTo>
              </a:path>
              <a:path w="444207" h="657466">
                <a:moveTo>
                  <a:pt x="214606" y="649797"/>
                </a:moveTo>
                <a:lnTo>
                  <a:pt x="216128" y="650370"/>
                </a:lnTo>
                <a:lnTo>
                  <a:pt x="216128" y="649797"/>
                </a:lnTo>
              </a:path>
              <a:path w="444207" h="657466">
                <a:moveTo>
                  <a:pt x="216128" y="649797"/>
                </a:moveTo>
                <a:lnTo>
                  <a:pt x="217010" y="650684"/>
                </a:lnTo>
                <a:lnTo>
                  <a:pt x="218414" y="651230"/>
                </a:lnTo>
                <a:lnTo>
                  <a:pt x="218719" y="651751"/>
                </a:lnTo>
                <a:lnTo>
                  <a:pt x="220160" y="651751"/>
                </a:lnTo>
                <a:lnTo>
                  <a:pt x="218719" y="651230"/>
                </a:lnTo>
                <a:lnTo>
                  <a:pt x="218719" y="650712"/>
                </a:lnTo>
                <a:lnTo>
                  <a:pt x="216593" y="649797"/>
                </a:lnTo>
              </a:path>
              <a:path w="444207" h="657466">
                <a:moveTo>
                  <a:pt x="221971" y="651548"/>
                </a:moveTo>
                <a:lnTo>
                  <a:pt x="222110" y="651751"/>
                </a:lnTo>
                <a:lnTo>
                  <a:pt x="220160" y="651751"/>
                </a:lnTo>
                <a:lnTo>
                  <a:pt x="222237" y="651751"/>
                </a:lnTo>
                <a:lnTo>
                  <a:pt x="222034" y="651548"/>
                </a:lnTo>
              </a:path>
              <a:path w="444207" h="657466">
                <a:moveTo>
                  <a:pt x="222034" y="651548"/>
                </a:moveTo>
                <a:lnTo>
                  <a:pt x="224484" y="652563"/>
                </a:lnTo>
                <a:lnTo>
                  <a:pt x="224172" y="651548"/>
                </a:lnTo>
              </a:path>
              <a:path w="444207" h="657466">
                <a:moveTo>
                  <a:pt x="218719" y="651751"/>
                </a:moveTo>
                <a:lnTo>
                  <a:pt x="219645" y="651997"/>
                </a:lnTo>
                <a:lnTo>
                  <a:pt x="220678" y="652272"/>
                </a:lnTo>
                <a:lnTo>
                  <a:pt x="222618" y="652272"/>
                </a:lnTo>
                <a:lnTo>
                  <a:pt x="222483" y="651997"/>
                </a:lnTo>
                <a:lnTo>
                  <a:pt x="222237" y="651751"/>
                </a:lnTo>
              </a:path>
              <a:path w="444207" h="657466">
                <a:moveTo>
                  <a:pt x="24549" y="44831"/>
                </a:moveTo>
                <a:lnTo>
                  <a:pt x="25450" y="43932"/>
                </a:lnTo>
                <a:lnTo>
                  <a:pt x="25581" y="43802"/>
                </a:lnTo>
                <a:lnTo>
                  <a:pt x="26103" y="43281"/>
                </a:lnTo>
                <a:lnTo>
                  <a:pt x="25590" y="43281"/>
                </a:lnTo>
                <a:lnTo>
                  <a:pt x="25450" y="43227"/>
                </a:lnTo>
                <a:lnTo>
                  <a:pt x="25781" y="43091"/>
                </a:lnTo>
                <a:lnTo>
                  <a:pt x="25450" y="42760"/>
                </a:lnTo>
                <a:lnTo>
                  <a:pt x="25450" y="42528"/>
                </a:lnTo>
                <a:lnTo>
                  <a:pt x="26147" y="42240"/>
                </a:lnTo>
                <a:lnTo>
                  <a:pt x="26492" y="42008"/>
                </a:lnTo>
                <a:lnTo>
                  <a:pt x="27188" y="41719"/>
                </a:lnTo>
                <a:lnTo>
                  <a:pt x="28165" y="41225"/>
                </a:lnTo>
                <a:lnTo>
                  <a:pt x="28714" y="41198"/>
                </a:lnTo>
                <a:lnTo>
                  <a:pt x="28714" y="42240"/>
                </a:lnTo>
                <a:lnTo>
                  <a:pt x="29232" y="41719"/>
                </a:lnTo>
                <a:lnTo>
                  <a:pt x="29235" y="41198"/>
                </a:lnTo>
                <a:lnTo>
                  <a:pt x="28905" y="41008"/>
                </a:lnTo>
                <a:lnTo>
                  <a:pt x="29486" y="40678"/>
                </a:lnTo>
                <a:lnTo>
                  <a:pt x="30517" y="40157"/>
                </a:lnTo>
                <a:lnTo>
                  <a:pt x="29264" y="40678"/>
                </a:lnTo>
                <a:lnTo>
                  <a:pt x="28473" y="40919"/>
                </a:lnTo>
                <a:lnTo>
                  <a:pt x="28322" y="41069"/>
                </a:lnTo>
                <a:lnTo>
                  <a:pt x="28011" y="41198"/>
                </a:lnTo>
                <a:lnTo>
                  <a:pt x="26973" y="41719"/>
                </a:lnTo>
                <a:lnTo>
                  <a:pt x="26492" y="41919"/>
                </a:lnTo>
                <a:lnTo>
                  <a:pt x="25932" y="42240"/>
                </a:lnTo>
                <a:lnTo>
                  <a:pt x="25450" y="42439"/>
                </a:lnTo>
                <a:lnTo>
                  <a:pt x="24891" y="42760"/>
                </a:lnTo>
                <a:lnTo>
                  <a:pt x="25319" y="43281"/>
                </a:lnTo>
                <a:lnTo>
                  <a:pt x="25450" y="43281"/>
                </a:lnTo>
                <a:lnTo>
                  <a:pt x="25450" y="43802"/>
                </a:lnTo>
                <a:lnTo>
                  <a:pt x="25069" y="43802"/>
                </a:lnTo>
                <a:lnTo>
                  <a:pt x="24041" y="44830"/>
                </a:lnTo>
                <a:lnTo>
                  <a:pt x="23520" y="45351"/>
                </a:lnTo>
                <a:lnTo>
                  <a:pt x="23190" y="45173"/>
                </a:lnTo>
                <a:lnTo>
                  <a:pt x="23012" y="45351"/>
                </a:lnTo>
                <a:lnTo>
                  <a:pt x="25450" y="45872"/>
                </a:lnTo>
                <a:lnTo>
                  <a:pt x="24549" y="44831"/>
                </a:lnTo>
                <a:close/>
              </a:path>
              <a:path w="444207" h="657466">
                <a:moveTo>
                  <a:pt x="23761" y="577824"/>
                </a:moveTo>
                <a:lnTo>
                  <a:pt x="23558" y="577723"/>
                </a:lnTo>
                <a:lnTo>
                  <a:pt x="22717" y="577824"/>
                </a:lnTo>
                <a:lnTo>
                  <a:pt x="23241" y="578345"/>
                </a:lnTo>
                <a:lnTo>
                  <a:pt x="23761" y="577824"/>
                </a:lnTo>
                <a:close/>
              </a:path>
              <a:path w="444207" h="657466">
                <a:moveTo>
                  <a:pt x="24766" y="30784"/>
                </a:moveTo>
                <a:lnTo>
                  <a:pt x="24981" y="30784"/>
                </a:lnTo>
                <a:lnTo>
                  <a:pt x="25717" y="30390"/>
                </a:lnTo>
                <a:lnTo>
                  <a:pt x="26023" y="30264"/>
                </a:lnTo>
                <a:lnTo>
                  <a:pt x="27064" y="29743"/>
                </a:lnTo>
                <a:lnTo>
                  <a:pt x="26879" y="29222"/>
                </a:lnTo>
                <a:lnTo>
                  <a:pt x="26361" y="29743"/>
                </a:lnTo>
                <a:lnTo>
                  <a:pt x="25868" y="30239"/>
                </a:lnTo>
                <a:lnTo>
                  <a:pt x="24551" y="30784"/>
                </a:lnTo>
                <a:lnTo>
                  <a:pt x="24091" y="30975"/>
                </a:lnTo>
                <a:lnTo>
                  <a:pt x="24766" y="30784"/>
                </a:lnTo>
                <a:close/>
              </a:path>
              <a:path w="444207" h="657466">
                <a:moveTo>
                  <a:pt x="24057" y="43802"/>
                </a:moveTo>
                <a:lnTo>
                  <a:pt x="24273" y="43281"/>
                </a:lnTo>
                <a:lnTo>
                  <a:pt x="24404" y="42962"/>
                </a:lnTo>
                <a:lnTo>
                  <a:pt x="24676" y="42760"/>
                </a:lnTo>
                <a:lnTo>
                  <a:pt x="25074" y="41328"/>
                </a:lnTo>
                <a:lnTo>
                  <a:pt x="25441" y="40432"/>
                </a:lnTo>
                <a:lnTo>
                  <a:pt x="22606" y="43802"/>
                </a:lnTo>
                <a:lnTo>
                  <a:pt x="24057" y="43802"/>
                </a:lnTo>
                <a:close/>
              </a:path>
              <a:path w="444207" h="657466">
                <a:moveTo>
                  <a:pt x="25590" y="565340"/>
                </a:moveTo>
                <a:lnTo>
                  <a:pt x="26111" y="565340"/>
                </a:lnTo>
                <a:lnTo>
                  <a:pt x="25590" y="564819"/>
                </a:lnTo>
                <a:lnTo>
                  <a:pt x="25069" y="564819"/>
                </a:lnTo>
                <a:lnTo>
                  <a:pt x="24549" y="564299"/>
                </a:lnTo>
                <a:lnTo>
                  <a:pt x="24035" y="564299"/>
                </a:lnTo>
                <a:lnTo>
                  <a:pt x="24041" y="564819"/>
                </a:lnTo>
                <a:lnTo>
                  <a:pt x="24231" y="565010"/>
                </a:lnTo>
                <a:lnTo>
                  <a:pt x="25070" y="565340"/>
                </a:lnTo>
                <a:lnTo>
                  <a:pt x="25260" y="565531"/>
                </a:lnTo>
                <a:lnTo>
                  <a:pt x="25590" y="565340"/>
                </a:lnTo>
                <a:close/>
              </a:path>
              <a:path w="444207" h="657466">
                <a:moveTo>
                  <a:pt x="25069" y="43802"/>
                </a:moveTo>
                <a:lnTo>
                  <a:pt x="25450" y="43802"/>
                </a:lnTo>
                <a:lnTo>
                  <a:pt x="25450" y="43281"/>
                </a:lnTo>
                <a:lnTo>
                  <a:pt x="25319" y="43281"/>
                </a:lnTo>
                <a:lnTo>
                  <a:pt x="24060" y="43801"/>
                </a:lnTo>
                <a:lnTo>
                  <a:pt x="24231" y="44132"/>
                </a:lnTo>
                <a:lnTo>
                  <a:pt x="24041" y="44830"/>
                </a:lnTo>
                <a:lnTo>
                  <a:pt x="25069" y="43802"/>
                </a:lnTo>
                <a:close/>
              </a:path>
              <a:path w="444207" h="657466">
                <a:moveTo>
                  <a:pt x="24803" y="30264"/>
                </a:moveTo>
                <a:lnTo>
                  <a:pt x="25323" y="29743"/>
                </a:lnTo>
                <a:lnTo>
                  <a:pt x="25844" y="29222"/>
                </a:lnTo>
                <a:lnTo>
                  <a:pt x="25323" y="29222"/>
                </a:lnTo>
                <a:lnTo>
                  <a:pt x="24803" y="29743"/>
                </a:lnTo>
                <a:lnTo>
                  <a:pt x="24282" y="30264"/>
                </a:lnTo>
                <a:lnTo>
                  <a:pt x="23761" y="30784"/>
                </a:lnTo>
                <a:lnTo>
                  <a:pt x="24282" y="30784"/>
                </a:lnTo>
                <a:lnTo>
                  <a:pt x="24803" y="30264"/>
                </a:lnTo>
                <a:close/>
              </a:path>
              <a:path w="444207" h="657466">
                <a:moveTo>
                  <a:pt x="25717" y="566381"/>
                </a:moveTo>
                <a:lnTo>
                  <a:pt x="24676" y="565861"/>
                </a:lnTo>
                <a:lnTo>
                  <a:pt x="23634" y="565340"/>
                </a:lnTo>
                <a:lnTo>
                  <a:pt x="23380" y="565141"/>
                </a:lnTo>
                <a:lnTo>
                  <a:pt x="24155" y="577303"/>
                </a:lnTo>
                <a:lnTo>
                  <a:pt x="23114" y="576783"/>
                </a:lnTo>
                <a:lnTo>
                  <a:pt x="20647" y="576783"/>
                </a:lnTo>
                <a:lnTo>
                  <a:pt x="21170" y="577303"/>
                </a:lnTo>
                <a:lnTo>
                  <a:pt x="23931" y="577303"/>
                </a:lnTo>
                <a:lnTo>
                  <a:pt x="23996" y="577824"/>
                </a:lnTo>
                <a:lnTo>
                  <a:pt x="26238" y="578345"/>
                </a:lnTo>
                <a:lnTo>
                  <a:pt x="25717" y="566381"/>
                </a:lnTo>
                <a:close/>
              </a:path>
              <a:path w="444207" h="657466">
                <a:moveTo>
                  <a:pt x="25590" y="43802"/>
                </a:moveTo>
                <a:lnTo>
                  <a:pt x="26111" y="43281"/>
                </a:lnTo>
                <a:lnTo>
                  <a:pt x="26492" y="42900"/>
                </a:lnTo>
                <a:lnTo>
                  <a:pt x="26631" y="43281"/>
                </a:lnTo>
                <a:lnTo>
                  <a:pt x="27152" y="42760"/>
                </a:lnTo>
                <a:lnTo>
                  <a:pt x="27152" y="42240"/>
                </a:lnTo>
                <a:lnTo>
                  <a:pt x="26631" y="42760"/>
                </a:lnTo>
                <a:lnTo>
                  <a:pt x="26492" y="42894"/>
                </a:lnTo>
                <a:lnTo>
                  <a:pt x="26103" y="43281"/>
                </a:lnTo>
                <a:lnTo>
                  <a:pt x="25581" y="43802"/>
                </a:lnTo>
                <a:lnTo>
                  <a:pt x="25450" y="43932"/>
                </a:lnTo>
                <a:lnTo>
                  <a:pt x="24549" y="44831"/>
                </a:lnTo>
                <a:lnTo>
                  <a:pt x="25450" y="45872"/>
                </a:lnTo>
                <a:lnTo>
                  <a:pt x="26492" y="45872"/>
                </a:lnTo>
                <a:lnTo>
                  <a:pt x="25590" y="43802"/>
                </a:lnTo>
                <a:close/>
              </a:path>
              <a:path w="444207" h="657466">
                <a:moveTo>
                  <a:pt x="26492" y="43281"/>
                </a:moveTo>
                <a:lnTo>
                  <a:pt x="26631" y="43281"/>
                </a:lnTo>
                <a:lnTo>
                  <a:pt x="26492" y="42894"/>
                </a:lnTo>
                <a:lnTo>
                  <a:pt x="26631" y="42760"/>
                </a:lnTo>
                <a:lnTo>
                  <a:pt x="27152" y="42240"/>
                </a:lnTo>
                <a:lnTo>
                  <a:pt x="27673" y="41719"/>
                </a:lnTo>
                <a:lnTo>
                  <a:pt x="27863" y="41529"/>
                </a:lnTo>
                <a:lnTo>
                  <a:pt x="28193" y="41719"/>
                </a:lnTo>
                <a:lnTo>
                  <a:pt x="28194" y="42240"/>
                </a:lnTo>
                <a:lnTo>
                  <a:pt x="28714" y="42240"/>
                </a:lnTo>
                <a:lnTo>
                  <a:pt x="28714" y="41198"/>
                </a:lnTo>
                <a:lnTo>
                  <a:pt x="28445" y="41198"/>
                </a:lnTo>
                <a:lnTo>
                  <a:pt x="28165" y="41225"/>
                </a:lnTo>
                <a:lnTo>
                  <a:pt x="27188" y="41719"/>
                </a:lnTo>
                <a:lnTo>
                  <a:pt x="26492" y="42008"/>
                </a:lnTo>
                <a:lnTo>
                  <a:pt x="26147" y="42240"/>
                </a:lnTo>
                <a:lnTo>
                  <a:pt x="26492" y="42240"/>
                </a:lnTo>
                <a:lnTo>
                  <a:pt x="26492" y="42097"/>
                </a:lnTo>
                <a:lnTo>
                  <a:pt x="27404" y="41719"/>
                </a:lnTo>
                <a:lnTo>
                  <a:pt x="28012" y="41378"/>
                </a:lnTo>
                <a:lnTo>
                  <a:pt x="27860" y="41530"/>
                </a:lnTo>
                <a:lnTo>
                  <a:pt x="27670" y="41719"/>
                </a:lnTo>
                <a:lnTo>
                  <a:pt x="27148" y="42240"/>
                </a:lnTo>
                <a:lnTo>
                  <a:pt x="26625" y="42760"/>
                </a:lnTo>
                <a:lnTo>
                  <a:pt x="26492" y="42760"/>
                </a:lnTo>
                <a:lnTo>
                  <a:pt x="25781" y="43091"/>
                </a:lnTo>
                <a:lnTo>
                  <a:pt x="25450" y="43227"/>
                </a:lnTo>
                <a:lnTo>
                  <a:pt x="25590" y="43281"/>
                </a:lnTo>
                <a:lnTo>
                  <a:pt x="26103" y="43281"/>
                </a:lnTo>
                <a:lnTo>
                  <a:pt x="25590" y="43802"/>
                </a:lnTo>
                <a:lnTo>
                  <a:pt x="26492" y="45872"/>
                </a:lnTo>
                <a:lnTo>
                  <a:pt x="26492" y="43281"/>
                </a:lnTo>
                <a:close/>
              </a:path>
              <a:path w="444207" h="657466">
                <a:moveTo>
                  <a:pt x="27698" y="566407"/>
                </a:moveTo>
                <a:lnTo>
                  <a:pt x="27152" y="565861"/>
                </a:lnTo>
                <a:lnTo>
                  <a:pt x="26111" y="565861"/>
                </a:lnTo>
                <a:lnTo>
                  <a:pt x="25781" y="566051"/>
                </a:lnTo>
                <a:lnTo>
                  <a:pt x="25590" y="565861"/>
                </a:lnTo>
                <a:lnTo>
                  <a:pt x="25322" y="565861"/>
                </a:lnTo>
                <a:lnTo>
                  <a:pt x="26364" y="566381"/>
                </a:lnTo>
                <a:lnTo>
                  <a:pt x="27647" y="566381"/>
                </a:lnTo>
                <a:lnTo>
                  <a:pt x="27863" y="567093"/>
                </a:lnTo>
                <a:lnTo>
                  <a:pt x="26147" y="566381"/>
                </a:lnTo>
                <a:lnTo>
                  <a:pt x="28905" y="567613"/>
                </a:lnTo>
                <a:lnTo>
                  <a:pt x="27698" y="566407"/>
                </a:lnTo>
                <a:close/>
              </a:path>
              <a:path w="444207" h="657466">
                <a:moveTo>
                  <a:pt x="25717" y="42240"/>
                </a:moveTo>
                <a:lnTo>
                  <a:pt x="26492" y="39907"/>
                </a:lnTo>
                <a:lnTo>
                  <a:pt x="28575" y="37820"/>
                </a:lnTo>
                <a:lnTo>
                  <a:pt x="28765" y="29413"/>
                </a:lnTo>
                <a:lnTo>
                  <a:pt x="31427" y="28310"/>
                </a:lnTo>
                <a:lnTo>
                  <a:pt x="32073" y="27660"/>
                </a:lnTo>
                <a:lnTo>
                  <a:pt x="30518" y="27660"/>
                </a:lnTo>
                <a:lnTo>
                  <a:pt x="30911" y="28181"/>
                </a:lnTo>
                <a:lnTo>
                  <a:pt x="31432" y="28181"/>
                </a:lnTo>
                <a:lnTo>
                  <a:pt x="28981" y="29196"/>
                </a:lnTo>
                <a:lnTo>
                  <a:pt x="27203" y="29933"/>
                </a:lnTo>
                <a:lnTo>
                  <a:pt x="26492" y="39382"/>
                </a:lnTo>
                <a:lnTo>
                  <a:pt x="25450" y="40424"/>
                </a:lnTo>
                <a:lnTo>
                  <a:pt x="25450" y="42439"/>
                </a:lnTo>
                <a:lnTo>
                  <a:pt x="25717" y="42240"/>
                </a:lnTo>
                <a:close/>
              </a:path>
              <a:path w="444207" h="657466">
                <a:moveTo>
                  <a:pt x="26822" y="566572"/>
                </a:moveTo>
                <a:lnTo>
                  <a:pt x="26631" y="566381"/>
                </a:lnTo>
                <a:lnTo>
                  <a:pt x="26364" y="566381"/>
                </a:lnTo>
                <a:lnTo>
                  <a:pt x="25322" y="565861"/>
                </a:lnTo>
                <a:lnTo>
                  <a:pt x="25111" y="565861"/>
                </a:lnTo>
                <a:lnTo>
                  <a:pt x="26147" y="566381"/>
                </a:lnTo>
                <a:lnTo>
                  <a:pt x="27863" y="567093"/>
                </a:lnTo>
                <a:lnTo>
                  <a:pt x="26822" y="566572"/>
                </a:lnTo>
                <a:close/>
              </a:path>
              <a:path w="444207" h="657466">
                <a:moveTo>
                  <a:pt x="26238" y="30264"/>
                </a:moveTo>
                <a:lnTo>
                  <a:pt x="27414" y="29722"/>
                </a:lnTo>
                <a:lnTo>
                  <a:pt x="29196" y="28982"/>
                </a:lnTo>
                <a:lnTo>
                  <a:pt x="28321" y="29222"/>
                </a:lnTo>
                <a:lnTo>
                  <a:pt x="27626" y="29510"/>
                </a:lnTo>
                <a:lnTo>
                  <a:pt x="27279" y="29743"/>
                </a:lnTo>
                <a:lnTo>
                  <a:pt x="26112" y="30264"/>
                </a:lnTo>
                <a:lnTo>
                  <a:pt x="25654" y="30454"/>
                </a:lnTo>
                <a:lnTo>
                  <a:pt x="26238" y="30264"/>
                </a:lnTo>
                <a:close/>
              </a:path>
              <a:path w="444207" h="657466">
                <a:moveTo>
                  <a:pt x="26973" y="41719"/>
                </a:moveTo>
                <a:lnTo>
                  <a:pt x="28011" y="41198"/>
                </a:lnTo>
                <a:lnTo>
                  <a:pt x="27800" y="41198"/>
                </a:lnTo>
                <a:lnTo>
                  <a:pt x="26758" y="41719"/>
                </a:lnTo>
                <a:lnTo>
                  <a:pt x="26492" y="41919"/>
                </a:lnTo>
                <a:lnTo>
                  <a:pt x="26973" y="41719"/>
                </a:lnTo>
                <a:close/>
              </a:path>
              <a:path w="444207" h="657466">
                <a:moveTo>
                  <a:pt x="27647" y="566381"/>
                </a:moveTo>
                <a:lnTo>
                  <a:pt x="27152" y="566381"/>
                </a:lnTo>
                <a:lnTo>
                  <a:pt x="26631" y="566381"/>
                </a:lnTo>
                <a:lnTo>
                  <a:pt x="26822" y="566572"/>
                </a:lnTo>
                <a:lnTo>
                  <a:pt x="27863" y="567093"/>
                </a:lnTo>
                <a:lnTo>
                  <a:pt x="27647" y="566381"/>
                </a:lnTo>
                <a:close/>
              </a:path>
              <a:path w="444207" h="657466">
                <a:moveTo>
                  <a:pt x="26492" y="42760"/>
                </a:moveTo>
                <a:lnTo>
                  <a:pt x="26625" y="42760"/>
                </a:lnTo>
                <a:lnTo>
                  <a:pt x="27148" y="42240"/>
                </a:lnTo>
                <a:lnTo>
                  <a:pt x="27670" y="41719"/>
                </a:lnTo>
                <a:lnTo>
                  <a:pt x="28193" y="41719"/>
                </a:lnTo>
                <a:lnTo>
                  <a:pt x="27860" y="41530"/>
                </a:lnTo>
                <a:lnTo>
                  <a:pt x="28012" y="41378"/>
                </a:lnTo>
                <a:lnTo>
                  <a:pt x="27404" y="41719"/>
                </a:lnTo>
                <a:lnTo>
                  <a:pt x="26492" y="42097"/>
                </a:lnTo>
                <a:lnTo>
                  <a:pt x="26492" y="42240"/>
                </a:lnTo>
                <a:lnTo>
                  <a:pt x="26147" y="42240"/>
                </a:lnTo>
                <a:lnTo>
                  <a:pt x="25450" y="42528"/>
                </a:lnTo>
                <a:lnTo>
                  <a:pt x="25450" y="42760"/>
                </a:lnTo>
                <a:lnTo>
                  <a:pt x="25781" y="43091"/>
                </a:lnTo>
                <a:lnTo>
                  <a:pt x="26492" y="42760"/>
                </a:lnTo>
                <a:close/>
              </a:path>
              <a:path w="444207" h="657466">
                <a:moveTo>
                  <a:pt x="29052" y="40678"/>
                </a:moveTo>
                <a:lnTo>
                  <a:pt x="32016" y="39446"/>
                </a:lnTo>
                <a:lnTo>
                  <a:pt x="31953" y="39636"/>
                </a:lnTo>
                <a:lnTo>
                  <a:pt x="31826" y="40157"/>
                </a:lnTo>
                <a:lnTo>
                  <a:pt x="32346" y="40678"/>
                </a:lnTo>
                <a:lnTo>
                  <a:pt x="32867" y="40157"/>
                </a:lnTo>
                <a:lnTo>
                  <a:pt x="32346" y="39636"/>
                </a:lnTo>
                <a:lnTo>
                  <a:pt x="32626" y="39356"/>
                </a:lnTo>
                <a:lnTo>
                  <a:pt x="32841" y="39141"/>
                </a:lnTo>
                <a:lnTo>
                  <a:pt x="33058" y="38925"/>
                </a:lnTo>
                <a:lnTo>
                  <a:pt x="30848" y="28892"/>
                </a:lnTo>
                <a:lnTo>
                  <a:pt x="28829" y="40678"/>
                </a:lnTo>
                <a:lnTo>
                  <a:pt x="28575" y="40817"/>
                </a:lnTo>
                <a:lnTo>
                  <a:pt x="29052" y="40678"/>
                </a:lnTo>
                <a:close/>
              </a:path>
              <a:path w="444207" h="657466">
                <a:moveTo>
                  <a:pt x="30273" y="41198"/>
                </a:moveTo>
                <a:lnTo>
                  <a:pt x="30784" y="41198"/>
                </a:lnTo>
                <a:lnTo>
                  <a:pt x="31305" y="40678"/>
                </a:lnTo>
                <a:lnTo>
                  <a:pt x="31309" y="40157"/>
                </a:lnTo>
                <a:lnTo>
                  <a:pt x="30791" y="40678"/>
                </a:lnTo>
                <a:lnTo>
                  <a:pt x="30268" y="40678"/>
                </a:lnTo>
                <a:lnTo>
                  <a:pt x="29946" y="40487"/>
                </a:lnTo>
                <a:lnTo>
                  <a:pt x="29756" y="40678"/>
                </a:lnTo>
                <a:lnTo>
                  <a:pt x="29756" y="41719"/>
                </a:lnTo>
                <a:lnTo>
                  <a:pt x="30273" y="41198"/>
                </a:lnTo>
                <a:close/>
              </a:path>
              <a:path w="444207" h="657466">
                <a:moveTo>
                  <a:pt x="30911" y="28181"/>
                </a:moveTo>
                <a:lnTo>
                  <a:pt x="31432" y="28181"/>
                </a:lnTo>
                <a:lnTo>
                  <a:pt x="30911" y="28181"/>
                </a:lnTo>
                <a:close/>
              </a:path>
              <a:path w="444207" h="657466">
                <a:moveTo>
                  <a:pt x="29997" y="28181"/>
                </a:moveTo>
                <a:lnTo>
                  <a:pt x="30911" y="28181"/>
                </a:lnTo>
                <a:lnTo>
                  <a:pt x="30518" y="27660"/>
                </a:lnTo>
                <a:lnTo>
                  <a:pt x="29476" y="27660"/>
                </a:lnTo>
                <a:lnTo>
                  <a:pt x="28955" y="28181"/>
                </a:lnTo>
                <a:lnTo>
                  <a:pt x="28435" y="28701"/>
                </a:lnTo>
                <a:lnTo>
                  <a:pt x="29349" y="28702"/>
                </a:lnTo>
                <a:lnTo>
                  <a:pt x="29997" y="28181"/>
                </a:lnTo>
                <a:close/>
              </a:path>
              <a:path w="444207" h="657466">
                <a:moveTo>
                  <a:pt x="30975" y="39966"/>
                </a:moveTo>
                <a:lnTo>
                  <a:pt x="30517" y="40157"/>
                </a:lnTo>
                <a:lnTo>
                  <a:pt x="30911" y="40157"/>
                </a:lnTo>
                <a:lnTo>
                  <a:pt x="30975" y="39966"/>
                </a:lnTo>
                <a:close/>
              </a:path>
              <a:path w="444207" h="657466">
                <a:moveTo>
                  <a:pt x="25932" y="42240"/>
                </a:moveTo>
                <a:lnTo>
                  <a:pt x="26492" y="41919"/>
                </a:lnTo>
                <a:lnTo>
                  <a:pt x="26758" y="41719"/>
                </a:lnTo>
                <a:lnTo>
                  <a:pt x="27800" y="41198"/>
                </a:lnTo>
                <a:lnTo>
                  <a:pt x="28011" y="41198"/>
                </a:lnTo>
                <a:lnTo>
                  <a:pt x="28322" y="41069"/>
                </a:lnTo>
                <a:lnTo>
                  <a:pt x="28473" y="40919"/>
                </a:lnTo>
                <a:lnTo>
                  <a:pt x="29264" y="40678"/>
                </a:lnTo>
                <a:lnTo>
                  <a:pt x="30517" y="40157"/>
                </a:lnTo>
                <a:lnTo>
                  <a:pt x="30975" y="39966"/>
                </a:lnTo>
                <a:lnTo>
                  <a:pt x="30911" y="40157"/>
                </a:lnTo>
                <a:lnTo>
                  <a:pt x="30517" y="40157"/>
                </a:lnTo>
                <a:lnTo>
                  <a:pt x="29486" y="40678"/>
                </a:lnTo>
                <a:lnTo>
                  <a:pt x="29235" y="41198"/>
                </a:lnTo>
                <a:lnTo>
                  <a:pt x="29232" y="41719"/>
                </a:lnTo>
                <a:lnTo>
                  <a:pt x="29756" y="41719"/>
                </a:lnTo>
                <a:lnTo>
                  <a:pt x="29756" y="40678"/>
                </a:lnTo>
                <a:lnTo>
                  <a:pt x="29946" y="40487"/>
                </a:lnTo>
                <a:lnTo>
                  <a:pt x="30268" y="40678"/>
                </a:lnTo>
                <a:lnTo>
                  <a:pt x="30791" y="40678"/>
                </a:lnTo>
                <a:lnTo>
                  <a:pt x="31309" y="40157"/>
                </a:lnTo>
                <a:lnTo>
                  <a:pt x="31305" y="40678"/>
                </a:lnTo>
                <a:lnTo>
                  <a:pt x="32346" y="40678"/>
                </a:lnTo>
                <a:lnTo>
                  <a:pt x="31826" y="40157"/>
                </a:lnTo>
                <a:lnTo>
                  <a:pt x="31953" y="39636"/>
                </a:lnTo>
                <a:lnTo>
                  <a:pt x="30391" y="40157"/>
                </a:lnTo>
                <a:lnTo>
                  <a:pt x="29052" y="40678"/>
                </a:lnTo>
                <a:lnTo>
                  <a:pt x="28575" y="40817"/>
                </a:lnTo>
                <a:lnTo>
                  <a:pt x="28829" y="40678"/>
                </a:lnTo>
                <a:lnTo>
                  <a:pt x="30848" y="28892"/>
                </a:lnTo>
                <a:lnTo>
                  <a:pt x="35064" y="27139"/>
                </a:lnTo>
                <a:lnTo>
                  <a:pt x="34036" y="27139"/>
                </a:lnTo>
                <a:lnTo>
                  <a:pt x="33108" y="26619"/>
                </a:lnTo>
                <a:lnTo>
                  <a:pt x="32591" y="27139"/>
                </a:lnTo>
                <a:lnTo>
                  <a:pt x="32994" y="27660"/>
                </a:lnTo>
                <a:lnTo>
                  <a:pt x="31427" y="28310"/>
                </a:lnTo>
                <a:lnTo>
                  <a:pt x="28765" y="29413"/>
                </a:lnTo>
                <a:lnTo>
                  <a:pt x="28575" y="37820"/>
                </a:lnTo>
                <a:lnTo>
                  <a:pt x="26492" y="39907"/>
                </a:lnTo>
                <a:lnTo>
                  <a:pt x="25717" y="42240"/>
                </a:lnTo>
                <a:lnTo>
                  <a:pt x="25450" y="42439"/>
                </a:lnTo>
                <a:lnTo>
                  <a:pt x="25932" y="42240"/>
                </a:lnTo>
                <a:close/>
              </a:path>
              <a:path w="444207" h="657466">
                <a:moveTo>
                  <a:pt x="32994" y="27660"/>
                </a:moveTo>
                <a:lnTo>
                  <a:pt x="32473" y="27660"/>
                </a:lnTo>
                <a:lnTo>
                  <a:pt x="32591" y="27139"/>
                </a:lnTo>
                <a:lnTo>
                  <a:pt x="31038" y="27139"/>
                </a:lnTo>
                <a:lnTo>
                  <a:pt x="30518" y="27660"/>
                </a:lnTo>
                <a:lnTo>
                  <a:pt x="32073" y="27660"/>
                </a:lnTo>
                <a:lnTo>
                  <a:pt x="31427" y="28310"/>
                </a:lnTo>
                <a:lnTo>
                  <a:pt x="32994" y="27660"/>
                </a:lnTo>
                <a:close/>
              </a:path>
              <a:path w="444207" h="657466">
                <a:moveTo>
                  <a:pt x="33108" y="26619"/>
                </a:moveTo>
                <a:lnTo>
                  <a:pt x="33108" y="26619"/>
                </a:lnTo>
                <a:lnTo>
                  <a:pt x="35712" y="26619"/>
                </a:lnTo>
              </a:path>
              <a:path w="444207" h="657466">
                <a:moveTo>
                  <a:pt x="38188" y="26619"/>
                </a:moveTo>
                <a:lnTo>
                  <a:pt x="35712" y="26619"/>
                </a:lnTo>
                <a:lnTo>
                  <a:pt x="38188" y="26619"/>
                </a:lnTo>
              </a:path>
              <a:path w="444207" h="657466">
                <a:moveTo>
                  <a:pt x="33108" y="26619"/>
                </a:moveTo>
                <a:lnTo>
                  <a:pt x="34036" y="27139"/>
                </a:lnTo>
                <a:lnTo>
                  <a:pt x="35064" y="27139"/>
                </a:lnTo>
                <a:lnTo>
                  <a:pt x="30848" y="28892"/>
                </a:lnTo>
                <a:lnTo>
                  <a:pt x="32828" y="37884"/>
                </a:lnTo>
                <a:lnTo>
                  <a:pt x="32877" y="38103"/>
                </a:lnTo>
                <a:lnTo>
                  <a:pt x="32989" y="38615"/>
                </a:lnTo>
                <a:lnTo>
                  <a:pt x="35239" y="38615"/>
                </a:lnTo>
                <a:lnTo>
                  <a:pt x="35951" y="38103"/>
                </a:lnTo>
                <a:lnTo>
                  <a:pt x="36169" y="37884"/>
                </a:lnTo>
                <a:lnTo>
                  <a:pt x="37781" y="28892"/>
                </a:lnTo>
                <a:lnTo>
                  <a:pt x="38095" y="27139"/>
                </a:lnTo>
                <a:lnTo>
                  <a:pt x="38188" y="26619"/>
                </a:lnTo>
              </a:path>
              <a:path w="444207" h="657466">
                <a:moveTo>
                  <a:pt x="32989" y="38615"/>
                </a:moveTo>
                <a:lnTo>
                  <a:pt x="33058" y="38925"/>
                </a:lnTo>
                <a:lnTo>
                  <a:pt x="32867" y="39116"/>
                </a:lnTo>
                <a:lnTo>
                  <a:pt x="34036" y="39116"/>
                </a:lnTo>
                <a:lnTo>
                  <a:pt x="33515" y="39116"/>
                </a:lnTo>
                <a:lnTo>
                  <a:pt x="33855" y="38925"/>
                </a:lnTo>
                <a:lnTo>
                  <a:pt x="34409" y="38615"/>
                </a:lnTo>
              </a:path>
              <a:path w="444207" h="657466">
                <a:moveTo>
                  <a:pt x="34409" y="38615"/>
                </a:moveTo>
                <a:lnTo>
                  <a:pt x="34189" y="38835"/>
                </a:lnTo>
                <a:lnTo>
                  <a:pt x="34036" y="39116"/>
                </a:lnTo>
                <a:lnTo>
                  <a:pt x="34544" y="39116"/>
                </a:lnTo>
                <a:lnTo>
                  <a:pt x="34933" y="38835"/>
                </a:lnTo>
                <a:lnTo>
                  <a:pt x="35239" y="38615"/>
                </a:lnTo>
              </a:path>
              <a:path w="444207" h="657466">
                <a:moveTo>
                  <a:pt x="32867" y="39116"/>
                </a:moveTo>
                <a:lnTo>
                  <a:pt x="32626" y="39356"/>
                </a:lnTo>
                <a:lnTo>
                  <a:pt x="32473" y="39636"/>
                </a:lnTo>
                <a:lnTo>
                  <a:pt x="34426" y="39636"/>
                </a:lnTo>
                <a:lnTo>
                  <a:pt x="34489" y="39356"/>
                </a:lnTo>
                <a:lnTo>
                  <a:pt x="34538" y="39141"/>
                </a:lnTo>
              </a:path>
              <a:path w="444207" h="657466">
                <a:moveTo>
                  <a:pt x="30391" y="40157"/>
                </a:moveTo>
                <a:lnTo>
                  <a:pt x="31953" y="39510"/>
                </a:lnTo>
                <a:lnTo>
                  <a:pt x="29052" y="40678"/>
                </a:lnTo>
                <a:lnTo>
                  <a:pt x="30391" y="40157"/>
                </a:lnTo>
                <a:close/>
              </a:path>
              <a:path w="444207" h="657466">
                <a:moveTo>
                  <a:pt x="33909" y="40157"/>
                </a:moveTo>
                <a:lnTo>
                  <a:pt x="34426" y="39636"/>
                </a:lnTo>
                <a:lnTo>
                  <a:pt x="32473" y="39636"/>
                </a:lnTo>
                <a:lnTo>
                  <a:pt x="32626" y="39356"/>
                </a:lnTo>
                <a:lnTo>
                  <a:pt x="32346" y="39636"/>
                </a:lnTo>
                <a:lnTo>
                  <a:pt x="32867" y="40157"/>
                </a:lnTo>
                <a:lnTo>
                  <a:pt x="33909" y="40157"/>
                </a:lnTo>
                <a:close/>
              </a:path>
              <a:path w="444207" h="657466">
                <a:moveTo>
                  <a:pt x="34189" y="38835"/>
                </a:moveTo>
                <a:lnTo>
                  <a:pt x="34409" y="38615"/>
                </a:lnTo>
                <a:lnTo>
                  <a:pt x="33515" y="39116"/>
                </a:lnTo>
                <a:lnTo>
                  <a:pt x="34036" y="39116"/>
                </a:lnTo>
                <a:lnTo>
                  <a:pt x="34189" y="38835"/>
                </a:lnTo>
                <a:close/>
              </a:path>
              <a:path w="444207" h="657466">
                <a:moveTo>
                  <a:pt x="35471" y="39636"/>
                </a:moveTo>
                <a:lnTo>
                  <a:pt x="35988" y="39115"/>
                </a:lnTo>
                <a:lnTo>
                  <a:pt x="36106" y="38595"/>
                </a:lnTo>
                <a:lnTo>
                  <a:pt x="35585" y="38595"/>
                </a:lnTo>
                <a:lnTo>
                  <a:pt x="34944" y="39115"/>
                </a:lnTo>
                <a:lnTo>
                  <a:pt x="34426" y="39636"/>
                </a:lnTo>
                <a:lnTo>
                  <a:pt x="35471" y="39636"/>
                </a:lnTo>
                <a:close/>
              </a:path>
              <a:path w="444207" h="657466">
                <a:moveTo>
                  <a:pt x="39814" y="36842"/>
                </a:moveTo>
                <a:lnTo>
                  <a:pt x="42926" y="36322"/>
                </a:lnTo>
                <a:lnTo>
                  <a:pt x="40259" y="26200"/>
                </a:lnTo>
                <a:lnTo>
                  <a:pt x="36233" y="26098"/>
                </a:lnTo>
                <a:lnTo>
                  <a:pt x="35712" y="26619"/>
                </a:lnTo>
                <a:lnTo>
                  <a:pt x="38188" y="26619"/>
                </a:lnTo>
                <a:lnTo>
                  <a:pt x="37731" y="37363"/>
                </a:lnTo>
                <a:lnTo>
                  <a:pt x="35951" y="38103"/>
                </a:lnTo>
                <a:lnTo>
                  <a:pt x="37152" y="37945"/>
                </a:lnTo>
                <a:lnTo>
                  <a:pt x="36506" y="38595"/>
                </a:lnTo>
                <a:lnTo>
                  <a:pt x="37668" y="38595"/>
                </a:lnTo>
                <a:lnTo>
                  <a:pt x="39814" y="36842"/>
                </a:lnTo>
                <a:close/>
              </a:path>
              <a:path w="444207" h="657466">
                <a:moveTo>
                  <a:pt x="37731" y="37363"/>
                </a:moveTo>
                <a:lnTo>
                  <a:pt x="38188" y="26619"/>
                </a:lnTo>
                <a:lnTo>
                  <a:pt x="36169" y="37884"/>
                </a:lnTo>
                <a:lnTo>
                  <a:pt x="35951" y="38103"/>
                </a:lnTo>
                <a:lnTo>
                  <a:pt x="37731" y="37363"/>
                </a:lnTo>
                <a:close/>
              </a:path>
              <a:path w="444207" h="657466">
                <a:moveTo>
                  <a:pt x="40665" y="38595"/>
                </a:moveTo>
                <a:lnTo>
                  <a:pt x="39230" y="38074"/>
                </a:lnTo>
                <a:lnTo>
                  <a:pt x="38709" y="38074"/>
                </a:lnTo>
                <a:lnTo>
                  <a:pt x="38061" y="38595"/>
                </a:lnTo>
                <a:lnTo>
                  <a:pt x="40665" y="38595"/>
                </a:lnTo>
                <a:close/>
              </a:path>
              <a:path w="444207" h="657466">
                <a:moveTo>
                  <a:pt x="187947" y="11976"/>
                </a:moveTo>
                <a:lnTo>
                  <a:pt x="188907" y="12124"/>
                </a:lnTo>
                <a:lnTo>
                  <a:pt x="221121" y="17091"/>
                </a:lnTo>
                <a:lnTo>
                  <a:pt x="189890" y="11950"/>
                </a:lnTo>
                <a:lnTo>
                  <a:pt x="188829" y="342"/>
                </a:lnTo>
                <a:lnTo>
                  <a:pt x="186860" y="342"/>
                </a:lnTo>
                <a:lnTo>
                  <a:pt x="41300" y="26098"/>
                </a:lnTo>
                <a:lnTo>
                  <a:pt x="40779" y="26098"/>
                </a:lnTo>
                <a:lnTo>
                  <a:pt x="40259" y="26098"/>
                </a:lnTo>
                <a:lnTo>
                  <a:pt x="42926" y="36322"/>
                </a:lnTo>
                <a:lnTo>
                  <a:pt x="187947" y="11976"/>
                </a:lnTo>
                <a:close/>
              </a:path>
              <a:path w="444207" h="657466">
                <a:moveTo>
                  <a:pt x="187947" y="11976"/>
                </a:moveTo>
                <a:lnTo>
                  <a:pt x="187065" y="12124"/>
                </a:lnTo>
                <a:lnTo>
                  <a:pt x="42926" y="36322"/>
                </a:lnTo>
                <a:lnTo>
                  <a:pt x="51754" y="36322"/>
                </a:lnTo>
                <a:lnTo>
                  <a:pt x="188907" y="12124"/>
                </a:lnTo>
              </a:path>
              <a:path w="444207" h="657466">
                <a:moveTo>
                  <a:pt x="42926" y="36322"/>
                </a:moveTo>
                <a:lnTo>
                  <a:pt x="39814" y="36842"/>
                </a:lnTo>
                <a:lnTo>
                  <a:pt x="38305" y="38074"/>
                </a:lnTo>
                <a:lnTo>
                  <a:pt x="39751" y="38074"/>
                </a:lnTo>
                <a:lnTo>
                  <a:pt x="41982" y="36842"/>
                </a:lnTo>
                <a:lnTo>
                  <a:pt x="42926" y="36322"/>
                </a:lnTo>
              </a:path>
              <a:path w="444207" h="657466">
                <a:moveTo>
                  <a:pt x="42926" y="36322"/>
                </a:moveTo>
                <a:lnTo>
                  <a:pt x="40259" y="38074"/>
                </a:lnTo>
                <a:lnTo>
                  <a:pt x="41821" y="38074"/>
                </a:lnTo>
                <a:lnTo>
                  <a:pt x="51754" y="36322"/>
                </a:lnTo>
              </a:path>
              <a:path w="444207" h="657466">
                <a:moveTo>
                  <a:pt x="37152" y="37945"/>
                </a:moveTo>
                <a:lnTo>
                  <a:pt x="35951" y="38103"/>
                </a:lnTo>
                <a:lnTo>
                  <a:pt x="35267" y="38595"/>
                </a:lnTo>
                <a:lnTo>
                  <a:pt x="37668" y="38595"/>
                </a:lnTo>
                <a:lnTo>
                  <a:pt x="36506" y="38595"/>
                </a:lnTo>
                <a:lnTo>
                  <a:pt x="36995" y="38103"/>
                </a:lnTo>
              </a:path>
              <a:path w="444207" h="657466">
                <a:moveTo>
                  <a:pt x="38305" y="38074"/>
                </a:moveTo>
                <a:lnTo>
                  <a:pt x="37668" y="38595"/>
                </a:lnTo>
                <a:lnTo>
                  <a:pt x="38061" y="38595"/>
                </a:lnTo>
                <a:lnTo>
                  <a:pt x="38709" y="38074"/>
                </a:lnTo>
              </a:path>
              <a:path w="444207" h="657466">
                <a:moveTo>
                  <a:pt x="38709" y="38074"/>
                </a:moveTo>
                <a:lnTo>
                  <a:pt x="39230" y="38074"/>
                </a:lnTo>
                <a:lnTo>
                  <a:pt x="40259" y="38074"/>
                </a:lnTo>
                <a:lnTo>
                  <a:pt x="39751" y="38074"/>
                </a:lnTo>
              </a:path>
              <a:path w="444207" h="657466">
                <a:moveTo>
                  <a:pt x="39230" y="38074"/>
                </a:moveTo>
                <a:lnTo>
                  <a:pt x="40665" y="38595"/>
                </a:lnTo>
                <a:lnTo>
                  <a:pt x="40779" y="38074"/>
                </a:lnTo>
              </a:path>
              <a:path w="444207" h="657466">
                <a:moveTo>
                  <a:pt x="40779" y="38074"/>
                </a:moveTo>
                <a:lnTo>
                  <a:pt x="41821" y="38074"/>
                </a:lnTo>
                <a:lnTo>
                  <a:pt x="41821" y="38074"/>
                </a:lnTo>
              </a:path>
              <a:path w="444207" h="657466">
                <a:moveTo>
                  <a:pt x="35267" y="38595"/>
                </a:moveTo>
                <a:lnTo>
                  <a:pt x="34544" y="39115"/>
                </a:lnTo>
                <a:lnTo>
                  <a:pt x="34426" y="39636"/>
                </a:lnTo>
                <a:lnTo>
                  <a:pt x="34944" y="39116"/>
                </a:lnTo>
                <a:lnTo>
                  <a:pt x="35585" y="38595"/>
                </a:lnTo>
              </a:path>
              <a:path w="444207" h="657466">
                <a:moveTo>
                  <a:pt x="36106" y="38595"/>
                </a:moveTo>
                <a:lnTo>
                  <a:pt x="37668" y="38595"/>
                </a:lnTo>
              </a:path>
              <a:path w="444207" h="657466">
                <a:moveTo>
                  <a:pt x="36106" y="38595"/>
                </a:moveTo>
                <a:lnTo>
                  <a:pt x="35988" y="39115"/>
                </a:lnTo>
                <a:lnTo>
                  <a:pt x="37541" y="39116"/>
                </a:lnTo>
                <a:lnTo>
                  <a:pt x="38061" y="38595"/>
                </a:lnTo>
              </a:path>
              <a:path w="444207" h="657466">
                <a:moveTo>
                  <a:pt x="221183" y="652780"/>
                </a:moveTo>
                <a:lnTo>
                  <a:pt x="222618" y="652272"/>
                </a:lnTo>
                <a:lnTo>
                  <a:pt x="220678" y="652272"/>
                </a:lnTo>
                <a:lnTo>
                  <a:pt x="218719" y="651751"/>
                </a:lnTo>
                <a:lnTo>
                  <a:pt x="218071" y="651751"/>
                </a:lnTo>
                <a:lnTo>
                  <a:pt x="217038" y="650712"/>
                </a:lnTo>
                <a:lnTo>
                  <a:pt x="216128" y="649797"/>
                </a:lnTo>
                <a:lnTo>
                  <a:pt x="216128" y="652272"/>
                </a:lnTo>
                <a:lnTo>
                  <a:pt x="218719" y="652272"/>
                </a:lnTo>
                <a:lnTo>
                  <a:pt x="218719" y="653300"/>
                </a:lnTo>
                <a:lnTo>
                  <a:pt x="223786" y="653300"/>
                </a:lnTo>
                <a:lnTo>
                  <a:pt x="221183" y="652780"/>
                </a:lnTo>
                <a:close/>
              </a:path>
              <a:path w="444207" h="657466">
                <a:moveTo>
                  <a:pt x="218719" y="651751"/>
                </a:moveTo>
                <a:lnTo>
                  <a:pt x="218414" y="651230"/>
                </a:lnTo>
                <a:lnTo>
                  <a:pt x="217038" y="650712"/>
                </a:lnTo>
                <a:lnTo>
                  <a:pt x="218071" y="651751"/>
                </a:lnTo>
                <a:lnTo>
                  <a:pt x="218719" y="651751"/>
                </a:lnTo>
                <a:close/>
              </a:path>
              <a:path w="444207" h="657466">
                <a:moveTo>
                  <a:pt x="221895" y="651751"/>
                </a:moveTo>
                <a:lnTo>
                  <a:pt x="218922" y="650506"/>
                </a:lnTo>
                <a:lnTo>
                  <a:pt x="218719" y="648353"/>
                </a:lnTo>
                <a:lnTo>
                  <a:pt x="218719" y="646798"/>
                </a:lnTo>
                <a:lnTo>
                  <a:pt x="219506" y="639254"/>
                </a:lnTo>
                <a:lnTo>
                  <a:pt x="216128" y="645756"/>
                </a:lnTo>
                <a:lnTo>
                  <a:pt x="218719" y="650684"/>
                </a:lnTo>
                <a:lnTo>
                  <a:pt x="219369" y="650955"/>
                </a:lnTo>
                <a:lnTo>
                  <a:pt x="220027" y="651230"/>
                </a:lnTo>
                <a:lnTo>
                  <a:pt x="219642" y="651230"/>
                </a:lnTo>
                <a:lnTo>
                  <a:pt x="218719" y="650684"/>
                </a:lnTo>
                <a:lnTo>
                  <a:pt x="218719" y="651230"/>
                </a:lnTo>
                <a:lnTo>
                  <a:pt x="220160" y="651751"/>
                </a:lnTo>
                <a:lnTo>
                  <a:pt x="221895" y="651751"/>
                </a:lnTo>
                <a:close/>
              </a:path>
              <a:path w="444207" h="657466">
                <a:moveTo>
                  <a:pt x="219369" y="650955"/>
                </a:moveTo>
                <a:lnTo>
                  <a:pt x="218719" y="650684"/>
                </a:lnTo>
                <a:lnTo>
                  <a:pt x="219642" y="651230"/>
                </a:lnTo>
                <a:lnTo>
                  <a:pt x="220027" y="651230"/>
                </a:lnTo>
                <a:lnTo>
                  <a:pt x="219369" y="650955"/>
                </a:lnTo>
                <a:close/>
              </a:path>
              <a:path w="444207" h="657466">
                <a:moveTo>
                  <a:pt x="223021" y="639775"/>
                </a:moveTo>
                <a:lnTo>
                  <a:pt x="222504" y="639254"/>
                </a:lnTo>
                <a:lnTo>
                  <a:pt x="220590" y="639254"/>
                </a:lnTo>
                <a:lnTo>
                  <a:pt x="221602" y="639635"/>
                </a:lnTo>
                <a:lnTo>
                  <a:pt x="221068" y="639775"/>
                </a:lnTo>
                <a:lnTo>
                  <a:pt x="222110" y="640295"/>
                </a:lnTo>
                <a:lnTo>
                  <a:pt x="223021" y="639775"/>
                </a:lnTo>
                <a:close/>
              </a:path>
              <a:path w="444207" h="657466">
                <a:moveTo>
                  <a:pt x="222110" y="651751"/>
                </a:moveTo>
                <a:lnTo>
                  <a:pt x="218719" y="646798"/>
                </a:lnTo>
                <a:lnTo>
                  <a:pt x="218719" y="648353"/>
                </a:lnTo>
                <a:lnTo>
                  <a:pt x="218922" y="650506"/>
                </a:lnTo>
                <a:lnTo>
                  <a:pt x="221895" y="651751"/>
                </a:lnTo>
                <a:lnTo>
                  <a:pt x="222110" y="651751"/>
                </a:lnTo>
                <a:close/>
              </a:path>
              <a:path w="444207" h="657466">
                <a:moveTo>
                  <a:pt x="229244" y="641845"/>
                </a:moveTo>
                <a:lnTo>
                  <a:pt x="228079" y="641845"/>
                </a:lnTo>
                <a:lnTo>
                  <a:pt x="228057" y="642378"/>
                </a:lnTo>
                <a:lnTo>
                  <a:pt x="229775" y="642378"/>
                </a:lnTo>
                <a:lnTo>
                  <a:pt x="229244" y="641845"/>
                </a:lnTo>
              </a:path>
              <a:path w="444207" h="657466">
                <a:moveTo>
                  <a:pt x="228057" y="642378"/>
                </a:moveTo>
                <a:lnTo>
                  <a:pt x="228656" y="643561"/>
                </a:lnTo>
                <a:lnTo>
                  <a:pt x="230670" y="647319"/>
                </a:lnTo>
                <a:lnTo>
                  <a:pt x="229311" y="653643"/>
                </a:lnTo>
                <a:lnTo>
                  <a:pt x="232338" y="653643"/>
                </a:lnTo>
                <a:lnTo>
                  <a:pt x="231291" y="647319"/>
                </a:lnTo>
                <a:lnTo>
                  <a:pt x="230670" y="643561"/>
                </a:lnTo>
                <a:lnTo>
                  <a:pt x="228292" y="642484"/>
                </a:lnTo>
                <a:lnTo>
                  <a:pt x="228079" y="642387"/>
                </a:lnTo>
                <a:lnTo>
                  <a:pt x="228853" y="642378"/>
                </a:lnTo>
              </a:path>
              <a:path w="444207" h="657466">
                <a:moveTo>
                  <a:pt x="228854" y="642378"/>
                </a:moveTo>
                <a:lnTo>
                  <a:pt x="229895" y="642899"/>
                </a:lnTo>
                <a:lnTo>
                  <a:pt x="230293" y="642899"/>
                </a:lnTo>
                <a:lnTo>
                  <a:pt x="229775" y="642378"/>
                </a:lnTo>
              </a:path>
              <a:path w="444207" h="657466">
                <a:moveTo>
                  <a:pt x="231851" y="642378"/>
                </a:moveTo>
                <a:lnTo>
                  <a:pt x="230670" y="642378"/>
                </a:lnTo>
                <a:lnTo>
                  <a:pt x="230670" y="642752"/>
                </a:lnTo>
                <a:lnTo>
                  <a:pt x="230416" y="642899"/>
                </a:lnTo>
                <a:lnTo>
                  <a:pt x="230670" y="642899"/>
                </a:lnTo>
                <a:lnTo>
                  <a:pt x="230816" y="642899"/>
                </a:lnTo>
                <a:lnTo>
                  <a:pt x="231109" y="642752"/>
                </a:lnTo>
                <a:lnTo>
                  <a:pt x="231851" y="642378"/>
                </a:lnTo>
              </a:path>
              <a:path w="444207" h="657466">
                <a:moveTo>
                  <a:pt x="229895" y="642899"/>
                </a:moveTo>
                <a:lnTo>
                  <a:pt x="230571" y="643179"/>
                </a:lnTo>
                <a:lnTo>
                  <a:pt x="230670" y="642899"/>
                </a:lnTo>
              </a:path>
              <a:path w="444207" h="657466">
                <a:moveTo>
                  <a:pt x="222483" y="651997"/>
                </a:moveTo>
                <a:lnTo>
                  <a:pt x="222618" y="652272"/>
                </a:lnTo>
                <a:lnTo>
                  <a:pt x="223139" y="652272"/>
                </a:lnTo>
                <a:lnTo>
                  <a:pt x="222758" y="652272"/>
                </a:lnTo>
              </a:path>
              <a:path w="444207" h="657466">
                <a:moveTo>
                  <a:pt x="223075" y="652068"/>
                </a:moveTo>
                <a:lnTo>
                  <a:pt x="223139" y="652272"/>
                </a:lnTo>
                <a:lnTo>
                  <a:pt x="223654" y="652272"/>
                </a:lnTo>
              </a:path>
              <a:path w="444207" h="657466">
                <a:moveTo>
                  <a:pt x="222618" y="652272"/>
                </a:moveTo>
                <a:lnTo>
                  <a:pt x="222990" y="652563"/>
                </a:lnTo>
                <a:lnTo>
                  <a:pt x="223184" y="652715"/>
                </a:lnTo>
                <a:lnTo>
                  <a:pt x="225648" y="652715"/>
                </a:lnTo>
                <a:lnTo>
                  <a:pt x="225158" y="652589"/>
                </a:lnTo>
                <a:lnTo>
                  <a:pt x="224484" y="652563"/>
                </a:lnTo>
                <a:lnTo>
                  <a:pt x="223654" y="652272"/>
                </a:lnTo>
              </a:path>
              <a:path w="444207" h="657466">
                <a:moveTo>
                  <a:pt x="223184" y="652715"/>
                </a:moveTo>
                <a:lnTo>
                  <a:pt x="224180" y="652780"/>
                </a:lnTo>
                <a:lnTo>
                  <a:pt x="224637" y="652715"/>
                </a:lnTo>
              </a:path>
              <a:path w="444207" h="657466">
                <a:moveTo>
                  <a:pt x="224637" y="652715"/>
                </a:moveTo>
                <a:lnTo>
                  <a:pt x="225586" y="653020"/>
                </a:lnTo>
                <a:lnTo>
                  <a:pt x="225927" y="653122"/>
                </a:lnTo>
                <a:lnTo>
                  <a:pt x="227656" y="653643"/>
                </a:lnTo>
                <a:lnTo>
                  <a:pt x="229311" y="653643"/>
                </a:lnTo>
                <a:lnTo>
                  <a:pt x="227228" y="653122"/>
                </a:lnTo>
                <a:lnTo>
                  <a:pt x="226830" y="653020"/>
                </a:lnTo>
                <a:lnTo>
                  <a:pt x="225648" y="652715"/>
                </a:lnTo>
              </a:path>
              <a:path w="444207" h="657466">
                <a:moveTo>
                  <a:pt x="227656" y="653643"/>
                </a:moveTo>
                <a:lnTo>
                  <a:pt x="227793" y="653684"/>
                </a:lnTo>
                <a:lnTo>
                  <a:pt x="228262" y="654151"/>
                </a:lnTo>
                <a:lnTo>
                  <a:pt x="232580" y="654217"/>
                </a:lnTo>
                <a:lnTo>
                  <a:pt x="232422" y="654151"/>
                </a:lnTo>
                <a:lnTo>
                  <a:pt x="232345" y="653684"/>
                </a:lnTo>
              </a:path>
              <a:path w="444207" h="657466">
                <a:moveTo>
                  <a:pt x="228328" y="654217"/>
                </a:moveTo>
                <a:lnTo>
                  <a:pt x="228978" y="654862"/>
                </a:lnTo>
                <a:lnTo>
                  <a:pt x="231457" y="654862"/>
                </a:lnTo>
                <a:lnTo>
                  <a:pt x="230191" y="654342"/>
                </a:lnTo>
                <a:lnTo>
                  <a:pt x="229887" y="654217"/>
                </a:lnTo>
              </a:path>
              <a:path w="444207" h="657466">
                <a:moveTo>
                  <a:pt x="229887" y="654217"/>
                </a:moveTo>
                <a:lnTo>
                  <a:pt x="233540" y="655383"/>
                </a:lnTo>
                <a:lnTo>
                  <a:pt x="234175" y="655904"/>
                </a:lnTo>
                <a:lnTo>
                  <a:pt x="236651" y="655904"/>
                </a:lnTo>
                <a:lnTo>
                  <a:pt x="235395" y="655383"/>
                </a:lnTo>
                <a:lnTo>
                  <a:pt x="232580" y="654217"/>
                </a:lnTo>
              </a:path>
              <a:path w="444207" h="657466">
                <a:moveTo>
                  <a:pt x="228978" y="654862"/>
                </a:moveTo>
                <a:lnTo>
                  <a:pt x="230416" y="654862"/>
                </a:lnTo>
              </a:path>
              <a:path w="444207" h="657466">
                <a:moveTo>
                  <a:pt x="230416" y="654862"/>
                </a:moveTo>
                <a:lnTo>
                  <a:pt x="230936" y="654862"/>
                </a:lnTo>
                <a:lnTo>
                  <a:pt x="230416" y="654862"/>
                </a:lnTo>
                <a:lnTo>
                  <a:pt x="231457" y="654862"/>
                </a:lnTo>
              </a:path>
              <a:path w="444207" h="657466">
                <a:moveTo>
                  <a:pt x="228978" y="654862"/>
                </a:moveTo>
                <a:lnTo>
                  <a:pt x="228978" y="654862"/>
                </a:lnTo>
                <a:lnTo>
                  <a:pt x="230416" y="654862"/>
                </a:lnTo>
              </a:path>
              <a:path w="444207" h="657466">
                <a:moveTo>
                  <a:pt x="230416" y="654862"/>
                </a:moveTo>
                <a:lnTo>
                  <a:pt x="231060" y="655383"/>
                </a:lnTo>
                <a:lnTo>
                  <a:pt x="231457" y="654862"/>
                </a:lnTo>
              </a:path>
              <a:path w="444207" h="657466">
                <a:moveTo>
                  <a:pt x="234175" y="655904"/>
                </a:moveTo>
                <a:lnTo>
                  <a:pt x="234175" y="655904"/>
                </a:lnTo>
                <a:lnTo>
                  <a:pt x="234569" y="655904"/>
                </a:lnTo>
              </a:path>
              <a:path w="444207" h="657466">
                <a:moveTo>
                  <a:pt x="234569" y="655904"/>
                </a:moveTo>
                <a:lnTo>
                  <a:pt x="236651" y="655904"/>
                </a:lnTo>
              </a:path>
              <a:path w="444207" h="657466">
                <a:moveTo>
                  <a:pt x="234569" y="655904"/>
                </a:moveTo>
                <a:lnTo>
                  <a:pt x="234696" y="656424"/>
                </a:lnTo>
                <a:lnTo>
                  <a:pt x="237112" y="656424"/>
                </a:lnTo>
                <a:lnTo>
                  <a:pt x="235089" y="655904"/>
                </a:lnTo>
              </a:path>
              <a:path w="444207" h="657466">
                <a:moveTo>
                  <a:pt x="235089" y="655904"/>
                </a:moveTo>
                <a:lnTo>
                  <a:pt x="236651" y="655904"/>
                </a:lnTo>
                <a:lnTo>
                  <a:pt x="236651" y="655904"/>
                </a:lnTo>
              </a:path>
              <a:path w="444207" h="657466">
                <a:moveTo>
                  <a:pt x="222034" y="651548"/>
                </a:moveTo>
                <a:lnTo>
                  <a:pt x="222483" y="651997"/>
                </a:lnTo>
                <a:lnTo>
                  <a:pt x="222758" y="652272"/>
                </a:lnTo>
                <a:lnTo>
                  <a:pt x="223139" y="652272"/>
                </a:lnTo>
                <a:lnTo>
                  <a:pt x="223075" y="652068"/>
                </a:lnTo>
                <a:lnTo>
                  <a:pt x="224484" y="652563"/>
                </a:lnTo>
                <a:lnTo>
                  <a:pt x="222034" y="651548"/>
                </a:lnTo>
                <a:close/>
              </a:path>
              <a:path w="444207" h="657466">
                <a:moveTo>
                  <a:pt x="228333" y="654342"/>
                </a:moveTo>
                <a:lnTo>
                  <a:pt x="227793" y="653684"/>
                </a:lnTo>
                <a:lnTo>
                  <a:pt x="225586" y="653020"/>
                </a:lnTo>
                <a:lnTo>
                  <a:pt x="224637" y="652715"/>
                </a:lnTo>
                <a:lnTo>
                  <a:pt x="224180" y="652780"/>
                </a:lnTo>
                <a:lnTo>
                  <a:pt x="223265" y="652780"/>
                </a:lnTo>
                <a:lnTo>
                  <a:pt x="222618" y="652272"/>
                </a:lnTo>
                <a:lnTo>
                  <a:pt x="221183" y="652780"/>
                </a:lnTo>
                <a:lnTo>
                  <a:pt x="223786" y="653300"/>
                </a:lnTo>
                <a:lnTo>
                  <a:pt x="224307" y="653300"/>
                </a:lnTo>
                <a:lnTo>
                  <a:pt x="224701" y="652780"/>
                </a:lnTo>
                <a:lnTo>
                  <a:pt x="225737" y="653172"/>
                </a:lnTo>
                <a:lnTo>
                  <a:pt x="226263" y="653300"/>
                </a:lnTo>
                <a:lnTo>
                  <a:pt x="227304" y="653821"/>
                </a:lnTo>
                <a:lnTo>
                  <a:pt x="226048" y="653300"/>
                </a:lnTo>
                <a:lnTo>
                  <a:pt x="225865" y="653300"/>
                </a:lnTo>
                <a:lnTo>
                  <a:pt x="226383" y="653821"/>
                </a:lnTo>
                <a:lnTo>
                  <a:pt x="224828" y="653821"/>
                </a:lnTo>
                <a:lnTo>
                  <a:pt x="225348" y="654342"/>
                </a:lnTo>
                <a:lnTo>
                  <a:pt x="226901" y="654342"/>
                </a:lnTo>
                <a:lnTo>
                  <a:pt x="227418" y="654862"/>
                </a:lnTo>
                <a:lnTo>
                  <a:pt x="228333" y="654342"/>
                </a:lnTo>
                <a:close/>
              </a:path>
              <a:path w="444207" h="657466">
                <a:moveTo>
                  <a:pt x="226263" y="653300"/>
                </a:moveTo>
                <a:lnTo>
                  <a:pt x="225737" y="653172"/>
                </a:lnTo>
                <a:lnTo>
                  <a:pt x="225742" y="653300"/>
                </a:lnTo>
                <a:lnTo>
                  <a:pt x="223786" y="653300"/>
                </a:lnTo>
                <a:lnTo>
                  <a:pt x="224307" y="653821"/>
                </a:lnTo>
                <a:lnTo>
                  <a:pt x="226383" y="653821"/>
                </a:lnTo>
                <a:lnTo>
                  <a:pt x="225865" y="653300"/>
                </a:lnTo>
                <a:lnTo>
                  <a:pt x="226048" y="653300"/>
                </a:lnTo>
                <a:lnTo>
                  <a:pt x="227304" y="653821"/>
                </a:lnTo>
                <a:lnTo>
                  <a:pt x="226263" y="653300"/>
                </a:lnTo>
                <a:close/>
              </a:path>
              <a:path w="444207" h="657466">
                <a:moveTo>
                  <a:pt x="23380" y="564819"/>
                </a:moveTo>
                <a:lnTo>
                  <a:pt x="23380" y="565054"/>
                </a:lnTo>
                <a:lnTo>
                  <a:pt x="23858" y="565340"/>
                </a:lnTo>
                <a:lnTo>
                  <a:pt x="24891" y="565861"/>
                </a:lnTo>
                <a:lnTo>
                  <a:pt x="25932" y="566381"/>
                </a:lnTo>
                <a:lnTo>
                  <a:pt x="28754" y="567613"/>
                </a:lnTo>
                <a:lnTo>
                  <a:pt x="28905" y="567613"/>
                </a:lnTo>
                <a:lnTo>
                  <a:pt x="26147" y="566381"/>
                </a:lnTo>
                <a:lnTo>
                  <a:pt x="25111" y="565861"/>
                </a:lnTo>
                <a:lnTo>
                  <a:pt x="25322" y="565861"/>
                </a:lnTo>
                <a:lnTo>
                  <a:pt x="24069" y="565340"/>
                </a:lnTo>
                <a:lnTo>
                  <a:pt x="23905" y="565054"/>
                </a:lnTo>
                <a:lnTo>
                  <a:pt x="23771" y="564819"/>
                </a:lnTo>
              </a:path>
              <a:path w="444207" h="657466">
                <a:moveTo>
                  <a:pt x="28746" y="566934"/>
                </a:moveTo>
                <a:lnTo>
                  <a:pt x="28827" y="567283"/>
                </a:lnTo>
                <a:lnTo>
                  <a:pt x="29441" y="567283"/>
                </a:lnTo>
              </a:path>
              <a:path w="444207" h="657466">
                <a:moveTo>
                  <a:pt x="28827" y="567283"/>
                </a:moveTo>
                <a:lnTo>
                  <a:pt x="28905" y="567613"/>
                </a:lnTo>
                <a:lnTo>
                  <a:pt x="29596" y="567613"/>
                </a:lnTo>
                <a:lnTo>
                  <a:pt x="29375" y="567283"/>
                </a:lnTo>
              </a:path>
              <a:path w="444207" h="657466">
                <a:moveTo>
                  <a:pt x="29375" y="567283"/>
                </a:moveTo>
                <a:lnTo>
                  <a:pt x="29598" y="567382"/>
                </a:lnTo>
                <a:lnTo>
                  <a:pt x="29946" y="567537"/>
                </a:lnTo>
                <a:lnTo>
                  <a:pt x="192635" y="639254"/>
                </a:lnTo>
                <a:lnTo>
                  <a:pt x="220590" y="639254"/>
                </a:lnTo>
                <a:lnTo>
                  <a:pt x="30049" y="567537"/>
                </a:lnTo>
                <a:lnTo>
                  <a:pt x="29638" y="567382"/>
                </a:lnTo>
                <a:lnTo>
                  <a:pt x="29441" y="567283"/>
                </a:lnTo>
              </a:path>
              <a:path w="444207" h="657466">
                <a:moveTo>
                  <a:pt x="28754" y="567613"/>
                </a:moveTo>
                <a:lnTo>
                  <a:pt x="29946" y="568134"/>
                </a:lnTo>
                <a:lnTo>
                  <a:pt x="29596" y="567613"/>
                </a:lnTo>
              </a:path>
              <a:path w="444207" h="657466">
                <a:moveTo>
                  <a:pt x="192635" y="639254"/>
                </a:moveTo>
                <a:lnTo>
                  <a:pt x="207385" y="645756"/>
                </a:lnTo>
                <a:lnTo>
                  <a:pt x="215798" y="649465"/>
                </a:lnTo>
                <a:lnTo>
                  <a:pt x="216128" y="649603"/>
                </a:lnTo>
                <a:lnTo>
                  <a:pt x="218719" y="650684"/>
                </a:lnTo>
                <a:lnTo>
                  <a:pt x="218150" y="649603"/>
                </a:lnTo>
                <a:lnTo>
                  <a:pt x="218078" y="649465"/>
                </a:lnTo>
                <a:lnTo>
                  <a:pt x="216128" y="645756"/>
                </a:lnTo>
                <a:lnTo>
                  <a:pt x="219506" y="639254"/>
                </a:lnTo>
              </a:path>
              <a:path w="444207" h="657466">
                <a:moveTo>
                  <a:pt x="219506" y="639254"/>
                </a:moveTo>
                <a:lnTo>
                  <a:pt x="220268" y="639635"/>
                </a:lnTo>
                <a:lnTo>
                  <a:pt x="220548" y="639775"/>
                </a:lnTo>
                <a:lnTo>
                  <a:pt x="221801" y="640295"/>
                </a:lnTo>
                <a:lnTo>
                  <a:pt x="222110" y="640295"/>
                </a:lnTo>
                <a:lnTo>
                  <a:pt x="221068" y="639775"/>
                </a:lnTo>
                <a:lnTo>
                  <a:pt x="221602" y="639635"/>
                </a:lnTo>
                <a:lnTo>
                  <a:pt x="220590" y="639254"/>
                </a:lnTo>
              </a:path>
              <a:path w="444207" h="657466">
                <a:moveTo>
                  <a:pt x="223021" y="639775"/>
                </a:moveTo>
                <a:lnTo>
                  <a:pt x="222110" y="640295"/>
                </a:lnTo>
                <a:lnTo>
                  <a:pt x="227107" y="640295"/>
                </a:lnTo>
                <a:lnTo>
                  <a:pt x="228079" y="639775"/>
                </a:lnTo>
              </a:path>
              <a:path w="444207" h="657466">
                <a:moveTo>
                  <a:pt x="222110" y="640295"/>
                </a:moveTo>
                <a:lnTo>
                  <a:pt x="223539" y="640295"/>
                </a:lnTo>
              </a:path>
              <a:path w="444207" h="657466">
                <a:moveTo>
                  <a:pt x="223539" y="640295"/>
                </a:moveTo>
                <a:lnTo>
                  <a:pt x="227107" y="640295"/>
                </a:lnTo>
              </a:path>
              <a:path w="444207" h="657466">
                <a:moveTo>
                  <a:pt x="221801" y="640295"/>
                </a:moveTo>
                <a:lnTo>
                  <a:pt x="223539" y="640295"/>
                </a:lnTo>
              </a:path>
              <a:path w="444207" h="657466">
                <a:moveTo>
                  <a:pt x="221801" y="640295"/>
                </a:moveTo>
                <a:lnTo>
                  <a:pt x="222329" y="640515"/>
                </a:lnTo>
                <a:lnTo>
                  <a:pt x="222618" y="640295"/>
                </a:lnTo>
              </a:path>
              <a:path w="444207" h="657466">
                <a:moveTo>
                  <a:pt x="222618" y="640295"/>
                </a:moveTo>
                <a:lnTo>
                  <a:pt x="223539" y="640295"/>
                </a:lnTo>
              </a:path>
              <a:path w="444207" h="657466">
                <a:moveTo>
                  <a:pt x="223539" y="640295"/>
                </a:moveTo>
                <a:lnTo>
                  <a:pt x="223659" y="640816"/>
                </a:lnTo>
                <a:lnTo>
                  <a:pt x="224057" y="640816"/>
                </a:lnTo>
                <a:lnTo>
                  <a:pt x="223539" y="640295"/>
                </a:lnTo>
              </a:path>
              <a:path w="444207" h="657466">
                <a:moveTo>
                  <a:pt x="223539" y="640295"/>
                </a:moveTo>
                <a:lnTo>
                  <a:pt x="225615" y="640295"/>
                </a:lnTo>
                <a:lnTo>
                  <a:pt x="224180" y="640816"/>
                </a:lnTo>
                <a:lnTo>
                  <a:pt x="226136" y="640816"/>
                </a:lnTo>
                <a:lnTo>
                  <a:pt x="227107" y="640295"/>
                </a:lnTo>
              </a:path>
              <a:path w="444207" h="657466">
                <a:moveTo>
                  <a:pt x="228079" y="640816"/>
                </a:moveTo>
                <a:lnTo>
                  <a:pt x="228739" y="641337"/>
                </a:lnTo>
                <a:lnTo>
                  <a:pt x="230213" y="641337"/>
                </a:lnTo>
                <a:lnTo>
                  <a:pt x="230670" y="640816"/>
                </a:lnTo>
              </a:path>
              <a:path w="444207" h="657466">
                <a:moveTo>
                  <a:pt x="223659" y="640816"/>
                </a:moveTo>
                <a:lnTo>
                  <a:pt x="224336" y="641096"/>
                </a:lnTo>
                <a:lnTo>
                  <a:pt x="224575" y="641337"/>
                </a:lnTo>
                <a:lnTo>
                  <a:pt x="225742" y="641337"/>
                </a:lnTo>
                <a:lnTo>
                  <a:pt x="225924" y="641096"/>
                </a:lnTo>
                <a:lnTo>
                  <a:pt x="226136" y="640816"/>
                </a:lnTo>
              </a:path>
              <a:path w="444207" h="657466">
                <a:moveTo>
                  <a:pt x="228079" y="641337"/>
                </a:moveTo>
                <a:lnTo>
                  <a:pt x="228079" y="641337"/>
                </a:lnTo>
                <a:lnTo>
                  <a:pt x="228739" y="641337"/>
                </a:lnTo>
              </a:path>
              <a:path w="444207" h="657466">
                <a:moveTo>
                  <a:pt x="224575" y="641337"/>
                </a:moveTo>
                <a:lnTo>
                  <a:pt x="224764" y="641527"/>
                </a:lnTo>
                <a:lnTo>
                  <a:pt x="226994" y="644722"/>
                </a:lnTo>
                <a:lnTo>
                  <a:pt x="228079" y="646277"/>
                </a:lnTo>
                <a:lnTo>
                  <a:pt x="227228" y="653122"/>
                </a:lnTo>
                <a:lnTo>
                  <a:pt x="229311" y="653643"/>
                </a:lnTo>
                <a:lnTo>
                  <a:pt x="229239" y="653122"/>
                </a:lnTo>
                <a:lnTo>
                  <a:pt x="228293" y="646277"/>
                </a:lnTo>
                <a:lnTo>
                  <a:pt x="228079" y="644722"/>
                </a:lnTo>
                <a:lnTo>
                  <a:pt x="224891" y="641527"/>
                </a:lnTo>
                <a:lnTo>
                  <a:pt x="224701" y="641337"/>
                </a:lnTo>
              </a:path>
              <a:path w="444207" h="657466">
                <a:moveTo>
                  <a:pt x="225221" y="641337"/>
                </a:moveTo>
                <a:lnTo>
                  <a:pt x="226321" y="641845"/>
                </a:lnTo>
                <a:lnTo>
                  <a:pt x="227164" y="641845"/>
                </a:lnTo>
                <a:lnTo>
                  <a:pt x="226783" y="641845"/>
                </a:lnTo>
                <a:lnTo>
                  <a:pt x="225742" y="641337"/>
                </a:lnTo>
              </a:path>
              <a:path w="444207" h="657466">
                <a:moveTo>
                  <a:pt x="228079" y="641337"/>
                </a:moveTo>
                <a:lnTo>
                  <a:pt x="227164" y="641845"/>
                </a:lnTo>
                <a:lnTo>
                  <a:pt x="229768" y="641845"/>
                </a:lnTo>
                <a:lnTo>
                  <a:pt x="230213" y="641337"/>
                </a:lnTo>
              </a:path>
              <a:path w="444207" h="657466">
                <a:moveTo>
                  <a:pt x="227164" y="641845"/>
                </a:moveTo>
                <a:lnTo>
                  <a:pt x="228216" y="641845"/>
                </a:lnTo>
                <a:lnTo>
                  <a:pt x="229244" y="641845"/>
                </a:lnTo>
              </a:path>
              <a:path w="444207" h="657466">
                <a:moveTo>
                  <a:pt x="229244" y="641845"/>
                </a:moveTo>
                <a:lnTo>
                  <a:pt x="229775" y="642378"/>
                </a:lnTo>
                <a:lnTo>
                  <a:pt x="229768" y="641845"/>
                </a:lnTo>
              </a:path>
              <a:path w="444207" h="657466">
                <a:moveTo>
                  <a:pt x="226321" y="641845"/>
                </a:moveTo>
                <a:lnTo>
                  <a:pt x="226915" y="642119"/>
                </a:lnTo>
                <a:lnTo>
                  <a:pt x="227888" y="642569"/>
                </a:lnTo>
                <a:lnTo>
                  <a:pt x="227439" y="642119"/>
                </a:lnTo>
                <a:lnTo>
                  <a:pt x="228079" y="641845"/>
                </a:lnTo>
                <a:lnTo>
                  <a:pt x="228216" y="641845"/>
                </a:lnTo>
              </a:path>
              <a:path w="444207" h="657466">
                <a:moveTo>
                  <a:pt x="224180" y="640816"/>
                </a:moveTo>
                <a:lnTo>
                  <a:pt x="225615" y="640295"/>
                </a:lnTo>
                <a:lnTo>
                  <a:pt x="223539" y="640295"/>
                </a:lnTo>
                <a:lnTo>
                  <a:pt x="224057" y="640816"/>
                </a:lnTo>
                <a:close/>
              </a:path>
              <a:path w="444207" h="657466">
                <a:moveTo>
                  <a:pt x="225737" y="653172"/>
                </a:moveTo>
                <a:lnTo>
                  <a:pt x="224701" y="652780"/>
                </a:lnTo>
                <a:lnTo>
                  <a:pt x="224307" y="653300"/>
                </a:lnTo>
                <a:lnTo>
                  <a:pt x="225221" y="653300"/>
                </a:lnTo>
                <a:lnTo>
                  <a:pt x="225742" y="653300"/>
                </a:lnTo>
                <a:lnTo>
                  <a:pt x="225737" y="653172"/>
                </a:lnTo>
                <a:close/>
              </a:path>
              <a:path w="444207" h="657466">
                <a:moveTo>
                  <a:pt x="228079" y="641337"/>
                </a:moveTo>
                <a:lnTo>
                  <a:pt x="228739" y="641337"/>
                </a:lnTo>
                <a:lnTo>
                  <a:pt x="228079" y="640816"/>
                </a:lnTo>
                <a:lnTo>
                  <a:pt x="228079" y="639775"/>
                </a:lnTo>
                <a:lnTo>
                  <a:pt x="226136" y="640816"/>
                </a:lnTo>
                <a:lnTo>
                  <a:pt x="225742" y="641337"/>
                </a:lnTo>
                <a:lnTo>
                  <a:pt x="226783" y="641845"/>
                </a:lnTo>
                <a:lnTo>
                  <a:pt x="227164" y="641845"/>
                </a:lnTo>
                <a:lnTo>
                  <a:pt x="228079" y="641337"/>
                </a:lnTo>
                <a:close/>
              </a:path>
              <a:path w="444207" h="657466">
                <a:moveTo>
                  <a:pt x="228454" y="654342"/>
                </a:moveTo>
                <a:lnTo>
                  <a:pt x="227793" y="653684"/>
                </a:lnTo>
                <a:lnTo>
                  <a:pt x="228333" y="654342"/>
                </a:lnTo>
                <a:lnTo>
                  <a:pt x="227418" y="654862"/>
                </a:lnTo>
                <a:lnTo>
                  <a:pt x="228978" y="654862"/>
                </a:lnTo>
                <a:lnTo>
                  <a:pt x="228454" y="654342"/>
                </a:lnTo>
                <a:close/>
              </a:path>
              <a:path w="444207" h="657466">
                <a:moveTo>
                  <a:pt x="230416" y="654862"/>
                </a:moveTo>
                <a:lnTo>
                  <a:pt x="228978" y="654862"/>
                </a:lnTo>
                <a:lnTo>
                  <a:pt x="229501" y="655383"/>
                </a:lnTo>
                <a:lnTo>
                  <a:pt x="231060" y="655383"/>
                </a:lnTo>
                <a:lnTo>
                  <a:pt x="230416" y="654862"/>
                </a:lnTo>
                <a:close/>
              </a:path>
              <a:path w="444207" h="657466">
                <a:moveTo>
                  <a:pt x="230670" y="647319"/>
                </a:moveTo>
                <a:lnTo>
                  <a:pt x="228079" y="642484"/>
                </a:lnTo>
                <a:lnTo>
                  <a:pt x="227825" y="642378"/>
                </a:lnTo>
                <a:lnTo>
                  <a:pt x="228057" y="642378"/>
                </a:lnTo>
                <a:lnTo>
                  <a:pt x="228079" y="641845"/>
                </a:lnTo>
                <a:lnTo>
                  <a:pt x="227439" y="642119"/>
                </a:lnTo>
                <a:lnTo>
                  <a:pt x="227888" y="642569"/>
                </a:lnTo>
                <a:lnTo>
                  <a:pt x="225221" y="641337"/>
                </a:lnTo>
                <a:lnTo>
                  <a:pt x="224701" y="641337"/>
                </a:lnTo>
                <a:lnTo>
                  <a:pt x="228079" y="644722"/>
                </a:lnTo>
                <a:lnTo>
                  <a:pt x="229311" y="653643"/>
                </a:lnTo>
                <a:lnTo>
                  <a:pt x="230670" y="647319"/>
                </a:lnTo>
                <a:close/>
              </a:path>
              <a:path w="444207" h="657466">
                <a:moveTo>
                  <a:pt x="233543" y="644070"/>
                </a:moveTo>
                <a:lnTo>
                  <a:pt x="232892" y="643420"/>
                </a:lnTo>
                <a:lnTo>
                  <a:pt x="233934" y="642899"/>
                </a:lnTo>
                <a:lnTo>
                  <a:pt x="232371" y="642899"/>
                </a:lnTo>
                <a:lnTo>
                  <a:pt x="232498" y="643420"/>
                </a:lnTo>
                <a:lnTo>
                  <a:pt x="231978" y="643420"/>
                </a:lnTo>
                <a:lnTo>
                  <a:pt x="231462" y="643548"/>
                </a:lnTo>
                <a:lnTo>
                  <a:pt x="231000" y="643610"/>
                </a:lnTo>
                <a:lnTo>
                  <a:pt x="230670" y="643278"/>
                </a:lnTo>
                <a:lnTo>
                  <a:pt x="231462" y="643548"/>
                </a:lnTo>
                <a:lnTo>
                  <a:pt x="230936" y="642899"/>
                </a:lnTo>
                <a:lnTo>
                  <a:pt x="232371" y="642899"/>
                </a:lnTo>
                <a:lnTo>
                  <a:pt x="231851" y="642378"/>
                </a:lnTo>
                <a:lnTo>
                  <a:pt x="230816" y="642899"/>
                </a:lnTo>
                <a:lnTo>
                  <a:pt x="230670" y="642899"/>
                </a:lnTo>
                <a:lnTo>
                  <a:pt x="230571" y="643179"/>
                </a:lnTo>
                <a:lnTo>
                  <a:pt x="230670" y="643472"/>
                </a:lnTo>
                <a:lnTo>
                  <a:pt x="232041" y="644131"/>
                </a:lnTo>
                <a:lnTo>
                  <a:pt x="234124" y="644652"/>
                </a:lnTo>
                <a:lnTo>
                  <a:pt x="236194" y="645172"/>
                </a:lnTo>
                <a:lnTo>
                  <a:pt x="233543" y="644070"/>
                </a:lnTo>
                <a:close/>
              </a:path>
              <a:path w="444207" h="657466">
                <a:moveTo>
                  <a:pt x="230416" y="642899"/>
                </a:moveTo>
                <a:lnTo>
                  <a:pt x="230670" y="642752"/>
                </a:lnTo>
                <a:lnTo>
                  <a:pt x="230670" y="640816"/>
                </a:lnTo>
                <a:lnTo>
                  <a:pt x="229768" y="641845"/>
                </a:lnTo>
                <a:lnTo>
                  <a:pt x="229775" y="642378"/>
                </a:lnTo>
                <a:lnTo>
                  <a:pt x="230293" y="642899"/>
                </a:lnTo>
                <a:close/>
              </a:path>
              <a:path w="444207" h="657466">
                <a:moveTo>
                  <a:pt x="231462" y="643548"/>
                </a:moveTo>
                <a:lnTo>
                  <a:pt x="230670" y="643220"/>
                </a:lnTo>
                <a:lnTo>
                  <a:pt x="231000" y="643610"/>
                </a:lnTo>
                <a:lnTo>
                  <a:pt x="231462" y="643548"/>
                </a:lnTo>
                <a:close/>
              </a:path>
              <a:path w="444207" h="657466">
                <a:moveTo>
                  <a:pt x="233540" y="655383"/>
                </a:moveTo>
                <a:lnTo>
                  <a:pt x="229887" y="654217"/>
                </a:lnTo>
                <a:lnTo>
                  <a:pt x="231457" y="654862"/>
                </a:lnTo>
                <a:lnTo>
                  <a:pt x="231060" y="655383"/>
                </a:lnTo>
                <a:lnTo>
                  <a:pt x="231584" y="655904"/>
                </a:lnTo>
                <a:lnTo>
                  <a:pt x="234175" y="655904"/>
                </a:lnTo>
                <a:lnTo>
                  <a:pt x="233540" y="655383"/>
                </a:lnTo>
                <a:close/>
              </a:path>
              <a:path w="444207" h="657466">
                <a:moveTo>
                  <a:pt x="231978" y="643420"/>
                </a:moveTo>
                <a:lnTo>
                  <a:pt x="232498" y="643420"/>
                </a:lnTo>
                <a:lnTo>
                  <a:pt x="232371" y="642899"/>
                </a:lnTo>
                <a:lnTo>
                  <a:pt x="230936" y="642899"/>
                </a:lnTo>
                <a:lnTo>
                  <a:pt x="231462" y="643548"/>
                </a:lnTo>
                <a:lnTo>
                  <a:pt x="231978" y="643420"/>
                </a:lnTo>
                <a:close/>
              </a:path>
              <a:path w="444207" h="657466">
                <a:moveTo>
                  <a:pt x="233019" y="643420"/>
                </a:moveTo>
                <a:lnTo>
                  <a:pt x="233934" y="642899"/>
                </a:lnTo>
                <a:lnTo>
                  <a:pt x="232892" y="643420"/>
                </a:lnTo>
                <a:lnTo>
                  <a:pt x="233543" y="644070"/>
                </a:lnTo>
                <a:lnTo>
                  <a:pt x="233019" y="643420"/>
                </a:lnTo>
                <a:close/>
              </a:path>
              <a:path w="444207" h="657466">
                <a:moveTo>
                  <a:pt x="236131" y="643940"/>
                </a:moveTo>
                <a:lnTo>
                  <a:pt x="236004" y="643420"/>
                </a:lnTo>
                <a:lnTo>
                  <a:pt x="234969" y="643940"/>
                </a:lnTo>
                <a:lnTo>
                  <a:pt x="234569" y="643940"/>
                </a:lnTo>
                <a:lnTo>
                  <a:pt x="234451" y="643420"/>
                </a:lnTo>
                <a:lnTo>
                  <a:pt x="234048" y="643940"/>
                </a:lnTo>
                <a:lnTo>
                  <a:pt x="235615" y="644590"/>
                </a:lnTo>
                <a:lnTo>
                  <a:pt x="235089" y="643940"/>
                </a:lnTo>
                <a:lnTo>
                  <a:pt x="235610" y="643940"/>
                </a:lnTo>
                <a:lnTo>
                  <a:pt x="235615" y="644590"/>
                </a:lnTo>
                <a:lnTo>
                  <a:pt x="236131" y="643940"/>
                </a:lnTo>
                <a:close/>
              </a:path>
              <a:path w="444207" h="657466">
                <a:moveTo>
                  <a:pt x="234969" y="643940"/>
                </a:moveTo>
                <a:lnTo>
                  <a:pt x="236004" y="643420"/>
                </a:lnTo>
                <a:lnTo>
                  <a:pt x="234451" y="643420"/>
                </a:lnTo>
                <a:lnTo>
                  <a:pt x="234569" y="643940"/>
                </a:lnTo>
                <a:lnTo>
                  <a:pt x="234969" y="643940"/>
                </a:lnTo>
                <a:close/>
              </a:path>
              <a:path w="444207" h="657466">
                <a:moveTo>
                  <a:pt x="246672" y="648804"/>
                </a:moveTo>
                <a:lnTo>
                  <a:pt x="241401" y="646214"/>
                </a:lnTo>
                <a:lnTo>
                  <a:pt x="240804" y="656424"/>
                </a:lnTo>
                <a:lnTo>
                  <a:pt x="235470" y="653122"/>
                </a:lnTo>
                <a:lnTo>
                  <a:pt x="232422" y="654151"/>
                </a:lnTo>
                <a:lnTo>
                  <a:pt x="236651" y="655904"/>
                </a:lnTo>
                <a:lnTo>
                  <a:pt x="235089" y="655904"/>
                </a:lnTo>
                <a:lnTo>
                  <a:pt x="237112" y="656424"/>
                </a:lnTo>
                <a:lnTo>
                  <a:pt x="237693" y="656424"/>
                </a:lnTo>
                <a:lnTo>
                  <a:pt x="241846" y="657466"/>
                </a:lnTo>
                <a:lnTo>
                  <a:pt x="239255" y="656424"/>
                </a:lnTo>
                <a:lnTo>
                  <a:pt x="239763" y="656424"/>
                </a:lnTo>
                <a:lnTo>
                  <a:pt x="241846" y="657466"/>
                </a:lnTo>
                <a:lnTo>
                  <a:pt x="245999" y="657466"/>
                </a:lnTo>
                <a:lnTo>
                  <a:pt x="246672" y="648804"/>
                </a:lnTo>
                <a:close/>
              </a:path>
              <a:path w="444207" h="657466">
                <a:moveTo>
                  <a:pt x="237172" y="644461"/>
                </a:moveTo>
                <a:lnTo>
                  <a:pt x="239128" y="643940"/>
                </a:lnTo>
                <a:lnTo>
                  <a:pt x="236524" y="643940"/>
                </a:lnTo>
                <a:lnTo>
                  <a:pt x="238277" y="645693"/>
                </a:lnTo>
                <a:lnTo>
                  <a:pt x="237172" y="644461"/>
                </a:lnTo>
                <a:close/>
              </a:path>
              <a:path w="444207" h="657466">
                <a:moveTo>
                  <a:pt x="241401" y="646214"/>
                </a:moveTo>
                <a:lnTo>
                  <a:pt x="237693" y="644461"/>
                </a:lnTo>
                <a:lnTo>
                  <a:pt x="238213" y="644461"/>
                </a:lnTo>
                <a:lnTo>
                  <a:pt x="241401" y="646214"/>
                </a:lnTo>
                <a:lnTo>
                  <a:pt x="246672" y="648804"/>
                </a:lnTo>
                <a:lnTo>
                  <a:pt x="242366" y="645502"/>
                </a:lnTo>
                <a:lnTo>
                  <a:pt x="242887" y="645502"/>
                </a:lnTo>
                <a:lnTo>
                  <a:pt x="246672" y="648804"/>
                </a:lnTo>
                <a:lnTo>
                  <a:pt x="244449" y="645502"/>
                </a:lnTo>
                <a:lnTo>
                  <a:pt x="244970" y="645502"/>
                </a:lnTo>
                <a:lnTo>
                  <a:pt x="246672" y="648804"/>
                </a:lnTo>
                <a:lnTo>
                  <a:pt x="247040" y="645502"/>
                </a:lnTo>
                <a:lnTo>
                  <a:pt x="245999" y="645502"/>
                </a:lnTo>
                <a:lnTo>
                  <a:pt x="245021" y="645502"/>
                </a:lnTo>
                <a:lnTo>
                  <a:pt x="244500" y="644461"/>
                </a:lnTo>
                <a:lnTo>
                  <a:pt x="243928" y="645502"/>
                </a:lnTo>
                <a:lnTo>
                  <a:pt x="243408" y="645502"/>
                </a:lnTo>
                <a:lnTo>
                  <a:pt x="244500" y="644461"/>
                </a:lnTo>
                <a:lnTo>
                  <a:pt x="241846" y="645502"/>
                </a:lnTo>
                <a:lnTo>
                  <a:pt x="241325" y="645502"/>
                </a:lnTo>
                <a:lnTo>
                  <a:pt x="240284" y="644461"/>
                </a:lnTo>
                <a:lnTo>
                  <a:pt x="239648" y="644461"/>
                </a:lnTo>
                <a:lnTo>
                  <a:pt x="239128" y="643940"/>
                </a:lnTo>
                <a:lnTo>
                  <a:pt x="239255" y="644461"/>
                </a:lnTo>
                <a:lnTo>
                  <a:pt x="238734" y="644461"/>
                </a:lnTo>
                <a:lnTo>
                  <a:pt x="239128" y="643940"/>
                </a:lnTo>
                <a:lnTo>
                  <a:pt x="237172" y="644461"/>
                </a:lnTo>
                <a:lnTo>
                  <a:pt x="238277" y="645693"/>
                </a:lnTo>
                <a:lnTo>
                  <a:pt x="236524" y="643940"/>
                </a:lnTo>
                <a:lnTo>
                  <a:pt x="236004" y="643420"/>
                </a:lnTo>
                <a:lnTo>
                  <a:pt x="236131" y="643940"/>
                </a:lnTo>
                <a:lnTo>
                  <a:pt x="235615" y="644590"/>
                </a:lnTo>
                <a:lnTo>
                  <a:pt x="234048" y="643940"/>
                </a:lnTo>
                <a:lnTo>
                  <a:pt x="234451" y="643420"/>
                </a:lnTo>
                <a:lnTo>
                  <a:pt x="233934" y="642899"/>
                </a:lnTo>
                <a:lnTo>
                  <a:pt x="233019" y="643420"/>
                </a:lnTo>
                <a:lnTo>
                  <a:pt x="233543" y="644070"/>
                </a:lnTo>
                <a:lnTo>
                  <a:pt x="236194" y="645172"/>
                </a:lnTo>
                <a:lnTo>
                  <a:pt x="234124" y="644652"/>
                </a:lnTo>
                <a:lnTo>
                  <a:pt x="232041" y="644131"/>
                </a:lnTo>
                <a:lnTo>
                  <a:pt x="230670" y="643472"/>
                </a:lnTo>
                <a:lnTo>
                  <a:pt x="230571" y="643179"/>
                </a:lnTo>
                <a:lnTo>
                  <a:pt x="229895" y="642899"/>
                </a:lnTo>
                <a:lnTo>
                  <a:pt x="228854" y="642378"/>
                </a:lnTo>
                <a:lnTo>
                  <a:pt x="228079" y="642387"/>
                </a:lnTo>
                <a:lnTo>
                  <a:pt x="230670" y="643561"/>
                </a:lnTo>
                <a:lnTo>
                  <a:pt x="232422" y="654151"/>
                </a:lnTo>
                <a:lnTo>
                  <a:pt x="235470" y="653122"/>
                </a:lnTo>
                <a:lnTo>
                  <a:pt x="240804" y="656424"/>
                </a:lnTo>
                <a:lnTo>
                  <a:pt x="241401" y="646214"/>
                </a:lnTo>
                <a:close/>
              </a:path>
              <a:path w="444207" h="657466">
                <a:moveTo>
                  <a:pt x="244500" y="644461"/>
                </a:moveTo>
                <a:lnTo>
                  <a:pt x="240284" y="644461"/>
                </a:lnTo>
                <a:lnTo>
                  <a:pt x="241325" y="645502"/>
                </a:lnTo>
                <a:lnTo>
                  <a:pt x="241846" y="645502"/>
                </a:lnTo>
                <a:lnTo>
                  <a:pt x="244500" y="644461"/>
                </a:lnTo>
                <a:close/>
              </a:path>
              <a:path w="444207" h="657466">
                <a:moveTo>
                  <a:pt x="252234" y="645502"/>
                </a:moveTo>
                <a:lnTo>
                  <a:pt x="250164" y="645502"/>
                </a:lnTo>
                <a:lnTo>
                  <a:pt x="250799" y="644461"/>
                </a:lnTo>
                <a:lnTo>
                  <a:pt x="249762" y="645502"/>
                </a:lnTo>
                <a:lnTo>
                  <a:pt x="248081" y="645502"/>
                </a:lnTo>
                <a:lnTo>
                  <a:pt x="248018" y="647255"/>
                </a:lnTo>
                <a:lnTo>
                  <a:pt x="252234" y="645502"/>
                </a:lnTo>
                <a:close/>
              </a:path>
              <a:path w="444207" h="657466">
                <a:moveTo>
                  <a:pt x="256324" y="645693"/>
                </a:moveTo>
                <a:lnTo>
                  <a:pt x="259871" y="644223"/>
                </a:lnTo>
                <a:lnTo>
                  <a:pt x="258991" y="643940"/>
                </a:lnTo>
                <a:lnTo>
                  <a:pt x="258597" y="643420"/>
                </a:lnTo>
                <a:lnTo>
                  <a:pt x="258076" y="643940"/>
                </a:lnTo>
                <a:lnTo>
                  <a:pt x="255473" y="643940"/>
                </a:lnTo>
                <a:lnTo>
                  <a:pt x="254955" y="644461"/>
                </a:lnTo>
                <a:lnTo>
                  <a:pt x="253212" y="646214"/>
                </a:lnTo>
                <a:lnTo>
                  <a:pt x="253276" y="656424"/>
                </a:lnTo>
                <a:lnTo>
                  <a:pt x="256324" y="645693"/>
                </a:lnTo>
                <a:close/>
              </a:path>
              <a:path w="444207" h="657466">
                <a:moveTo>
                  <a:pt x="265747" y="642899"/>
                </a:moveTo>
                <a:lnTo>
                  <a:pt x="265224" y="642899"/>
                </a:lnTo>
                <a:lnTo>
                  <a:pt x="264718" y="642988"/>
                </a:lnTo>
                <a:lnTo>
                  <a:pt x="265262" y="653122"/>
                </a:lnTo>
                <a:lnTo>
                  <a:pt x="265290" y="653643"/>
                </a:lnTo>
                <a:lnTo>
                  <a:pt x="264355" y="654578"/>
                </a:lnTo>
                <a:lnTo>
                  <a:pt x="264185" y="654862"/>
                </a:lnTo>
                <a:lnTo>
                  <a:pt x="265226" y="654862"/>
                </a:lnTo>
                <a:lnTo>
                  <a:pt x="265662" y="654578"/>
                </a:lnTo>
                <a:lnTo>
                  <a:pt x="267095" y="653643"/>
                </a:lnTo>
                <a:lnTo>
                  <a:pt x="267893" y="653122"/>
                </a:lnTo>
                <a:lnTo>
                  <a:pt x="265766" y="642988"/>
                </a:lnTo>
              </a:path>
              <a:path w="444207" h="657466">
                <a:moveTo>
                  <a:pt x="260670" y="643420"/>
                </a:moveTo>
                <a:lnTo>
                  <a:pt x="258597" y="643420"/>
                </a:lnTo>
                <a:lnTo>
                  <a:pt x="258991" y="643940"/>
                </a:lnTo>
                <a:lnTo>
                  <a:pt x="260032" y="643940"/>
                </a:lnTo>
                <a:lnTo>
                  <a:pt x="259511" y="643940"/>
                </a:lnTo>
                <a:lnTo>
                  <a:pt x="260670" y="643420"/>
                </a:lnTo>
              </a:path>
              <a:path w="444207" h="657466">
                <a:moveTo>
                  <a:pt x="260670" y="643420"/>
                </a:moveTo>
                <a:lnTo>
                  <a:pt x="260032" y="643940"/>
                </a:lnTo>
                <a:lnTo>
                  <a:pt x="261891" y="643940"/>
                </a:lnTo>
                <a:lnTo>
                  <a:pt x="263144" y="643420"/>
                </a:lnTo>
              </a:path>
              <a:path w="444207" h="657466">
                <a:moveTo>
                  <a:pt x="260032" y="643940"/>
                </a:moveTo>
              </a:path>
              <a:path w="444207" h="657466">
                <a:moveTo>
                  <a:pt x="260152" y="643940"/>
                </a:moveTo>
                <a:lnTo>
                  <a:pt x="260553" y="643940"/>
                </a:lnTo>
                <a:lnTo>
                  <a:pt x="259871" y="644223"/>
                </a:lnTo>
                <a:lnTo>
                  <a:pt x="257580" y="645172"/>
                </a:lnTo>
                <a:lnTo>
                  <a:pt x="256324" y="645693"/>
                </a:lnTo>
                <a:lnTo>
                  <a:pt x="253921" y="654151"/>
                </a:lnTo>
                <a:lnTo>
                  <a:pt x="253773" y="654672"/>
                </a:lnTo>
                <a:lnTo>
                  <a:pt x="261231" y="654672"/>
                </a:lnTo>
                <a:lnTo>
                  <a:pt x="262178" y="654151"/>
                </a:lnTo>
                <a:lnTo>
                  <a:pt x="259116" y="645693"/>
                </a:lnTo>
                <a:lnTo>
                  <a:pt x="258927" y="645172"/>
                </a:lnTo>
                <a:lnTo>
                  <a:pt x="261212" y="644223"/>
                </a:lnTo>
                <a:lnTo>
                  <a:pt x="261891" y="643940"/>
                </a:lnTo>
              </a:path>
              <a:path w="444207" h="657466">
                <a:moveTo>
                  <a:pt x="258991" y="643940"/>
                </a:moveTo>
                <a:lnTo>
                  <a:pt x="259871" y="644223"/>
                </a:lnTo>
                <a:lnTo>
                  <a:pt x="260152" y="643940"/>
                </a:lnTo>
              </a:path>
              <a:path w="444207" h="657466">
                <a:moveTo>
                  <a:pt x="254955" y="644461"/>
                </a:moveTo>
                <a:lnTo>
                  <a:pt x="250799" y="644461"/>
                </a:lnTo>
                <a:lnTo>
                  <a:pt x="250164" y="645502"/>
                </a:lnTo>
                <a:lnTo>
                  <a:pt x="252234" y="645502"/>
                </a:lnTo>
                <a:lnTo>
                  <a:pt x="250523" y="646214"/>
                </a:lnTo>
                <a:lnTo>
                  <a:pt x="248018" y="647255"/>
                </a:lnTo>
                <a:lnTo>
                  <a:pt x="253219" y="647255"/>
                </a:lnTo>
                <a:lnTo>
                  <a:pt x="253212" y="646214"/>
                </a:lnTo>
                <a:lnTo>
                  <a:pt x="253919" y="645502"/>
                </a:lnTo>
                <a:lnTo>
                  <a:pt x="254955" y="644461"/>
                </a:lnTo>
              </a:path>
              <a:path w="444207" h="657466">
                <a:moveTo>
                  <a:pt x="247040" y="645502"/>
                </a:moveTo>
                <a:lnTo>
                  <a:pt x="246844" y="647255"/>
                </a:lnTo>
                <a:lnTo>
                  <a:pt x="248018" y="647255"/>
                </a:lnTo>
                <a:lnTo>
                  <a:pt x="248081" y="645502"/>
                </a:lnTo>
              </a:path>
              <a:path w="444207" h="657466">
                <a:moveTo>
                  <a:pt x="246844" y="647255"/>
                </a:moveTo>
                <a:lnTo>
                  <a:pt x="246672" y="648804"/>
                </a:lnTo>
                <a:lnTo>
                  <a:pt x="246079" y="656424"/>
                </a:lnTo>
                <a:lnTo>
                  <a:pt x="253276" y="656424"/>
                </a:lnTo>
                <a:lnTo>
                  <a:pt x="253228" y="648804"/>
                </a:lnTo>
                <a:lnTo>
                  <a:pt x="253219" y="647255"/>
                </a:lnTo>
              </a:path>
              <a:path w="444207" h="657466">
                <a:moveTo>
                  <a:pt x="265290" y="653643"/>
                </a:moveTo>
                <a:lnTo>
                  <a:pt x="262700" y="654862"/>
                </a:lnTo>
                <a:lnTo>
                  <a:pt x="263664" y="654862"/>
                </a:lnTo>
              </a:path>
              <a:path w="444207" h="657466">
                <a:moveTo>
                  <a:pt x="262178" y="654151"/>
                </a:moveTo>
                <a:lnTo>
                  <a:pt x="260304" y="655383"/>
                </a:lnTo>
                <a:lnTo>
                  <a:pt x="261594" y="655383"/>
                </a:lnTo>
                <a:lnTo>
                  <a:pt x="261073" y="655383"/>
                </a:lnTo>
              </a:path>
              <a:path w="444207" h="657466">
                <a:moveTo>
                  <a:pt x="253773" y="654672"/>
                </a:moveTo>
                <a:lnTo>
                  <a:pt x="253276" y="656424"/>
                </a:lnTo>
                <a:lnTo>
                  <a:pt x="253796" y="656424"/>
                </a:lnTo>
                <a:lnTo>
                  <a:pt x="257505" y="654672"/>
                </a:lnTo>
              </a:path>
              <a:path w="444207" h="657466">
                <a:moveTo>
                  <a:pt x="257505" y="654672"/>
                </a:moveTo>
                <a:lnTo>
                  <a:pt x="254317" y="656424"/>
                </a:lnTo>
                <a:lnTo>
                  <a:pt x="254838" y="656424"/>
                </a:lnTo>
                <a:lnTo>
                  <a:pt x="255752" y="656424"/>
                </a:lnTo>
                <a:lnTo>
                  <a:pt x="257505" y="654672"/>
                </a:lnTo>
              </a:path>
              <a:path w="444207" h="657466">
                <a:moveTo>
                  <a:pt x="257505" y="654672"/>
                </a:moveTo>
                <a:lnTo>
                  <a:pt x="257949" y="655904"/>
                </a:lnTo>
                <a:lnTo>
                  <a:pt x="258991" y="655904"/>
                </a:lnTo>
                <a:lnTo>
                  <a:pt x="261231" y="654672"/>
                </a:lnTo>
              </a:path>
              <a:path w="444207" h="657466">
                <a:moveTo>
                  <a:pt x="262700" y="654862"/>
                </a:moveTo>
                <a:lnTo>
                  <a:pt x="265226" y="654862"/>
                </a:lnTo>
              </a:path>
              <a:path w="444207" h="657466">
                <a:moveTo>
                  <a:pt x="262700" y="654862"/>
                </a:moveTo>
                <a:lnTo>
                  <a:pt x="261594" y="655383"/>
                </a:lnTo>
                <a:lnTo>
                  <a:pt x="265620" y="655383"/>
                </a:lnTo>
                <a:lnTo>
                  <a:pt x="264706" y="654862"/>
                </a:lnTo>
              </a:path>
              <a:path w="444207" h="657466">
                <a:moveTo>
                  <a:pt x="264706" y="654862"/>
                </a:moveTo>
                <a:lnTo>
                  <a:pt x="265226" y="654862"/>
                </a:lnTo>
                <a:lnTo>
                  <a:pt x="265226" y="654862"/>
                </a:lnTo>
              </a:path>
              <a:path w="444207" h="657466">
                <a:moveTo>
                  <a:pt x="260304" y="655383"/>
                </a:moveTo>
                <a:lnTo>
                  <a:pt x="259511" y="655904"/>
                </a:lnTo>
                <a:lnTo>
                  <a:pt x="263029" y="655904"/>
                </a:lnTo>
                <a:lnTo>
                  <a:pt x="262115" y="655383"/>
                </a:lnTo>
              </a:path>
              <a:path w="444207" h="657466">
                <a:moveTo>
                  <a:pt x="262115" y="655383"/>
                </a:moveTo>
                <a:lnTo>
                  <a:pt x="265620" y="655383"/>
                </a:lnTo>
                <a:lnTo>
                  <a:pt x="265620" y="655383"/>
                </a:lnTo>
              </a:path>
              <a:path w="444207" h="657466">
                <a:moveTo>
                  <a:pt x="258470" y="655904"/>
                </a:moveTo>
                <a:lnTo>
                  <a:pt x="258991" y="655904"/>
                </a:lnTo>
              </a:path>
              <a:path w="444207" h="657466">
                <a:moveTo>
                  <a:pt x="258470" y="655904"/>
                </a:moveTo>
                <a:lnTo>
                  <a:pt x="263029" y="655904"/>
                </a:lnTo>
              </a:path>
              <a:path w="444207" h="657466">
                <a:moveTo>
                  <a:pt x="258470" y="655904"/>
                </a:moveTo>
                <a:lnTo>
                  <a:pt x="259905" y="656424"/>
                </a:lnTo>
                <a:lnTo>
                  <a:pt x="260032" y="655904"/>
                </a:lnTo>
              </a:path>
              <a:path w="444207" h="657466">
                <a:moveTo>
                  <a:pt x="260032" y="655904"/>
                </a:moveTo>
                <a:lnTo>
                  <a:pt x="263029" y="655904"/>
                </a:lnTo>
                <a:lnTo>
                  <a:pt x="263029" y="655904"/>
                </a:lnTo>
              </a:path>
              <a:path w="444207" h="657466">
                <a:moveTo>
                  <a:pt x="246079" y="656424"/>
                </a:moveTo>
                <a:lnTo>
                  <a:pt x="254317" y="656424"/>
                </a:lnTo>
                <a:lnTo>
                  <a:pt x="253796" y="656424"/>
                </a:lnTo>
              </a:path>
              <a:path w="444207" h="657466">
                <a:moveTo>
                  <a:pt x="246079" y="656424"/>
                </a:moveTo>
                <a:lnTo>
                  <a:pt x="245999" y="657466"/>
                </a:lnTo>
                <a:lnTo>
                  <a:pt x="254711" y="657466"/>
                </a:lnTo>
                <a:lnTo>
                  <a:pt x="254838" y="656424"/>
                </a:lnTo>
              </a:path>
              <a:path w="444207" h="657466">
                <a:moveTo>
                  <a:pt x="265290" y="653643"/>
                </a:moveTo>
                <a:lnTo>
                  <a:pt x="264718" y="642988"/>
                </a:lnTo>
                <a:lnTo>
                  <a:pt x="265224" y="642899"/>
                </a:lnTo>
                <a:lnTo>
                  <a:pt x="264185" y="642899"/>
                </a:lnTo>
                <a:lnTo>
                  <a:pt x="262623" y="643420"/>
                </a:lnTo>
                <a:lnTo>
                  <a:pt x="261594" y="643420"/>
                </a:lnTo>
                <a:lnTo>
                  <a:pt x="262623" y="643420"/>
                </a:lnTo>
                <a:lnTo>
                  <a:pt x="263144" y="643420"/>
                </a:lnTo>
                <a:lnTo>
                  <a:pt x="258927" y="645172"/>
                </a:lnTo>
                <a:lnTo>
                  <a:pt x="262178" y="654151"/>
                </a:lnTo>
                <a:lnTo>
                  <a:pt x="261073" y="655383"/>
                </a:lnTo>
                <a:lnTo>
                  <a:pt x="261594" y="655383"/>
                </a:lnTo>
                <a:lnTo>
                  <a:pt x="265290" y="653643"/>
                </a:lnTo>
                <a:close/>
              </a:path>
              <a:path w="444207" h="657466">
                <a:moveTo>
                  <a:pt x="261188" y="642899"/>
                </a:moveTo>
                <a:lnTo>
                  <a:pt x="260670" y="643420"/>
                </a:lnTo>
                <a:lnTo>
                  <a:pt x="261594" y="643420"/>
                </a:lnTo>
                <a:lnTo>
                  <a:pt x="261188" y="642899"/>
                </a:lnTo>
                <a:close/>
              </a:path>
              <a:path w="444207" h="657466">
                <a:moveTo>
                  <a:pt x="263550" y="655383"/>
                </a:moveTo>
                <a:lnTo>
                  <a:pt x="262623" y="655383"/>
                </a:lnTo>
                <a:lnTo>
                  <a:pt x="262115" y="655383"/>
                </a:lnTo>
                <a:lnTo>
                  <a:pt x="263029" y="655904"/>
                </a:lnTo>
                <a:lnTo>
                  <a:pt x="263550" y="655383"/>
                </a:lnTo>
                <a:close/>
              </a:path>
              <a:path w="444207" h="657466">
                <a:moveTo>
                  <a:pt x="264185" y="642899"/>
                </a:moveTo>
                <a:lnTo>
                  <a:pt x="261188" y="642899"/>
                </a:lnTo>
                <a:lnTo>
                  <a:pt x="261594" y="643420"/>
                </a:lnTo>
                <a:lnTo>
                  <a:pt x="262623" y="643420"/>
                </a:lnTo>
                <a:lnTo>
                  <a:pt x="264185" y="642899"/>
                </a:lnTo>
                <a:close/>
              </a:path>
              <a:path w="444207" h="657466">
                <a:moveTo>
                  <a:pt x="264355" y="654578"/>
                </a:moveTo>
                <a:lnTo>
                  <a:pt x="265290" y="653643"/>
                </a:lnTo>
                <a:lnTo>
                  <a:pt x="263664" y="654862"/>
                </a:lnTo>
                <a:lnTo>
                  <a:pt x="264185" y="654862"/>
                </a:lnTo>
                <a:lnTo>
                  <a:pt x="264355" y="654578"/>
                </a:lnTo>
                <a:close/>
              </a:path>
              <a:path w="444207" h="657466">
                <a:moveTo>
                  <a:pt x="403948" y="618515"/>
                </a:moveTo>
                <a:lnTo>
                  <a:pt x="405498" y="617905"/>
                </a:lnTo>
                <a:lnTo>
                  <a:pt x="404063" y="617385"/>
                </a:lnTo>
                <a:lnTo>
                  <a:pt x="403548" y="617905"/>
                </a:lnTo>
                <a:lnTo>
                  <a:pt x="399008" y="617905"/>
                </a:lnTo>
                <a:lnTo>
                  <a:pt x="402734" y="618728"/>
                </a:lnTo>
                <a:lnTo>
                  <a:pt x="403948" y="618515"/>
                </a:lnTo>
                <a:close/>
              </a:path>
              <a:path w="444207" h="657466">
                <a:moveTo>
                  <a:pt x="405955" y="618617"/>
                </a:moveTo>
                <a:lnTo>
                  <a:pt x="406984" y="618096"/>
                </a:lnTo>
                <a:lnTo>
                  <a:pt x="409652" y="616990"/>
                </a:lnTo>
                <a:lnTo>
                  <a:pt x="409800" y="616843"/>
                </a:lnTo>
                <a:lnTo>
                  <a:pt x="409956" y="616864"/>
                </a:lnTo>
                <a:lnTo>
                  <a:pt x="410629" y="616546"/>
                </a:lnTo>
                <a:lnTo>
                  <a:pt x="410302" y="616343"/>
                </a:lnTo>
                <a:lnTo>
                  <a:pt x="409663" y="616864"/>
                </a:lnTo>
                <a:lnTo>
                  <a:pt x="409270" y="616343"/>
                </a:lnTo>
                <a:lnTo>
                  <a:pt x="409270" y="615823"/>
                </a:lnTo>
                <a:lnTo>
                  <a:pt x="408746" y="616343"/>
                </a:lnTo>
                <a:lnTo>
                  <a:pt x="408749" y="616864"/>
                </a:lnTo>
                <a:lnTo>
                  <a:pt x="408222" y="616864"/>
                </a:lnTo>
                <a:lnTo>
                  <a:pt x="407699" y="617385"/>
                </a:lnTo>
                <a:lnTo>
                  <a:pt x="407031" y="618049"/>
                </a:lnTo>
                <a:lnTo>
                  <a:pt x="408038" y="617575"/>
                </a:lnTo>
                <a:lnTo>
                  <a:pt x="408101" y="617385"/>
                </a:lnTo>
                <a:lnTo>
                  <a:pt x="408622" y="617385"/>
                </a:lnTo>
                <a:lnTo>
                  <a:pt x="407031" y="618049"/>
                </a:lnTo>
                <a:lnTo>
                  <a:pt x="406159" y="618413"/>
                </a:lnTo>
                <a:lnTo>
                  <a:pt x="404393" y="619150"/>
                </a:lnTo>
                <a:lnTo>
                  <a:pt x="404990" y="629881"/>
                </a:lnTo>
                <a:lnTo>
                  <a:pt x="405955" y="618617"/>
                </a:lnTo>
                <a:close/>
              </a:path>
              <a:path w="444207" h="657466">
                <a:moveTo>
                  <a:pt x="408222" y="616864"/>
                </a:moveTo>
                <a:lnTo>
                  <a:pt x="408749" y="616864"/>
                </a:lnTo>
                <a:lnTo>
                  <a:pt x="408746" y="616343"/>
                </a:lnTo>
                <a:lnTo>
                  <a:pt x="408228" y="616343"/>
                </a:lnTo>
                <a:lnTo>
                  <a:pt x="407708" y="616864"/>
                </a:lnTo>
                <a:lnTo>
                  <a:pt x="407581" y="617385"/>
                </a:lnTo>
                <a:lnTo>
                  <a:pt x="408222" y="616864"/>
                </a:lnTo>
                <a:close/>
              </a:path>
              <a:path w="444207" h="657466">
                <a:moveTo>
                  <a:pt x="408622" y="617385"/>
                </a:moveTo>
                <a:lnTo>
                  <a:pt x="408101" y="617385"/>
                </a:lnTo>
                <a:lnTo>
                  <a:pt x="408038" y="617575"/>
                </a:lnTo>
                <a:lnTo>
                  <a:pt x="407031" y="618049"/>
                </a:lnTo>
                <a:lnTo>
                  <a:pt x="408622" y="617385"/>
                </a:lnTo>
                <a:close/>
              </a:path>
              <a:path w="444207" h="657466">
                <a:moveTo>
                  <a:pt x="406539" y="629361"/>
                </a:moveTo>
                <a:lnTo>
                  <a:pt x="410768" y="627608"/>
                </a:lnTo>
                <a:lnTo>
                  <a:pt x="409143" y="628840"/>
                </a:lnTo>
                <a:lnTo>
                  <a:pt x="409663" y="628840"/>
                </a:lnTo>
                <a:lnTo>
                  <a:pt x="409817" y="628560"/>
                </a:lnTo>
                <a:lnTo>
                  <a:pt x="410959" y="628085"/>
                </a:lnTo>
                <a:lnTo>
                  <a:pt x="412775" y="627278"/>
                </a:lnTo>
                <a:lnTo>
                  <a:pt x="417004" y="625525"/>
                </a:lnTo>
                <a:lnTo>
                  <a:pt x="417449" y="625195"/>
                </a:lnTo>
                <a:lnTo>
                  <a:pt x="418364" y="625195"/>
                </a:lnTo>
                <a:lnTo>
                  <a:pt x="417852" y="626237"/>
                </a:lnTo>
                <a:lnTo>
                  <a:pt x="418363" y="626237"/>
                </a:lnTo>
                <a:lnTo>
                  <a:pt x="419404" y="625195"/>
                </a:lnTo>
                <a:lnTo>
                  <a:pt x="418888" y="625195"/>
                </a:lnTo>
                <a:lnTo>
                  <a:pt x="418553" y="625005"/>
                </a:lnTo>
                <a:lnTo>
                  <a:pt x="419595" y="624484"/>
                </a:lnTo>
                <a:lnTo>
                  <a:pt x="420446" y="624154"/>
                </a:lnTo>
                <a:lnTo>
                  <a:pt x="419459" y="624154"/>
                </a:lnTo>
                <a:lnTo>
                  <a:pt x="416928" y="625195"/>
                </a:lnTo>
                <a:lnTo>
                  <a:pt x="416674" y="616089"/>
                </a:lnTo>
                <a:lnTo>
                  <a:pt x="415112" y="617131"/>
                </a:lnTo>
                <a:lnTo>
                  <a:pt x="414858" y="614794"/>
                </a:lnTo>
                <a:lnTo>
                  <a:pt x="413816" y="615315"/>
                </a:lnTo>
                <a:lnTo>
                  <a:pt x="410959" y="623900"/>
                </a:lnTo>
                <a:lnTo>
                  <a:pt x="405498" y="629881"/>
                </a:lnTo>
                <a:lnTo>
                  <a:pt x="406539" y="629361"/>
                </a:lnTo>
                <a:close/>
              </a:path>
              <a:path w="444207" h="657466">
                <a:moveTo>
                  <a:pt x="412648" y="628840"/>
                </a:moveTo>
                <a:lnTo>
                  <a:pt x="413169" y="628319"/>
                </a:lnTo>
                <a:lnTo>
                  <a:pt x="412134" y="628319"/>
                </a:lnTo>
                <a:lnTo>
                  <a:pt x="410959" y="628214"/>
                </a:lnTo>
                <a:lnTo>
                  <a:pt x="410705" y="628319"/>
                </a:lnTo>
                <a:lnTo>
                  <a:pt x="410959" y="628840"/>
                </a:lnTo>
                <a:lnTo>
                  <a:pt x="411616" y="628840"/>
                </a:lnTo>
                <a:lnTo>
                  <a:pt x="412648" y="628840"/>
                </a:lnTo>
                <a:close/>
              </a:path>
              <a:path w="444207" h="657466">
                <a:moveTo>
                  <a:pt x="417715" y="610616"/>
                </a:moveTo>
                <a:lnTo>
                  <a:pt x="416498" y="612049"/>
                </a:lnTo>
                <a:lnTo>
                  <a:pt x="416389" y="612178"/>
                </a:lnTo>
                <a:lnTo>
                  <a:pt x="417872" y="612178"/>
                </a:lnTo>
                <a:lnTo>
                  <a:pt x="417715" y="612049"/>
                </a:lnTo>
              </a:path>
              <a:path w="444207" h="657466">
                <a:moveTo>
                  <a:pt x="416389" y="612178"/>
                </a:moveTo>
                <a:lnTo>
                  <a:pt x="417587" y="612178"/>
                </a:lnTo>
              </a:path>
              <a:path w="444207" h="657466">
                <a:moveTo>
                  <a:pt x="417587" y="612178"/>
                </a:moveTo>
                <a:lnTo>
                  <a:pt x="417715" y="612178"/>
                </a:lnTo>
                <a:lnTo>
                  <a:pt x="417872" y="612178"/>
                </a:lnTo>
              </a:path>
              <a:path w="444207" h="657466">
                <a:moveTo>
                  <a:pt x="417715" y="612178"/>
                </a:moveTo>
                <a:lnTo>
                  <a:pt x="417587" y="612178"/>
                </a:lnTo>
                <a:lnTo>
                  <a:pt x="417715" y="612178"/>
                </a:lnTo>
              </a:path>
              <a:path w="444207" h="657466">
                <a:moveTo>
                  <a:pt x="417715" y="612178"/>
                </a:moveTo>
                <a:lnTo>
                  <a:pt x="417715" y="613219"/>
                </a:lnTo>
                <a:lnTo>
                  <a:pt x="417969" y="613219"/>
                </a:lnTo>
                <a:lnTo>
                  <a:pt x="419531" y="612178"/>
                </a:lnTo>
                <a:lnTo>
                  <a:pt x="417872" y="612178"/>
                </a:lnTo>
              </a:path>
              <a:path w="444207" h="657466">
                <a:moveTo>
                  <a:pt x="416389" y="612178"/>
                </a:moveTo>
                <a:lnTo>
                  <a:pt x="415504" y="613219"/>
                </a:lnTo>
                <a:lnTo>
                  <a:pt x="415742" y="613370"/>
                </a:lnTo>
                <a:lnTo>
                  <a:pt x="415302" y="613943"/>
                </a:lnTo>
                <a:lnTo>
                  <a:pt x="415899" y="613943"/>
                </a:lnTo>
                <a:lnTo>
                  <a:pt x="416604" y="613422"/>
                </a:lnTo>
                <a:lnTo>
                  <a:pt x="416025" y="613219"/>
                </a:lnTo>
                <a:lnTo>
                  <a:pt x="416534" y="612178"/>
                </a:lnTo>
                <a:lnTo>
                  <a:pt x="417587" y="612178"/>
                </a:lnTo>
              </a:path>
              <a:path w="444207" h="657466">
                <a:moveTo>
                  <a:pt x="417587" y="612178"/>
                </a:moveTo>
                <a:lnTo>
                  <a:pt x="417385" y="612381"/>
                </a:lnTo>
                <a:lnTo>
                  <a:pt x="417154" y="612936"/>
                </a:lnTo>
                <a:lnTo>
                  <a:pt x="417036" y="613219"/>
                </a:lnTo>
                <a:lnTo>
                  <a:pt x="417715" y="613219"/>
                </a:lnTo>
                <a:lnTo>
                  <a:pt x="417449" y="613219"/>
                </a:lnTo>
                <a:lnTo>
                  <a:pt x="417715" y="612936"/>
                </a:lnTo>
                <a:lnTo>
                  <a:pt x="417715" y="612381"/>
                </a:lnTo>
                <a:lnTo>
                  <a:pt x="417715" y="612178"/>
                </a:lnTo>
              </a:path>
              <a:path w="444207" h="657466">
                <a:moveTo>
                  <a:pt x="417036" y="613219"/>
                </a:moveTo>
                <a:lnTo>
                  <a:pt x="417715" y="613325"/>
                </a:lnTo>
                <a:lnTo>
                  <a:pt x="417969" y="613219"/>
                </a:lnTo>
              </a:path>
              <a:path w="444207" h="657466">
                <a:moveTo>
                  <a:pt x="415112" y="613616"/>
                </a:moveTo>
                <a:lnTo>
                  <a:pt x="414788" y="613943"/>
                </a:lnTo>
                <a:lnTo>
                  <a:pt x="415302" y="613943"/>
                </a:lnTo>
              </a:path>
              <a:path w="444207" h="657466">
                <a:moveTo>
                  <a:pt x="414788" y="613943"/>
                </a:moveTo>
                <a:lnTo>
                  <a:pt x="414462" y="614273"/>
                </a:lnTo>
                <a:lnTo>
                  <a:pt x="414111" y="614273"/>
                </a:lnTo>
                <a:lnTo>
                  <a:pt x="413655" y="614273"/>
                </a:lnTo>
                <a:lnTo>
                  <a:pt x="412902" y="614273"/>
                </a:lnTo>
                <a:lnTo>
                  <a:pt x="412760" y="614415"/>
                </a:lnTo>
                <a:lnTo>
                  <a:pt x="415112" y="614415"/>
                </a:lnTo>
                <a:lnTo>
                  <a:pt x="415112" y="614273"/>
                </a:lnTo>
                <a:lnTo>
                  <a:pt x="415452" y="614273"/>
                </a:lnTo>
                <a:lnTo>
                  <a:pt x="415899" y="613943"/>
                </a:lnTo>
              </a:path>
              <a:path w="444207" h="657466">
                <a:moveTo>
                  <a:pt x="415899" y="614273"/>
                </a:moveTo>
                <a:lnTo>
                  <a:pt x="415112" y="614415"/>
                </a:lnTo>
                <a:lnTo>
                  <a:pt x="415984" y="614415"/>
                </a:lnTo>
              </a:path>
              <a:path w="444207" h="657466">
                <a:moveTo>
                  <a:pt x="412760" y="614415"/>
                </a:moveTo>
                <a:lnTo>
                  <a:pt x="416013" y="614464"/>
                </a:lnTo>
              </a:path>
              <a:path w="444207" h="657466">
                <a:moveTo>
                  <a:pt x="412711" y="614464"/>
                </a:moveTo>
                <a:lnTo>
                  <a:pt x="412381" y="614794"/>
                </a:lnTo>
                <a:lnTo>
                  <a:pt x="413943" y="614794"/>
                </a:lnTo>
                <a:lnTo>
                  <a:pt x="414274" y="614464"/>
                </a:lnTo>
              </a:path>
              <a:path w="444207" h="657466">
                <a:moveTo>
                  <a:pt x="414274" y="614464"/>
                </a:moveTo>
                <a:lnTo>
                  <a:pt x="414246" y="614599"/>
                </a:lnTo>
                <a:lnTo>
                  <a:pt x="416095" y="614599"/>
                </a:lnTo>
                <a:lnTo>
                  <a:pt x="416013" y="614464"/>
                </a:lnTo>
              </a:path>
              <a:path w="444207" h="657466">
                <a:moveTo>
                  <a:pt x="414246" y="614599"/>
                </a:moveTo>
                <a:lnTo>
                  <a:pt x="414208" y="614794"/>
                </a:lnTo>
                <a:lnTo>
                  <a:pt x="413753" y="614984"/>
                </a:lnTo>
                <a:lnTo>
                  <a:pt x="414183" y="614984"/>
                </a:lnTo>
                <a:lnTo>
                  <a:pt x="414643" y="614794"/>
                </a:lnTo>
                <a:lnTo>
                  <a:pt x="415112" y="614599"/>
                </a:lnTo>
              </a:path>
              <a:path w="444207" h="657466">
                <a:moveTo>
                  <a:pt x="415112" y="614599"/>
                </a:moveTo>
                <a:lnTo>
                  <a:pt x="416674" y="615565"/>
                </a:lnTo>
                <a:lnTo>
                  <a:pt x="416095" y="614599"/>
                </a:lnTo>
              </a:path>
              <a:path w="444207" h="657466">
                <a:moveTo>
                  <a:pt x="411861" y="614794"/>
                </a:moveTo>
                <a:lnTo>
                  <a:pt x="411861" y="614794"/>
                </a:lnTo>
                <a:lnTo>
                  <a:pt x="412381" y="614794"/>
                </a:lnTo>
              </a:path>
              <a:path w="444207" h="657466">
                <a:moveTo>
                  <a:pt x="411861" y="614794"/>
                </a:moveTo>
                <a:lnTo>
                  <a:pt x="413943" y="614794"/>
                </a:lnTo>
                <a:lnTo>
                  <a:pt x="412381" y="614794"/>
                </a:lnTo>
              </a:path>
              <a:path w="444207" h="657466">
                <a:moveTo>
                  <a:pt x="412381" y="614794"/>
                </a:moveTo>
                <a:lnTo>
                  <a:pt x="413943" y="614794"/>
                </a:lnTo>
              </a:path>
              <a:path w="444207" h="657466">
                <a:moveTo>
                  <a:pt x="411861" y="614794"/>
                </a:moveTo>
                <a:lnTo>
                  <a:pt x="411860" y="614984"/>
                </a:lnTo>
                <a:lnTo>
                  <a:pt x="413753" y="614984"/>
                </a:lnTo>
                <a:lnTo>
                  <a:pt x="413943" y="614794"/>
                </a:lnTo>
              </a:path>
              <a:path w="444207" h="657466">
                <a:moveTo>
                  <a:pt x="411860" y="614984"/>
                </a:moveTo>
                <a:lnTo>
                  <a:pt x="411860" y="615315"/>
                </a:lnTo>
                <a:lnTo>
                  <a:pt x="413386" y="615315"/>
                </a:lnTo>
                <a:lnTo>
                  <a:pt x="414183" y="614984"/>
                </a:lnTo>
              </a:path>
              <a:path w="444207" h="657466">
                <a:moveTo>
                  <a:pt x="412191" y="615505"/>
                </a:moveTo>
                <a:lnTo>
                  <a:pt x="413386" y="615315"/>
                </a:lnTo>
                <a:lnTo>
                  <a:pt x="412380" y="615315"/>
                </a:lnTo>
                <a:lnTo>
                  <a:pt x="411860" y="615315"/>
                </a:lnTo>
                <a:lnTo>
                  <a:pt x="411873" y="615823"/>
                </a:lnTo>
                <a:lnTo>
                  <a:pt x="412191" y="615505"/>
                </a:lnTo>
                <a:close/>
              </a:path>
              <a:path w="444207" h="657466">
                <a:moveTo>
                  <a:pt x="416153" y="88422"/>
                </a:moveTo>
                <a:lnTo>
                  <a:pt x="414782" y="87858"/>
                </a:lnTo>
                <a:lnTo>
                  <a:pt x="413232" y="87337"/>
                </a:lnTo>
                <a:lnTo>
                  <a:pt x="410629" y="86804"/>
                </a:lnTo>
                <a:lnTo>
                  <a:pt x="410654" y="88557"/>
                </a:lnTo>
                <a:lnTo>
                  <a:pt x="412381" y="88557"/>
                </a:lnTo>
                <a:lnTo>
                  <a:pt x="414164" y="88269"/>
                </a:lnTo>
                <a:lnTo>
                  <a:pt x="414858" y="88557"/>
                </a:lnTo>
                <a:lnTo>
                  <a:pt x="414986" y="88061"/>
                </a:lnTo>
                <a:lnTo>
                  <a:pt x="416008" y="89077"/>
                </a:lnTo>
                <a:lnTo>
                  <a:pt x="416153" y="89222"/>
                </a:lnTo>
                <a:lnTo>
                  <a:pt x="416153" y="88422"/>
                </a:lnTo>
                <a:close/>
              </a:path>
              <a:path w="444207" h="657466">
                <a:moveTo>
                  <a:pt x="416531" y="89598"/>
                </a:moveTo>
                <a:lnTo>
                  <a:pt x="416420" y="89077"/>
                </a:lnTo>
                <a:lnTo>
                  <a:pt x="416761" y="88793"/>
                </a:lnTo>
                <a:lnTo>
                  <a:pt x="416553" y="88587"/>
                </a:lnTo>
                <a:lnTo>
                  <a:pt x="418223" y="89152"/>
                </a:lnTo>
                <a:lnTo>
                  <a:pt x="416344" y="88379"/>
                </a:lnTo>
                <a:lnTo>
                  <a:pt x="416153" y="88422"/>
                </a:lnTo>
                <a:lnTo>
                  <a:pt x="416153" y="89222"/>
                </a:lnTo>
                <a:lnTo>
                  <a:pt x="416008" y="89077"/>
                </a:lnTo>
                <a:lnTo>
                  <a:pt x="414986" y="88061"/>
                </a:lnTo>
                <a:lnTo>
                  <a:pt x="414858" y="88557"/>
                </a:lnTo>
                <a:lnTo>
                  <a:pt x="414164" y="88269"/>
                </a:lnTo>
                <a:lnTo>
                  <a:pt x="413816" y="88557"/>
                </a:lnTo>
                <a:lnTo>
                  <a:pt x="412775" y="88557"/>
                </a:lnTo>
                <a:lnTo>
                  <a:pt x="414164" y="88269"/>
                </a:lnTo>
                <a:lnTo>
                  <a:pt x="412381" y="88557"/>
                </a:lnTo>
                <a:lnTo>
                  <a:pt x="412902" y="89077"/>
                </a:lnTo>
                <a:lnTo>
                  <a:pt x="414972" y="89077"/>
                </a:lnTo>
                <a:lnTo>
                  <a:pt x="414337" y="88557"/>
                </a:lnTo>
                <a:lnTo>
                  <a:pt x="414972" y="89077"/>
                </a:lnTo>
                <a:lnTo>
                  <a:pt x="415899" y="89077"/>
                </a:lnTo>
                <a:lnTo>
                  <a:pt x="416153" y="89598"/>
                </a:lnTo>
                <a:lnTo>
                  <a:pt x="416531" y="89598"/>
                </a:lnTo>
                <a:close/>
              </a:path>
              <a:path w="444207" h="657466">
                <a:moveTo>
                  <a:pt x="414208" y="614794"/>
                </a:moveTo>
                <a:lnTo>
                  <a:pt x="414274" y="614464"/>
                </a:lnTo>
                <a:lnTo>
                  <a:pt x="413943" y="614794"/>
                </a:lnTo>
                <a:lnTo>
                  <a:pt x="413753" y="614984"/>
                </a:lnTo>
                <a:lnTo>
                  <a:pt x="414208" y="614794"/>
                </a:lnTo>
                <a:close/>
              </a:path>
              <a:path w="444207" h="657466">
                <a:moveTo>
                  <a:pt x="415112" y="613616"/>
                </a:moveTo>
                <a:lnTo>
                  <a:pt x="415302" y="613943"/>
                </a:lnTo>
                <a:lnTo>
                  <a:pt x="415823" y="613422"/>
                </a:lnTo>
                <a:lnTo>
                  <a:pt x="415504" y="613219"/>
                </a:lnTo>
                <a:lnTo>
                  <a:pt x="417715" y="610616"/>
                </a:lnTo>
                <a:lnTo>
                  <a:pt x="415112" y="610616"/>
                </a:lnTo>
                <a:lnTo>
                  <a:pt x="415112" y="613219"/>
                </a:lnTo>
                <a:lnTo>
                  <a:pt x="414464" y="613219"/>
                </a:lnTo>
                <a:lnTo>
                  <a:pt x="413416" y="614273"/>
                </a:lnTo>
                <a:lnTo>
                  <a:pt x="414462" y="614273"/>
                </a:lnTo>
                <a:lnTo>
                  <a:pt x="415112" y="613616"/>
                </a:lnTo>
                <a:close/>
              </a:path>
              <a:path w="444207" h="657466">
                <a:moveTo>
                  <a:pt x="414164" y="88269"/>
                </a:moveTo>
                <a:lnTo>
                  <a:pt x="412775" y="88557"/>
                </a:lnTo>
                <a:lnTo>
                  <a:pt x="413816" y="88557"/>
                </a:lnTo>
                <a:lnTo>
                  <a:pt x="414164" y="88269"/>
                </a:lnTo>
                <a:close/>
              </a:path>
              <a:path w="444207" h="657466">
                <a:moveTo>
                  <a:pt x="414731" y="627799"/>
                </a:moveTo>
                <a:lnTo>
                  <a:pt x="415251" y="627278"/>
                </a:lnTo>
                <a:lnTo>
                  <a:pt x="413296" y="627278"/>
                </a:lnTo>
                <a:lnTo>
                  <a:pt x="414463" y="626757"/>
                </a:lnTo>
                <a:lnTo>
                  <a:pt x="415590" y="626237"/>
                </a:lnTo>
                <a:lnTo>
                  <a:pt x="415902" y="626107"/>
                </a:lnTo>
                <a:lnTo>
                  <a:pt x="416293" y="626237"/>
                </a:lnTo>
                <a:lnTo>
                  <a:pt x="416811" y="626757"/>
                </a:lnTo>
                <a:lnTo>
                  <a:pt x="417328" y="626237"/>
                </a:lnTo>
                <a:lnTo>
                  <a:pt x="416793" y="625736"/>
                </a:lnTo>
                <a:lnTo>
                  <a:pt x="415963" y="626046"/>
                </a:lnTo>
                <a:lnTo>
                  <a:pt x="415503" y="626237"/>
                </a:lnTo>
                <a:lnTo>
                  <a:pt x="417004" y="625525"/>
                </a:lnTo>
                <a:lnTo>
                  <a:pt x="412901" y="627278"/>
                </a:lnTo>
                <a:lnTo>
                  <a:pt x="413296" y="627151"/>
                </a:lnTo>
                <a:lnTo>
                  <a:pt x="413141" y="627307"/>
                </a:lnTo>
                <a:lnTo>
                  <a:pt x="411958" y="627799"/>
                </a:lnTo>
                <a:lnTo>
                  <a:pt x="414731" y="627799"/>
                </a:lnTo>
                <a:close/>
              </a:path>
              <a:path w="444207" h="657466">
                <a:moveTo>
                  <a:pt x="414731" y="626757"/>
                </a:moveTo>
                <a:lnTo>
                  <a:pt x="414921" y="626567"/>
                </a:lnTo>
                <a:lnTo>
                  <a:pt x="415251" y="626757"/>
                </a:lnTo>
                <a:lnTo>
                  <a:pt x="416811" y="626757"/>
                </a:lnTo>
                <a:lnTo>
                  <a:pt x="416293" y="626237"/>
                </a:lnTo>
                <a:lnTo>
                  <a:pt x="415590" y="626237"/>
                </a:lnTo>
                <a:lnTo>
                  <a:pt x="414337" y="626757"/>
                </a:lnTo>
                <a:lnTo>
                  <a:pt x="413296" y="627278"/>
                </a:lnTo>
                <a:lnTo>
                  <a:pt x="414731" y="627278"/>
                </a:lnTo>
                <a:lnTo>
                  <a:pt x="414731" y="626757"/>
                </a:lnTo>
                <a:close/>
              </a:path>
              <a:path w="444207" h="657466">
                <a:moveTo>
                  <a:pt x="416293" y="627278"/>
                </a:moveTo>
                <a:lnTo>
                  <a:pt x="416811" y="626757"/>
                </a:lnTo>
                <a:lnTo>
                  <a:pt x="415251" y="626757"/>
                </a:lnTo>
                <a:lnTo>
                  <a:pt x="414921" y="626567"/>
                </a:lnTo>
                <a:lnTo>
                  <a:pt x="414731" y="626757"/>
                </a:lnTo>
                <a:lnTo>
                  <a:pt x="414731" y="627278"/>
                </a:lnTo>
                <a:lnTo>
                  <a:pt x="416293" y="627278"/>
                </a:lnTo>
                <a:close/>
              </a:path>
              <a:path w="444207" h="657466">
                <a:moveTo>
                  <a:pt x="416928" y="89077"/>
                </a:moveTo>
                <a:lnTo>
                  <a:pt x="416761" y="88793"/>
                </a:lnTo>
                <a:lnTo>
                  <a:pt x="416420" y="89077"/>
                </a:lnTo>
                <a:lnTo>
                  <a:pt x="416531" y="89598"/>
                </a:lnTo>
                <a:lnTo>
                  <a:pt x="416928" y="89077"/>
                </a:lnTo>
                <a:close/>
              </a:path>
              <a:path w="444207" h="657466">
                <a:moveTo>
                  <a:pt x="420446" y="625195"/>
                </a:moveTo>
                <a:lnTo>
                  <a:pt x="421493" y="624154"/>
                </a:lnTo>
                <a:lnTo>
                  <a:pt x="421542" y="623112"/>
                </a:lnTo>
                <a:lnTo>
                  <a:pt x="419011" y="624154"/>
                </a:lnTo>
                <a:lnTo>
                  <a:pt x="416928" y="625195"/>
                </a:lnTo>
                <a:lnTo>
                  <a:pt x="419459" y="624154"/>
                </a:lnTo>
                <a:lnTo>
                  <a:pt x="421157" y="623455"/>
                </a:lnTo>
                <a:lnTo>
                  <a:pt x="420636" y="623963"/>
                </a:lnTo>
                <a:lnTo>
                  <a:pt x="419459" y="624154"/>
                </a:lnTo>
                <a:lnTo>
                  <a:pt x="420446" y="624154"/>
                </a:lnTo>
                <a:lnTo>
                  <a:pt x="419595" y="624484"/>
                </a:lnTo>
                <a:lnTo>
                  <a:pt x="418553" y="625005"/>
                </a:lnTo>
                <a:lnTo>
                  <a:pt x="418888" y="625195"/>
                </a:lnTo>
                <a:lnTo>
                  <a:pt x="420446" y="625195"/>
                </a:lnTo>
                <a:close/>
              </a:path>
              <a:path w="444207" h="657466">
                <a:moveTo>
                  <a:pt x="419265" y="89580"/>
                </a:moveTo>
                <a:lnTo>
                  <a:pt x="418998" y="89471"/>
                </a:lnTo>
                <a:lnTo>
                  <a:pt x="418223" y="89152"/>
                </a:lnTo>
                <a:lnTo>
                  <a:pt x="416553" y="88587"/>
                </a:lnTo>
                <a:lnTo>
                  <a:pt x="416761" y="88793"/>
                </a:lnTo>
                <a:lnTo>
                  <a:pt x="418223" y="89274"/>
                </a:lnTo>
                <a:lnTo>
                  <a:pt x="419011" y="89598"/>
                </a:lnTo>
                <a:lnTo>
                  <a:pt x="419265" y="89738"/>
                </a:lnTo>
                <a:lnTo>
                  <a:pt x="419646" y="90119"/>
                </a:lnTo>
                <a:lnTo>
                  <a:pt x="419265" y="89580"/>
                </a:lnTo>
                <a:close/>
              </a:path>
              <a:path w="444207" h="657466">
                <a:moveTo>
                  <a:pt x="423938" y="92202"/>
                </a:moveTo>
                <a:lnTo>
                  <a:pt x="423938" y="91970"/>
                </a:lnTo>
                <a:lnTo>
                  <a:pt x="423430" y="91681"/>
                </a:lnTo>
                <a:lnTo>
                  <a:pt x="423430" y="90906"/>
                </a:lnTo>
                <a:lnTo>
                  <a:pt x="422910" y="90385"/>
                </a:lnTo>
                <a:lnTo>
                  <a:pt x="422135" y="90639"/>
                </a:lnTo>
                <a:lnTo>
                  <a:pt x="419265" y="87769"/>
                </a:lnTo>
                <a:lnTo>
                  <a:pt x="418947" y="89420"/>
                </a:lnTo>
                <a:lnTo>
                  <a:pt x="419265" y="89551"/>
                </a:lnTo>
                <a:lnTo>
                  <a:pt x="420573" y="90119"/>
                </a:lnTo>
                <a:lnTo>
                  <a:pt x="421902" y="90639"/>
                </a:lnTo>
                <a:lnTo>
                  <a:pt x="422910" y="91055"/>
                </a:lnTo>
                <a:lnTo>
                  <a:pt x="423164" y="91160"/>
                </a:lnTo>
                <a:lnTo>
                  <a:pt x="423236" y="91681"/>
                </a:lnTo>
                <a:lnTo>
                  <a:pt x="423430" y="91761"/>
                </a:lnTo>
                <a:lnTo>
                  <a:pt x="423560" y="92201"/>
                </a:lnTo>
                <a:lnTo>
                  <a:pt x="423291" y="92202"/>
                </a:lnTo>
                <a:lnTo>
                  <a:pt x="423430" y="92341"/>
                </a:lnTo>
                <a:lnTo>
                  <a:pt x="423621" y="92532"/>
                </a:lnTo>
                <a:lnTo>
                  <a:pt x="423938" y="92358"/>
                </a:lnTo>
                <a:lnTo>
                  <a:pt x="424816" y="92722"/>
                </a:lnTo>
                <a:lnTo>
                  <a:pt x="423938" y="92202"/>
                </a:lnTo>
                <a:close/>
              </a:path>
              <a:path w="444207" h="657466">
                <a:moveTo>
                  <a:pt x="421973" y="79162"/>
                </a:moveTo>
                <a:lnTo>
                  <a:pt x="421093" y="78663"/>
                </a:lnTo>
                <a:lnTo>
                  <a:pt x="421614" y="78663"/>
                </a:lnTo>
                <a:lnTo>
                  <a:pt x="421749" y="78938"/>
                </a:lnTo>
                <a:lnTo>
                  <a:pt x="421973" y="79162"/>
                </a:lnTo>
                <a:lnTo>
                  <a:pt x="422212" y="79262"/>
                </a:lnTo>
                <a:lnTo>
                  <a:pt x="422643" y="79184"/>
                </a:lnTo>
                <a:lnTo>
                  <a:pt x="422523" y="78663"/>
                </a:lnTo>
                <a:lnTo>
                  <a:pt x="423564" y="78663"/>
                </a:lnTo>
                <a:lnTo>
                  <a:pt x="423049" y="78143"/>
                </a:lnTo>
                <a:lnTo>
                  <a:pt x="419531" y="78143"/>
                </a:lnTo>
                <a:lnTo>
                  <a:pt x="418632" y="77899"/>
                </a:lnTo>
                <a:lnTo>
                  <a:pt x="417969" y="77622"/>
                </a:lnTo>
                <a:lnTo>
                  <a:pt x="417852" y="77114"/>
                </a:lnTo>
                <a:lnTo>
                  <a:pt x="416928" y="77114"/>
                </a:lnTo>
                <a:lnTo>
                  <a:pt x="419595" y="78867"/>
                </a:lnTo>
                <a:lnTo>
                  <a:pt x="422198" y="79387"/>
                </a:lnTo>
                <a:lnTo>
                  <a:pt x="421973" y="79162"/>
                </a:lnTo>
                <a:close/>
              </a:path>
              <a:path w="444207" h="657466">
                <a:moveTo>
                  <a:pt x="418096" y="611136"/>
                </a:moveTo>
                <a:lnTo>
                  <a:pt x="418314" y="611446"/>
                </a:lnTo>
                <a:lnTo>
                  <a:pt x="420367" y="611136"/>
                </a:lnTo>
                <a:lnTo>
                  <a:pt x="421614" y="610616"/>
                </a:lnTo>
                <a:lnTo>
                  <a:pt x="420477" y="610095"/>
                </a:lnTo>
                <a:lnTo>
                  <a:pt x="420497" y="609777"/>
                </a:lnTo>
                <a:lnTo>
                  <a:pt x="421017" y="609257"/>
                </a:lnTo>
                <a:lnTo>
                  <a:pt x="421868" y="609517"/>
                </a:lnTo>
                <a:lnTo>
                  <a:pt x="421875" y="610866"/>
                </a:lnTo>
                <a:lnTo>
                  <a:pt x="422389" y="610350"/>
                </a:lnTo>
                <a:lnTo>
                  <a:pt x="422389" y="609626"/>
                </a:lnTo>
                <a:lnTo>
                  <a:pt x="422389" y="609300"/>
                </a:lnTo>
                <a:lnTo>
                  <a:pt x="422552" y="609233"/>
                </a:lnTo>
                <a:lnTo>
                  <a:pt x="422389" y="609066"/>
                </a:lnTo>
                <a:lnTo>
                  <a:pt x="421868" y="608545"/>
                </a:lnTo>
                <a:lnTo>
                  <a:pt x="421868" y="609066"/>
                </a:lnTo>
                <a:lnTo>
                  <a:pt x="420687" y="609066"/>
                </a:lnTo>
                <a:lnTo>
                  <a:pt x="420187" y="610095"/>
                </a:lnTo>
                <a:lnTo>
                  <a:pt x="419989" y="610298"/>
                </a:lnTo>
                <a:lnTo>
                  <a:pt x="419143" y="610616"/>
                </a:lnTo>
                <a:lnTo>
                  <a:pt x="418624" y="611136"/>
                </a:lnTo>
                <a:lnTo>
                  <a:pt x="419141" y="610616"/>
                </a:lnTo>
                <a:lnTo>
                  <a:pt x="417715" y="608545"/>
                </a:lnTo>
                <a:lnTo>
                  <a:pt x="417715" y="611519"/>
                </a:lnTo>
                <a:lnTo>
                  <a:pt x="418096" y="611136"/>
                </a:lnTo>
                <a:close/>
              </a:path>
              <a:path w="444207" h="657466">
                <a:moveTo>
                  <a:pt x="419989" y="610298"/>
                </a:moveTo>
                <a:lnTo>
                  <a:pt x="420187" y="610095"/>
                </a:lnTo>
                <a:lnTo>
                  <a:pt x="420687" y="609066"/>
                </a:lnTo>
                <a:lnTo>
                  <a:pt x="419658" y="610095"/>
                </a:lnTo>
                <a:lnTo>
                  <a:pt x="419143" y="610616"/>
                </a:lnTo>
                <a:lnTo>
                  <a:pt x="419989" y="610298"/>
                </a:lnTo>
                <a:close/>
              </a:path>
              <a:path w="444207" h="657466">
                <a:moveTo>
                  <a:pt x="421749" y="78938"/>
                </a:moveTo>
                <a:lnTo>
                  <a:pt x="421614" y="78663"/>
                </a:lnTo>
                <a:lnTo>
                  <a:pt x="421093" y="78663"/>
                </a:lnTo>
                <a:lnTo>
                  <a:pt x="421973" y="79162"/>
                </a:lnTo>
                <a:lnTo>
                  <a:pt x="421749" y="78938"/>
                </a:lnTo>
                <a:close/>
              </a:path>
              <a:path w="444207" h="657466">
                <a:moveTo>
                  <a:pt x="422005" y="78143"/>
                </a:moveTo>
                <a:lnTo>
                  <a:pt x="421487" y="77622"/>
                </a:lnTo>
                <a:lnTo>
                  <a:pt x="420433" y="77622"/>
                </a:lnTo>
                <a:lnTo>
                  <a:pt x="419925" y="77114"/>
                </a:lnTo>
                <a:lnTo>
                  <a:pt x="417852" y="77114"/>
                </a:lnTo>
                <a:lnTo>
                  <a:pt x="418357" y="77622"/>
                </a:lnTo>
                <a:lnTo>
                  <a:pt x="418490" y="77622"/>
                </a:lnTo>
                <a:lnTo>
                  <a:pt x="418632" y="77899"/>
                </a:lnTo>
                <a:lnTo>
                  <a:pt x="419531" y="78143"/>
                </a:lnTo>
                <a:lnTo>
                  <a:pt x="422005" y="78143"/>
                </a:lnTo>
                <a:close/>
              </a:path>
              <a:path w="444207" h="657466">
                <a:moveTo>
                  <a:pt x="421208" y="91681"/>
                </a:moveTo>
                <a:lnTo>
                  <a:pt x="420687" y="91160"/>
                </a:lnTo>
                <a:lnTo>
                  <a:pt x="421538" y="90982"/>
                </a:lnTo>
                <a:lnTo>
                  <a:pt x="421720" y="91160"/>
                </a:lnTo>
                <a:lnTo>
                  <a:pt x="422249" y="91681"/>
                </a:lnTo>
                <a:lnTo>
                  <a:pt x="422910" y="91681"/>
                </a:lnTo>
                <a:lnTo>
                  <a:pt x="422910" y="91547"/>
                </a:lnTo>
                <a:lnTo>
                  <a:pt x="422059" y="91490"/>
                </a:lnTo>
                <a:lnTo>
                  <a:pt x="421970" y="91160"/>
                </a:lnTo>
                <a:lnTo>
                  <a:pt x="421614" y="90639"/>
                </a:lnTo>
                <a:lnTo>
                  <a:pt x="418617" y="90639"/>
                </a:lnTo>
                <a:lnTo>
                  <a:pt x="419265" y="91160"/>
                </a:lnTo>
                <a:lnTo>
                  <a:pt x="422770" y="92201"/>
                </a:lnTo>
                <a:lnTo>
                  <a:pt x="421208" y="91681"/>
                </a:lnTo>
                <a:close/>
              </a:path>
              <a:path w="444207" h="657466">
                <a:moveTo>
                  <a:pt x="422910" y="90385"/>
                </a:moveTo>
                <a:lnTo>
                  <a:pt x="419265" y="86741"/>
                </a:lnTo>
                <a:lnTo>
                  <a:pt x="419265" y="87769"/>
                </a:lnTo>
                <a:lnTo>
                  <a:pt x="422135" y="90639"/>
                </a:lnTo>
                <a:lnTo>
                  <a:pt x="422910" y="90385"/>
                </a:lnTo>
                <a:close/>
              </a:path>
              <a:path w="444207" h="657466">
                <a:moveTo>
                  <a:pt x="423164" y="91160"/>
                </a:moveTo>
                <a:lnTo>
                  <a:pt x="422910" y="91055"/>
                </a:lnTo>
                <a:lnTo>
                  <a:pt x="423236" y="91681"/>
                </a:lnTo>
                <a:lnTo>
                  <a:pt x="423164" y="91160"/>
                </a:lnTo>
                <a:close/>
              </a:path>
              <a:path w="444207" h="657466">
                <a:moveTo>
                  <a:pt x="423938" y="89865"/>
                </a:moveTo>
                <a:lnTo>
                  <a:pt x="423430" y="89345"/>
                </a:lnTo>
                <a:lnTo>
                  <a:pt x="422910" y="88823"/>
                </a:lnTo>
                <a:lnTo>
                  <a:pt x="422212" y="79262"/>
                </a:lnTo>
                <a:lnTo>
                  <a:pt x="421973" y="79162"/>
                </a:lnTo>
                <a:lnTo>
                  <a:pt x="422198" y="79387"/>
                </a:lnTo>
                <a:lnTo>
                  <a:pt x="419595" y="78867"/>
                </a:lnTo>
                <a:lnTo>
                  <a:pt x="416928" y="77114"/>
                </a:lnTo>
                <a:lnTo>
                  <a:pt x="417852" y="77114"/>
                </a:lnTo>
                <a:lnTo>
                  <a:pt x="417334" y="76593"/>
                </a:lnTo>
                <a:lnTo>
                  <a:pt x="416420" y="77114"/>
                </a:lnTo>
                <a:lnTo>
                  <a:pt x="415899" y="77114"/>
                </a:lnTo>
                <a:lnTo>
                  <a:pt x="417334" y="76593"/>
                </a:lnTo>
                <a:lnTo>
                  <a:pt x="412831" y="76593"/>
                </a:lnTo>
                <a:lnTo>
                  <a:pt x="224155" y="5448"/>
                </a:lnTo>
                <a:lnTo>
                  <a:pt x="411734" y="76593"/>
                </a:lnTo>
                <a:lnTo>
                  <a:pt x="413842" y="76974"/>
                </a:lnTo>
                <a:lnTo>
                  <a:pt x="415378" y="77114"/>
                </a:lnTo>
                <a:lnTo>
                  <a:pt x="416153" y="84658"/>
                </a:lnTo>
                <a:lnTo>
                  <a:pt x="418223" y="85699"/>
                </a:lnTo>
                <a:lnTo>
                  <a:pt x="419265" y="86220"/>
                </a:lnTo>
                <a:lnTo>
                  <a:pt x="422910" y="89865"/>
                </a:lnTo>
                <a:lnTo>
                  <a:pt x="423430" y="90385"/>
                </a:lnTo>
                <a:lnTo>
                  <a:pt x="423938" y="90893"/>
                </a:lnTo>
                <a:lnTo>
                  <a:pt x="425246" y="92202"/>
                </a:lnTo>
                <a:lnTo>
                  <a:pt x="423938" y="89865"/>
                </a:lnTo>
                <a:close/>
              </a:path>
              <a:path w="444207" h="657466">
                <a:moveTo>
                  <a:pt x="422643" y="91160"/>
                </a:moveTo>
                <a:lnTo>
                  <a:pt x="421970" y="91160"/>
                </a:lnTo>
                <a:lnTo>
                  <a:pt x="422059" y="91490"/>
                </a:lnTo>
                <a:lnTo>
                  <a:pt x="422910" y="91547"/>
                </a:lnTo>
                <a:lnTo>
                  <a:pt x="422643" y="91160"/>
                </a:lnTo>
                <a:close/>
              </a:path>
              <a:path w="444207" h="657466">
                <a:moveTo>
                  <a:pt x="423049" y="623112"/>
                </a:moveTo>
                <a:lnTo>
                  <a:pt x="423062" y="622592"/>
                </a:lnTo>
                <a:lnTo>
                  <a:pt x="423240" y="622414"/>
                </a:lnTo>
                <a:lnTo>
                  <a:pt x="424091" y="622071"/>
                </a:lnTo>
                <a:lnTo>
                  <a:pt x="423570" y="622592"/>
                </a:lnTo>
                <a:lnTo>
                  <a:pt x="423049" y="623112"/>
                </a:lnTo>
                <a:lnTo>
                  <a:pt x="427062" y="623112"/>
                </a:lnTo>
                <a:lnTo>
                  <a:pt x="424078" y="622592"/>
                </a:lnTo>
                <a:lnTo>
                  <a:pt x="424599" y="622071"/>
                </a:lnTo>
                <a:lnTo>
                  <a:pt x="424789" y="621372"/>
                </a:lnTo>
                <a:lnTo>
                  <a:pt x="423096" y="622071"/>
                </a:lnTo>
                <a:lnTo>
                  <a:pt x="422808" y="622592"/>
                </a:lnTo>
                <a:lnTo>
                  <a:pt x="422719" y="622935"/>
                </a:lnTo>
                <a:lnTo>
                  <a:pt x="422540" y="623112"/>
                </a:lnTo>
                <a:lnTo>
                  <a:pt x="421542" y="623112"/>
                </a:lnTo>
                <a:lnTo>
                  <a:pt x="421493" y="624154"/>
                </a:lnTo>
                <a:lnTo>
                  <a:pt x="422008" y="624154"/>
                </a:lnTo>
                <a:lnTo>
                  <a:pt x="423049" y="623112"/>
                </a:lnTo>
                <a:close/>
              </a:path>
              <a:path w="444207" h="657466">
                <a:moveTo>
                  <a:pt x="422579" y="607695"/>
                </a:moveTo>
                <a:lnTo>
                  <a:pt x="422389" y="607885"/>
                </a:lnTo>
                <a:lnTo>
                  <a:pt x="422389" y="608545"/>
                </a:lnTo>
                <a:lnTo>
                  <a:pt x="422532" y="608867"/>
                </a:lnTo>
                <a:lnTo>
                  <a:pt x="424312" y="608867"/>
                </a:lnTo>
                <a:lnTo>
                  <a:pt x="424198" y="608548"/>
                </a:lnTo>
                <a:lnTo>
                  <a:pt x="422836" y="608545"/>
                </a:lnTo>
                <a:lnTo>
                  <a:pt x="422637" y="607885"/>
                </a:lnTo>
              </a:path>
              <a:path w="444207" h="657466">
                <a:moveTo>
                  <a:pt x="422532" y="608867"/>
                </a:moveTo>
                <a:lnTo>
                  <a:pt x="422621" y="609066"/>
                </a:lnTo>
                <a:lnTo>
                  <a:pt x="422952" y="609066"/>
                </a:lnTo>
                <a:lnTo>
                  <a:pt x="423430" y="608867"/>
                </a:lnTo>
              </a:path>
              <a:path w="444207" h="657466">
                <a:moveTo>
                  <a:pt x="423430" y="608867"/>
                </a:moveTo>
                <a:lnTo>
                  <a:pt x="423681" y="609066"/>
                </a:lnTo>
                <a:lnTo>
                  <a:pt x="424382" y="609066"/>
                </a:lnTo>
                <a:lnTo>
                  <a:pt x="424312" y="608867"/>
                </a:lnTo>
              </a:path>
              <a:path w="444207" h="657466">
                <a:moveTo>
                  <a:pt x="423681" y="609066"/>
                </a:moveTo>
                <a:lnTo>
                  <a:pt x="423430" y="609318"/>
                </a:lnTo>
                <a:lnTo>
                  <a:pt x="423684" y="609066"/>
                </a:lnTo>
              </a:path>
              <a:path w="444207" h="657466">
                <a:moveTo>
                  <a:pt x="423684" y="609066"/>
                </a:moveTo>
                <a:lnTo>
                  <a:pt x="424382" y="609066"/>
                </a:lnTo>
              </a:path>
              <a:path w="444207" h="657466">
                <a:moveTo>
                  <a:pt x="423684" y="609066"/>
                </a:moveTo>
              </a:path>
              <a:path w="444207" h="657466">
                <a:moveTo>
                  <a:pt x="423684" y="609066"/>
                </a:moveTo>
                <a:lnTo>
                  <a:pt x="424383" y="609067"/>
                </a:lnTo>
              </a:path>
              <a:path w="444207" h="657466">
                <a:moveTo>
                  <a:pt x="423684" y="609067"/>
                </a:moveTo>
                <a:lnTo>
                  <a:pt x="423684" y="609067"/>
                </a:lnTo>
                <a:lnTo>
                  <a:pt x="423684" y="609067"/>
                </a:lnTo>
              </a:path>
              <a:path w="444207" h="657466">
                <a:moveTo>
                  <a:pt x="423684" y="609067"/>
                </a:moveTo>
                <a:lnTo>
                  <a:pt x="423430" y="609320"/>
                </a:lnTo>
                <a:lnTo>
                  <a:pt x="423684" y="609067"/>
                </a:lnTo>
              </a:path>
              <a:path w="444207" h="657466">
                <a:moveTo>
                  <a:pt x="423684" y="609067"/>
                </a:moveTo>
                <a:lnTo>
                  <a:pt x="422239" y="616610"/>
                </a:lnTo>
                <a:lnTo>
                  <a:pt x="427062" y="616610"/>
                </a:lnTo>
                <a:lnTo>
                  <a:pt x="424383" y="609067"/>
                </a:lnTo>
              </a:path>
              <a:path w="444207" h="657466">
                <a:moveTo>
                  <a:pt x="423428" y="609320"/>
                </a:moveTo>
                <a:lnTo>
                  <a:pt x="422389" y="610362"/>
                </a:lnTo>
                <a:lnTo>
                  <a:pt x="421868" y="610882"/>
                </a:lnTo>
                <a:lnTo>
                  <a:pt x="417715" y="615043"/>
                </a:lnTo>
                <a:lnTo>
                  <a:pt x="421872" y="610882"/>
                </a:lnTo>
                <a:lnTo>
                  <a:pt x="422392" y="610362"/>
                </a:lnTo>
                <a:lnTo>
                  <a:pt x="423431" y="609320"/>
                </a:lnTo>
              </a:path>
              <a:path w="444207" h="657466">
                <a:moveTo>
                  <a:pt x="429653" y="614527"/>
                </a:moveTo>
                <a:lnTo>
                  <a:pt x="427062" y="616610"/>
                </a:lnTo>
                <a:lnTo>
                  <a:pt x="427575" y="616610"/>
                </a:lnTo>
              </a:path>
              <a:path w="444207" h="657466">
                <a:moveTo>
                  <a:pt x="422239" y="616610"/>
                </a:moveTo>
                <a:lnTo>
                  <a:pt x="422141" y="617123"/>
                </a:lnTo>
                <a:lnTo>
                  <a:pt x="421492" y="620509"/>
                </a:lnTo>
                <a:lnTo>
                  <a:pt x="421393" y="621030"/>
                </a:lnTo>
                <a:lnTo>
                  <a:pt x="421193" y="622071"/>
                </a:lnTo>
                <a:lnTo>
                  <a:pt x="421093" y="622592"/>
                </a:lnTo>
                <a:lnTo>
                  <a:pt x="422135" y="622071"/>
                </a:lnTo>
                <a:lnTo>
                  <a:pt x="423164" y="621030"/>
                </a:lnTo>
                <a:lnTo>
                  <a:pt x="423684" y="620509"/>
                </a:lnTo>
                <a:lnTo>
                  <a:pt x="427062" y="617123"/>
                </a:lnTo>
                <a:lnTo>
                  <a:pt x="427575" y="616610"/>
                </a:lnTo>
              </a:path>
              <a:path w="444207" h="657466">
                <a:moveTo>
                  <a:pt x="429653" y="614527"/>
                </a:moveTo>
                <a:lnTo>
                  <a:pt x="433819" y="610362"/>
                </a:lnTo>
                <a:lnTo>
                  <a:pt x="432257" y="592670"/>
                </a:lnTo>
                <a:lnTo>
                  <a:pt x="438238" y="586676"/>
                </a:lnTo>
                <a:lnTo>
                  <a:pt x="432968" y="589483"/>
                </a:lnTo>
                <a:lnTo>
                  <a:pt x="432257" y="590194"/>
                </a:lnTo>
                <a:lnTo>
                  <a:pt x="431215" y="591235"/>
                </a:lnTo>
                <a:lnTo>
                  <a:pt x="430695" y="591756"/>
                </a:lnTo>
                <a:lnTo>
                  <a:pt x="430695" y="592795"/>
                </a:lnTo>
                <a:lnTo>
                  <a:pt x="431215" y="592271"/>
                </a:lnTo>
                <a:lnTo>
                  <a:pt x="432239" y="591241"/>
                </a:lnTo>
                <a:lnTo>
                  <a:pt x="432447" y="591032"/>
                </a:lnTo>
                <a:lnTo>
                  <a:pt x="432257" y="591493"/>
                </a:lnTo>
                <a:lnTo>
                  <a:pt x="431419" y="594156"/>
                </a:lnTo>
                <a:lnTo>
                  <a:pt x="430377" y="596760"/>
                </a:lnTo>
                <a:lnTo>
                  <a:pt x="429399" y="603338"/>
                </a:lnTo>
                <a:lnTo>
                  <a:pt x="424205" y="608545"/>
                </a:lnTo>
                <a:lnTo>
                  <a:pt x="428358" y="604380"/>
                </a:lnTo>
                <a:lnTo>
                  <a:pt x="425500" y="606196"/>
                </a:lnTo>
                <a:lnTo>
                  <a:pt x="424202" y="608547"/>
                </a:lnTo>
                <a:lnTo>
                  <a:pt x="423430" y="607113"/>
                </a:lnTo>
                <a:lnTo>
                  <a:pt x="423100" y="607174"/>
                </a:lnTo>
                <a:lnTo>
                  <a:pt x="422579" y="607695"/>
                </a:lnTo>
                <a:lnTo>
                  <a:pt x="422836" y="608545"/>
                </a:lnTo>
                <a:lnTo>
                  <a:pt x="424198" y="608548"/>
                </a:lnTo>
                <a:lnTo>
                  <a:pt x="423684" y="609066"/>
                </a:lnTo>
                <a:lnTo>
                  <a:pt x="423430" y="608867"/>
                </a:lnTo>
                <a:lnTo>
                  <a:pt x="422952" y="609066"/>
                </a:lnTo>
                <a:lnTo>
                  <a:pt x="423430" y="609066"/>
                </a:lnTo>
                <a:lnTo>
                  <a:pt x="423430" y="609320"/>
                </a:lnTo>
                <a:lnTo>
                  <a:pt x="423684" y="609066"/>
                </a:lnTo>
                <a:lnTo>
                  <a:pt x="424202" y="608547"/>
                </a:lnTo>
                <a:lnTo>
                  <a:pt x="427062" y="616610"/>
                </a:lnTo>
                <a:lnTo>
                  <a:pt x="429653" y="614527"/>
                </a:lnTo>
                <a:close/>
              </a:path>
              <a:path w="444207" h="657466">
                <a:moveTo>
                  <a:pt x="416761" y="88793"/>
                </a:moveTo>
                <a:lnTo>
                  <a:pt x="416928" y="89077"/>
                </a:lnTo>
                <a:lnTo>
                  <a:pt x="417624" y="89077"/>
                </a:lnTo>
              </a:path>
              <a:path w="444207" h="657466">
                <a:moveTo>
                  <a:pt x="416928" y="89077"/>
                </a:moveTo>
                <a:lnTo>
                  <a:pt x="416531" y="89598"/>
                </a:lnTo>
                <a:lnTo>
                  <a:pt x="416153" y="89598"/>
                </a:lnTo>
                <a:lnTo>
                  <a:pt x="416153" y="90119"/>
                </a:lnTo>
                <a:lnTo>
                  <a:pt x="416153" y="91160"/>
                </a:lnTo>
                <a:lnTo>
                  <a:pt x="418223" y="91160"/>
                </a:lnTo>
                <a:lnTo>
                  <a:pt x="417055" y="90119"/>
                </a:lnTo>
                <a:lnTo>
                  <a:pt x="417570" y="89598"/>
                </a:lnTo>
                <a:lnTo>
                  <a:pt x="417046" y="89077"/>
                </a:lnTo>
                <a:lnTo>
                  <a:pt x="417449" y="89077"/>
                </a:lnTo>
              </a:path>
              <a:path w="444207" h="657466">
                <a:moveTo>
                  <a:pt x="417449" y="89077"/>
                </a:moveTo>
                <a:lnTo>
                  <a:pt x="417494" y="89274"/>
                </a:lnTo>
                <a:lnTo>
                  <a:pt x="417570" y="89598"/>
                </a:lnTo>
                <a:lnTo>
                  <a:pt x="419011" y="89598"/>
                </a:lnTo>
                <a:lnTo>
                  <a:pt x="418223" y="89274"/>
                </a:lnTo>
                <a:lnTo>
                  <a:pt x="417624" y="89077"/>
                </a:lnTo>
              </a:path>
              <a:path w="444207" h="657466">
                <a:moveTo>
                  <a:pt x="417570" y="89598"/>
                </a:moveTo>
                <a:lnTo>
                  <a:pt x="418093" y="90119"/>
                </a:lnTo>
                <a:lnTo>
                  <a:pt x="418223" y="90248"/>
                </a:lnTo>
                <a:lnTo>
                  <a:pt x="418223" y="90639"/>
                </a:lnTo>
                <a:lnTo>
                  <a:pt x="418223" y="91160"/>
                </a:lnTo>
                <a:lnTo>
                  <a:pt x="419265" y="91160"/>
                </a:lnTo>
                <a:lnTo>
                  <a:pt x="418617" y="90639"/>
                </a:lnTo>
                <a:lnTo>
                  <a:pt x="418321" y="90248"/>
                </a:lnTo>
                <a:lnTo>
                  <a:pt x="418223" y="90119"/>
                </a:lnTo>
                <a:lnTo>
                  <a:pt x="418223" y="89598"/>
                </a:lnTo>
              </a:path>
              <a:path w="444207" h="657466">
                <a:moveTo>
                  <a:pt x="418223" y="89598"/>
                </a:moveTo>
                <a:lnTo>
                  <a:pt x="419011" y="89598"/>
                </a:lnTo>
                <a:lnTo>
                  <a:pt x="419011" y="89598"/>
                </a:lnTo>
              </a:path>
              <a:path w="444207" h="657466">
                <a:moveTo>
                  <a:pt x="416153" y="91160"/>
                </a:moveTo>
                <a:lnTo>
                  <a:pt x="418223" y="91160"/>
                </a:lnTo>
              </a:path>
              <a:path w="444207" h="657466">
                <a:moveTo>
                  <a:pt x="418223" y="91160"/>
                </a:moveTo>
                <a:lnTo>
                  <a:pt x="419265" y="91160"/>
                </a:lnTo>
              </a:path>
              <a:path w="444207" h="657466">
                <a:moveTo>
                  <a:pt x="416153" y="91160"/>
                </a:moveTo>
                <a:lnTo>
                  <a:pt x="416153" y="91160"/>
                </a:lnTo>
                <a:lnTo>
                  <a:pt x="418223" y="91160"/>
                </a:lnTo>
              </a:path>
              <a:path w="444207" h="657466">
                <a:moveTo>
                  <a:pt x="418223" y="91160"/>
                </a:moveTo>
                <a:lnTo>
                  <a:pt x="418223" y="92201"/>
                </a:lnTo>
                <a:lnTo>
                  <a:pt x="419265" y="92202"/>
                </a:lnTo>
                <a:lnTo>
                  <a:pt x="419265" y="92341"/>
                </a:lnTo>
                <a:lnTo>
                  <a:pt x="422910" y="92341"/>
                </a:lnTo>
                <a:lnTo>
                  <a:pt x="422770" y="92202"/>
                </a:lnTo>
                <a:lnTo>
                  <a:pt x="419265" y="91160"/>
                </a:lnTo>
              </a:path>
              <a:path w="444207" h="657466">
                <a:moveTo>
                  <a:pt x="422910" y="92201"/>
                </a:moveTo>
                <a:lnTo>
                  <a:pt x="422910" y="92341"/>
                </a:lnTo>
                <a:lnTo>
                  <a:pt x="423012" y="92341"/>
                </a:lnTo>
              </a:path>
              <a:path w="444207" h="657466">
                <a:moveTo>
                  <a:pt x="419265" y="92341"/>
                </a:moveTo>
                <a:lnTo>
                  <a:pt x="419265" y="92722"/>
                </a:lnTo>
                <a:lnTo>
                  <a:pt x="423459" y="92722"/>
                </a:lnTo>
                <a:lnTo>
                  <a:pt x="423291" y="92722"/>
                </a:lnTo>
                <a:lnTo>
                  <a:pt x="423012" y="92341"/>
                </a:lnTo>
              </a:path>
              <a:path w="444207" h="657466">
                <a:moveTo>
                  <a:pt x="419265" y="92722"/>
                </a:moveTo>
                <a:lnTo>
                  <a:pt x="419265" y="92722"/>
                </a:lnTo>
                <a:lnTo>
                  <a:pt x="422910" y="92722"/>
                </a:lnTo>
              </a:path>
              <a:path w="444207" h="657466">
                <a:moveTo>
                  <a:pt x="422910" y="92722"/>
                </a:moveTo>
                <a:lnTo>
                  <a:pt x="422935" y="92849"/>
                </a:lnTo>
                <a:lnTo>
                  <a:pt x="424050" y="92849"/>
                </a:lnTo>
                <a:lnTo>
                  <a:pt x="423459" y="92722"/>
                </a:lnTo>
              </a:path>
              <a:path w="444207" h="657466">
                <a:moveTo>
                  <a:pt x="422935" y="92849"/>
                </a:moveTo>
                <a:lnTo>
                  <a:pt x="423938" y="92862"/>
                </a:lnTo>
              </a:path>
              <a:path w="444207" h="657466">
                <a:moveTo>
                  <a:pt x="423938" y="92849"/>
                </a:moveTo>
                <a:lnTo>
                  <a:pt x="424853" y="93764"/>
                </a:lnTo>
                <a:lnTo>
                  <a:pt x="424050" y="92849"/>
                </a:lnTo>
              </a:path>
              <a:path w="444207" h="657466">
                <a:moveTo>
                  <a:pt x="422938" y="92862"/>
                </a:moveTo>
                <a:lnTo>
                  <a:pt x="423430" y="95326"/>
                </a:lnTo>
                <a:lnTo>
                  <a:pt x="423430" y="92862"/>
                </a:lnTo>
              </a:path>
              <a:path w="444207" h="657466">
                <a:moveTo>
                  <a:pt x="423430" y="92862"/>
                </a:moveTo>
                <a:lnTo>
                  <a:pt x="424332" y="93764"/>
                </a:lnTo>
                <a:lnTo>
                  <a:pt x="425609" y="94945"/>
                </a:lnTo>
                <a:lnTo>
                  <a:pt x="426021" y="94945"/>
                </a:lnTo>
                <a:lnTo>
                  <a:pt x="424840" y="93764"/>
                </a:lnTo>
                <a:lnTo>
                  <a:pt x="423938" y="92862"/>
                </a:lnTo>
              </a:path>
              <a:path w="444207" h="657466">
                <a:moveTo>
                  <a:pt x="426021" y="93764"/>
                </a:moveTo>
                <a:lnTo>
                  <a:pt x="426021" y="94805"/>
                </a:lnTo>
                <a:lnTo>
                  <a:pt x="426021" y="94945"/>
                </a:lnTo>
                <a:lnTo>
                  <a:pt x="426402" y="94945"/>
                </a:lnTo>
                <a:lnTo>
                  <a:pt x="426542" y="94805"/>
                </a:lnTo>
              </a:path>
              <a:path w="444207" h="657466">
                <a:moveTo>
                  <a:pt x="425609" y="94945"/>
                </a:moveTo>
                <a:lnTo>
                  <a:pt x="425815" y="95135"/>
                </a:lnTo>
                <a:lnTo>
                  <a:pt x="426021" y="95326"/>
                </a:lnTo>
                <a:lnTo>
                  <a:pt x="426212" y="95135"/>
                </a:lnTo>
                <a:lnTo>
                  <a:pt x="426402" y="94945"/>
                </a:lnTo>
              </a:path>
              <a:path w="444207" h="657466">
                <a:moveTo>
                  <a:pt x="427062" y="93764"/>
                </a:moveTo>
                <a:lnTo>
                  <a:pt x="426542" y="92989"/>
                </a:lnTo>
                <a:lnTo>
                  <a:pt x="426021" y="92468"/>
                </a:lnTo>
                <a:lnTo>
                  <a:pt x="425767" y="92722"/>
                </a:lnTo>
                <a:lnTo>
                  <a:pt x="424501" y="92202"/>
                </a:lnTo>
                <a:lnTo>
                  <a:pt x="424205" y="91681"/>
                </a:lnTo>
                <a:lnTo>
                  <a:pt x="423938" y="91414"/>
                </a:lnTo>
                <a:lnTo>
                  <a:pt x="423430" y="90906"/>
                </a:lnTo>
                <a:lnTo>
                  <a:pt x="423430" y="91681"/>
                </a:lnTo>
                <a:lnTo>
                  <a:pt x="423938" y="91970"/>
                </a:lnTo>
                <a:lnTo>
                  <a:pt x="423938" y="92202"/>
                </a:lnTo>
                <a:lnTo>
                  <a:pt x="424816" y="92722"/>
                </a:lnTo>
                <a:lnTo>
                  <a:pt x="426021" y="93221"/>
                </a:lnTo>
                <a:lnTo>
                  <a:pt x="426398" y="93378"/>
                </a:lnTo>
                <a:lnTo>
                  <a:pt x="426542" y="93437"/>
                </a:lnTo>
                <a:lnTo>
                  <a:pt x="426558" y="93764"/>
                </a:lnTo>
                <a:lnTo>
                  <a:pt x="426989" y="94805"/>
                </a:lnTo>
                <a:lnTo>
                  <a:pt x="427062" y="93764"/>
                </a:lnTo>
                <a:close/>
              </a:path>
              <a:path w="444207" h="657466">
                <a:moveTo>
                  <a:pt x="423430" y="606323"/>
                </a:moveTo>
                <a:lnTo>
                  <a:pt x="423430" y="606844"/>
                </a:lnTo>
                <a:lnTo>
                  <a:pt x="423621" y="606653"/>
                </a:lnTo>
                <a:lnTo>
                  <a:pt x="424459" y="605294"/>
                </a:lnTo>
                <a:lnTo>
                  <a:pt x="422389" y="607364"/>
                </a:lnTo>
                <a:lnTo>
                  <a:pt x="423430" y="606323"/>
                </a:lnTo>
                <a:close/>
              </a:path>
              <a:path w="444207" h="657466">
                <a:moveTo>
                  <a:pt x="423560" y="92201"/>
                </a:moveTo>
                <a:lnTo>
                  <a:pt x="423430" y="91761"/>
                </a:lnTo>
                <a:lnTo>
                  <a:pt x="423236" y="91681"/>
                </a:lnTo>
                <a:lnTo>
                  <a:pt x="423100" y="92011"/>
                </a:lnTo>
                <a:lnTo>
                  <a:pt x="423291" y="92202"/>
                </a:lnTo>
                <a:lnTo>
                  <a:pt x="423560" y="92201"/>
                </a:lnTo>
                <a:close/>
              </a:path>
              <a:path w="444207" h="657466">
                <a:moveTo>
                  <a:pt x="426542" y="602678"/>
                </a:moveTo>
                <a:lnTo>
                  <a:pt x="426285" y="603338"/>
                </a:lnTo>
                <a:lnTo>
                  <a:pt x="426685" y="603338"/>
                </a:lnTo>
              </a:path>
              <a:path w="444207" h="657466">
                <a:moveTo>
                  <a:pt x="426285" y="603338"/>
                </a:moveTo>
                <a:lnTo>
                  <a:pt x="426212" y="603529"/>
                </a:lnTo>
                <a:lnTo>
                  <a:pt x="425704" y="604050"/>
                </a:lnTo>
                <a:lnTo>
                  <a:pt x="425500" y="604243"/>
                </a:lnTo>
                <a:lnTo>
                  <a:pt x="425911" y="604253"/>
                </a:lnTo>
                <a:lnTo>
                  <a:pt x="425996" y="604050"/>
                </a:lnTo>
                <a:lnTo>
                  <a:pt x="426200" y="603557"/>
                </a:lnTo>
                <a:lnTo>
                  <a:pt x="426402" y="603338"/>
                </a:lnTo>
              </a:path>
              <a:path w="444207" h="657466">
                <a:moveTo>
                  <a:pt x="426402" y="603338"/>
                </a:moveTo>
                <a:lnTo>
                  <a:pt x="426542" y="603338"/>
                </a:lnTo>
                <a:lnTo>
                  <a:pt x="426542" y="604380"/>
                </a:lnTo>
                <a:lnTo>
                  <a:pt x="426685" y="603338"/>
                </a:lnTo>
              </a:path>
              <a:path w="444207" h="657466">
                <a:moveTo>
                  <a:pt x="425490" y="604253"/>
                </a:moveTo>
                <a:lnTo>
                  <a:pt x="425364" y="604380"/>
                </a:lnTo>
                <a:lnTo>
                  <a:pt x="424459" y="604761"/>
                </a:lnTo>
                <a:lnTo>
                  <a:pt x="424990" y="604761"/>
                </a:lnTo>
                <a:lnTo>
                  <a:pt x="425373" y="604380"/>
                </a:lnTo>
                <a:lnTo>
                  <a:pt x="425500" y="604253"/>
                </a:lnTo>
              </a:path>
              <a:path w="444207" h="657466">
                <a:moveTo>
                  <a:pt x="425500" y="604253"/>
                </a:moveTo>
                <a:lnTo>
                  <a:pt x="425859" y="604380"/>
                </a:lnTo>
                <a:lnTo>
                  <a:pt x="425911" y="604253"/>
                </a:lnTo>
              </a:path>
              <a:path w="444207" h="657466">
                <a:moveTo>
                  <a:pt x="426253" y="604380"/>
                </a:moveTo>
                <a:lnTo>
                  <a:pt x="426253" y="604380"/>
                </a:lnTo>
                <a:lnTo>
                  <a:pt x="426542" y="604380"/>
                </a:lnTo>
              </a:path>
              <a:path w="444207" h="657466">
                <a:moveTo>
                  <a:pt x="421868" y="604380"/>
                </a:moveTo>
                <a:lnTo>
                  <a:pt x="421868" y="604761"/>
                </a:lnTo>
                <a:lnTo>
                  <a:pt x="424459" y="604761"/>
                </a:lnTo>
              </a:path>
              <a:path w="444207" h="657466">
                <a:moveTo>
                  <a:pt x="426253" y="604380"/>
                </a:moveTo>
                <a:lnTo>
                  <a:pt x="426032" y="604634"/>
                </a:lnTo>
                <a:lnTo>
                  <a:pt x="425500" y="605245"/>
                </a:lnTo>
                <a:lnTo>
                  <a:pt x="424459" y="605294"/>
                </a:lnTo>
                <a:lnTo>
                  <a:pt x="423903" y="606196"/>
                </a:lnTo>
                <a:lnTo>
                  <a:pt x="423621" y="606653"/>
                </a:lnTo>
                <a:lnTo>
                  <a:pt x="423430" y="606844"/>
                </a:lnTo>
                <a:lnTo>
                  <a:pt x="425069" y="606844"/>
                </a:lnTo>
                <a:lnTo>
                  <a:pt x="425196" y="606653"/>
                </a:lnTo>
                <a:lnTo>
                  <a:pt x="425500" y="606196"/>
                </a:lnTo>
                <a:lnTo>
                  <a:pt x="426101" y="605294"/>
                </a:lnTo>
                <a:lnTo>
                  <a:pt x="426542" y="604634"/>
                </a:lnTo>
                <a:lnTo>
                  <a:pt x="426647" y="604380"/>
                </a:lnTo>
              </a:path>
              <a:path w="444207" h="657466">
                <a:moveTo>
                  <a:pt x="421868" y="604761"/>
                </a:moveTo>
                <a:lnTo>
                  <a:pt x="421868" y="605288"/>
                </a:lnTo>
                <a:lnTo>
                  <a:pt x="421868" y="607364"/>
                </a:lnTo>
                <a:lnTo>
                  <a:pt x="422389" y="607364"/>
                </a:lnTo>
                <a:lnTo>
                  <a:pt x="424459" y="605288"/>
                </a:lnTo>
                <a:lnTo>
                  <a:pt x="424990" y="604761"/>
                </a:lnTo>
              </a:path>
              <a:path w="444207" h="657466">
                <a:moveTo>
                  <a:pt x="423430" y="606323"/>
                </a:moveTo>
                <a:lnTo>
                  <a:pt x="422910" y="606844"/>
                </a:lnTo>
                <a:lnTo>
                  <a:pt x="423430" y="606844"/>
                </a:lnTo>
              </a:path>
              <a:path w="444207" h="657466">
                <a:moveTo>
                  <a:pt x="422910" y="606844"/>
                </a:moveTo>
                <a:lnTo>
                  <a:pt x="422640" y="607113"/>
                </a:lnTo>
                <a:lnTo>
                  <a:pt x="424889" y="607113"/>
                </a:lnTo>
                <a:lnTo>
                  <a:pt x="425069" y="606844"/>
                </a:lnTo>
              </a:path>
              <a:path w="444207" h="657466">
                <a:moveTo>
                  <a:pt x="422640" y="607113"/>
                </a:moveTo>
                <a:lnTo>
                  <a:pt x="422389" y="607364"/>
                </a:lnTo>
                <a:lnTo>
                  <a:pt x="422910" y="607364"/>
                </a:lnTo>
                <a:lnTo>
                  <a:pt x="423100" y="607174"/>
                </a:lnTo>
                <a:lnTo>
                  <a:pt x="423430" y="607113"/>
                </a:lnTo>
              </a:path>
              <a:path w="444207" h="657466">
                <a:moveTo>
                  <a:pt x="423430" y="607113"/>
                </a:moveTo>
                <a:lnTo>
                  <a:pt x="423777" y="607758"/>
                </a:lnTo>
                <a:lnTo>
                  <a:pt x="424201" y="608545"/>
                </a:lnTo>
                <a:lnTo>
                  <a:pt x="424459" y="607758"/>
                </a:lnTo>
                <a:lnTo>
                  <a:pt x="424889" y="607113"/>
                </a:lnTo>
              </a:path>
              <a:path w="444207" h="657466">
                <a:moveTo>
                  <a:pt x="421868" y="607364"/>
                </a:moveTo>
                <a:lnTo>
                  <a:pt x="421868" y="607695"/>
                </a:lnTo>
                <a:lnTo>
                  <a:pt x="421868" y="607885"/>
                </a:lnTo>
                <a:lnTo>
                  <a:pt x="421868" y="608406"/>
                </a:lnTo>
                <a:lnTo>
                  <a:pt x="421729" y="608545"/>
                </a:lnTo>
                <a:lnTo>
                  <a:pt x="420723" y="608545"/>
                </a:lnTo>
                <a:lnTo>
                  <a:pt x="422389" y="608545"/>
                </a:lnTo>
                <a:lnTo>
                  <a:pt x="422389" y="608406"/>
                </a:lnTo>
                <a:lnTo>
                  <a:pt x="422389" y="607885"/>
                </a:lnTo>
                <a:lnTo>
                  <a:pt x="422579" y="607695"/>
                </a:lnTo>
                <a:lnTo>
                  <a:pt x="422910" y="607364"/>
                </a:lnTo>
              </a:path>
              <a:path w="444207" h="657466">
                <a:moveTo>
                  <a:pt x="420723" y="608545"/>
                </a:moveTo>
                <a:lnTo>
                  <a:pt x="417715" y="608545"/>
                </a:lnTo>
                <a:lnTo>
                  <a:pt x="418074" y="609066"/>
                </a:lnTo>
                <a:lnTo>
                  <a:pt x="421868" y="609066"/>
                </a:lnTo>
                <a:lnTo>
                  <a:pt x="421868" y="608545"/>
                </a:lnTo>
              </a:path>
              <a:path w="444207" h="657466">
                <a:moveTo>
                  <a:pt x="421868" y="608545"/>
                </a:moveTo>
                <a:lnTo>
                  <a:pt x="422389" y="609066"/>
                </a:lnTo>
                <a:lnTo>
                  <a:pt x="422621" y="609066"/>
                </a:lnTo>
                <a:lnTo>
                  <a:pt x="422389" y="608545"/>
                </a:lnTo>
              </a:path>
              <a:path w="444207" h="657466">
                <a:moveTo>
                  <a:pt x="422952" y="609066"/>
                </a:moveTo>
                <a:lnTo>
                  <a:pt x="422621" y="609066"/>
                </a:lnTo>
                <a:lnTo>
                  <a:pt x="422952" y="609066"/>
                </a:lnTo>
              </a:path>
              <a:path w="444207" h="657466">
                <a:moveTo>
                  <a:pt x="418074" y="609066"/>
                </a:moveTo>
                <a:lnTo>
                  <a:pt x="418782" y="610095"/>
                </a:lnTo>
                <a:lnTo>
                  <a:pt x="419141" y="610616"/>
                </a:lnTo>
                <a:lnTo>
                  <a:pt x="418624" y="611136"/>
                </a:lnTo>
                <a:lnTo>
                  <a:pt x="419143" y="610616"/>
                </a:lnTo>
                <a:lnTo>
                  <a:pt x="419658" y="610095"/>
                </a:lnTo>
                <a:lnTo>
                  <a:pt x="420687" y="609066"/>
                </a:lnTo>
              </a:path>
              <a:path w="444207" h="657466">
                <a:moveTo>
                  <a:pt x="420687" y="609066"/>
                </a:moveTo>
                <a:lnTo>
                  <a:pt x="421868" y="609066"/>
                </a:lnTo>
                <a:lnTo>
                  <a:pt x="421868" y="609066"/>
                </a:lnTo>
              </a:path>
              <a:path w="444207" h="657466">
                <a:moveTo>
                  <a:pt x="423684" y="609066"/>
                </a:moveTo>
                <a:lnTo>
                  <a:pt x="417715" y="615048"/>
                </a:lnTo>
                <a:lnTo>
                  <a:pt x="422538" y="615048"/>
                </a:lnTo>
              </a:path>
              <a:path w="444207" h="657466">
                <a:moveTo>
                  <a:pt x="422389" y="609066"/>
                </a:moveTo>
                <a:lnTo>
                  <a:pt x="422552" y="609233"/>
                </a:lnTo>
                <a:lnTo>
                  <a:pt x="422389" y="609300"/>
                </a:lnTo>
                <a:lnTo>
                  <a:pt x="422389" y="610095"/>
                </a:lnTo>
                <a:lnTo>
                  <a:pt x="422655" y="610095"/>
                </a:lnTo>
                <a:lnTo>
                  <a:pt x="423430" y="609318"/>
                </a:lnTo>
                <a:lnTo>
                  <a:pt x="423268" y="609233"/>
                </a:lnTo>
                <a:lnTo>
                  <a:pt x="422952" y="609066"/>
                </a:lnTo>
              </a:path>
              <a:path w="444207" h="657466">
                <a:moveTo>
                  <a:pt x="421017" y="609257"/>
                </a:moveTo>
                <a:lnTo>
                  <a:pt x="420757" y="609517"/>
                </a:lnTo>
                <a:lnTo>
                  <a:pt x="420497" y="609777"/>
                </a:lnTo>
                <a:lnTo>
                  <a:pt x="420477" y="610095"/>
                </a:lnTo>
                <a:lnTo>
                  <a:pt x="421614" y="610616"/>
                </a:lnTo>
                <a:lnTo>
                  <a:pt x="421364" y="610866"/>
                </a:lnTo>
                <a:lnTo>
                  <a:pt x="421875" y="610866"/>
                </a:lnTo>
                <a:lnTo>
                  <a:pt x="421874" y="610616"/>
                </a:lnTo>
                <a:lnTo>
                  <a:pt x="421871" y="610095"/>
                </a:lnTo>
                <a:lnTo>
                  <a:pt x="421869" y="609777"/>
                </a:lnTo>
                <a:lnTo>
                  <a:pt x="421868" y="609517"/>
                </a:lnTo>
              </a:path>
              <a:path w="444207" h="657466">
                <a:moveTo>
                  <a:pt x="422389" y="610095"/>
                </a:moveTo>
                <a:lnTo>
                  <a:pt x="422389" y="610095"/>
                </a:lnTo>
                <a:lnTo>
                  <a:pt x="422643" y="610095"/>
                </a:lnTo>
              </a:path>
              <a:path w="444207" h="657466">
                <a:moveTo>
                  <a:pt x="422643" y="610095"/>
                </a:moveTo>
                <a:lnTo>
                  <a:pt x="422389" y="610350"/>
                </a:lnTo>
                <a:lnTo>
                  <a:pt x="421875" y="610866"/>
                </a:lnTo>
                <a:lnTo>
                  <a:pt x="422389" y="610362"/>
                </a:lnTo>
                <a:lnTo>
                  <a:pt x="422655" y="610095"/>
                </a:lnTo>
              </a:path>
              <a:path w="444207" h="657466">
                <a:moveTo>
                  <a:pt x="421364" y="610866"/>
                </a:moveTo>
                <a:lnTo>
                  <a:pt x="421093" y="611136"/>
                </a:lnTo>
                <a:lnTo>
                  <a:pt x="417969" y="613219"/>
                </a:lnTo>
                <a:lnTo>
                  <a:pt x="417715" y="613325"/>
                </a:lnTo>
                <a:lnTo>
                  <a:pt x="417715" y="614522"/>
                </a:lnTo>
                <a:lnTo>
                  <a:pt x="418236" y="614522"/>
                </a:lnTo>
                <a:lnTo>
                  <a:pt x="419430" y="613325"/>
                </a:lnTo>
                <a:lnTo>
                  <a:pt x="421615" y="611136"/>
                </a:lnTo>
                <a:lnTo>
                  <a:pt x="421868" y="610882"/>
                </a:lnTo>
              </a:path>
              <a:path w="444207" h="657466">
                <a:moveTo>
                  <a:pt x="416674" y="613370"/>
                </a:moveTo>
                <a:lnTo>
                  <a:pt x="416144" y="613761"/>
                </a:lnTo>
                <a:lnTo>
                  <a:pt x="415452" y="614273"/>
                </a:lnTo>
                <a:lnTo>
                  <a:pt x="415112" y="614273"/>
                </a:lnTo>
                <a:lnTo>
                  <a:pt x="417375" y="614273"/>
                </a:lnTo>
                <a:lnTo>
                  <a:pt x="416674" y="613761"/>
                </a:lnTo>
              </a:path>
              <a:path w="444207" h="657466">
                <a:moveTo>
                  <a:pt x="415112" y="614273"/>
                </a:moveTo>
                <a:lnTo>
                  <a:pt x="415112" y="614415"/>
                </a:lnTo>
                <a:lnTo>
                  <a:pt x="415899" y="614273"/>
                </a:lnTo>
              </a:path>
              <a:path w="444207" h="657466">
                <a:moveTo>
                  <a:pt x="415899" y="614273"/>
                </a:moveTo>
                <a:lnTo>
                  <a:pt x="416048" y="614522"/>
                </a:lnTo>
                <a:lnTo>
                  <a:pt x="417715" y="614522"/>
                </a:lnTo>
                <a:lnTo>
                  <a:pt x="417375" y="614273"/>
                </a:lnTo>
              </a:path>
              <a:path w="444207" h="657466">
                <a:moveTo>
                  <a:pt x="416048" y="614522"/>
                </a:moveTo>
                <a:lnTo>
                  <a:pt x="416361" y="615043"/>
                </a:lnTo>
                <a:lnTo>
                  <a:pt x="417715" y="615048"/>
                </a:lnTo>
                <a:lnTo>
                  <a:pt x="418236" y="614522"/>
                </a:lnTo>
              </a:path>
              <a:path w="444207" h="657466">
                <a:moveTo>
                  <a:pt x="415112" y="614599"/>
                </a:moveTo>
                <a:lnTo>
                  <a:pt x="414643" y="614794"/>
                </a:lnTo>
                <a:lnTo>
                  <a:pt x="415426" y="614794"/>
                </a:lnTo>
              </a:path>
              <a:path w="444207" h="657466">
                <a:moveTo>
                  <a:pt x="411861" y="614794"/>
                </a:moveTo>
                <a:lnTo>
                  <a:pt x="411337" y="615315"/>
                </a:lnTo>
                <a:lnTo>
                  <a:pt x="411860" y="615315"/>
                </a:lnTo>
              </a:path>
              <a:path w="444207" h="657466">
                <a:moveTo>
                  <a:pt x="414643" y="614794"/>
                </a:moveTo>
                <a:lnTo>
                  <a:pt x="413386" y="615315"/>
                </a:lnTo>
                <a:lnTo>
                  <a:pt x="412160" y="615823"/>
                </a:lnTo>
                <a:lnTo>
                  <a:pt x="412033" y="615823"/>
                </a:lnTo>
                <a:lnTo>
                  <a:pt x="411873" y="615823"/>
                </a:lnTo>
                <a:lnTo>
                  <a:pt x="412254" y="615823"/>
                </a:lnTo>
                <a:lnTo>
                  <a:pt x="413601" y="615315"/>
                </a:lnTo>
                <a:lnTo>
                  <a:pt x="414858" y="614794"/>
                </a:lnTo>
              </a:path>
              <a:path w="444207" h="657466">
                <a:moveTo>
                  <a:pt x="414858" y="614794"/>
                </a:moveTo>
                <a:lnTo>
                  <a:pt x="414942" y="615565"/>
                </a:lnTo>
                <a:lnTo>
                  <a:pt x="416674" y="615565"/>
                </a:lnTo>
                <a:lnTo>
                  <a:pt x="415426" y="614794"/>
                </a:lnTo>
              </a:path>
              <a:path w="444207" h="657466">
                <a:moveTo>
                  <a:pt x="416364" y="615048"/>
                </a:moveTo>
                <a:lnTo>
                  <a:pt x="416674" y="615565"/>
                </a:lnTo>
                <a:lnTo>
                  <a:pt x="422439" y="615565"/>
                </a:lnTo>
                <a:lnTo>
                  <a:pt x="422538" y="615048"/>
                </a:lnTo>
              </a:path>
              <a:path w="444207" h="657466">
                <a:moveTo>
                  <a:pt x="410298" y="615315"/>
                </a:moveTo>
                <a:lnTo>
                  <a:pt x="410298" y="615315"/>
                </a:lnTo>
                <a:lnTo>
                  <a:pt x="411337" y="615315"/>
                </a:lnTo>
              </a:path>
              <a:path w="444207" h="657466">
                <a:moveTo>
                  <a:pt x="410298" y="615315"/>
                </a:moveTo>
                <a:lnTo>
                  <a:pt x="409790" y="615823"/>
                </a:lnTo>
                <a:lnTo>
                  <a:pt x="411873" y="615823"/>
                </a:lnTo>
                <a:lnTo>
                  <a:pt x="411860" y="615315"/>
                </a:lnTo>
              </a:path>
              <a:path w="444207" h="657466">
                <a:moveTo>
                  <a:pt x="414942" y="615565"/>
                </a:moveTo>
                <a:lnTo>
                  <a:pt x="414999" y="616089"/>
                </a:lnTo>
                <a:lnTo>
                  <a:pt x="422339" y="616089"/>
                </a:lnTo>
                <a:lnTo>
                  <a:pt x="422439" y="615565"/>
                </a:lnTo>
              </a:path>
              <a:path w="444207" h="657466">
                <a:moveTo>
                  <a:pt x="409270" y="615823"/>
                </a:moveTo>
                <a:lnTo>
                  <a:pt x="409270" y="615823"/>
                </a:lnTo>
                <a:lnTo>
                  <a:pt x="409790" y="615823"/>
                </a:lnTo>
              </a:path>
              <a:path w="444207" h="657466">
                <a:moveTo>
                  <a:pt x="409790" y="615823"/>
                </a:moveTo>
                <a:lnTo>
                  <a:pt x="411353" y="615823"/>
                </a:lnTo>
              </a:path>
              <a:path w="444207" h="657466">
                <a:moveTo>
                  <a:pt x="411353" y="615823"/>
                </a:moveTo>
                <a:lnTo>
                  <a:pt x="411873" y="615823"/>
                </a:lnTo>
              </a:path>
              <a:path w="444207" h="657466">
                <a:moveTo>
                  <a:pt x="409270" y="615823"/>
                </a:moveTo>
                <a:lnTo>
                  <a:pt x="411352" y="615823"/>
                </a:lnTo>
              </a:path>
              <a:path w="444207" h="657466">
                <a:moveTo>
                  <a:pt x="411353" y="615823"/>
                </a:moveTo>
                <a:lnTo>
                  <a:pt x="411670" y="616026"/>
                </a:lnTo>
                <a:lnTo>
                  <a:pt x="412254" y="615823"/>
                </a:lnTo>
              </a:path>
              <a:path w="444207" h="657466">
                <a:moveTo>
                  <a:pt x="409270" y="615823"/>
                </a:moveTo>
                <a:lnTo>
                  <a:pt x="409270" y="616343"/>
                </a:lnTo>
                <a:lnTo>
                  <a:pt x="410302" y="616343"/>
                </a:lnTo>
                <a:lnTo>
                  <a:pt x="410826" y="615823"/>
                </a:lnTo>
              </a:path>
              <a:path w="444207" h="657466">
                <a:moveTo>
                  <a:pt x="410826" y="615823"/>
                </a:moveTo>
                <a:lnTo>
                  <a:pt x="410832" y="616343"/>
                </a:lnTo>
                <a:lnTo>
                  <a:pt x="410629" y="616546"/>
                </a:lnTo>
                <a:lnTo>
                  <a:pt x="409956" y="616864"/>
                </a:lnTo>
                <a:lnTo>
                  <a:pt x="410759" y="616546"/>
                </a:lnTo>
                <a:lnTo>
                  <a:pt x="410943" y="616464"/>
                </a:lnTo>
                <a:lnTo>
                  <a:pt x="411213" y="616343"/>
                </a:lnTo>
                <a:lnTo>
                  <a:pt x="411002" y="616343"/>
                </a:lnTo>
                <a:lnTo>
                  <a:pt x="411352" y="615823"/>
                </a:lnTo>
              </a:path>
              <a:path w="444207" h="657466">
                <a:moveTo>
                  <a:pt x="414999" y="616089"/>
                </a:moveTo>
                <a:lnTo>
                  <a:pt x="415112" y="617131"/>
                </a:lnTo>
                <a:lnTo>
                  <a:pt x="416674" y="616089"/>
                </a:lnTo>
              </a:path>
              <a:path w="444207" h="657466">
                <a:moveTo>
                  <a:pt x="416674" y="616089"/>
                </a:moveTo>
                <a:lnTo>
                  <a:pt x="416855" y="622592"/>
                </a:lnTo>
                <a:lnTo>
                  <a:pt x="421093" y="622592"/>
                </a:lnTo>
                <a:lnTo>
                  <a:pt x="422339" y="616089"/>
                </a:lnTo>
              </a:path>
              <a:path w="444207" h="657466">
                <a:moveTo>
                  <a:pt x="409800" y="616843"/>
                </a:moveTo>
                <a:lnTo>
                  <a:pt x="409749" y="616864"/>
                </a:lnTo>
                <a:lnTo>
                  <a:pt x="409956" y="616864"/>
                </a:lnTo>
              </a:path>
              <a:path w="444207" h="657466">
                <a:moveTo>
                  <a:pt x="409749" y="616864"/>
                </a:moveTo>
                <a:lnTo>
                  <a:pt x="409497" y="617054"/>
                </a:lnTo>
                <a:lnTo>
                  <a:pt x="409744" y="616990"/>
                </a:lnTo>
                <a:lnTo>
                  <a:pt x="410050" y="616864"/>
                </a:lnTo>
              </a:path>
              <a:path w="444207" h="657466">
                <a:moveTo>
                  <a:pt x="406666" y="616864"/>
                </a:moveTo>
                <a:lnTo>
                  <a:pt x="406148" y="617385"/>
                </a:lnTo>
                <a:lnTo>
                  <a:pt x="407581" y="617385"/>
                </a:lnTo>
                <a:lnTo>
                  <a:pt x="407708" y="616864"/>
                </a:lnTo>
              </a:path>
              <a:path w="444207" h="657466">
                <a:moveTo>
                  <a:pt x="410184" y="616864"/>
                </a:moveTo>
                <a:lnTo>
                  <a:pt x="409587" y="617054"/>
                </a:lnTo>
                <a:lnTo>
                  <a:pt x="410205" y="617054"/>
                </a:lnTo>
              </a:path>
              <a:path w="444207" h="657466">
                <a:moveTo>
                  <a:pt x="409497" y="617054"/>
                </a:moveTo>
                <a:lnTo>
                  <a:pt x="406984" y="618096"/>
                </a:lnTo>
                <a:lnTo>
                  <a:pt x="405955" y="618617"/>
                </a:lnTo>
                <a:lnTo>
                  <a:pt x="405502" y="623900"/>
                </a:lnTo>
                <a:lnTo>
                  <a:pt x="404990" y="629881"/>
                </a:lnTo>
                <a:lnTo>
                  <a:pt x="405498" y="629881"/>
                </a:lnTo>
                <a:lnTo>
                  <a:pt x="410959" y="623900"/>
                </a:lnTo>
                <a:lnTo>
                  <a:pt x="410377" y="618617"/>
                </a:lnTo>
                <a:lnTo>
                  <a:pt x="410320" y="618096"/>
                </a:lnTo>
                <a:lnTo>
                  <a:pt x="410205" y="617054"/>
                </a:lnTo>
              </a:path>
              <a:path w="444207" h="657466">
                <a:moveTo>
                  <a:pt x="406148" y="617385"/>
                </a:moveTo>
                <a:lnTo>
                  <a:pt x="406148" y="617385"/>
                </a:lnTo>
                <a:lnTo>
                  <a:pt x="407187" y="617385"/>
                </a:lnTo>
              </a:path>
              <a:path w="444207" h="657466">
                <a:moveTo>
                  <a:pt x="407187" y="617385"/>
                </a:moveTo>
                <a:lnTo>
                  <a:pt x="406148" y="617385"/>
                </a:lnTo>
                <a:lnTo>
                  <a:pt x="407581" y="617385"/>
                </a:lnTo>
              </a:path>
              <a:path w="444207" h="657466">
                <a:moveTo>
                  <a:pt x="406148" y="617385"/>
                </a:moveTo>
                <a:lnTo>
                  <a:pt x="404891" y="617385"/>
                </a:lnTo>
                <a:lnTo>
                  <a:pt x="406148" y="617385"/>
                </a:lnTo>
              </a:path>
              <a:path w="444207" h="657466">
                <a:moveTo>
                  <a:pt x="404891" y="617385"/>
                </a:moveTo>
                <a:lnTo>
                  <a:pt x="404063" y="617385"/>
                </a:lnTo>
                <a:lnTo>
                  <a:pt x="405498" y="617905"/>
                </a:lnTo>
                <a:lnTo>
                  <a:pt x="407175" y="617905"/>
                </a:lnTo>
                <a:lnTo>
                  <a:pt x="407699" y="617385"/>
                </a:lnTo>
              </a:path>
              <a:path w="444207" h="657466">
                <a:moveTo>
                  <a:pt x="405498" y="617905"/>
                </a:moveTo>
                <a:lnTo>
                  <a:pt x="404791" y="618184"/>
                </a:lnTo>
                <a:lnTo>
                  <a:pt x="405354" y="618184"/>
                </a:lnTo>
                <a:lnTo>
                  <a:pt x="405631" y="617905"/>
                </a:lnTo>
              </a:path>
              <a:path w="444207" h="657466">
                <a:moveTo>
                  <a:pt x="405631" y="617905"/>
                </a:moveTo>
                <a:lnTo>
                  <a:pt x="406019" y="617905"/>
                </a:lnTo>
                <a:lnTo>
                  <a:pt x="405676" y="618049"/>
                </a:lnTo>
                <a:lnTo>
                  <a:pt x="405354" y="618184"/>
                </a:lnTo>
                <a:lnTo>
                  <a:pt x="406708" y="618184"/>
                </a:lnTo>
                <a:lnTo>
                  <a:pt x="407031" y="618049"/>
                </a:lnTo>
                <a:lnTo>
                  <a:pt x="407175" y="617905"/>
                </a:lnTo>
              </a:path>
              <a:path w="444207" h="657466">
                <a:moveTo>
                  <a:pt x="399008" y="617905"/>
                </a:moveTo>
                <a:lnTo>
                  <a:pt x="399008" y="618728"/>
                </a:lnTo>
                <a:lnTo>
                  <a:pt x="402734" y="618728"/>
                </a:lnTo>
              </a:path>
              <a:path w="444207" h="657466">
                <a:moveTo>
                  <a:pt x="404791" y="618184"/>
                </a:moveTo>
                <a:lnTo>
                  <a:pt x="404208" y="618413"/>
                </a:lnTo>
                <a:lnTo>
                  <a:pt x="403948" y="618515"/>
                </a:lnTo>
                <a:lnTo>
                  <a:pt x="402734" y="618728"/>
                </a:lnTo>
                <a:lnTo>
                  <a:pt x="405403" y="618728"/>
                </a:lnTo>
                <a:lnTo>
                  <a:pt x="405914" y="618515"/>
                </a:lnTo>
                <a:lnTo>
                  <a:pt x="406159" y="618413"/>
                </a:lnTo>
                <a:lnTo>
                  <a:pt x="406708" y="618184"/>
                </a:lnTo>
              </a:path>
              <a:path w="444207" h="657466">
                <a:moveTo>
                  <a:pt x="399008" y="618728"/>
                </a:moveTo>
                <a:lnTo>
                  <a:pt x="399008" y="618911"/>
                </a:lnTo>
                <a:lnTo>
                  <a:pt x="404966" y="618911"/>
                </a:lnTo>
                <a:lnTo>
                  <a:pt x="405403" y="618728"/>
                </a:lnTo>
              </a:path>
              <a:path w="444207" h="657466">
                <a:moveTo>
                  <a:pt x="399008" y="618911"/>
                </a:moveTo>
                <a:lnTo>
                  <a:pt x="399008" y="619383"/>
                </a:lnTo>
                <a:lnTo>
                  <a:pt x="402488" y="619383"/>
                </a:lnTo>
                <a:lnTo>
                  <a:pt x="403617" y="618911"/>
                </a:lnTo>
              </a:path>
              <a:path w="444207" h="657466">
                <a:moveTo>
                  <a:pt x="403617" y="618911"/>
                </a:moveTo>
                <a:lnTo>
                  <a:pt x="403417" y="619150"/>
                </a:lnTo>
                <a:lnTo>
                  <a:pt x="399008" y="624420"/>
                </a:lnTo>
                <a:lnTo>
                  <a:pt x="404686" y="624420"/>
                </a:lnTo>
                <a:lnTo>
                  <a:pt x="404393" y="619150"/>
                </a:lnTo>
                <a:lnTo>
                  <a:pt x="404966" y="618911"/>
                </a:lnTo>
              </a:path>
              <a:path w="444207" h="657466">
                <a:moveTo>
                  <a:pt x="399008" y="619383"/>
                </a:moveTo>
              </a:path>
              <a:path w="444207" h="657466">
                <a:moveTo>
                  <a:pt x="399008" y="619383"/>
                </a:moveTo>
                <a:lnTo>
                  <a:pt x="399008" y="619671"/>
                </a:lnTo>
                <a:lnTo>
                  <a:pt x="399008" y="624420"/>
                </a:lnTo>
                <a:lnTo>
                  <a:pt x="401802" y="619671"/>
                </a:lnTo>
                <a:lnTo>
                  <a:pt x="402488" y="619383"/>
                </a:lnTo>
              </a:path>
              <a:path w="444207" h="657466">
                <a:moveTo>
                  <a:pt x="399008" y="619383"/>
                </a:moveTo>
                <a:lnTo>
                  <a:pt x="370351" y="624420"/>
                </a:lnTo>
                <a:lnTo>
                  <a:pt x="399008" y="624420"/>
                </a:lnTo>
              </a:path>
              <a:path w="444207" h="657466">
                <a:moveTo>
                  <a:pt x="424640" y="621030"/>
                </a:moveTo>
                <a:lnTo>
                  <a:pt x="423815" y="621372"/>
                </a:lnTo>
                <a:lnTo>
                  <a:pt x="426108" y="621372"/>
                </a:lnTo>
                <a:lnTo>
                  <a:pt x="425640" y="621030"/>
                </a:lnTo>
              </a:path>
              <a:path w="444207" h="657466">
                <a:moveTo>
                  <a:pt x="423815" y="621372"/>
                </a:moveTo>
                <a:lnTo>
                  <a:pt x="422135" y="622071"/>
                </a:lnTo>
                <a:lnTo>
                  <a:pt x="421093" y="622592"/>
                </a:lnTo>
                <a:lnTo>
                  <a:pt x="422808" y="622592"/>
                </a:lnTo>
                <a:lnTo>
                  <a:pt x="423096" y="622071"/>
                </a:lnTo>
                <a:lnTo>
                  <a:pt x="424789" y="621372"/>
                </a:lnTo>
              </a:path>
              <a:path w="444207" h="657466">
                <a:moveTo>
                  <a:pt x="424789" y="621372"/>
                </a:moveTo>
                <a:lnTo>
                  <a:pt x="424599" y="622071"/>
                </a:lnTo>
                <a:lnTo>
                  <a:pt x="427062" y="623112"/>
                </a:lnTo>
                <a:lnTo>
                  <a:pt x="427062" y="622071"/>
                </a:lnTo>
                <a:lnTo>
                  <a:pt x="426108" y="621372"/>
                </a:lnTo>
              </a:path>
              <a:path w="444207" h="657466">
                <a:moveTo>
                  <a:pt x="416855" y="622592"/>
                </a:moveTo>
                <a:lnTo>
                  <a:pt x="422808" y="622592"/>
                </a:lnTo>
              </a:path>
              <a:path w="444207" h="657466">
                <a:moveTo>
                  <a:pt x="416855" y="622592"/>
                </a:moveTo>
                <a:lnTo>
                  <a:pt x="416870" y="623112"/>
                </a:lnTo>
                <a:lnTo>
                  <a:pt x="416899" y="624154"/>
                </a:lnTo>
                <a:lnTo>
                  <a:pt x="416928" y="625195"/>
                </a:lnTo>
                <a:lnTo>
                  <a:pt x="419011" y="624154"/>
                </a:lnTo>
                <a:lnTo>
                  <a:pt x="420573" y="623112"/>
                </a:lnTo>
                <a:lnTo>
                  <a:pt x="421835" y="622592"/>
                </a:lnTo>
              </a:path>
              <a:path w="444207" h="657466">
                <a:moveTo>
                  <a:pt x="421835" y="622592"/>
                </a:moveTo>
                <a:lnTo>
                  <a:pt x="421642" y="622935"/>
                </a:lnTo>
                <a:lnTo>
                  <a:pt x="421542" y="623112"/>
                </a:lnTo>
                <a:lnTo>
                  <a:pt x="422540" y="623112"/>
                </a:lnTo>
                <a:lnTo>
                  <a:pt x="422719" y="622935"/>
                </a:lnTo>
                <a:lnTo>
                  <a:pt x="422808" y="622592"/>
                </a:lnTo>
              </a:path>
              <a:path w="444207" h="657466">
                <a:moveTo>
                  <a:pt x="370351" y="624420"/>
                </a:moveTo>
                <a:lnTo>
                  <a:pt x="339283" y="629881"/>
                </a:lnTo>
                <a:lnTo>
                  <a:pt x="404990" y="629881"/>
                </a:lnTo>
                <a:lnTo>
                  <a:pt x="404686" y="624420"/>
                </a:lnTo>
              </a:path>
              <a:path w="444207" h="657466">
                <a:moveTo>
                  <a:pt x="417004" y="625525"/>
                </a:moveTo>
                <a:lnTo>
                  <a:pt x="412775" y="627278"/>
                </a:lnTo>
                <a:lnTo>
                  <a:pt x="411603" y="627799"/>
                </a:lnTo>
                <a:lnTo>
                  <a:pt x="411734" y="627799"/>
                </a:lnTo>
                <a:lnTo>
                  <a:pt x="412901" y="627278"/>
                </a:lnTo>
              </a:path>
              <a:path w="444207" h="657466">
                <a:moveTo>
                  <a:pt x="413296" y="627151"/>
                </a:moveTo>
                <a:lnTo>
                  <a:pt x="412990" y="627278"/>
                </a:lnTo>
                <a:lnTo>
                  <a:pt x="411734" y="627799"/>
                </a:lnTo>
                <a:lnTo>
                  <a:pt x="411958" y="627799"/>
                </a:lnTo>
                <a:lnTo>
                  <a:pt x="413141" y="627307"/>
                </a:lnTo>
              </a:path>
              <a:path w="444207" h="657466">
                <a:moveTo>
                  <a:pt x="410768" y="627608"/>
                </a:moveTo>
                <a:lnTo>
                  <a:pt x="407796" y="628840"/>
                </a:lnTo>
                <a:lnTo>
                  <a:pt x="409663" y="628840"/>
                </a:lnTo>
                <a:lnTo>
                  <a:pt x="409143" y="628840"/>
                </a:lnTo>
              </a:path>
              <a:path w="444207" h="657466">
                <a:moveTo>
                  <a:pt x="411603" y="627799"/>
                </a:moveTo>
                <a:lnTo>
                  <a:pt x="411958" y="627799"/>
                </a:lnTo>
              </a:path>
              <a:path w="444207" h="657466">
                <a:moveTo>
                  <a:pt x="414210" y="627799"/>
                </a:moveTo>
                <a:lnTo>
                  <a:pt x="411958" y="627799"/>
                </a:lnTo>
                <a:lnTo>
                  <a:pt x="414210" y="627799"/>
                </a:lnTo>
              </a:path>
              <a:path w="444207" h="657466">
                <a:moveTo>
                  <a:pt x="411603" y="627799"/>
                </a:moveTo>
                <a:lnTo>
                  <a:pt x="410959" y="628085"/>
                </a:lnTo>
                <a:lnTo>
                  <a:pt x="410649" y="628214"/>
                </a:lnTo>
                <a:lnTo>
                  <a:pt x="413795" y="628214"/>
                </a:lnTo>
                <a:lnTo>
                  <a:pt x="413924" y="628085"/>
                </a:lnTo>
                <a:lnTo>
                  <a:pt x="414210" y="627799"/>
                </a:lnTo>
              </a:path>
              <a:path w="444207" h="657466">
                <a:moveTo>
                  <a:pt x="410649" y="628214"/>
                </a:moveTo>
                <a:lnTo>
                  <a:pt x="410395" y="628319"/>
                </a:lnTo>
                <a:lnTo>
                  <a:pt x="409817" y="628560"/>
                </a:lnTo>
                <a:lnTo>
                  <a:pt x="409663" y="628840"/>
                </a:lnTo>
                <a:lnTo>
                  <a:pt x="410959" y="628840"/>
                </a:lnTo>
                <a:lnTo>
                  <a:pt x="410822" y="628560"/>
                </a:lnTo>
                <a:lnTo>
                  <a:pt x="410705" y="628319"/>
                </a:lnTo>
                <a:lnTo>
                  <a:pt x="410959" y="628214"/>
                </a:lnTo>
              </a:path>
              <a:path w="444207" h="657466">
                <a:moveTo>
                  <a:pt x="410959" y="628214"/>
                </a:moveTo>
                <a:lnTo>
                  <a:pt x="412134" y="628319"/>
                </a:lnTo>
                <a:lnTo>
                  <a:pt x="413689" y="628319"/>
                </a:lnTo>
              </a:path>
              <a:path w="444207" h="657466">
                <a:moveTo>
                  <a:pt x="407796" y="628840"/>
                </a:moveTo>
                <a:lnTo>
                  <a:pt x="406539" y="629361"/>
                </a:lnTo>
                <a:lnTo>
                  <a:pt x="411099" y="629361"/>
                </a:lnTo>
                <a:lnTo>
                  <a:pt x="411616" y="628840"/>
                </a:lnTo>
                <a:lnTo>
                  <a:pt x="410959" y="628840"/>
                </a:lnTo>
              </a:path>
              <a:path w="444207" h="657466">
                <a:moveTo>
                  <a:pt x="406539" y="629361"/>
                </a:moveTo>
                <a:lnTo>
                  <a:pt x="405498" y="629881"/>
                </a:lnTo>
                <a:lnTo>
                  <a:pt x="408429" y="629881"/>
                </a:lnTo>
                <a:lnTo>
                  <a:pt x="407581" y="629361"/>
                </a:lnTo>
              </a:path>
              <a:path w="444207" h="657466">
                <a:moveTo>
                  <a:pt x="407581" y="629361"/>
                </a:moveTo>
                <a:lnTo>
                  <a:pt x="411099" y="629361"/>
                </a:lnTo>
                <a:lnTo>
                  <a:pt x="411099" y="629361"/>
                </a:lnTo>
              </a:path>
              <a:path w="444207" h="657466">
                <a:moveTo>
                  <a:pt x="339283" y="629881"/>
                </a:moveTo>
                <a:lnTo>
                  <a:pt x="405498" y="629881"/>
                </a:lnTo>
              </a:path>
              <a:path w="444207" h="657466">
                <a:moveTo>
                  <a:pt x="339283" y="629881"/>
                </a:moveTo>
                <a:lnTo>
                  <a:pt x="265224" y="642899"/>
                </a:lnTo>
                <a:lnTo>
                  <a:pt x="334349" y="642899"/>
                </a:lnTo>
                <a:lnTo>
                  <a:pt x="408429" y="629881"/>
                </a:lnTo>
              </a:path>
              <a:path w="444207" h="657466">
                <a:moveTo>
                  <a:pt x="265224" y="642899"/>
                </a:moveTo>
                <a:lnTo>
                  <a:pt x="265224" y="642899"/>
                </a:lnTo>
                <a:lnTo>
                  <a:pt x="265747" y="642899"/>
                </a:lnTo>
              </a:path>
              <a:path w="444207" h="657466">
                <a:moveTo>
                  <a:pt x="265747" y="642899"/>
                </a:moveTo>
                <a:lnTo>
                  <a:pt x="267893" y="653122"/>
                </a:lnTo>
                <a:lnTo>
                  <a:pt x="265226" y="654862"/>
                </a:lnTo>
                <a:lnTo>
                  <a:pt x="266268" y="654862"/>
                </a:lnTo>
                <a:lnTo>
                  <a:pt x="276169" y="653122"/>
                </a:lnTo>
                <a:lnTo>
                  <a:pt x="334349" y="642899"/>
                </a:lnTo>
              </a:path>
              <a:path w="444207" h="657466">
                <a:moveTo>
                  <a:pt x="265226" y="654862"/>
                </a:moveTo>
                <a:lnTo>
                  <a:pt x="266144" y="654862"/>
                </a:lnTo>
              </a:path>
              <a:path w="444207" h="657466">
                <a:moveTo>
                  <a:pt x="266144" y="654862"/>
                </a:moveTo>
                <a:lnTo>
                  <a:pt x="266268" y="654862"/>
                </a:lnTo>
                <a:lnTo>
                  <a:pt x="266268" y="654862"/>
                </a:lnTo>
              </a:path>
              <a:path w="444207" h="657466">
                <a:moveTo>
                  <a:pt x="264706" y="654862"/>
                </a:moveTo>
                <a:lnTo>
                  <a:pt x="264706" y="654862"/>
                </a:lnTo>
                <a:lnTo>
                  <a:pt x="265226" y="654862"/>
                </a:lnTo>
              </a:path>
              <a:path w="444207" h="657466">
                <a:moveTo>
                  <a:pt x="264706" y="654862"/>
                </a:moveTo>
                <a:lnTo>
                  <a:pt x="265620" y="655383"/>
                </a:lnTo>
                <a:lnTo>
                  <a:pt x="266144" y="654862"/>
                </a:lnTo>
              </a:path>
              <a:path w="444207" h="657466">
                <a:moveTo>
                  <a:pt x="423570" y="622592"/>
                </a:moveTo>
                <a:lnTo>
                  <a:pt x="424091" y="622071"/>
                </a:lnTo>
                <a:lnTo>
                  <a:pt x="423240" y="622414"/>
                </a:lnTo>
                <a:lnTo>
                  <a:pt x="423062" y="622592"/>
                </a:lnTo>
                <a:lnTo>
                  <a:pt x="423049" y="623112"/>
                </a:lnTo>
                <a:lnTo>
                  <a:pt x="423570" y="622592"/>
                </a:lnTo>
                <a:close/>
              </a:path>
              <a:path w="444207" h="657466">
                <a:moveTo>
                  <a:pt x="427062" y="619414"/>
                </a:moveTo>
                <a:lnTo>
                  <a:pt x="427393" y="619277"/>
                </a:lnTo>
                <a:lnTo>
                  <a:pt x="428624" y="618566"/>
                </a:lnTo>
                <a:lnTo>
                  <a:pt x="428955" y="618236"/>
                </a:lnTo>
                <a:lnTo>
                  <a:pt x="429475" y="617715"/>
                </a:lnTo>
                <a:lnTo>
                  <a:pt x="429653" y="621030"/>
                </a:lnTo>
                <a:lnTo>
                  <a:pt x="429653" y="617533"/>
                </a:lnTo>
                <a:lnTo>
                  <a:pt x="429983" y="617194"/>
                </a:lnTo>
                <a:lnTo>
                  <a:pt x="430504" y="616686"/>
                </a:lnTo>
                <a:lnTo>
                  <a:pt x="430847" y="616343"/>
                </a:lnTo>
                <a:lnTo>
                  <a:pt x="427850" y="616343"/>
                </a:lnTo>
                <a:lnTo>
                  <a:pt x="429653" y="614536"/>
                </a:lnTo>
                <a:lnTo>
                  <a:pt x="432739" y="613715"/>
                </a:lnTo>
                <a:lnTo>
                  <a:pt x="433108" y="613562"/>
                </a:lnTo>
                <a:lnTo>
                  <a:pt x="433819" y="613359"/>
                </a:lnTo>
                <a:lnTo>
                  <a:pt x="434340" y="615315"/>
                </a:lnTo>
                <a:lnTo>
                  <a:pt x="434340" y="612328"/>
                </a:lnTo>
                <a:lnTo>
                  <a:pt x="434670" y="611479"/>
                </a:lnTo>
                <a:lnTo>
                  <a:pt x="435368" y="609776"/>
                </a:lnTo>
                <a:lnTo>
                  <a:pt x="435698" y="609917"/>
                </a:lnTo>
                <a:lnTo>
                  <a:pt x="436219" y="609396"/>
                </a:lnTo>
                <a:lnTo>
                  <a:pt x="436410" y="609732"/>
                </a:lnTo>
                <a:lnTo>
                  <a:pt x="437451" y="608685"/>
                </a:lnTo>
                <a:lnTo>
                  <a:pt x="436410" y="609206"/>
                </a:lnTo>
                <a:lnTo>
                  <a:pt x="436410" y="607237"/>
                </a:lnTo>
                <a:lnTo>
                  <a:pt x="435368" y="608799"/>
                </a:lnTo>
                <a:lnTo>
                  <a:pt x="434340" y="611307"/>
                </a:lnTo>
                <a:lnTo>
                  <a:pt x="434149" y="612521"/>
                </a:lnTo>
                <a:lnTo>
                  <a:pt x="433819" y="612851"/>
                </a:lnTo>
                <a:lnTo>
                  <a:pt x="433628" y="613041"/>
                </a:lnTo>
                <a:lnTo>
                  <a:pt x="433819" y="611101"/>
                </a:lnTo>
                <a:lnTo>
                  <a:pt x="433819" y="610362"/>
                </a:lnTo>
                <a:lnTo>
                  <a:pt x="429653" y="614527"/>
                </a:lnTo>
                <a:lnTo>
                  <a:pt x="427062" y="617123"/>
                </a:lnTo>
                <a:lnTo>
                  <a:pt x="427062" y="619338"/>
                </a:lnTo>
                <a:lnTo>
                  <a:pt x="426872" y="619798"/>
                </a:lnTo>
                <a:lnTo>
                  <a:pt x="426681" y="620509"/>
                </a:lnTo>
                <a:lnTo>
                  <a:pt x="423684" y="620509"/>
                </a:lnTo>
                <a:lnTo>
                  <a:pt x="423164" y="621030"/>
                </a:lnTo>
                <a:lnTo>
                  <a:pt x="422135" y="622071"/>
                </a:lnTo>
                <a:lnTo>
                  <a:pt x="424640" y="621030"/>
                </a:lnTo>
                <a:lnTo>
                  <a:pt x="425640" y="621030"/>
                </a:lnTo>
                <a:lnTo>
                  <a:pt x="427062" y="622071"/>
                </a:lnTo>
                <a:lnTo>
                  <a:pt x="427062" y="619414"/>
                </a:lnTo>
                <a:close/>
              </a:path>
              <a:path w="444207" h="657466">
                <a:moveTo>
                  <a:pt x="188829" y="342"/>
                </a:moveTo>
                <a:lnTo>
                  <a:pt x="189296" y="5448"/>
                </a:lnTo>
                <a:lnTo>
                  <a:pt x="189890" y="11950"/>
                </a:lnTo>
                <a:lnTo>
                  <a:pt x="219750" y="16865"/>
                </a:lnTo>
                <a:lnTo>
                  <a:pt x="221121" y="17091"/>
                </a:lnTo>
                <a:lnTo>
                  <a:pt x="221364" y="17183"/>
                </a:lnTo>
                <a:lnTo>
                  <a:pt x="221716" y="17183"/>
                </a:lnTo>
                <a:lnTo>
                  <a:pt x="221371" y="17091"/>
                </a:lnTo>
                <a:lnTo>
                  <a:pt x="220522" y="16865"/>
                </a:lnTo>
                <a:lnTo>
                  <a:pt x="222086" y="11950"/>
                </a:lnTo>
                <a:lnTo>
                  <a:pt x="224155" y="5448"/>
                </a:lnTo>
                <a:lnTo>
                  <a:pt x="191023" y="342"/>
                </a:lnTo>
              </a:path>
              <a:path w="444207" h="657466">
                <a:moveTo>
                  <a:pt x="224155" y="5448"/>
                </a:moveTo>
                <a:lnTo>
                  <a:pt x="221716" y="17183"/>
                </a:lnTo>
                <a:lnTo>
                  <a:pt x="255094" y="17183"/>
                </a:lnTo>
              </a:path>
              <a:path w="444207" h="657466">
                <a:moveTo>
                  <a:pt x="221364" y="17183"/>
                </a:moveTo>
                <a:lnTo>
                  <a:pt x="378926" y="76593"/>
                </a:lnTo>
                <a:lnTo>
                  <a:pt x="379937" y="76974"/>
                </a:lnTo>
                <a:lnTo>
                  <a:pt x="380307" y="77114"/>
                </a:lnTo>
                <a:lnTo>
                  <a:pt x="400314" y="84658"/>
                </a:lnTo>
                <a:lnTo>
                  <a:pt x="405804" y="86728"/>
                </a:lnTo>
                <a:lnTo>
                  <a:pt x="418223" y="86728"/>
                </a:lnTo>
                <a:lnTo>
                  <a:pt x="416153" y="84658"/>
                </a:lnTo>
                <a:lnTo>
                  <a:pt x="415378" y="77114"/>
                </a:lnTo>
                <a:lnTo>
                  <a:pt x="413842" y="76974"/>
                </a:lnTo>
                <a:lnTo>
                  <a:pt x="411734" y="76593"/>
                </a:lnTo>
                <a:lnTo>
                  <a:pt x="255094" y="17183"/>
                </a:lnTo>
              </a:path>
              <a:path w="444207" h="657466">
                <a:moveTo>
                  <a:pt x="422523" y="78663"/>
                </a:moveTo>
                <a:lnTo>
                  <a:pt x="422643" y="79184"/>
                </a:lnTo>
                <a:lnTo>
                  <a:pt x="422337" y="79184"/>
                </a:lnTo>
                <a:lnTo>
                  <a:pt x="422243" y="79689"/>
                </a:lnTo>
                <a:lnTo>
                  <a:pt x="422259" y="79908"/>
                </a:lnTo>
                <a:lnTo>
                  <a:pt x="422283" y="80238"/>
                </a:lnTo>
                <a:lnTo>
                  <a:pt x="424855" y="80238"/>
                </a:lnTo>
                <a:lnTo>
                  <a:pt x="423760" y="79908"/>
                </a:lnTo>
                <a:lnTo>
                  <a:pt x="423542" y="79689"/>
                </a:lnTo>
                <a:lnTo>
                  <a:pt x="423118" y="79262"/>
                </a:lnTo>
                <a:lnTo>
                  <a:pt x="423564" y="78663"/>
                </a:lnTo>
              </a:path>
              <a:path w="444207" h="657466">
                <a:moveTo>
                  <a:pt x="422283" y="80238"/>
                </a:moveTo>
                <a:lnTo>
                  <a:pt x="422644" y="85178"/>
                </a:lnTo>
                <a:lnTo>
                  <a:pt x="422910" y="88823"/>
                </a:lnTo>
                <a:lnTo>
                  <a:pt x="423429" y="89344"/>
                </a:lnTo>
                <a:lnTo>
                  <a:pt x="423938" y="89865"/>
                </a:lnTo>
                <a:lnTo>
                  <a:pt x="425246" y="92202"/>
                </a:lnTo>
                <a:lnTo>
                  <a:pt x="426281" y="92202"/>
                </a:lnTo>
                <a:lnTo>
                  <a:pt x="423950" y="89865"/>
                </a:lnTo>
                <a:lnTo>
                  <a:pt x="423431" y="89345"/>
                </a:lnTo>
                <a:lnTo>
                  <a:pt x="424014" y="88823"/>
                </a:lnTo>
                <a:lnTo>
                  <a:pt x="428104" y="85178"/>
                </a:lnTo>
                <a:lnTo>
                  <a:pt x="424205" y="80238"/>
                </a:lnTo>
              </a:path>
              <a:path w="444207" h="657466">
                <a:moveTo>
                  <a:pt x="424205" y="80238"/>
                </a:moveTo>
                <a:lnTo>
                  <a:pt x="424726" y="80238"/>
                </a:lnTo>
                <a:lnTo>
                  <a:pt x="425176" y="80759"/>
                </a:lnTo>
                <a:lnTo>
                  <a:pt x="427652" y="83622"/>
                </a:lnTo>
                <a:lnTo>
                  <a:pt x="428104" y="84145"/>
                </a:lnTo>
                <a:lnTo>
                  <a:pt x="429652" y="85697"/>
                </a:lnTo>
                <a:lnTo>
                  <a:pt x="430174" y="86220"/>
                </a:lnTo>
                <a:lnTo>
                  <a:pt x="430270" y="86741"/>
                </a:lnTo>
                <a:lnTo>
                  <a:pt x="431215" y="86741"/>
                </a:lnTo>
                <a:lnTo>
                  <a:pt x="430696" y="86220"/>
                </a:lnTo>
                <a:lnTo>
                  <a:pt x="430174" y="85697"/>
                </a:lnTo>
                <a:lnTo>
                  <a:pt x="428626" y="84145"/>
                </a:lnTo>
                <a:lnTo>
                  <a:pt x="428104" y="83622"/>
                </a:lnTo>
                <a:lnTo>
                  <a:pt x="425246" y="80759"/>
                </a:lnTo>
                <a:lnTo>
                  <a:pt x="424855" y="80238"/>
                </a:lnTo>
              </a:path>
              <a:path w="444207" h="657466">
                <a:moveTo>
                  <a:pt x="430315" y="82842"/>
                </a:moveTo>
                <a:lnTo>
                  <a:pt x="430504" y="83032"/>
                </a:lnTo>
                <a:lnTo>
                  <a:pt x="430695" y="83223"/>
                </a:lnTo>
                <a:lnTo>
                  <a:pt x="434860" y="83223"/>
                </a:lnTo>
                <a:lnTo>
                  <a:pt x="434860" y="83032"/>
                </a:lnTo>
                <a:lnTo>
                  <a:pt x="434860" y="82842"/>
                </a:lnTo>
              </a:path>
              <a:path w="444207" h="657466">
                <a:moveTo>
                  <a:pt x="430695" y="83223"/>
                </a:moveTo>
                <a:lnTo>
                  <a:pt x="430834" y="83362"/>
                </a:lnTo>
                <a:lnTo>
                  <a:pt x="431215" y="83362"/>
                </a:lnTo>
                <a:lnTo>
                  <a:pt x="431215" y="83223"/>
                </a:lnTo>
              </a:path>
              <a:path w="444207" h="657466">
                <a:moveTo>
                  <a:pt x="431215" y="83223"/>
                </a:moveTo>
                <a:lnTo>
                  <a:pt x="431355" y="83362"/>
                </a:lnTo>
                <a:lnTo>
                  <a:pt x="434860" y="83362"/>
                </a:lnTo>
                <a:lnTo>
                  <a:pt x="434860" y="83223"/>
                </a:lnTo>
              </a:path>
              <a:path w="444207" h="657466">
                <a:moveTo>
                  <a:pt x="429614" y="83362"/>
                </a:moveTo>
                <a:lnTo>
                  <a:pt x="429614" y="83362"/>
                </a:lnTo>
                <a:lnTo>
                  <a:pt x="430834" y="83362"/>
                </a:lnTo>
              </a:path>
              <a:path w="444207" h="657466">
                <a:moveTo>
                  <a:pt x="429614" y="83362"/>
                </a:moveTo>
                <a:lnTo>
                  <a:pt x="429534" y="83553"/>
                </a:lnTo>
                <a:lnTo>
                  <a:pt x="431001" y="83594"/>
                </a:lnTo>
                <a:lnTo>
                  <a:pt x="431215" y="83362"/>
                </a:lnTo>
              </a:path>
              <a:path w="444207" h="657466">
                <a:moveTo>
                  <a:pt x="429516" y="83594"/>
                </a:moveTo>
                <a:lnTo>
                  <a:pt x="429399" y="83870"/>
                </a:lnTo>
                <a:lnTo>
                  <a:pt x="430165" y="84648"/>
                </a:lnTo>
                <a:lnTo>
                  <a:pt x="430692" y="85694"/>
                </a:lnTo>
                <a:lnTo>
                  <a:pt x="431215" y="86741"/>
                </a:lnTo>
                <a:lnTo>
                  <a:pt x="431215" y="85699"/>
                </a:lnTo>
                <a:lnTo>
                  <a:pt x="430183" y="84658"/>
                </a:lnTo>
                <a:lnTo>
                  <a:pt x="430174" y="83870"/>
                </a:lnTo>
                <a:lnTo>
                  <a:pt x="430174" y="83594"/>
                </a:lnTo>
              </a:path>
              <a:path w="444207" h="657466">
                <a:moveTo>
                  <a:pt x="430174" y="83594"/>
                </a:moveTo>
                <a:lnTo>
                  <a:pt x="430840" y="83870"/>
                </a:lnTo>
                <a:lnTo>
                  <a:pt x="431001" y="83594"/>
                </a:lnTo>
              </a:path>
              <a:path w="444207" h="657466">
                <a:moveTo>
                  <a:pt x="418223" y="85699"/>
                </a:moveTo>
                <a:lnTo>
                  <a:pt x="418223" y="86220"/>
                </a:lnTo>
                <a:lnTo>
                  <a:pt x="418223" y="86728"/>
                </a:lnTo>
                <a:lnTo>
                  <a:pt x="419773" y="86728"/>
                </a:lnTo>
                <a:lnTo>
                  <a:pt x="419265" y="86220"/>
                </a:lnTo>
              </a:path>
              <a:path w="444207" h="657466">
                <a:moveTo>
                  <a:pt x="405804" y="86728"/>
                </a:moveTo>
                <a:lnTo>
                  <a:pt x="419785" y="86741"/>
                </a:lnTo>
              </a:path>
              <a:path w="444207" h="657466">
                <a:moveTo>
                  <a:pt x="430270" y="86741"/>
                </a:moveTo>
                <a:lnTo>
                  <a:pt x="432523" y="98971"/>
                </a:lnTo>
                <a:lnTo>
                  <a:pt x="431318" y="86741"/>
                </a:lnTo>
              </a:path>
              <a:path w="444207" h="657466">
                <a:moveTo>
                  <a:pt x="405838" y="86741"/>
                </a:moveTo>
                <a:lnTo>
                  <a:pt x="406006" y="86804"/>
                </a:lnTo>
                <a:lnTo>
                  <a:pt x="419265" y="86804"/>
                </a:lnTo>
              </a:path>
              <a:path w="444207" h="657466">
                <a:moveTo>
                  <a:pt x="419265" y="86741"/>
                </a:moveTo>
                <a:lnTo>
                  <a:pt x="422389" y="89865"/>
                </a:lnTo>
                <a:lnTo>
                  <a:pt x="422909" y="90385"/>
                </a:lnTo>
                <a:lnTo>
                  <a:pt x="423418" y="90893"/>
                </a:lnTo>
                <a:lnTo>
                  <a:pt x="423938" y="91414"/>
                </a:lnTo>
                <a:lnTo>
                  <a:pt x="424205" y="91681"/>
                </a:lnTo>
                <a:lnTo>
                  <a:pt x="424501" y="92202"/>
                </a:lnTo>
                <a:lnTo>
                  <a:pt x="425246" y="92202"/>
                </a:lnTo>
                <a:lnTo>
                  <a:pt x="424726" y="91681"/>
                </a:lnTo>
                <a:lnTo>
                  <a:pt x="424459" y="91414"/>
                </a:lnTo>
                <a:lnTo>
                  <a:pt x="423951" y="90906"/>
                </a:lnTo>
                <a:lnTo>
                  <a:pt x="423430" y="90385"/>
                </a:lnTo>
                <a:lnTo>
                  <a:pt x="422910" y="89865"/>
                </a:lnTo>
                <a:lnTo>
                  <a:pt x="419785" y="86741"/>
                </a:lnTo>
              </a:path>
              <a:path w="444207" h="657466">
                <a:moveTo>
                  <a:pt x="406006" y="86804"/>
                </a:moveTo>
                <a:lnTo>
                  <a:pt x="410654" y="88557"/>
                </a:lnTo>
                <a:lnTo>
                  <a:pt x="410629" y="86804"/>
                </a:lnTo>
              </a:path>
              <a:path w="444207" h="657466">
                <a:moveTo>
                  <a:pt x="410629" y="86804"/>
                </a:moveTo>
                <a:lnTo>
                  <a:pt x="413232" y="87337"/>
                </a:lnTo>
                <a:lnTo>
                  <a:pt x="414517" y="87769"/>
                </a:lnTo>
                <a:lnTo>
                  <a:pt x="414782" y="87858"/>
                </a:lnTo>
                <a:lnTo>
                  <a:pt x="416047" y="88379"/>
                </a:lnTo>
                <a:lnTo>
                  <a:pt x="419147" y="88379"/>
                </a:lnTo>
                <a:lnTo>
                  <a:pt x="419248" y="87858"/>
                </a:lnTo>
                <a:lnTo>
                  <a:pt x="419265" y="87337"/>
                </a:lnTo>
                <a:lnTo>
                  <a:pt x="419265" y="86804"/>
                </a:lnTo>
              </a:path>
              <a:path w="444207" h="657466">
                <a:moveTo>
                  <a:pt x="416047" y="88379"/>
                </a:moveTo>
                <a:lnTo>
                  <a:pt x="416153" y="88422"/>
                </a:lnTo>
                <a:lnTo>
                  <a:pt x="416344" y="88379"/>
                </a:lnTo>
              </a:path>
              <a:path w="444207" h="657466">
                <a:moveTo>
                  <a:pt x="416344" y="88379"/>
                </a:moveTo>
                <a:lnTo>
                  <a:pt x="418223" y="89152"/>
                </a:lnTo>
                <a:lnTo>
                  <a:pt x="418875" y="89420"/>
                </a:lnTo>
                <a:lnTo>
                  <a:pt x="419194" y="89551"/>
                </a:lnTo>
                <a:lnTo>
                  <a:pt x="419646" y="90119"/>
                </a:lnTo>
                <a:lnTo>
                  <a:pt x="420573" y="90119"/>
                </a:lnTo>
                <a:lnTo>
                  <a:pt x="419332" y="89580"/>
                </a:lnTo>
                <a:lnTo>
                  <a:pt x="419069" y="89471"/>
                </a:lnTo>
                <a:lnTo>
                  <a:pt x="418999" y="89152"/>
                </a:lnTo>
                <a:lnTo>
                  <a:pt x="419147" y="88379"/>
                </a:lnTo>
              </a:path>
              <a:path w="444207" h="657466">
                <a:moveTo>
                  <a:pt x="418223" y="89598"/>
                </a:moveTo>
                <a:lnTo>
                  <a:pt x="418223" y="89738"/>
                </a:lnTo>
                <a:lnTo>
                  <a:pt x="418223" y="90119"/>
                </a:lnTo>
                <a:lnTo>
                  <a:pt x="419646" y="90119"/>
                </a:lnTo>
                <a:lnTo>
                  <a:pt x="419265" y="89738"/>
                </a:lnTo>
                <a:lnTo>
                  <a:pt x="419011" y="89598"/>
                </a:lnTo>
              </a:path>
              <a:path w="444207" h="657466">
                <a:moveTo>
                  <a:pt x="418223" y="90119"/>
                </a:moveTo>
                <a:lnTo>
                  <a:pt x="418617" y="90639"/>
                </a:lnTo>
                <a:lnTo>
                  <a:pt x="421614" y="90639"/>
                </a:lnTo>
                <a:lnTo>
                  <a:pt x="421898" y="91055"/>
                </a:lnTo>
                <a:lnTo>
                  <a:pt x="422910" y="91160"/>
                </a:lnTo>
                <a:lnTo>
                  <a:pt x="421902" y="90639"/>
                </a:lnTo>
                <a:lnTo>
                  <a:pt x="420573" y="90119"/>
                </a:lnTo>
              </a:path>
              <a:path w="444207" h="657466">
                <a:moveTo>
                  <a:pt x="421538" y="90982"/>
                </a:moveTo>
                <a:lnTo>
                  <a:pt x="420687" y="91160"/>
                </a:lnTo>
                <a:lnTo>
                  <a:pt x="421208" y="91681"/>
                </a:lnTo>
                <a:lnTo>
                  <a:pt x="422249" y="91681"/>
                </a:lnTo>
                <a:lnTo>
                  <a:pt x="421720" y="91160"/>
                </a:lnTo>
              </a:path>
              <a:path w="444207" h="657466">
                <a:moveTo>
                  <a:pt x="421970" y="91160"/>
                </a:moveTo>
                <a:lnTo>
                  <a:pt x="421970" y="91160"/>
                </a:lnTo>
                <a:lnTo>
                  <a:pt x="422643" y="91160"/>
                </a:lnTo>
              </a:path>
              <a:path w="444207" h="657466">
                <a:moveTo>
                  <a:pt x="422643" y="91160"/>
                </a:moveTo>
                <a:lnTo>
                  <a:pt x="422910" y="91547"/>
                </a:lnTo>
                <a:lnTo>
                  <a:pt x="422910" y="91681"/>
                </a:lnTo>
                <a:lnTo>
                  <a:pt x="422774" y="91681"/>
                </a:lnTo>
                <a:lnTo>
                  <a:pt x="422249" y="91681"/>
                </a:lnTo>
                <a:lnTo>
                  <a:pt x="423236" y="91681"/>
                </a:lnTo>
                <a:lnTo>
                  <a:pt x="423152" y="91547"/>
                </a:lnTo>
                <a:lnTo>
                  <a:pt x="422910" y="91160"/>
                </a:lnTo>
              </a:path>
              <a:path w="444207" h="657466">
                <a:moveTo>
                  <a:pt x="421208" y="91681"/>
                </a:moveTo>
                <a:lnTo>
                  <a:pt x="422198" y="92011"/>
                </a:lnTo>
                <a:lnTo>
                  <a:pt x="422770" y="92201"/>
                </a:lnTo>
                <a:lnTo>
                  <a:pt x="423290" y="92201"/>
                </a:lnTo>
                <a:lnTo>
                  <a:pt x="423100" y="92011"/>
                </a:lnTo>
                <a:lnTo>
                  <a:pt x="423236" y="91681"/>
                </a:lnTo>
              </a:path>
              <a:path w="444207" h="657466">
                <a:moveTo>
                  <a:pt x="422770" y="92201"/>
                </a:moveTo>
                <a:lnTo>
                  <a:pt x="422770" y="92201"/>
                </a:lnTo>
                <a:lnTo>
                  <a:pt x="422910" y="92201"/>
                </a:lnTo>
              </a:path>
              <a:path w="444207" h="657466">
                <a:moveTo>
                  <a:pt x="422910" y="92201"/>
                </a:moveTo>
                <a:lnTo>
                  <a:pt x="423012" y="92341"/>
                </a:lnTo>
                <a:lnTo>
                  <a:pt x="423151" y="92532"/>
                </a:lnTo>
                <a:lnTo>
                  <a:pt x="423621" y="92532"/>
                </a:lnTo>
                <a:lnTo>
                  <a:pt x="423430" y="92341"/>
                </a:lnTo>
                <a:lnTo>
                  <a:pt x="423291" y="92202"/>
                </a:lnTo>
              </a:path>
              <a:path w="444207" h="657466">
                <a:moveTo>
                  <a:pt x="424501" y="92202"/>
                </a:moveTo>
                <a:lnTo>
                  <a:pt x="425150" y="92468"/>
                </a:lnTo>
                <a:lnTo>
                  <a:pt x="426547" y="92468"/>
                </a:lnTo>
                <a:lnTo>
                  <a:pt x="426281" y="92202"/>
                </a:lnTo>
              </a:path>
              <a:path w="444207" h="657466">
                <a:moveTo>
                  <a:pt x="423938" y="92358"/>
                </a:moveTo>
                <a:lnTo>
                  <a:pt x="423621" y="92532"/>
                </a:lnTo>
                <a:lnTo>
                  <a:pt x="424357" y="92532"/>
                </a:lnTo>
              </a:path>
              <a:path w="444207" h="657466">
                <a:moveTo>
                  <a:pt x="425150" y="92468"/>
                </a:moveTo>
                <a:lnTo>
                  <a:pt x="425767" y="92722"/>
                </a:lnTo>
                <a:lnTo>
                  <a:pt x="426021" y="92468"/>
                </a:lnTo>
              </a:path>
              <a:path w="444207" h="657466">
                <a:moveTo>
                  <a:pt x="426021" y="92468"/>
                </a:moveTo>
                <a:lnTo>
                  <a:pt x="428879" y="94805"/>
                </a:lnTo>
                <a:lnTo>
                  <a:pt x="426547" y="92468"/>
                </a:lnTo>
              </a:path>
              <a:path w="444207" h="657466">
                <a:moveTo>
                  <a:pt x="423151" y="92532"/>
                </a:moveTo>
                <a:lnTo>
                  <a:pt x="423291" y="92722"/>
                </a:lnTo>
                <a:lnTo>
                  <a:pt x="423938" y="92722"/>
                </a:lnTo>
                <a:lnTo>
                  <a:pt x="424377" y="93221"/>
                </a:lnTo>
                <a:lnTo>
                  <a:pt x="424853" y="93764"/>
                </a:lnTo>
                <a:lnTo>
                  <a:pt x="426542" y="93764"/>
                </a:lnTo>
                <a:lnTo>
                  <a:pt x="426021" y="93221"/>
                </a:lnTo>
                <a:lnTo>
                  <a:pt x="424816" y="92722"/>
                </a:lnTo>
                <a:lnTo>
                  <a:pt x="424357" y="92532"/>
                </a:lnTo>
              </a:path>
              <a:path w="444207" h="657466">
                <a:moveTo>
                  <a:pt x="424853" y="93764"/>
                </a:moveTo>
                <a:lnTo>
                  <a:pt x="425894" y="94805"/>
                </a:lnTo>
                <a:lnTo>
                  <a:pt x="426021" y="93764"/>
                </a:lnTo>
              </a:path>
              <a:path w="444207" h="657466">
                <a:moveTo>
                  <a:pt x="426021" y="93764"/>
                </a:moveTo>
                <a:lnTo>
                  <a:pt x="426542" y="94805"/>
                </a:lnTo>
                <a:lnTo>
                  <a:pt x="426366" y="94981"/>
                </a:lnTo>
                <a:lnTo>
                  <a:pt x="427062" y="94981"/>
                </a:lnTo>
                <a:lnTo>
                  <a:pt x="426989" y="94805"/>
                </a:lnTo>
                <a:lnTo>
                  <a:pt x="426542" y="93764"/>
                </a:lnTo>
              </a:path>
              <a:path w="444207" h="657466">
                <a:moveTo>
                  <a:pt x="427062" y="93764"/>
                </a:moveTo>
                <a:lnTo>
                  <a:pt x="427044" y="94030"/>
                </a:lnTo>
                <a:lnTo>
                  <a:pt x="427196" y="94030"/>
                </a:lnTo>
              </a:path>
              <a:path w="444207" h="657466">
                <a:moveTo>
                  <a:pt x="427044" y="94030"/>
                </a:moveTo>
                <a:lnTo>
                  <a:pt x="426989" y="94805"/>
                </a:lnTo>
                <a:lnTo>
                  <a:pt x="427062" y="94030"/>
                </a:lnTo>
              </a:path>
              <a:path w="444207" h="657466">
                <a:moveTo>
                  <a:pt x="427062" y="94030"/>
                </a:moveTo>
                <a:lnTo>
                  <a:pt x="427062" y="94805"/>
                </a:lnTo>
                <a:lnTo>
                  <a:pt x="427583" y="94805"/>
                </a:lnTo>
                <a:lnTo>
                  <a:pt x="427196" y="94030"/>
                </a:lnTo>
              </a:path>
              <a:path w="444207" h="657466">
                <a:moveTo>
                  <a:pt x="426989" y="94805"/>
                </a:moveTo>
                <a:lnTo>
                  <a:pt x="426989" y="94805"/>
                </a:lnTo>
                <a:lnTo>
                  <a:pt x="427062" y="94805"/>
                </a:lnTo>
              </a:path>
              <a:path w="444207" h="657466">
                <a:moveTo>
                  <a:pt x="427062" y="94805"/>
                </a:moveTo>
                <a:lnTo>
                  <a:pt x="427062" y="94981"/>
                </a:lnTo>
                <a:lnTo>
                  <a:pt x="427455" y="94981"/>
                </a:lnTo>
                <a:lnTo>
                  <a:pt x="427583" y="94805"/>
                </a:lnTo>
              </a:path>
              <a:path w="444207" h="657466">
                <a:moveTo>
                  <a:pt x="426366" y="94981"/>
                </a:moveTo>
                <a:lnTo>
                  <a:pt x="426212" y="95135"/>
                </a:lnTo>
                <a:lnTo>
                  <a:pt x="426021" y="95326"/>
                </a:lnTo>
                <a:lnTo>
                  <a:pt x="427205" y="95326"/>
                </a:lnTo>
                <a:lnTo>
                  <a:pt x="427343" y="95135"/>
                </a:lnTo>
                <a:lnTo>
                  <a:pt x="427455" y="94981"/>
                </a:lnTo>
              </a:path>
              <a:path w="444207" h="657466">
                <a:moveTo>
                  <a:pt x="426021" y="95326"/>
                </a:moveTo>
                <a:lnTo>
                  <a:pt x="426496" y="95326"/>
                </a:lnTo>
              </a:path>
              <a:path w="444207" h="657466">
                <a:moveTo>
                  <a:pt x="426542" y="95326"/>
                </a:moveTo>
                <a:lnTo>
                  <a:pt x="426732" y="95656"/>
                </a:lnTo>
                <a:lnTo>
                  <a:pt x="426974" y="95656"/>
                </a:lnTo>
                <a:lnTo>
                  <a:pt x="427062" y="95326"/>
                </a:lnTo>
                <a:lnTo>
                  <a:pt x="427205" y="95326"/>
                </a:lnTo>
              </a:path>
              <a:path w="444207" h="657466">
                <a:moveTo>
                  <a:pt x="426021" y="95326"/>
                </a:moveTo>
                <a:lnTo>
                  <a:pt x="426402" y="95326"/>
                </a:lnTo>
              </a:path>
              <a:path w="444207" h="657466">
                <a:moveTo>
                  <a:pt x="426402" y="95326"/>
                </a:moveTo>
                <a:lnTo>
                  <a:pt x="426402" y="95326"/>
                </a:lnTo>
                <a:lnTo>
                  <a:pt x="426496" y="95326"/>
                </a:lnTo>
              </a:path>
              <a:path w="444207" h="657466">
                <a:moveTo>
                  <a:pt x="426402" y="95326"/>
                </a:moveTo>
                <a:lnTo>
                  <a:pt x="426402" y="95326"/>
                </a:lnTo>
                <a:lnTo>
                  <a:pt x="426402" y="95326"/>
                </a:lnTo>
              </a:path>
              <a:path w="444207" h="657466">
                <a:moveTo>
                  <a:pt x="426021" y="95326"/>
                </a:moveTo>
                <a:lnTo>
                  <a:pt x="426021" y="95326"/>
                </a:lnTo>
                <a:lnTo>
                  <a:pt x="426402" y="95326"/>
                </a:lnTo>
              </a:path>
              <a:path w="444207" h="657466">
                <a:moveTo>
                  <a:pt x="426402" y="95326"/>
                </a:moveTo>
                <a:lnTo>
                  <a:pt x="426439" y="95465"/>
                </a:lnTo>
                <a:lnTo>
                  <a:pt x="426491" y="95656"/>
                </a:lnTo>
                <a:lnTo>
                  <a:pt x="426732" y="95656"/>
                </a:lnTo>
                <a:lnTo>
                  <a:pt x="426542" y="95465"/>
                </a:lnTo>
                <a:lnTo>
                  <a:pt x="426402" y="95326"/>
                </a:lnTo>
              </a:path>
              <a:path w="444207" h="657466">
                <a:moveTo>
                  <a:pt x="426491" y="95656"/>
                </a:moveTo>
                <a:lnTo>
                  <a:pt x="426542" y="95846"/>
                </a:lnTo>
                <a:lnTo>
                  <a:pt x="426923" y="95846"/>
                </a:lnTo>
                <a:lnTo>
                  <a:pt x="426974" y="95656"/>
                </a:lnTo>
              </a:path>
              <a:path w="444207" h="657466">
                <a:moveTo>
                  <a:pt x="430174" y="80238"/>
                </a:moveTo>
                <a:lnTo>
                  <a:pt x="430174" y="79717"/>
                </a:lnTo>
                <a:lnTo>
                  <a:pt x="423684" y="79717"/>
                </a:lnTo>
                <a:lnTo>
                  <a:pt x="423542" y="79689"/>
                </a:lnTo>
                <a:lnTo>
                  <a:pt x="423760" y="79908"/>
                </a:lnTo>
                <a:lnTo>
                  <a:pt x="424855" y="80238"/>
                </a:lnTo>
                <a:lnTo>
                  <a:pt x="428104" y="80238"/>
                </a:lnTo>
                <a:lnTo>
                  <a:pt x="428244" y="80759"/>
                </a:lnTo>
                <a:lnTo>
                  <a:pt x="428104" y="80759"/>
                </a:lnTo>
                <a:lnTo>
                  <a:pt x="427913" y="81470"/>
                </a:lnTo>
                <a:lnTo>
                  <a:pt x="426197" y="80759"/>
                </a:lnTo>
                <a:lnTo>
                  <a:pt x="425310" y="80429"/>
                </a:lnTo>
                <a:lnTo>
                  <a:pt x="424941" y="80238"/>
                </a:lnTo>
                <a:lnTo>
                  <a:pt x="425246" y="80759"/>
                </a:lnTo>
                <a:lnTo>
                  <a:pt x="426808" y="81800"/>
                </a:lnTo>
                <a:lnTo>
                  <a:pt x="429793" y="81800"/>
                </a:lnTo>
                <a:lnTo>
                  <a:pt x="430174" y="80238"/>
                </a:lnTo>
                <a:close/>
              </a:path>
              <a:path w="444207" h="657466">
                <a:moveTo>
                  <a:pt x="424205" y="80238"/>
                </a:moveTo>
                <a:lnTo>
                  <a:pt x="427288" y="84145"/>
                </a:lnTo>
                <a:lnTo>
                  <a:pt x="428104" y="85178"/>
                </a:lnTo>
                <a:lnTo>
                  <a:pt x="426935" y="86220"/>
                </a:lnTo>
                <a:lnTo>
                  <a:pt x="423430" y="89344"/>
                </a:lnTo>
                <a:lnTo>
                  <a:pt x="428879" y="94805"/>
                </a:lnTo>
                <a:lnTo>
                  <a:pt x="429399" y="95326"/>
                </a:lnTo>
                <a:lnTo>
                  <a:pt x="429920" y="95846"/>
                </a:lnTo>
                <a:lnTo>
                  <a:pt x="428208" y="95846"/>
                </a:lnTo>
                <a:lnTo>
                  <a:pt x="428625" y="96634"/>
                </a:lnTo>
                <a:lnTo>
                  <a:pt x="429056" y="97675"/>
                </a:lnTo>
                <a:lnTo>
                  <a:pt x="432285" y="97675"/>
                </a:lnTo>
                <a:lnTo>
                  <a:pt x="432093" y="96634"/>
                </a:lnTo>
                <a:lnTo>
                  <a:pt x="431948" y="95846"/>
                </a:lnTo>
                <a:lnTo>
                  <a:pt x="431852" y="95326"/>
                </a:lnTo>
                <a:lnTo>
                  <a:pt x="431756" y="94805"/>
                </a:lnTo>
                <a:lnTo>
                  <a:pt x="430750" y="89344"/>
                </a:lnTo>
                <a:lnTo>
                  <a:pt x="430174" y="86220"/>
                </a:lnTo>
                <a:lnTo>
                  <a:pt x="429135" y="85178"/>
                </a:lnTo>
                <a:lnTo>
                  <a:pt x="428104" y="84145"/>
                </a:lnTo>
                <a:lnTo>
                  <a:pt x="424726" y="80238"/>
                </a:lnTo>
              </a:path>
              <a:path w="444207" h="657466">
                <a:moveTo>
                  <a:pt x="429056" y="97675"/>
                </a:moveTo>
                <a:lnTo>
                  <a:pt x="429145" y="97890"/>
                </a:lnTo>
                <a:lnTo>
                  <a:pt x="429494" y="98971"/>
                </a:lnTo>
                <a:lnTo>
                  <a:pt x="429220" y="97890"/>
                </a:lnTo>
                <a:lnTo>
                  <a:pt x="429145" y="97675"/>
                </a:lnTo>
              </a:path>
              <a:path w="444207" h="657466">
                <a:moveTo>
                  <a:pt x="429145" y="97675"/>
                </a:moveTo>
                <a:lnTo>
                  <a:pt x="432003" y="98971"/>
                </a:lnTo>
                <a:lnTo>
                  <a:pt x="432524" y="99491"/>
                </a:lnTo>
                <a:lnTo>
                  <a:pt x="433044" y="99491"/>
                </a:lnTo>
                <a:lnTo>
                  <a:pt x="432523" y="98971"/>
                </a:lnTo>
                <a:lnTo>
                  <a:pt x="432285" y="97675"/>
                </a:lnTo>
              </a:path>
              <a:path w="444207" h="657466">
                <a:moveTo>
                  <a:pt x="429145" y="98124"/>
                </a:moveTo>
                <a:lnTo>
                  <a:pt x="428998" y="98971"/>
                </a:lnTo>
                <a:lnTo>
                  <a:pt x="429494" y="98971"/>
                </a:lnTo>
              </a:path>
              <a:path w="444207" h="657466">
                <a:moveTo>
                  <a:pt x="428998" y="98971"/>
                </a:moveTo>
                <a:lnTo>
                  <a:pt x="429145" y="99119"/>
                </a:lnTo>
                <a:lnTo>
                  <a:pt x="429383" y="99358"/>
                </a:lnTo>
                <a:lnTo>
                  <a:pt x="429515" y="99491"/>
                </a:lnTo>
                <a:lnTo>
                  <a:pt x="429653" y="99630"/>
                </a:lnTo>
                <a:lnTo>
                  <a:pt x="429737" y="99822"/>
                </a:lnTo>
                <a:lnTo>
                  <a:pt x="429733" y="99630"/>
                </a:lnTo>
                <a:lnTo>
                  <a:pt x="429653" y="99491"/>
                </a:lnTo>
                <a:lnTo>
                  <a:pt x="429653" y="99358"/>
                </a:lnTo>
                <a:lnTo>
                  <a:pt x="429616" y="99119"/>
                </a:lnTo>
                <a:lnTo>
                  <a:pt x="429593" y="98971"/>
                </a:lnTo>
              </a:path>
              <a:path w="444207" h="657466">
                <a:moveTo>
                  <a:pt x="429898" y="99491"/>
                </a:moveTo>
                <a:lnTo>
                  <a:pt x="429844" y="99822"/>
                </a:lnTo>
                <a:lnTo>
                  <a:pt x="430001" y="99822"/>
                </a:lnTo>
                <a:lnTo>
                  <a:pt x="429898" y="99491"/>
                </a:lnTo>
              </a:path>
              <a:path w="444207" h="657466">
                <a:moveTo>
                  <a:pt x="429737" y="99822"/>
                </a:moveTo>
                <a:lnTo>
                  <a:pt x="429977" y="100373"/>
                </a:lnTo>
                <a:lnTo>
                  <a:pt x="430047" y="100533"/>
                </a:lnTo>
                <a:lnTo>
                  <a:pt x="430240" y="100533"/>
                </a:lnTo>
                <a:lnTo>
                  <a:pt x="430174" y="100373"/>
                </a:lnTo>
                <a:lnTo>
                  <a:pt x="430001" y="99822"/>
                </a:lnTo>
              </a:path>
              <a:path w="444207" h="657466">
                <a:moveTo>
                  <a:pt x="430047" y="100533"/>
                </a:moveTo>
                <a:lnTo>
                  <a:pt x="430047" y="100533"/>
                </a:lnTo>
                <a:lnTo>
                  <a:pt x="430174" y="100533"/>
                </a:lnTo>
              </a:path>
              <a:path w="444207" h="657466">
                <a:moveTo>
                  <a:pt x="430174" y="100533"/>
                </a:moveTo>
                <a:lnTo>
                  <a:pt x="430377" y="100863"/>
                </a:lnTo>
                <a:lnTo>
                  <a:pt x="430641" y="101320"/>
                </a:lnTo>
                <a:lnTo>
                  <a:pt x="430790" y="101320"/>
                </a:lnTo>
                <a:lnTo>
                  <a:pt x="430618" y="100863"/>
                </a:lnTo>
                <a:lnTo>
                  <a:pt x="430495" y="100533"/>
                </a:lnTo>
                <a:lnTo>
                  <a:pt x="430240" y="100533"/>
                </a:lnTo>
              </a:path>
              <a:path w="444207" h="657466">
                <a:moveTo>
                  <a:pt x="430174" y="101180"/>
                </a:moveTo>
                <a:lnTo>
                  <a:pt x="430434" y="101701"/>
                </a:lnTo>
                <a:lnTo>
                  <a:pt x="430536" y="101904"/>
                </a:lnTo>
                <a:lnTo>
                  <a:pt x="430898" y="101904"/>
                </a:lnTo>
                <a:lnTo>
                  <a:pt x="430695" y="101701"/>
                </a:lnTo>
              </a:path>
              <a:path w="444207" h="657466">
                <a:moveTo>
                  <a:pt x="430641" y="101320"/>
                </a:moveTo>
                <a:lnTo>
                  <a:pt x="430695" y="101414"/>
                </a:lnTo>
                <a:lnTo>
                  <a:pt x="430695" y="101320"/>
                </a:lnTo>
              </a:path>
              <a:path w="444207" h="657466">
                <a:moveTo>
                  <a:pt x="430695" y="101320"/>
                </a:moveTo>
                <a:lnTo>
                  <a:pt x="430898" y="101904"/>
                </a:lnTo>
                <a:lnTo>
                  <a:pt x="430790" y="101320"/>
                </a:lnTo>
              </a:path>
              <a:path w="444207" h="657466">
                <a:moveTo>
                  <a:pt x="430536" y="101904"/>
                </a:moveTo>
                <a:lnTo>
                  <a:pt x="430695" y="102222"/>
                </a:lnTo>
                <a:lnTo>
                  <a:pt x="430812" y="102459"/>
                </a:lnTo>
                <a:lnTo>
                  <a:pt x="431250" y="102577"/>
                </a:lnTo>
                <a:lnTo>
                  <a:pt x="431127" y="102222"/>
                </a:lnTo>
                <a:lnTo>
                  <a:pt x="431008" y="101904"/>
                </a:lnTo>
              </a:path>
              <a:path w="444207" h="657466">
                <a:moveTo>
                  <a:pt x="430870" y="102577"/>
                </a:moveTo>
                <a:lnTo>
                  <a:pt x="431021" y="102882"/>
                </a:lnTo>
                <a:lnTo>
                  <a:pt x="431215" y="102882"/>
                </a:lnTo>
                <a:lnTo>
                  <a:pt x="431215" y="102577"/>
                </a:lnTo>
              </a:path>
              <a:path w="444207" h="657466">
                <a:moveTo>
                  <a:pt x="431215" y="102577"/>
                </a:moveTo>
                <a:lnTo>
                  <a:pt x="431215" y="102742"/>
                </a:lnTo>
                <a:lnTo>
                  <a:pt x="431215" y="102882"/>
                </a:lnTo>
                <a:lnTo>
                  <a:pt x="431298" y="102742"/>
                </a:lnTo>
                <a:lnTo>
                  <a:pt x="431250" y="102577"/>
                </a:lnTo>
              </a:path>
              <a:path w="444207" h="657466">
                <a:moveTo>
                  <a:pt x="431021" y="102882"/>
                </a:moveTo>
                <a:lnTo>
                  <a:pt x="431215" y="103276"/>
                </a:lnTo>
                <a:lnTo>
                  <a:pt x="431710" y="103771"/>
                </a:lnTo>
                <a:lnTo>
                  <a:pt x="431505" y="103276"/>
                </a:lnTo>
                <a:lnTo>
                  <a:pt x="431342" y="102882"/>
                </a:lnTo>
              </a:path>
              <a:path w="444207" h="657466">
                <a:moveTo>
                  <a:pt x="428104" y="79717"/>
                </a:moveTo>
                <a:lnTo>
                  <a:pt x="428104" y="78663"/>
                </a:lnTo>
                <a:lnTo>
                  <a:pt x="425640" y="79184"/>
                </a:lnTo>
                <a:lnTo>
                  <a:pt x="424079" y="79184"/>
                </a:lnTo>
                <a:lnTo>
                  <a:pt x="423542" y="79689"/>
                </a:lnTo>
                <a:lnTo>
                  <a:pt x="423684" y="79717"/>
                </a:lnTo>
                <a:lnTo>
                  <a:pt x="428104" y="79717"/>
                </a:lnTo>
                <a:close/>
              </a:path>
              <a:path w="444207" h="657466">
                <a:moveTo>
                  <a:pt x="424079" y="79184"/>
                </a:moveTo>
                <a:lnTo>
                  <a:pt x="425640" y="79184"/>
                </a:lnTo>
                <a:lnTo>
                  <a:pt x="428104" y="78663"/>
                </a:lnTo>
                <a:lnTo>
                  <a:pt x="423564" y="78663"/>
                </a:lnTo>
                <a:lnTo>
                  <a:pt x="423041" y="79184"/>
                </a:lnTo>
                <a:lnTo>
                  <a:pt x="423542" y="79689"/>
                </a:lnTo>
                <a:lnTo>
                  <a:pt x="424079" y="79184"/>
                </a:lnTo>
                <a:close/>
              </a:path>
              <a:path w="444207" h="657466">
                <a:moveTo>
                  <a:pt x="428244" y="80759"/>
                </a:moveTo>
                <a:lnTo>
                  <a:pt x="428104" y="80238"/>
                </a:lnTo>
                <a:lnTo>
                  <a:pt x="426688" y="80238"/>
                </a:lnTo>
                <a:lnTo>
                  <a:pt x="425247" y="80365"/>
                </a:lnTo>
                <a:lnTo>
                  <a:pt x="424941" y="80238"/>
                </a:lnTo>
                <a:lnTo>
                  <a:pt x="425310" y="80429"/>
                </a:lnTo>
                <a:lnTo>
                  <a:pt x="426197" y="80759"/>
                </a:lnTo>
                <a:lnTo>
                  <a:pt x="428244" y="80759"/>
                </a:lnTo>
                <a:close/>
              </a:path>
              <a:path w="444207" h="657466">
                <a:moveTo>
                  <a:pt x="426688" y="80238"/>
                </a:moveTo>
                <a:lnTo>
                  <a:pt x="424941" y="80238"/>
                </a:lnTo>
                <a:lnTo>
                  <a:pt x="425247" y="80365"/>
                </a:lnTo>
                <a:lnTo>
                  <a:pt x="426688" y="80238"/>
                </a:lnTo>
                <a:close/>
              </a:path>
              <a:path w="444207" h="657466">
                <a:moveTo>
                  <a:pt x="426681" y="620509"/>
                </a:moveTo>
                <a:lnTo>
                  <a:pt x="426872" y="619798"/>
                </a:lnTo>
                <a:lnTo>
                  <a:pt x="427025" y="619429"/>
                </a:lnTo>
                <a:lnTo>
                  <a:pt x="427062" y="617123"/>
                </a:lnTo>
                <a:lnTo>
                  <a:pt x="424420" y="620509"/>
                </a:lnTo>
                <a:lnTo>
                  <a:pt x="426681" y="620509"/>
                </a:lnTo>
                <a:close/>
              </a:path>
              <a:path w="444207" h="657466">
                <a:moveTo>
                  <a:pt x="424205" y="608545"/>
                </a:moveTo>
                <a:lnTo>
                  <a:pt x="429399" y="603338"/>
                </a:lnTo>
                <a:lnTo>
                  <a:pt x="430377" y="596760"/>
                </a:lnTo>
                <a:lnTo>
                  <a:pt x="430168" y="596964"/>
                </a:lnTo>
                <a:lnTo>
                  <a:pt x="429844" y="597281"/>
                </a:lnTo>
                <a:lnTo>
                  <a:pt x="429659" y="596443"/>
                </a:lnTo>
                <a:lnTo>
                  <a:pt x="429145" y="596442"/>
                </a:lnTo>
                <a:lnTo>
                  <a:pt x="429145" y="596960"/>
                </a:lnTo>
                <a:lnTo>
                  <a:pt x="429653" y="596455"/>
                </a:lnTo>
                <a:lnTo>
                  <a:pt x="429653" y="598398"/>
                </a:lnTo>
                <a:lnTo>
                  <a:pt x="428625" y="601002"/>
                </a:lnTo>
                <a:lnTo>
                  <a:pt x="427583" y="602564"/>
                </a:lnTo>
                <a:lnTo>
                  <a:pt x="427583" y="602345"/>
                </a:lnTo>
                <a:lnTo>
                  <a:pt x="428624" y="599824"/>
                </a:lnTo>
                <a:lnTo>
                  <a:pt x="428624" y="599554"/>
                </a:lnTo>
                <a:lnTo>
                  <a:pt x="427583" y="600595"/>
                </a:lnTo>
                <a:lnTo>
                  <a:pt x="427062" y="601116"/>
                </a:lnTo>
                <a:lnTo>
                  <a:pt x="426542" y="601637"/>
                </a:lnTo>
                <a:lnTo>
                  <a:pt x="426542" y="602157"/>
                </a:lnTo>
                <a:lnTo>
                  <a:pt x="427062" y="601637"/>
                </a:lnTo>
                <a:lnTo>
                  <a:pt x="427583" y="601116"/>
                </a:lnTo>
                <a:lnTo>
                  <a:pt x="427774" y="600925"/>
                </a:lnTo>
                <a:lnTo>
                  <a:pt x="428294" y="600405"/>
                </a:lnTo>
                <a:lnTo>
                  <a:pt x="427583" y="602121"/>
                </a:lnTo>
                <a:lnTo>
                  <a:pt x="427173" y="603338"/>
                </a:lnTo>
                <a:lnTo>
                  <a:pt x="426685" y="603338"/>
                </a:lnTo>
                <a:lnTo>
                  <a:pt x="426647" y="604380"/>
                </a:lnTo>
                <a:lnTo>
                  <a:pt x="427062" y="603605"/>
                </a:lnTo>
                <a:lnTo>
                  <a:pt x="428358" y="604380"/>
                </a:lnTo>
                <a:lnTo>
                  <a:pt x="424203" y="608545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493619" y="2889529"/>
            <a:ext cx="473824" cy="5444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493621" y="2889528"/>
            <a:ext cx="473819" cy="544441"/>
          </a:xfrm>
          <a:custGeom>
            <a:avLst/>
            <a:gdLst/>
            <a:ahLst/>
            <a:cxnLst/>
            <a:rect l="l" t="t" r="r" b="b"/>
            <a:pathLst>
              <a:path w="473819" h="544441">
                <a:moveTo>
                  <a:pt x="383415" y="507488"/>
                </a:moveTo>
                <a:lnTo>
                  <a:pt x="178715" y="544441"/>
                </a:lnTo>
                <a:lnTo>
                  <a:pt x="93512" y="515814"/>
                </a:lnTo>
                <a:lnTo>
                  <a:pt x="93512" y="503852"/>
                </a:lnTo>
                <a:lnTo>
                  <a:pt x="161573" y="490836"/>
                </a:lnTo>
                <a:lnTo>
                  <a:pt x="161573" y="464294"/>
                </a:lnTo>
                <a:lnTo>
                  <a:pt x="18182" y="489793"/>
                </a:lnTo>
                <a:lnTo>
                  <a:pt x="0" y="482510"/>
                </a:lnTo>
                <a:lnTo>
                  <a:pt x="0" y="80680"/>
                </a:lnTo>
                <a:lnTo>
                  <a:pt x="455117" y="0"/>
                </a:lnTo>
                <a:lnTo>
                  <a:pt x="473819" y="7283"/>
                </a:lnTo>
                <a:lnTo>
                  <a:pt x="473819" y="408070"/>
                </a:lnTo>
                <a:lnTo>
                  <a:pt x="280551" y="442951"/>
                </a:lnTo>
                <a:lnTo>
                  <a:pt x="280551" y="469493"/>
                </a:lnTo>
                <a:lnTo>
                  <a:pt x="297173" y="465845"/>
                </a:lnTo>
                <a:lnTo>
                  <a:pt x="383415" y="496556"/>
                </a:lnTo>
                <a:lnTo>
                  <a:pt x="383415" y="507488"/>
                </a:lnTo>
                <a:close/>
              </a:path>
            </a:pathLst>
          </a:custGeom>
          <a:ln w="519">
            <a:solidFill>
              <a:srgbClr val="7F7F7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586101" y="3390252"/>
            <a:ext cx="85204" cy="44754"/>
          </a:xfrm>
          <a:custGeom>
            <a:avLst/>
            <a:gdLst/>
            <a:ahLst/>
            <a:cxnLst/>
            <a:rect l="l" t="t" r="r" b="b"/>
            <a:pathLst>
              <a:path w="85204" h="44754">
                <a:moveTo>
                  <a:pt x="85204" y="44754"/>
                </a:moveTo>
                <a:lnTo>
                  <a:pt x="85204" y="32270"/>
                </a:lnTo>
                <a:lnTo>
                  <a:pt x="0" y="0"/>
                </a:lnTo>
                <a:lnTo>
                  <a:pt x="0" y="13004"/>
                </a:lnTo>
                <a:lnTo>
                  <a:pt x="85204" y="44754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672334" y="3386086"/>
            <a:ext cx="203149" cy="46837"/>
          </a:xfrm>
          <a:custGeom>
            <a:avLst/>
            <a:gdLst/>
            <a:ahLst/>
            <a:cxnLst/>
            <a:rect l="l" t="t" r="r" b="b"/>
            <a:pathLst>
              <a:path w="203149" h="46837">
                <a:moveTo>
                  <a:pt x="203149" y="9372"/>
                </a:moveTo>
                <a:lnTo>
                  <a:pt x="203149" y="0"/>
                </a:lnTo>
                <a:lnTo>
                  <a:pt x="0" y="36436"/>
                </a:lnTo>
                <a:lnTo>
                  <a:pt x="0" y="46837"/>
                </a:lnTo>
                <a:lnTo>
                  <a:pt x="203149" y="9372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654681" y="3342360"/>
            <a:ext cx="24930" cy="51015"/>
          </a:xfrm>
          <a:custGeom>
            <a:avLst/>
            <a:gdLst/>
            <a:ahLst/>
            <a:cxnLst/>
            <a:rect l="l" t="t" r="r" b="b"/>
            <a:pathLst>
              <a:path w="24930" h="51015">
                <a:moveTo>
                  <a:pt x="24930" y="51015"/>
                </a:moveTo>
                <a:lnTo>
                  <a:pt x="24930" y="6248"/>
                </a:lnTo>
                <a:lnTo>
                  <a:pt x="0" y="0"/>
                </a:lnTo>
                <a:lnTo>
                  <a:pt x="0" y="44246"/>
                </a:lnTo>
                <a:lnTo>
                  <a:pt x="24930" y="51015"/>
                </a:lnTo>
                <a:close/>
              </a:path>
            </a:pathLst>
          </a:custGeom>
          <a:solidFill>
            <a:srgbClr val="8EA3B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493619" y="2970733"/>
            <a:ext cx="24930" cy="407543"/>
          </a:xfrm>
          <a:custGeom>
            <a:avLst/>
            <a:gdLst/>
            <a:ahLst/>
            <a:cxnLst/>
            <a:rect l="l" t="t" r="r" b="b"/>
            <a:pathLst>
              <a:path w="24930" h="407543">
                <a:moveTo>
                  <a:pt x="24930" y="407543"/>
                </a:moveTo>
                <a:lnTo>
                  <a:pt x="24930" y="9880"/>
                </a:lnTo>
                <a:lnTo>
                  <a:pt x="0" y="0"/>
                </a:lnTo>
                <a:lnTo>
                  <a:pt x="0" y="397649"/>
                </a:lnTo>
                <a:lnTo>
                  <a:pt x="24930" y="407543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512326" y="2899943"/>
            <a:ext cx="456158" cy="476770"/>
          </a:xfrm>
          <a:custGeom>
            <a:avLst/>
            <a:gdLst/>
            <a:ahLst/>
            <a:cxnLst/>
            <a:rect l="l" t="t" r="r" b="b"/>
            <a:pathLst>
              <a:path w="456158" h="476770">
                <a:moveTo>
                  <a:pt x="456158" y="395579"/>
                </a:moveTo>
                <a:lnTo>
                  <a:pt x="456158" y="0"/>
                </a:lnTo>
                <a:lnTo>
                  <a:pt x="0" y="80670"/>
                </a:lnTo>
                <a:lnTo>
                  <a:pt x="0" y="476770"/>
                </a:lnTo>
                <a:lnTo>
                  <a:pt x="456158" y="395579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509469" y="2896526"/>
            <a:ext cx="461860" cy="483603"/>
          </a:xfrm>
          <a:custGeom>
            <a:avLst/>
            <a:gdLst/>
            <a:ahLst/>
            <a:cxnLst/>
            <a:rect l="l" t="t" r="r" b="b"/>
            <a:pathLst>
              <a:path w="461860" h="483603">
                <a:moveTo>
                  <a:pt x="2349" y="477367"/>
                </a:moveTo>
                <a:lnTo>
                  <a:pt x="3352" y="86906"/>
                </a:lnTo>
                <a:lnTo>
                  <a:pt x="5715" y="84086"/>
                </a:lnTo>
                <a:lnTo>
                  <a:pt x="456145" y="3416"/>
                </a:lnTo>
                <a:lnTo>
                  <a:pt x="461860" y="0"/>
                </a:lnTo>
                <a:lnTo>
                  <a:pt x="0" y="81686"/>
                </a:lnTo>
                <a:lnTo>
                  <a:pt x="2349" y="477367"/>
                </a:lnTo>
                <a:close/>
              </a:path>
              <a:path w="461860" h="483603">
                <a:moveTo>
                  <a:pt x="461860" y="401396"/>
                </a:moveTo>
                <a:lnTo>
                  <a:pt x="461860" y="0"/>
                </a:lnTo>
                <a:lnTo>
                  <a:pt x="456145" y="3416"/>
                </a:lnTo>
                <a:lnTo>
                  <a:pt x="5715" y="84086"/>
                </a:lnTo>
                <a:lnTo>
                  <a:pt x="3352" y="86906"/>
                </a:lnTo>
                <a:lnTo>
                  <a:pt x="2349" y="477367"/>
                </a:lnTo>
                <a:lnTo>
                  <a:pt x="0" y="81686"/>
                </a:lnTo>
                <a:lnTo>
                  <a:pt x="0" y="483603"/>
                </a:lnTo>
                <a:lnTo>
                  <a:pt x="461860" y="401396"/>
                </a:lnTo>
                <a:lnTo>
                  <a:pt x="5715" y="480187"/>
                </a:lnTo>
                <a:lnTo>
                  <a:pt x="5715" y="86488"/>
                </a:lnTo>
                <a:lnTo>
                  <a:pt x="456145" y="6830"/>
                </a:lnTo>
                <a:lnTo>
                  <a:pt x="459511" y="6235"/>
                </a:lnTo>
                <a:lnTo>
                  <a:pt x="458508" y="396176"/>
                </a:lnTo>
                <a:lnTo>
                  <a:pt x="456145" y="398995"/>
                </a:lnTo>
                <a:lnTo>
                  <a:pt x="461860" y="401396"/>
                </a:lnTo>
                <a:close/>
              </a:path>
              <a:path w="461860" h="483603">
                <a:moveTo>
                  <a:pt x="459511" y="6235"/>
                </a:moveTo>
                <a:lnTo>
                  <a:pt x="456145" y="6830"/>
                </a:lnTo>
                <a:lnTo>
                  <a:pt x="456145" y="396596"/>
                </a:lnTo>
                <a:lnTo>
                  <a:pt x="5714" y="476768"/>
                </a:lnTo>
                <a:lnTo>
                  <a:pt x="5715" y="480187"/>
                </a:lnTo>
                <a:lnTo>
                  <a:pt x="461860" y="401396"/>
                </a:lnTo>
                <a:lnTo>
                  <a:pt x="456145" y="398995"/>
                </a:lnTo>
                <a:lnTo>
                  <a:pt x="458508" y="396176"/>
                </a:lnTo>
                <a:lnTo>
                  <a:pt x="459511" y="623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558046" y="2944698"/>
            <a:ext cx="373024" cy="384124"/>
          </a:xfrm>
          <a:custGeom>
            <a:avLst/>
            <a:gdLst/>
            <a:ahLst/>
            <a:cxnLst/>
            <a:rect l="l" t="t" r="r" b="b"/>
            <a:pathLst>
              <a:path w="373024" h="384124">
                <a:moveTo>
                  <a:pt x="373024" y="317512"/>
                </a:moveTo>
                <a:lnTo>
                  <a:pt x="373024" y="0"/>
                </a:lnTo>
                <a:lnTo>
                  <a:pt x="0" y="66103"/>
                </a:lnTo>
                <a:lnTo>
                  <a:pt x="0" y="384124"/>
                </a:lnTo>
                <a:lnTo>
                  <a:pt x="373024" y="317512"/>
                </a:lnTo>
                <a:close/>
              </a:path>
            </a:pathLst>
          </a:custGeom>
          <a:solidFill>
            <a:srgbClr val="1B3D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741955" y="3308006"/>
            <a:ext cx="24942" cy="24993"/>
          </a:xfrm>
          <a:custGeom>
            <a:avLst/>
            <a:gdLst/>
            <a:ahLst/>
            <a:cxnLst/>
            <a:rect l="l" t="t" r="r" b="b"/>
            <a:pathLst>
              <a:path w="24942" h="24993">
                <a:moveTo>
                  <a:pt x="0" y="14579"/>
                </a:moveTo>
                <a:lnTo>
                  <a:pt x="1041" y="18745"/>
                </a:lnTo>
                <a:lnTo>
                  <a:pt x="3644" y="22390"/>
                </a:lnTo>
                <a:lnTo>
                  <a:pt x="7277" y="24993"/>
                </a:lnTo>
                <a:lnTo>
                  <a:pt x="12471" y="24993"/>
                </a:lnTo>
                <a:lnTo>
                  <a:pt x="17145" y="22390"/>
                </a:lnTo>
                <a:lnTo>
                  <a:pt x="20789" y="19786"/>
                </a:lnTo>
                <a:lnTo>
                  <a:pt x="24942" y="16141"/>
                </a:lnTo>
                <a:lnTo>
                  <a:pt x="24942" y="6248"/>
                </a:lnTo>
                <a:lnTo>
                  <a:pt x="20789" y="2082"/>
                </a:lnTo>
                <a:lnTo>
                  <a:pt x="17145" y="0"/>
                </a:lnTo>
                <a:lnTo>
                  <a:pt x="12471" y="0"/>
                </a:lnTo>
                <a:lnTo>
                  <a:pt x="7277" y="2082"/>
                </a:lnTo>
                <a:lnTo>
                  <a:pt x="3644" y="6248"/>
                </a:lnTo>
                <a:lnTo>
                  <a:pt x="1041" y="9893"/>
                </a:lnTo>
                <a:lnTo>
                  <a:pt x="0" y="14579"/>
                </a:lnTo>
                <a:close/>
              </a:path>
            </a:pathLst>
          </a:custGeom>
          <a:solidFill>
            <a:srgbClr val="65656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675458" y="3329876"/>
            <a:ext cx="96634" cy="63500"/>
          </a:xfrm>
          <a:custGeom>
            <a:avLst/>
            <a:gdLst/>
            <a:ahLst/>
            <a:cxnLst/>
            <a:rect l="l" t="t" r="r" b="b"/>
            <a:pathLst>
              <a:path w="96634" h="63500">
                <a:moveTo>
                  <a:pt x="96634" y="45796"/>
                </a:moveTo>
                <a:lnTo>
                  <a:pt x="96634" y="0"/>
                </a:lnTo>
                <a:lnTo>
                  <a:pt x="0" y="18211"/>
                </a:lnTo>
                <a:lnTo>
                  <a:pt x="0" y="63500"/>
                </a:lnTo>
                <a:lnTo>
                  <a:pt x="96634" y="45796"/>
                </a:lnTo>
                <a:close/>
              </a:path>
            </a:pathLst>
          </a:custGeom>
          <a:solidFill>
            <a:srgbClr val="E8ECF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487638" y="2883344"/>
            <a:ext cx="485775" cy="556793"/>
          </a:xfrm>
          <a:custGeom>
            <a:avLst/>
            <a:gdLst/>
            <a:ahLst/>
            <a:cxnLst/>
            <a:rect l="l" t="t" r="r" b="b"/>
            <a:pathLst>
              <a:path w="485775" h="556793">
                <a:moveTo>
                  <a:pt x="302812" y="478262"/>
                </a:moveTo>
                <a:lnTo>
                  <a:pt x="293547" y="475678"/>
                </a:lnTo>
                <a:lnTo>
                  <a:pt x="286219" y="469849"/>
                </a:lnTo>
                <a:lnTo>
                  <a:pt x="281597" y="444131"/>
                </a:lnTo>
                <a:lnTo>
                  <a:pt x="281597" y="483222"/>
                </a:lnTo>
                <a:lnTo>
                  <a:pt x="302812" y="478262"/>
                </a:lnTo>
                <a:close/>
              </a:path>
              <a:path w="485775" h="556793">
                <a:moveTo>
                  <a:pt x="395376" y="498513"/>
                </a:moveTo>
                <a:lnTo>
                  <a:pt x="303504" y="465810"/>
                </a:lnTo>
                <a:lnTo>
                  <a:pt x="293547" y="468137"/>
                </a:lnTo>
                <a:lnTo>
                  <a:pt x="301155" y="477672"/>
                </a:lnTo>
                <a:lnTo>
                  <a:pt x="304520" y="477862"/>
                </a:lnTo>
                <a:lnTo>
                  <a:pt x="383425" y="502742"/>
                </a:lnTo>
                <a:lnTo>
                  <a:pt x="387133" y="508002"/>
                </a:lnTo>
                <a:lnTo>
                  <a:pt x="388340" y="507784"/>
                </a:lnTo>
                <a:lnTo>
                  <a:pt x="395376" y="518668"/>
                </a:lnTo>
                <a:lnTo>
                  <a:pt x="395376" y="498513"/>
                </a:lnTo>
                <a:close/>
              </a:path>
              <a:path w="485775" h="556793">
                <a:moveTo>
                  <a:pt x="105473" y="521995"/>
                </a:moveTo>
                <a:lnTo>
                  <a:pt x="101396" y="516331"/>
                </a:lnTo>
                <a:lnTo>
                  <a:pt x="100660" y="515899"/>
                </a:lnTo>
                <a:lnTo>
                  <a:pt x="93522" y="505117"/>
                </a:lnTo>
                <a:lnTo>
                  <a:pt x="93522" y="526313"/>
                </a:lnTo>
                <a:lnTo>
                  <a:pt x="105473" y="521995"/>
                </a:lnTo>
                <a:close/>
              </a:path>
              <a:path w="485775" h="556793">
                <a:moveTo>
                  <a:pt x="293547" y="454136"/>
                </a:moveTo>
                <a:lnTo>
                  <a:pt x="485775" y="419252"/>
                </a:lnTo>
                <a:lnTo>
                  <a:pt x="473824" y="414261"/>
                </a:lnTo>
                <a:lnTo>
                  <a:pt x="293547" y="449135"/>
                </a:lnTo>
                <a:lnTo>
                  <a:pt x="288632" y="455028"/>
                </a:lnTo>
                <a:lnTo>
                  <a:pt x="293547" y="468137"/>
                </a:lnTo>
                <a:lnTo>
                  <a:pt x="293547" y="454136"/>
                </a:lnTo>
                <a:close/>
              </a:path>
              <a:path w="485775" h="556793">
                <a:moveTo>
                  <a:pt x="478739" y="408368"/>
                </a:moveTo>
                <a:lnTo>
                  <a:pt x="485775" y="9372"/>
                </a:lnTo>
                <a:lnTo>
                  <a:pt x="462140" y="12077"/>
                </a:lnTo>
                <a:lnTo>
                  <a:pt x="473824" y="13474"/>
                </a:lnTo>
                <a:lnTo>
                  <a:pt x="477634" y="19050"/>
                </a:lnTo>
                <a:lnTo>
                  <a:pt x="473824" y="17565"/>
                </a:lnTo>
                <a:lnTo>
                  <a:pt x="473824" y="409260"/>
                </a:lnTo>
                <a:lnTo>
                  <a:pt x="478739" y="408368"/>
                </a:lnTo>
                <a:close/>
              </a:path>
              <a:path w="485775" h="556793">
                <a:moveTo>
                  <a:pt x="11950" y="482948"/>
                </a:moveTo>
                <a:lnTo>
                  <a:pt x="11950" y="91874"/>
                </a:lnTo>
                <a:lnTo>
                  <a:pt x="7023" y="92748"/>
                </a:lnTo>
                <a:lnTo>
                  <a:pt x="11950" y="86868"/>
                </a:lnTo>
                <a:lnTo>
                  <a:pt x="458927" y="11760"/>
                </a:lnTo>
                <a:lnTo>
                  <a:pt x="460491" y="12369"/>
                </a:lnTo>
                <a:lnTo>
                  <a:pt x="473824" y="17565"/>
                </a:lnTo>
                <a:lnTo>
                  <a:pt x="477634" y="19050"/>
                </a:lnTo>
                <a:lnTo>
                  <a:pt x="473824" y="13474"/>
                </a:lnTo>
                <a:lnTo>
                  <a:pt x="462140" y="12077"/>
                </a:lnTo>
                <a:lnTo>
                  <a:pt x="485775" y="9372"/>
                </a:lnTo>
                <a:lnTo>
                  <a:pt x="461708" y="0"/>
                </a:lnTo>
                <a:lnTo>
                  <a:pt x="266" y="81791"/>
                </a:lnTo>
                <a:lnTo>
                  <a:pt x="266" y="94066"/>
                </a:lnTo>
                <a:lnTo>
                  <a:pt x="8712" y="481279"/>
                </a:lnTo>
                <a:lnTo>
                  <a:pt x="11950" y="486600"/>
                </a:lnTo>
                <a:lnTo>
                  <a:pt x="11950" y="482948"/>
                </a:lnTo>
                <a:close/>
              </a:path>
              <a:path w="485775" h="556793">
                <a:moveTo>
                  <a:pt x="11950" y="91874"/>
                </a:moveTo>
                <a:lnTo>
                  <a:pt x="460491" y="12369"/>
                </a:lnTo>
                <a:lnTo>
                  <a:pt x="458927" y="11760"/>
                </a:lnTo>
                <a:lnTo>
                  <a:pt x="11950" y="86868"/>
                </a:lnTo>
                <a:lnTo>
                  <a:pt x="7023" y="92748"/>
                </a:lnTo>
                <a:lnTo>
                  <a:pt x="11950" y="91874"/>
                </a:lnTo>
                <a:close/>
              </a:path>
              <a:path w="485775" h="556793">
                <a:moveTo>
                  <a:pt x="170929" y="501929"/>
                </a:moveTo>
                <a:lnTo>
                  <a:pt x="158978" y="497014"/>
                </a:lnTo>
                <a:lnTo>
                  <a:pt x="163791" y="491147"/>
                </a:lnTo>
                <a:lnTo>
                  <a:pt x="166001" y="476885"/>
                </a:lnTo>
                <a:lnTo>
                  <a:pt x="170929" y="463854"/>
                </a:lnTo>
                <a:lnTo>
                  <a:pt x="25107" y="489728"/>
                </a:lnTo>
                <a:lnTo>
                  <a:pt x="11950" y="482948"/>
                </a:lnTo>
                <a:lnTo>
                  <a:pt x="11950" y="486600"/>
                </a:lnTo>
                <a:lnTo>
                  <a:pt x="8712" y="481279"/>
                </a:lnTo>
                <a:lnTo>
                  <a:pt x="266" y="94066"/>
                </a:lnTo>
                <a:lnTo>
                  <a:pt x="266" y="490395"/>
                </a:lnTo>
                <a:lnTo>
                  <a:pt x="23215" y="502221"/>
                </a:lnTo>
                <a:lnTo>
                  <a:pt x="23126" y="490080"/>
                </a:lnTo>
                <a:lnTo>
                  <a:pt x="26898" y="490651"/>
                </a:lnTo>
                <a:lnTo>
                  <a:pt x="158978" y="470992"/>
                </a:lnTo>
                <a:lnTo>
                  <a:pt x="158978" y="492104"/>
                </a:lnTo>
                <a:lnTo>
                  <a:pt x="105473" y="510032"/>
                </a:lnTo>
                <a:lnTo>
                  <a:pt x="105473" y="514942"/>
                </a:lnTo>
                <a:lnTo>
                  <a:pt x="170929" y="501929"/>
                </a:lnTo>
                <a:close/>
              </a:path>
              <a:path w="485775" h="556793">
                <a:moveTo>
                  <a:pt x="395376" y="518668"/>
                </a:moveTo>
                <a:lnTo>
                  <a:pt x="388340" y="507784"/>
                </a:lnTo>
                <a:lnTo>
                  <a:pt x="387133" y="508002"/>
                </a:lnTo>
                <a:lnTo>
                  <a:pt x="383425" y="502742"/>
                </a:lnTo>
                <a:lnTo>
                  <a:pt x="304520" y="477862"/>
                </a:lnTo>
                <a:lnTo>
                  <a:pt x="301155" y="477672"/>
                </a:lnTo>
                <a:lnTo>
                  <a:pt x="293547" y="468137"/>
                </a:lnTo>
                <a:lnTo>
                  <a:pt x="288632" y="455028"/>
                </a:lnTo>
                <a:lnTo>
                  <a:pt x="293547" y="449135"/>
                </a:lnTo>
                <a:lnTo>
                  <a:pt x="473824" y="414261"/>
                </a:lnTo>
                <a:lnTo>
                  <a:pt x="485775" y="419252"/>
                </a:lnTo>
                <a:lnTo>
                  <a:pt x="485775" y="9372"/>
                </a:lnTo>
                <a:lnTo>
                  <a:pt x="478739" y="408368"/>
                </a:lnTo>
                <a:lnTo>
                  <a:pt x="473824" y="409260"/>
                </a:lnTo>
                <a:lnTo>
                  <a:pt x="281597" y="444131"/>
                </a:lnTo>
                <a:lnTo>
                  <a:pt x="286219" y="469849"/>
                </a:lnTo>
                <a:lnTo>
                  <a:pt x="293547" y="475678"/>
                </a:lnTo>
                <a:lnTo>
                  <a:pt x="302812" y="478262"/>
                </a:lnTo>
                <a:lnTo>
                  <a:pt x="383425" y="506965"/>
                </a:lnTo>
                <a:lnTo>
                  <a:pt x="386604" y="508097"/>
                </a:lnTo>
                <a:lnTo>
                  <a:pt x="387400" y="508381"/>
                </a:lnTo>
                <a:lnTo>
                  <a:pt x="383425" y="513676"/>
                </a:lnTo>
                <a:lnTo>
                  <a:pt x="186601" y="544957"/>
                </a:lnTo>
                <a:lnTo>
                  <a:pt x="183642" y="544741"/>
                </a:lnTo>
                <a:lnTo>
                  <a:pt x="185148" y="544469"/>
                </a:lnTo>
                <a:lnTo>
                  <a:pt x="105473" y="517700"/>
                </a:lnTo>
                <a:lnTo>
                  <a:pt x="105473" y="510032"/>
                </a:lnTo>
                <a:lnTo>
                  <a:pt x="158978" y="492104"/>
                </a:lnTo>
                <a:lnTo>
                  <a:pt x="93522" y="505117"/>
                </a:lnTo>
                <a:lnTo>
                  <a:pt x="100660" y="515899"/>
                </a:lnTo>
                <a:lnTo>
                  <a:pt x="101396" y="516331"/>
                </a:lnTo>
                <a:lnTo>
                  <a:pt x="105473" y="521995"/>
                </a:lnTo>
                <a:lnTo>
                  <a:pt x="93522" y="526313"/>
                </a:lnTo>
                <a:lnTo>
                  <a:pt x="184251" y="556793"/>
                </a:lnTo>
                <a:lnTo>
                  <a:pt x="395376" y="518668"/>
                </a:lnTo>
                <a:close/>
              </a:path>
              <a:path w="485775" h="556793">
                <a:moveTo>
                  <a:pt x="170929" y="463854"/>
                </a:moveTo>
                <a:lnTo>
                  <a:pt x="166001" y="476885"/>
                </a:lnTo>
                <a:lnTo>
                  <a:pt x="163791" y="491147"/>
                </a:lnTo>
                <a:lnTo>
                  <a:pt x="158978" y="497014"/>
                </a:lnTo>
                <a:lnTo>
                  <a:pt x="170929" y="501929"/>
                </a:lnTo>
                <a:lnTo>
                  <a:pt x="170929" y="463854"/>
                </a:lnTo>
                <a:close/>
              </a:path>
              <a:path w="485775" h="556793">
                <a:moveTo>
                  <a:pt x="158978" y="478131"/>
                </a:moveTo>
                <a:lnTo>
                  <a:pt x="158978" y="470992"/>
                </a:lnTo>
                <a:lnTo>
                  <a:pt x="26898" y="490651"/>
                </a:lnTo>
                <a:lnTo>
                  <a:pt x="23126" y="490080"/>
                </a:lnTo>
                <a:lnTo>
                  <a:pt x="23215" y="502221"/>
                </a:lnTo>
                <a:lnTo>
                  <a:pt x="158978" y="478131"/>
                </a:lnTo>
                <a:close/>
              </a:path>
              <a:path w="485775" h="556793">
                <a:moveTo>
                  <a:pt x="383425" y="513676"/>
                </a:moveTo>
                <a:lnTo>
                  <a:pt x="387400" y="508381"/>
                </a:lnTo>
                <a:lnTo>
                  <a:pt x="386604" y="508097"/>
                </a:lnTo>
                <a:lnTo>
                  <a:pt x="383425" y="506965"/>
                </a:lnTo>
                <a:lnTo>
                  <a:pt x="383425" y="508671"/>
                </a:lnTo>
                <a:lnTo>
                  <a:pt x="185148" y="544469"/>
                </a:lnTo>
                <a:lnTo>
                  <a:pt x="183642" y="544741"/>
                </a:lnTo>
                <a:lnTo>
                  <a:pt x="186601" y="544957"/>
                </a:lnTo>
                <a:lnTo>
                  <a:pt x="383425" y="513676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562199" y="2957194"/>
            <a:ext cx="359524" cy="3674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622067" y="3521963"/>
            <a:ext cx="492544" cy="81584"/>
          </a:xfrm>
          <a:custGeom>
            <a:avLst/>
            <a:gdLst/>
            <a:ahLst/>
            <a:cxnLst/>
            <a:rect l="l" t="t" r="r" b="b"/>
            <a:pathLst>
              <a:path w="492544" h="81584">
                <a:moveTo>
                  <a:pt x="411708" y="40716"/>
                </a:moveTo>
                <a:lnTo>
                  <a:pt x="430720" y="52031"/>
                </a:lnTo>
                <a:lnTo>
                  <a:pt x="435013" y="64503"/>
                </a:lnTo>
                <a:lnTo>
                  <a:pt x="451446" y="64503"/>
                </a:lnTo>
                <a:lnTo>
                  <a:pt x="428663" y="2781"/>
                </a:lnTo>
                <a:lnTo>
                  <a:pt x="410349" y="2781"/>
                </a:lnTo>
                <a:lnTo>
                  <a:pt x="387553" y="64503"/>
                </a:lnTo>
                <a:lnTo>
                  <a:pt x="403593" y="64503"/>
                </a:lnTo>
                <a:lnTo>
                  <a:pt x="407898" y="52031"/>
                </a:lnTo>
                <a:lnTo>
                  <a:pt x="430720" y="52031"/>
                </a:lnTo>
                <a:lnTo>
                  <a:pt x="411708" y="40716"/>
                </a:lnTo>
                <a:lnTo>
                  <a:pt x="419303" y="18592"/>
                </a:lnTo>
                <a:lnTo>
                  <a:pt x="426897" y="40716"/>
                </a:lnTo>
                <a:lnTo>
                  <a:pt x="411708" y="40716"/>
                </a:lnTo>
                <a:close/>
              </a:path>
              <a:path w="492544" h="81584">
                <a:moveTo>
                  <a:pt x="476923" y="81584"/>
                </a:moveTo>
                <a:lnTo>
                  <a:pt x="482219" y="75374"/>
                </a:lnTo>
                <a:lnTo>
                  <a:pt x="486168" y="68973"/>
                </a:lnTo>
                <a:lnTo>
                  <a:pt x="488721" y="62395"/>
                </a:lnTo>
                <a:lnTo>
                  <a:pt x="491274" y="55816"/>
                </a:lnTo>
                <a:lnTo>
                  <a:pt x="492544" y="48615"/>
                </a:lnTo>
                <a:lnTo>
                  <a:pt x="492544" y="32969"/>
                </a:lnTo>
                <a:lnTo>
                  <a:pt x="491274" y="25781"/>
                </a:lnTo>
                <a:lnTo>
                  <a:pt x="488721" y="19202"/>
                </a:lnTo>
                <a:lnTo>
                  <a:pt x="486168" y="12623"/>
                </a:lnTo>
                <a:lnTo>
                  <a:pt x="482219" y="6223"/>
                </a:lnTo>
                <a:lnTo>
                  <a:pt x="476923" y="0"/>
                </a:lnTo>
                <a:lnTo>
                  <a:pt x="461302" y="0"/>
                </a:lnTo>
                <a:lnTo>
                  <a:pt x="461302" y="1206"/>
                </a:lnTo>
                <a:lnTo>
                  <a:pt x="463537" y="3225"/>
                </a:lnTo>
                <a:lnTo>
                  <a:pt x="465670" y="5511"/>
                </a:lnTo>
                <a:lnTo>
                  <a:pt x="467715" y="8064"/>
                </a:lnTo>
                <a:lnTo>
                  <a:pt x="469747" y="10629"/>
                </a:lnTo>
                <a:lnTo>
                  <a:pt x="471627" y="13614"/>
                </a:lnTo>
                <a:lnTo>
                  <a:pt x="473367" y="17043"/>
                </a:lnTo>
                <a:lnTo>
                  <a:pt x="475030" y="20332"/>
                </a:lnTo>
                <a:lnTo>
                  <a:pt x="476364" y="23977"/>
                </a:lnTo>
                <a:lnTo>
                  <a:pt x="477393" y="27990"/>
                </a:lnTo>
                <a:lnTo>
                  <a:pt x="478434" y="31991"/>
                </a:lnTo>
                <a:lnTo>
                  <a:pt x="478955" y="36258"/>
                </a:lnTo>
                <a:lnTo>
                  <a:pt x="478955" y="45516"/>
                </a:lnTo>
                <a:lnTo>
                  <a:pt x="478459" y="49809"/>
                </a:lnTo>
                <a:lnTo>
                  <a:pt x="477443" y="53644"/>
                </a:lnTo>
                <a:lnTo>
                  <a:pt x="476440" y="57492"/>
                </a:lnTo>
                <a:lnTo>
                  <a:pt x="475081" y="61125"/>
                </a:lnTo>
                <a:lnTo>
                  <a:pt x="473367" y="64554"/>
                </a:lnTo>
                <a:lnTo>
                  <a:pt x="471741" y="67843"/>
                </a:lnTo>
                <a:lnTo>
                  <a:pt x="469861" y="70802"/>
                </a:lnTo>
                <a:lnTo>
                  <a:pt x="467779" y="73456"/>
                </a:lnTo>
                <a:lnTo>
                  <a:pt x="465670" y="76111"/>
                </a:lnTo>
                <a:lnTo>
                  <a:pt x="463511" y="78422"/>
                </a:lnTo>
                <a:lnTo>
                  <a:pt x="461302" y="80391"/>
                </a:lnTo>
                <a:lnTo>
                  <a:pt x="461302" y="81584"/>
                </a:lnTo>
                <a:lnTo>
                  <a:pt x="476923" y="81584"/>
                </a:lnTo>
                <a:close/>
              </a:path>
              <a:path w="492544" h="81584">
                <a:moveTo>
                  <a:pt x="114731" y="37084"/>
                </a:moveTo>
                <a:lnTo>
                  <a:pt x="115798" y="33642"/>
                </a:lnTo>
                <a:lnTo>
                  <a:pt x="117932" y="31115"/>
                </a:lnTo>
                <a:lnTo>
                  <a:pt x="120065" y="28587"/>
                </a:lnTo>
                <a:lnTo>
                  <a:pt x="123126" y="27317"/>
                </a:lnTo>
                <a:lnTo>
                  <a:pt x="128879" y="27317"/>
                </a:lnTo>
                <a:lnTo>
                  <a:pt x="130467" y="27520"/>
                </a:lnTo>
                <a:lnTo>
                  <a:pt x="131813" y="27927"/>
                </a:lnTo>
                <a:lnTo>
                  <a:pt x="133172" y="28321"/>
                </a:lnTo>
                <a:lnTo>
                  <a:pt x="134404" y="28829"/>
                </a:lnTo>
                <a:lnTo>
                  <a:pt x="135534" y="29438"/>
                </a:lnTo>
                <a:lnTo>
                  <a:pt x="136715" y="30073"/>
                </a:lnTo>
                <a:lnTo>
                  <a:pt x="137718" y="30721"/>
                </a:lnTo>
                <a:lnTo>
                  <a:pt x="138531" y="31381"/>
                </a:lnTo>
                <a:lnTo>
                  <a:pt x="139344" y="32054"/>
                </a:lnTo>
                <a:lnTo>
                  <a:pt x="140042" y="32626"/>
                </a:lnTo>
                <a:lnTo>
                  <a:pt x="140614" y="33134"/>
                </a:lnTo>
                <a:lnTo>
                  <a:pt x="142722" y="33134"/>
                </a:lnTo>
                <a:lnTo>
                  <a:pt x="142722" y="20408"/>
                </a:lnTo>
                <a:lnTo>
                  <a:pt x="140411" y="19291"/>
                </a:lnTo>
                <a:lnTo>
                  <a:pt x="137909" y="18402"/>
                </a:lnTo>
                <a:lnTo>
                  <a:pt x="135242" y="17703"/>
                </a:lnTo>
                <a:lnTo>
                  <a:pt x="132562" y="17018"/>
                </a:lnTo>
                <a:lnTo>
                  <a:pt x="129628" y="16675"/>
                </a:lnTo>
                <a:lnTo>
                  <a:pt x="122910" y="16675"/>
                </a:lnTo>
                <a:lnTo>
                  <a:pt x="119494" y="17119"/>
                </a:lnTo>
                <a:lnTo>
                  <a:pt x="116217" y="18034"/>
                </a:lnTo>
                <a:lnTo>
                  <a:pt x="112928" y="18948"/>
                </a:lnTo>
                <a:lnTo>
                  <a:pt x="110032" y="20383"/>
                </a:lnTo>
                <a:lnTo>
                  <a:pt x="107518" y="22352"/>
                </a:lnTo>
                <a:lnTo>
                  <a:pt x="104914" y="24422"/>
                </a:lnTo>
                <a:lnTo>
                  <a:pt x="102895" y="27025"/>
                </a:lnTo>
                <a:lnTo>
                  <a:pt x="101447" y="30187"/>
                </a:lnTo>
                <a:lnTo>
                  <a:pt x="99999" y="33337"/>
                </a:lnTo>
                <a:lnTo>
                  <a:pt x="99275" y="37084"/>
                </a:lnTo>
                <a:lnTo>
                  <a:pt x="99275" y="45529"/>
                </a:lnTo>
                <a:lnTo>
                  <a:pt x="99936" y="49123"/>
                </a:lnTo>
                <a:lnTo>
                  <a:pt x="101307" y="52197"/>
                </a:lnTo>
                <a:lnTo>
                  <a:pt x="102654" y="55257"/>
                </a:lnTo>
                <a:lnTo>
                  <a:pt x="104559" y="57810"/>
                </a:lnTo>
                <a:lnTo>
                  <a:pt x="107022" y="59817"/>
                </a:lnTo>
                <a:lnTo>
                  <a:pt x="109499" y="61836"/>
                </a:lnTo>
                <a:lnTo>
                  <a:pt x="112420" y="63334"/>
                </a:lnTo>
                <a:lnTo>
                  <a:pt x="115785" y="64300"/>
                </a:lnTo>
                <a:lnTo>
                  <a:pt x="119138" y="65265"/>
                </a:lnTo>
                <a:lnTo>
                  <a:pt x="122847" y="65747"/>
                </a:lnTo>
                <a:lnTo>
                  <a:pt x="129997" y="65747"/>
                </a:lnTo>
                <a:lnTo>
                  <a:pt x="132816" y="65430"/>
                </a:lnTo>
                <a:lnTo>
                  <a:pt x="135369" y="64782"/>
                </a:lnTo>
                <a:lnTo>
                  <a:pt x="137922" y="64135"/>
                </a:lnTo>
                <a:lnTo>
                  <a:pt x="140385" y="63246"/>
                </a:lnTo>
                <a:lnTo>
                  <a:pt x="142722" y="62141"/>
                </a:lnTo>
                <a:lnTo>
                  <a:pt x="142722" y="49415"/>
                </a:lnTo>
                <a:lnTo>
                  <a:pt x="140614" y="49415"/>
                </a:lnTo>
                <a:lnTo>
                  <a:pt x="140017" y="49999"/>
                </a:lnTo>
                <a:lnTo>
                  <a:pt x="139357" y="50596"/>
                </a:lnTo>
                <a:lnTo>
                  <a:pt x="138633" y="51206"/>
                </a:lnTo>
                <a:lnTo>
                  <a:pt x="137922" y="51816"/>
                </a:lnTo>
                <a:lnTo>
                  <a:pt x="137096" y="52387"/>
                </a:lnTo>
                <a:lnTo>
                  <a:pt x="136144" y="52946"/>
                </a:lnTo>
                <a:lnTo>
                  <a:pt x="135166" y="53517"/>
                </a:lnTo>
                <a:lnTo>
                  <a:pt x="133921" y="54025"/>
                </a:lnTo>
                <a:lnTo>
                  <a:pt x="132410" y="54457"/>
                </a:lnTo>
                <a:lnTo>
                  <a:pt x="130911" y="54876"/>
                </a:lnTo>
                <a:lnTo>
                  <a:pt x="129209" y="55092"/>
                </a:lnTo>
                <a:lnTo>
                  <a:pt x="123317" y="55092"/>
                </a:lnTo>
                <a:lnTo>
                  <a:pt x="120205" y="53936"/>
                </a:lnTo>
                <a:lnTo>
                  <a:pt x="118021" y="51612"/>
                </a:lnTo>
                <a:lnTo>
                  <a:pt x="115824" y="49301"/>
                </a:lnTo>
                <a:lnTo>
                  <a:pt x="114731" y="45897"/>
                </a:lnTo>
                <a:lnTo>
                  <a:pt x="114731" y="37084"/>
                </a:lnTo>
                <a:close/>
              </a:path>
              <a:path w="492544" h="81584">
                <a:moveTo>
                  <a:pt x="62801" y="2781"/>
                </a:moveTo>
                <a:lnTo>
                  <a:pt x="46532" y="2781"/>
                </a:lnTo>
                <a:lnTo>
                  <a:pt x="31623" y="46113"/>
                </a:lnTo>
                <a:lnTo>
                  <a:pt x="16725" y="2781"/>
                </a:lnTo>
                <a:lnTo>
                  <a:pt x="0" y="2781"/>
                </a:lnTo>
                <a:lnTo>
                  <a:pt x="22491" y="64503"/>
                </a:lnTo>
                <a:lnTo>
                  <a:pt x="40309" y="64503"/>
                </a:lnTo>
                <a:lnTo>
                  <a:pt x="62801" y="2781"/>
                </a:lnTo>
                <a:close/>
              </a:path>
              <a:path w="492544" h="81584">
                <a:moveTo>
                  <a:pt x="72792" y="17954"/>
                </a:moveTo>
                <a:lnTo>
                  <a:pt x="72792" y="64503"/>
                </a:lnTo>
                <a:lnTo>
                  <a:pt x="87744" y="64503"/>
                </a:lnTo>
                <a:lnTo>
                  <a:pt x="87744" y="17954"/>
                </a:lnTo>
                <a:lnTo>
                  <a:pt x="72792" y="17954"/>
                </a:lnTo>
                <a:close/>
              </a:path>
              <a:path w="492544" h="81584">
                <a:moveTo>
                  <a:pt x="72377" y="7"/>
                </a:moveTo>
                <a:lnTo>
                  <a:pt x="72377" y="11328"/>
                </a:lnTo>
                <a:lnTo>
                  <a:pt x="88163" y="11328"/>
                </a:lnTo>
                <a:lnTo>
                  <a:pt x="88163" y="7"/>
                </a:lnTo>
                <a:lnTo>
                  <a:pt x="72377" y="7"/>
                </a:lnTo>
                <a:close/>
              </a:path>
              <a:path w="492544" h="81584">
                <a:moveTo>
                  <a:pt x="169938" y="47650"/>
                </a:moveTo>
                <a:lnTo>
                  <a:pt x="169913" y="46228"/>
                </a:lnTo>
                <a:lnTo>
                  <a:pt x="169913" y="28067"/>
                </a:lnTo>
                <a:lnTo>
                  <a:pt x="183832" y="28067"/>
                </a:lnTo>
                <a:lnTo>
                  <a:pt x="183832" y="17957"/>
                </a:lnTo>
                <a:lnTo>
                  <a:pt x="169913" y="17957"/>
                </a:lnTo>
                <a:lnTo>
                  <a:pt x="169913" y="4648"/>
                </a:lnTo>
                <a:lnTo>
                  <a:pt x="154952" y="4648"/>
                </a:lnTo>
                <a:lnTo>
                  <a:pt x="154952" y="17957"/>
                </a:lnTo>
                <a:lnTo>
                  <a:pt x="148818" y="17957"/>
                </a:lnTo>
                <a:lnTo>
                  <a:pt x="148818" y="28067"/>
                </a:lnTo>
                <a:lnTo>
                  <a:pt x="154952" y="28067"/>
                </a:lnTo>
                <a:lnTo>
                  <a:pt x="154952" y="55524"/>
                </a:lnTo>
                <a:lnTo>
                  <a:pt x="156375" y="59550"/>
                </a:lnTo>
                <a:lnTo>
                  <a:pt x="159207" y="61899"/>
                </a:lnTo>
                <a:lnTo>
                  <a:pt x="162039" y="64249"/>
                </a:lnTo>
                <a:lnTo>
                  <a:pt x="166357" y="65417"/>
                </a:lnTo>
                <a:lnTo>
                  <a:pt x="174739" y="65417"/>
                </a:lnTo>
                <a:lnTo>
                  <a:pt x="176936" y="65303"/>
                </a:lnTo>
                <a:lnTo>
                  <a:pt x="178739" y="65062"/>
                </a:lnTo>
                <a:lnTo>
                  <a:pt x="180530" y="64833"/>
                </a:lnTo>
                <a:lnTo>
                  <a:pt x="182232" y="64516"/>
                </a:lnTo>
                <a:lnTo>
                  <a:pt x="183832" y="64096"/>
                </a:lnTo>
                <a:lnTo>
                  <a:pt x="183832" y="53898"/>
                </a:lnTo>
                <a:lnTo>
                  <a:pt x="182600" y="53898"/>
                </a:lnTo>
                <a:lnTo>
                  <a:pt x="182092" y="54178"/>
                </a:lnTo>
                <a:lnTo>
                  <a:pt x="181229" y="54470"/>
                </a:lnTo>
                <a:lnTo>
                  <a:pt x="179971" y="54813"/>
                </a:lnTo>
                <a:lnTo>
                  <a:pt x="178714" y="55143"/>
                </a:lnTo>
                <a:lnTo>
                  <a:pt x="177698" y="55308"/>
                </a:lnTo>
                <a:lnTo>
                  <a:pt x="175056" y="55308"/>
                </a:lnTo>
                <a:lnTo>
                  <a:pt x="173634" y="55016"/>
                </a:lnTo>
                <a:lnTo>
                  <a:pt x="172656" y="54457"/>
                </a:lnTo>
                <a:lnTo>
                  <a:pt x="171678" y="53886"/>
                </a:lnTo>
                <a:lnTo>
                  <a:pt x="171005" y="53111"/>
                </a:lnTo>
                <a:lnTo>
                  <a:pt x="170611" y="52146"/>
                </a:lnTo>
                <a:lnTo>
                  <a:pt x="170192" y="51181"/>
                </a:lnTo>
                <a:lnTo>
                  <a:pt x="169989" y="50088"/>
                </a:lnTo>
                <a:lnTo>
                  <a:pt x="169964" y="48869"/>
                </a:lnTo>
                <a:lnTo>
                  <a:pt x="169938" y="47650"/>
                </a:lnTo>
                <a:close/>
              </a:path>
              <a:path w="492544" h="81584">
                <a:moveTo>
                  <a:pt x="193899" y="17954"/>
                </a:moveTo>
                <a:lnTo>
                  <a:pt x="193899" y="64503"/>
                </a:lnTo>
                <a:lnTo>
                  <a:pt x="208851" y="64503"/>
                </a:lnTo>
                <a:lnTo>
                  <a:pt x="208851" y="17954"/>
                </a:lnTo>
                <a:lnTo>
                  <a:pt x="193899" y="17954"/>
                </a:lnTo>
                <a:close/>
              </a:path>
              <a:path w="492544" h="81584">
                <a:moveTo>
                  <a:pt x="193484" y="7"/>
                </a:moveTo>
                <a:lnTo>
                  <a:pt x="193484" y="11328"/>
                </a:lnTo>
                <a:lnTo>
                  <a:pt x="209270" y="11328"/>
                </a:lnTo>
                <a:lnTo>
                  <a:pt x="209270" y="7"/>
                </a:lnTo>
                <a:lnTo>
                  <a:pt x="193484" y="7"/>
                </a:lnTo>
                <a:close/>
              </a:path>
              <a:path w="492544" h="81584">
                <a:moveTo>
                  <a:pt x="270941" y="30518"/>
                </a:moveTo>
                <a:lnTo>
                  <a:pt x="272376" y="29806"/>
                </a:lnTo>
                <a:lnTo>
                  <a:pt x="273583" y="29375"/>
                </a:lnTo>
                <a:lnTo>
                  <a:pt x="274764" y="28943"/>
                </a:lnTo>
                <a:lnTo>
                  <a:pt x="275983" y="28727"/>
                </a:lnTo>
                <a:lnTo>
                  <a:pt x="279069" y="28727"/>
                </a:lnTo>
                <a:lnTo>
                  <a:pt x="280517" y="28956"/>
                </a:lnTo>
                <a:lnTo>
                  <a:pt x="281520" y="29413"/>
                </a:lnTo>
                <a:lnTo>
                  <a:pt x="282549" y="29870"/>
                </a:lnTo>
                <a:lnTo>
                  <a:pt x="283298" y="30594"/>
                </a:lnTo>
                <a:lnTo>
                  <a:pt x="283768" y="31597"/>
                </a:lnTo>
                <a:lnTo>
                  <a:pt x="284276" y="32588"/>
                </a:lnTo>
                <a:lnTo>
                  <a:pt x="284568" y="33870"/>
                </a:lnTo>
                <a:lnTo>
                  <a:pt x="284657" y="35445"/>
                </a:lnTo>
                <a:lnTo>
                  <a:pt x="284759" y="37020"/>
                </a:lnTo>
                <a:lnTo>
                  <a:pt x="284797" y="38950"/>
                </a:lnTo>
                <a:lnTo>
                  <a:pt x="284797" y="64503"/>
                </a:lnTo>
                <a:lnTo>
                  <a:pt x="299770" y="64503"/>
                </a:lnTo>
                <a:lnTo>
                  <a:pt x="299770" y="28536"/>
                </a:lnTo>
                <a:lnTo>
                  <a:pt x="298462" y="24193"/>
                </a:lnTo>
                <a:lnTo>
                  <a:pt x="295859" y="21183"/>
                </a:lnTo>
                <a:lnTo>
                  <a:pt x="293243" y="18173"/>
                </a:lnTo>
                <a:lnTo>
                  <a:pt x="289433" y="16675"/>
                </a:lnTo>
                <a:lnTo>
                  <a:pt x="281711" y="16675"/>
                </a:lnTo>
                <a:lnTo>
                  <a:pt x="278942" y="17386"/>
                </a:lnTo>
                <a:lnTo>
                  <a:pt x="276136" y="18821"/>
                </a:lnTo>
                <a:lnTo>
                  <a:pt x="273329" y="20269"/>
                </a:lnTo>
                <a:lnTo>
                  <a:pt x="270421" y="22237"/>
                </a:lnTo>
                <a:lnTo>
                  <a:pt x="267449" y="24752"/>
                </a:lnTo>
                <a:lnTo>
                  <a:pt x="266128" y="22098"/>
                </a:lnTo>
                <a:lnTo>
                  <a:pt x="264299" y="20091"/>
                </a:lnTo>
                <a:lnTo>
                  <a:pt x="261950" y="18719"/>
                </a:lnTo>
                <a:lnTo>
                  <a:pt x="259613" y="17360"/>
                </a:lnTo>
                <a:lnTo>
                  <a:pt x="256908" y="16675"/>
                </a:lnTo>
                <a:lnTo>
                  <a:pt x="250990" y="16675"/>
                </a:lnTo>
                <a:lnTo>
                  <a:pt x="248399" y="17233"/>
                </a:lnTo>
                <a:lnTo>
                  <a:pt x="246049" y="18364"/>
                </a:lnTo>
                <a:lnTo>
                  <a:pt x="243713" y="19507"/>
                </a:lnTo>
                <a:lnTo>
                  <a:pt x="241249" y="21082"/>
                </a:lnTo>
                <a:lnTo>
                  <a:pt x="238683" y="23101"/>
                </a:lnTo>
                <a:lnTo>
                  <a:pt x="238683" y="17957"/>
                </a:lnTo>
                <a:lnTo>
                  <a:pt x="223735" y="17957"/>
                </a:lnTo>
                <a:lnTo>
                  <a:pt x="223735" y="64503"/>
                </a:lnTo>
                <a:lnTo>
                  <a:pt x="238683" y="64503"/>
                </a:lnTo>
                <a:lnTo>
                  <a:pt x="238683" y="31508"/>
                </a:lnTo>
                <a:lnTo>
                  <a:pt x="239788" y="30848"/>
                </a:lnTo>
                <a:lnTo>
                  <a:pt x="241046" y="30226"/>
                </a:lnTo>
                <a:lnTo>
                  <a:pt x="242417" y="29629"/>
                </a:lnTo>
                <a:lnTo>
                  <a:pt x="243801" y="29032"/>
                </a:lnTo>
                <a:lnTo>
                  <a:pt x="245224" y="28727"/>
                </a:lnTo>
                <a:lnTo>
                  <a:pt x="248513" y="28727"/>
                </a:lnTo>
                <a:lnTo>
                  <a:pt x="249923" y="28956"/>
                </a:lnTo>
                <a:lnTo>
                  <a:pt x="250939" y="29413"/>
                </a:lnTo>
                <a:lnTo>
                  <a:pt x="251942" y="29870"/>
                </a:lnTo>
                <a:lnTo>
                  <a:pt x="252691" y="30594"/>
                </a:lnTo>
                <a:lnTo>
                  <a:pt x="253199" y="31597"/>
                </a:lnTo>
                <a:lnTo>
                  <a:pt x="253682" y="32588"/>
                </a:lnTo>
                <a:lnTo>
                  <a:pt x="253987" y="33883"/>
                </a:lnTo>
                <a:lnTo>
                  <a:pt x="254101" y="35471"/>
                </a:lnTo>
                <a:lnTo>
                  <a:pt x="254215" y="37058"/>
                </a:lnTo>
                <a:lnTo>
                  <a:pt x="254266" y="38989"/>
                </a:lnTo>
                <a:lnTo>
                  <a:pt x="254266" y="64503"/>
                </a:lnTo>
                <a:lnTo>
                  <a:pt x="269227" y="64503"/>
                </a:lnTo>
                <a:lnTo>
                  <a:pt x="269227" y="31508"/>
                </a:lnTo>
                <a:lnTo>
                  <a:pt x="270941" y="30518"/>
                </a:lnTo>
                <a:close/>
              </a:path>
              <a:path w="492544" h="81584">
                <a:moveTo>
                  <a:pt x="360667" y="36258"/>
                </a:moveTo>
                <a:lnTo>
                  <a:pt x="361188" y="31991"/>
                </a:lnTo>
                <a:lnTo>
                  <a:pt x="362229" y="27990"/>
                </a:lnTo>
                <a:lnTo>
                  <a:pt x="363245" y="23977"/>
                </a:lnTo>
                <a:lnTo>
                  <a:pt x="364604" y="20332"/>
                </a:lnTo>
                <a:lnTo>
                  <a:pt x="366268" y="17043"/>
                </a:lnTo>
                <a:lnTo>
                  <a:pt x="367995" y="13614"/>
                </a:lnTo>
                <a:lnTo>
                  <a:pt x="369887" y="10629"/>
                </a:lnTo>
                <a:lnTo>
                  <a:pt x="371919" y="8064"/>
                </a:lnTo>
                <a:lnTo>
                  <a:pt x="373951" y="5511"/>
                </a:lnTo>
                <a:lnTo>
                  <a:pt x="376085" y="3225"/>
                </a:lnTo>
                <a:lnTo>
                  <a:pt x="378320" y="1206"/>
                </a:lnTo>
                <a:lnTo>
                  <a:pt x="378320" y="0"/>
                </a:lnTo>
                <a:lnTo>
                  <a:pt x="362699" y="0"/>
                </a:lnTo>
                <a:lnTo>
                  <a:pt x="357403" y="6223"/>
                </a:lnTo>
                <a:lnTo>
                  <a:pt x="353479" y="12623"/>
                </a:lnTo>
                <a:lnTo>
                  <a:pt x="350901" y="19202"/>
                </a:lnTo>
                <a:lnTo>
                  <a:pt x="348348" y="25781"/>
                </a:lnTo>
                <a:lnTo>
                  <a:pt x="347078" y="32969"/>
                </a:lnTo>
                <a:lnTo>
                  <a:pt x="347078" y="48615"/>
                </a:lnTo>
                <a:lnTo>
                  <a:pt x="348348" y="55816"/>
                </a:lnTo>
                <a:lnTo>
                  <a:pt x="350901" y="62395"/>
                </a:lnTo>
                <a:lnTo>
                  <a:pt x="353479" y="68973"/>
                </a:lnTo>
                <a:lnTo>
                  <a:pt x="357403" y="75374"/>
                </a:lnTo>
                <a:lnTo>
                  <a:pt x="362699" y="81584"/>
                </a:lnTo>
                <a:lnTo>
                  <a:pt x="378320" y="81584"/>
                </a:lnTo>
                <a:lnTo>
                  <a:pt x="378320" y="80391"/>
                </a:lnTo>
                <a:lnTo>
                  <a:pt x="376110" y="78422"/>
                </a:lnTo>
                <a:lnTo>
                  <a:pt x="373964" y="76111"/>
                </a:lnTo>
                <a:lnTo>
                  <a:pt x="371881" y="73444"/>
                </a:lnTo>
                <a:lnTo>
                  <a:pt x="369785" y="70777"/>
                </a:lnTo>
                <a:lnTo>
                  <a:pt x="367919" y="67805"/>
                </a:lnTo>
                <a:lnTo>
                  <a:pt x="366268" y="64554"/>
                </a:lnTo>
                <a:lnTo>
                  <a:pt x="364553" y="61125"/>
                </a:lnTo>
                <a:lnTo>
                  <a:pt x="363181" y="57492"/>
                </a:lnTo>
                <a:lnTo>
                  <a:pt x="362178" y="53644"/>
                </a:lnTo>
                <a:lnTo>
                  <a:pt x="361175" y="49809"/>
                </a:lnTo>
                <a:lnTo>
                  <a:pt x="360667" y="45516"/>
                </a:lnTo>
                <a:lnTo>
                  <a:pt x="360667" y="362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694859" y="3563192"/>
            <a:ext cx="14952" cy="0"/>
          </a:xfrm>
          <a:custGeom>
            <a:avLst/>
            <a:gdLst/>
            <a:ahLst/>
            <a:cxnLst/>
            <a:rect l="l" t="t" r="r" b="b"/>
            <a:pathLst>
              <a:path w="14952">
                <a:moveTo>
                  <a:pt x="0" y="0"/>
                </a:moveTo>
                <a:lnTo>
                  <a:pt x="14952" y="0"/>
                </a:lnTo>
              </a:path>
            </a:pathLst>
          </a:custGeom>
          <a:ln w="47818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694445" y="3527631"/>
            <a:ext cx="15785" cy="0"/>
          </a:xfrm>
          <a:custGeom>
            <a:avLst/>
            <a:gdLst/>
            <a:ahLst/>
            <a:cxnLst/>
            <a:rect l="l" t="t" r="r" b="b"/>
            <a:pathLst>
              <a:path w="15785">
                <a:moveTo>
                  <a:pt x="0" y="0"/>
                </a:moveTo>
                <a:lnTo>
                  <a:pt x="15785" y="0"/>
                </a:lnTo>
              </a:path>
            </a:pathLst>
          </a:custGeom>
          <a:ln w="12590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815966" y="3563192"/>
            <a:ext cx="14952" cy="0"/>
          </a:xfrm>
          <a:custGeom>
            <a:avLst/>
            <a:gdLst/>
            <a:ahLst/>
            <a:cxnLst/>
            <a:rect l="l" t="t" r="r" b="b"/>
            <a:pathLst>
              <a:path w="14952">
                <a:moveTo>
                  <a:pt x="0" y="0"/>
                </a:moveTo>
                <a:lnTo>
                  <a:pt x="14952" y="0"/>
                </a:lnTo>
              </a:path>
            </a:pathLst>
          </a:custGeom>
          <a:ln w="47818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815552" y="3527631"/>
            <a:ext cx="15785" cy="0"/>
          </a:xfrm>
          <a:custGeom>
            <a:avLst/>
            <a:gdLst/>
            <a:ahLst/>
            <a:cxnLst/>
            <a:rect l="l" t="t" r="r" b="b"/>
            <a:pathLst>
              <a:path w="15785">
                <a:moveTo>
                  <a:pt x="0" y="0"/>
                </a:moveTo>
                <a:lnTo>
                  <a:pt x="15785" y="0"/>
                </a:lnTo>
              </a:path>
            </a:pathLst>
          </a:custGeom>
          <a:ln w="12590">
            <a:solidFill>
              <a:srgbClr val="000000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316245" y="3917687"/>
            <a:ext cx="462572" cy="87848"/>
          </a:xfrm>
          <a:custGeom>
            <a:avLst/>
            <a:gdLst/>
            <a:ahLst/>
            <a:cxnLst/>
            <a:rect l="l" t="t" r="r" b="b"/>
            <a:pathLst>
              <a:path w="462572" h="87848">
                <a:moveTo>
                  <a:pt x="462572" y="17978"/>
                </a:moveTo>
                <a:lnTo>
                  <a:pt x="445706" y="17978"/>
                </a:lnTo>
                <a:lnTo>
                  <a:pt x="434047" y="51023"/>
                </a:lnTo>
                <a:lnTo>
                  <a:pt x="421830" y="17978"/>
                </a:lnTo>
                <a:lnTo>
                  <a:pt x="404596" y="17978"/>
                </a:lnTo>
                <a:lnTo>
                  <a:pt x="424497" y="68704"/>
                </a:lnTo>
                <a:lnTo>
                  <a:pt x="416369" y="87848"/>
                </a:lnTo>
                <a:lnTo>
                  <a:pt x="434162" y="87848"/>
                </a:lnTo>
                <a:lnTo>
                  <a:pt x="462572" y="17978"/>
                </a:lnTo>
                <a:close/>
              </a:path>
              <a:path w="462572" h="87848">
                <a:moveTo>
                  <a:pt x="359651" y="51489"/>
                </a:moveTo>
                <a:lnTo>
                  <a:pt x="360083" y="50194"/>
                </a:lnTo>
                <a:lnTo>
                  <a:pt x="360946" y="49212"/>
                </a:lnTo>
                <a:lnTo>
                  <a:pt x="363880" y="36775"/>
                </a:lnTo>
                <a:lnTo>
                  <a:pt x="359397" y="37350"/>
                </a:lnTo>
                <a:lnTo>
                  <a:pt x="355625" y="38323"/>
                </a:lnTo>
                <a:lnTo>
                  <a:pt x="352602" y="39692"/>
                </a:lnTo>
                <a:lnTo>
                  <a:pt x="349529" y="41056"/>
                </a:lnTo>
                <a:lnTo>
                  <a:pt x="347154" y="42922"/>
                </a:lnTo>
                <a:lnTo>
                  <a:pt x="345490" y="45288"/>
                </a:lnTo>
                <a:lnTo>
                  <a:pt x="343814" y="47654"/>
                </a:lnTo>
                <a:lnTo>
                  <a:pt x="342988" y="50706"/>
                </a:lnTo>
                <a:lnTo>
                  <a:pt x="342988" y="59109"/>
                </a:lnTo>
                <a:lnTo>
                  <a:pt x="344627" y="62948"/>
                </a:lnTo>
                <a:lnTo>
                  <a:pt x="347903" y="65956"/>
                </a:lnTo>
                <a:lnTo>
                  <a:pt x="351180" y="68957"/>
                </a:lnTo>
                <a:lnTo>
                  <a:pt x="355257" y="70459"/>
                </a:lnTo>
                <a:lnTo>
                  <a:pt x="362178" y="70459"/>
                </a:lnTo>
                <a:lnTo>
                  <a:pt x="364058" y="70286"/>
                </a:lnTo>
                <a:lnTo>
                  <a:pt x="365798" y="69933"/>
                </a:lnTo>
                <a:lnTo>
                  <a:pt x="367525" y="69587"/>
                </a:lnTo>
                <a:lnTo>
                  <a:pt x="369201" y="69051"/>
                </a:lnTo>
                <a:lnTo>
                  <a:pt x="370801" y="68322"/>
                </a:lnTo>
                <a:lnTo>
                  <a:pt x="371970" y="67776"/>
                </a:lnTo>
                <a:lnTo>
                  <a:pt x="373202" y="67031"/>
                </a:lnTo>
                <a:lnTo>
                  <a:pt x="374497" y="66089"/>
                </a:lnTo>
                <a:lnTo>
                  <a:pt x="375805" y="65147"/>
                </a:lnTo>
                <a:lnTo>
                  <a:pt x="376910" y="64348"/>
                </a:lnTo>
                <a:lnTo>
                  <a:pt x="377774" y="63679"/>
                </a:lnTo>
                <a:lnTo>
                  <a:pt x="377774" y="69095"/>
                </a:lnTo>
                <a:lnTo>
                  <a:pt x="394030" y="69095"/>
                </a:lnTo>
                <a:lnTo>
                  <a:pt x="394030" y="28187"/>
                </a:lnTo>
                <a:lnTo>
                  <a:pt x="391972" y="23688"/>
                </a:lnTo>
                <a:lnTo>
                  <a:pt x="387819" y="20820"/>
                </a:lnTo>
                <a:lnTo>
                  <a:pt x="383679" y="17953"/>
                </a:lnTo>
                <a:lnTo>
                  <a:pt x="376948" y="16520"/>
                </a:lnTo>
                <a:lnTo>
                  <a:pt x="363702" y="16520"/>
                </a:lnTo>
                <a:lnTo>
                  <a:pt x="359790" y="16832"/>
                </a:lnTo>
                <a:lnTo>
                  <a:pt x="355892" y="17452"/>
                </a:lnTo>
                <a:lnTo>
                  <a:pt x="351993" y="18077"/>
                </a:lnTo>
                <a:lnTo>
                  <a:pt x="349173" y="18613"/>
                </a:lnTo>
                <a:lnTo>
                  <a:pt x="347446" y="19070"/>
                </a:lnTo>
                <a:lnTo>
                  <a:pt x="347446" y="31407"/>
                </a:lnTo>
                <a:lnTo>
                  <a:pt x="348957" y="31407"/>
                </a:lnTo>
                <a:lnTo>
                  <a:pt x="350278" y="30891"/>
                </a:lnTo>
                <a:lnTo>
                  <a:pt x="352488" y="30152"/>
                </a:lnTo>
                <a:lnTo>
                  <a:pt x="355549" y="29199"/>
                </a:lnTo>
                <a:lnTo>
                  <a:pt x="358622" y="28242"/>
                </a:lnTo>
                <a:lnTo>
                  <a:pt x="361505" y="27766"/>
                </a:lnTo>
                <a:lnTo>
                  <a:pt x="368706" y="27766"/>
                </a:lnTo>
                <a:lnTo>
                  <a:pt x="372097" y="28301"/>
                </a:lnTo>
                <a:lnTo>
                  <a:pt x="374395" y="29378"/>
                </a:lnTo>
                <a:lnTo>
                  <a:pt x="376720" y="30454"/>
                </a:lnTo>
                <a:lnTo>
                  <a:pt x="377863" y="32405"/>
                </a:lnTo>
                <a:lnTo>
                  <a:pt x="377863" y="35500"/>
                </a:lnTo>
                <a:lnTo>
                  <a:pt x="373049" y="35773"/>
                </a:lnTo>
                <a:lnTo>
                  <a:pt x="368376" y="36200"/>
                </a:lnTo>
                <a:lnTo>
                  <a:pt x="366052" y="46542"/>
                </a:lnTo>
                <a:lnTo>
                  <a:pt x="367995" y="46170"/>
                </a:lnTo>
                <a:lnTo>
                  <a:pt x="370573" y="45853"/>
                </a:lnTo>
                <a:lnTo>
                  <a:pt x="373164" y="45535"/>
                </a:lnTo>
                <a:lnTo>
                  <a:pt x="375564" y="45288"/>
                </a:lnTo>
                <a:lnTo>
                  <a:pt x="377774" y="45105"/>
                </a:lnTo>
                <a:lnTo>
                  <a:pt x="377774" y="55726"/>
                </a:lnTo>
                <a:lnTo>
                  <a:pt x="376504" y="56812"/>
                </a:lnTo>
                <a:lnTo>
                  <a:pt x="375030" y="57691"/>
                </a:lnTo>
                <a:lnTo>
                  <a:pt x="373329" y="58355"/>
                </a:lnTo>
                <a:lnTo>
                  <a:pt x="371652" y="59020"/>
                </a:lnTo>
                <a:lnTo>
                  <a:pt x="370001" y="59352"/>
                </a:lnTo>
                <a:lnTo>
                  <a:pt x="366293" y="59352"/>
                </a:lnTo>
                <a:lnTo>
                  <a:pt x="364769" y="59208"/>
                </a:lnTo>
                <a:lnTo>
                  <a:pt x="363791" y="58920"/>
                </a:lnTo>
                <a:lnTo>
                  <a:pt x="362826" y="58633"/>
                </a:lnTo>
                <a:lnTo>
                  <a:pt x="361988" y="58191"/>
                </a:lnTo>
                <a:lnTo>
                  <a:pt x="361289" y="57586"/>
                </a:lnTo>
                <a:lnTo>
                  <a:pt x="360552" y="56981"/>
                </a:lnTo>
                <a:lnTo>
                  <a:pt x="360095" y="56346"/>
                </a:lnTo>
                <a:lnTo>
                  <a:pt x="359930" y="55676"/>
                </a:lnTo>
                <a:lnTo>
                  <a:pt x="359752" y="55011"/>
                </a:lnTo>
                <a:lnTo>
                  <a:pt x="359651" y="54154"/>
                </a:lnTo>
                <a:lnTo>
                  <a:pt x="359651" y="51489"/>
                </a:lnTo>
                <a:close/>
              </a:path>
              <a:path w="462572" h="87848">
                <a:moveTo>
                  <a:pt x="93814" y="51489"/>
                </a:moveTo>
                <a:lnTo>
                  <a:pt x="94246" y="50194"/>
                </a:lnTo>
                <a:lnTo>
                  <a:pt x="95110" y="49212"/>
                </a:lnTo>
                <a:lnTo>
                  <a:pt x="98056" y="36775"/>
                </a:lnTo>
                <a:lnTo>
                  <a:pt x="93548" y="37350"/>
                </a:lnTo>
                <a:lnTo>
                  <a:pt x="89788" y="38323"/>
                </a:lnTo>
                <a:lnTo>
                  <a:pt x="86753" y="39692"/>
                </a:lnTo>
                <a:lnTo>
                  <a:pt x="83692" y="41056"/>
                </a:lnTo>
                <a:lnTo>
                  <a:pt x="81318" y="42922"/>
                </a:lnTo>
                <a:lnTo>
                  <a:pt x="79641" y="45288"/>
                </a:lnTo>
                <a:lnTo>
                  <a:pt x="77977" y="47654"/>
                </a:lnTo>
                <a:lnTo>
                  <a:pt x="77139" y="50706"/>
                </a:lnTo>
                <a:lnTo>
                  <a:pt x="77139" y="59109"/>
                </a:lnTo>
                <a:lnTo>
                  <a:pt x="78778" y="62948"/>
                </a:lnTo>
                <a:lnTo>
                  <a:pt x="82054" y="65956"/>
                </a:lnTo>
                <a:lnTo>
                  <a:pt x="85331" y="68957"/>
                </a:lnTo>
                <a:lnTo>
                  <a:pt x="89407" y="70459"/>
                </a:lnTo>
                <a:lnTo>
                  <a:pt x="96329" y="70459"/>
                </a:lnTo>
                <a:lnTo>
                  <a:pt x="98234" y="70286"/>
                </a:lnTo>
                <a:lnTo>
                  <a:pt x="99961" y="69933"/>
                </a:lnTo>
                <a:lnTo>
                  <a:pt x="101701" y="69587"/>
                </a:lnTo>
                <a:lnTo>
                  <a:pt x="103365" y="69051"/>
                </a:lnTo>
                <a:lnTo>
                  <a:pt x="104978" y="68322"/>
                </a:lnTo>
                <a:lnTo>
                  <a:pt x="106121" y="67776"/>
                </a:lnTo>
                <a:lnTo>
                  <a:pt x="107353" y="67031"/>
                </a:lnTo>
                <a:lnTo>
                  <a:pt x="108673" y="66089"/>
                </a:lnTo>
                <a:lnTo>
                  <a:pt x="109969" y="65147"/>
                </a:lnTo>
                <a:lnTo>
                  <a:pt x="111061" y="64348"/>
                </a:lnTo>
                <a:lnTo>
                  <a:pt x="111937" y="63679"/>
                </a:lnTo>
                <a:lnTo>
                  <a:pt x="111937" y="69095"/>
                </a:lnTo>
                <a:lnTo>
                  <a:pt x="128193" y="69095"/>
                </a:lnTo>
                <a:lnTo>
                  <a:pt x="128193" y="28187"/>
                </a:lnTo>
                <a:lnTo>
                  <a:pt x="126123" y="23688"/>
                </a:lnTo>
                <a:lnTo>
                  <a:pt x="121983" y="20820"/>
                </a:lnTo>
                <a:lnTo>
                  <a:pt x="117830" y="17953"/>
                </a:lnTo>
                <a:lnTo>
                  <a:pt x="111099" y="16520"/>
                </a:lnTo>
                <a:lnTo>
                  <a:pt x="97866" y="16520"/>
                </a:lnTo>
                <a:lnTo>
                  <a:pt x="93954" y="16832"/>
                </a:lnTo>
                <a:lnTo>
                  <a:pt x="90055" y="17452"/>
                </a:lnTo>
                <a:lnTo>
                  <a:pt x="86156" y="18077"/>
                </a:lnTo>
                <a:lnTo>
                  <a:pt x="83337" y="18613"/>
                </a:lnTo>
                <a:lnTo>
                  <a:pt x="81610" y="19070"/>
                </a:lnTo>
                <a:lnTo>
                  <a:pt x="81610" y="31407"/>
                </a:lnTo>
                <a:lnTo>
                  <a:pt x="83108" y="31407"/>
                </a:lnTo>
                <a:lnTo>
                  <a:pt x="84454" y="30891"/>
                </a:lnTo>
                <a:lnTo>
                  <a:pt x="86652" y="30152"/>
                </a:lnTo>
                <a:lnTo>
                  <a:pt x="89712" y="29199"/>
                </a:lnTo>
                <a:lnTo>
                  <a:pt x="92773" y="28242"/>
                </a:lnTo>
                <a:lnTo>
                  <a:pt x="95656" y="27766"/>
                </a:lnTo>
                <a:lnTo>
                  <a:pt x="102857" y="27766"/>
                </a:lnTo>
                <a:lnTo>
                  <a:pt x="106260" y="28301"/>
                </a:lnTo>
                <a:lnTo>
                  <a:pt x="108572" y="29378"/>
                </a:lnTo>
                <a:lnTo>
                  <a:pt x="110870" y="30454"/>
                </a:lnTo>
                <a:lnTo>
                  <a:pt x="112039" y="32405"/>
                </a:lnTo>
                <a:lnTo>
                  <a:pt x="112039" y="35500"/>
                </a:lnTo>
                <a:lnTo>
                  <a:pt x="107200" y="35773"/>
                </a:lnTo>
                <a:lnTo>
                  <a:pt x="102539" y="36200"/>
                </a:lnTo>
                <a:lnTo>
                  <a:pt x="100202" y="46542"/>
                </a:lnTo>
                <a:lnTo>
                  <a:pt x="102171" y="46170"/>
                </a:lnTo>
                <a:lnTo>
                  <a:pt x="104749" y="45853"/>
                </a:lnTo>
                <a:lnTo>
                  <a:pt x="107327" y="45535"/>
                </a:lnTo>
                <a:lnTo>
                  <a:pt x="109715" y="45288"/>
                </a:lnTo>
                <a:lnTo>
                  <a:pt x="111937" y="45105"/>
                </a:lnTo>
                <a:lnTo>
                  <a:pt x="111937" y="55726"/>
                </a:lnTo>
                <a:lnTo>
                  <a:pt x="110667" y="56812"/>
                </a:lnTo>
                <a:lnTo>
                  <a:pt x="109181" y="57691"/>
                </a:lnTo>
                <a:lnTo>
                  <a:pt x="107492" y="58355"/>
                </a:lnTo>
                <a:lnTo>
                  <a:pt x="105816" y="59020"/>
                </a:lnTo>
                <a:lnTo>
                  <a:pt x="104152" y="59352"/>
                </a:lnTo>
                <a:lnTo>
                  <a:pt x="100444" y="59352"/>
                </a:lnTo>
                <a:lnTo>
                  <a:pt x="98920" y="59208"/>
                </a:lnTo>
                <a:lnTo>
                  <a:pt x="97967" y="58920"/>
                </a:lnTo>
                <a:lnTo>
                  <a:pt x="96989" y="58633"/>
                </a:lnTo>
                <a:lnTo>
                  <a:pt x="96151" y="58191"/>
                </a:lnTo>
                <a:lnTo>
                  <a:pt x="95440" y="57586"/>
                </a:lnTo>
                <a:lnTo>
                  <a:pt x="94729" y="56981"/>
                </a:lnTo>
                <a:lnTo>
                  <a:pt x="94272" y="56346"/>
                </a:lnTo>
                <a:lnTo>
                  <a:pt x="94094" y="55676"/>
                </a:lnTo>
                <a:lnTo>
                  <a:pt x="93903" y="55011"/>
                </a:lnTo>
                <a:lnTo>
                  <a:pt x="93814" y="54154"/>
                </a:lnTo>
                <a:lnTo>
                  <a:pt x="93814" y="51489"/>
                </a:lnTo>
                <a:close/>
              </a:path>
              <a:path w="462572" h="87848">
                <a:moveTo>
                  <a:pt x="19948" y="3084"/>
                </a:moveTo>
                <a:lnTo>
                  <a:pt x="9880" y="9668"/>
                </a:lnTo>
                <a:lnTo>
                  <a:pt x="8540" y="11057"/>
                </a:lnTo>
                <a:lnTo>
                  <a:pt x="2133" y="21774"/>
                </a:lnTo>
                <a:lnTo>
                  <a:pt x="0" y="35138"/>
                </a:lnTo>
                <a:lnTo>
                  <a:pt x="69" y="37887"/>
                </a:lnTo>
                <a:lnTo>
                  <a:pt x="2877" y="50997"/>
                </a:lnTo>
                <a:lnTo>
                  <a:pt x="9778" y="61103"/>
                </a:lnTo>
                <a:lnTo>
                  <a:pt x="12121" y="63135"/>
                </a:lnTo>
                <a:lnTo>
                  <a:pt x="23030" y="68663"/>
                </a:lnTo>
                <a:lnTo>
                  <a:pt x="36880" y="70505"/>
                </a:lnTo>
                <a:lnTo>
                  <a:pt x="41859" y="70505"/>
                </a:lnTo>
                <a:lnTo>
                  <a:pt x="46850" y="69919"/>
                </a:lnTo>
                <a:lnTo>
                  <a:pt x="51866" y="68753"/>
                </a:lnTo>
                <a:lnTo>
                  <a:pt x="56870" y="67583"/>
                </a:lnTo>
                <a:lnTo>
                  <a:pt x="60896" y="66412"/>
                </a:lnTo>
                <a:lnTo>
                  <a:pt x="63931" y="65225"/>
                </a:lnTo>
                <a:lnTo>
                  <a:pt x="63931" y="31770"/>
                </a:lnTo>
                <a:lnTo>
                  <a:pt x="32651" y="31770"/>
                </a:lnTo>
                <a:lnTo>
                  <a:pt x="32651" y="44559"/>
                </a:lnTo>
                <a:lnTo>
                  <a:pt x="46177" y="44559"/>
                </a:lnTo>
                <a:lnTo>
                  <a:pt x="46177" y="57849"/>
                </a:lnTo>
                <a:lnTo>
                  <a:pt x="45504" y="57914"/>
                </a:lnTo>
                <a:lnTo>
                  <a:pt x="44767" y="57958"/>
                </a:lnTo>
                <a:lnTo>
                  <a:pt x="43967" y="57988"/>
                </a:lnTo>
                <a:lnTo>
                  <a:pt x="43154" y="58018"/>
                </a:lnTo>
                <a:lnTo>
                  <a:pt x="42430" y="58032"/>
                </a:lnTo>
                <a:lnTo>
                  <a:pt x="33985" y="58032"/>
                </a:lnTo>
                <a:lnTo>
                  <a:pt x="28105" y="56043"/>
                </a:lnTo>
                <a:lnTo>
                  <a:pt x="24129" y="52069"/>
                </a:lnTo>
                <a:lnTo>
                  <a:pt x="20154" y="48096"/>
                </a:lnTo>
                <a:lnTo>
                  <a:pt x="18160" y="42360"/>
                </a:lnTo>
                <a:lnTo>
                  <a:pt x="18160" y="31193"/>
                </a:lnTo>
                <a:lnTo>
                  <a:pt x="18719" y="27955"/>
                </a:lnTo>
                <a:lnTo>
                  <a:pt x="19824" y="25147"/>
                </a:lnTo>
                <a:lnTo>
                  <a:pt x="20929" y="22339"/>
                </a:lnTo>
                <a:lnTo>
                  <a:pt x="22453" y="20026"/>
                </a:lnTo>
                <a:lnTo>
                  <a:pt x="24358" y="18206"/>
                </a:lnTo>
                <a:lnTo>
                  <a:pt x="26365" y="16322"/>
                </a:lnTo>
                <a:lnTo>
                  <a:pt x="28625" y="14927"/>
                </a:lnTo>
                <a:lnTo>
                  <a:pt x="31140" y="14014"/>
                </a:lnTo>
                <a:lnTo>
                  <a:pt x="33667" y="13106"/>
                </a:lnTo>
                <a:lnTo>
                  <a:pt x="36474" y="12650"/>
                </a:lnTo>
                <a:lnTo>
                  <a:pt x="42214" y="12650"/>
                </a:lnTo>
                <a:lnTo>
                  <a:pt x="44703" y="13002"/>
                </a:lnTo>
                <a:lnTo>
                  <a:pt x="47066" y="13696"/>
                </a:lnTo>
                <a:lnTo>
                  <a:pt x="49415" y="14396"/>
                </a:lnTo>
                <a:lnTo>
                  <a:pt x="51473" y="15229"/>
                </a:lnTo>
                <a:lnTo>
                  <a:pt x="53238" y="16202"/>
                </a:lnTo>
                <a:lnTo>
                  <a:pt x="54749" y="17020"/>
                </a:lnTo>
                <a:lnTo>
                  <a:pt x="56337" y="18017"/>
                </a:lnTo>
                <a:lnTo>
                  <a:pt x="57962" y="19183"/>
                </a:lnTo>
                <a:lnTo>
                  <a:pt x="59613" y="20354"/>
                </a:lnTo>
                <a:lnTo>
                  <a:pt x="60858" y="21252"/>
                </a:lnTo>
                <a:lnTo>
                  <a:pt x="61709" y="21892"/>
                </a:lnTo>
                <a:lnTo>
                  <a:pt x="63665" y="21892"/>
                </a:lnTo>
                <a:lnTo>
                  <a:pt x="63665" y="6007"/>
                </a:lnTo>
                <a:lnTo>
                  <a:pt x="58712" y="3606"/>
                </a:lnTo>
                <a:lnTo>
                  <a:pt x="54216" y="2009"/>
                </a:lnTo>
                <a:lnTo>
                  <a:pt x="50190" y="1205"/>
                </a:lnTo>
                <a:lnTo>
                  <a:pt x="46151" y="396"/>
                </a:lnTo>
                <a:lnTo>
                  <a:pt x="41897" y="0"/>
                </a:lnTo>
                <a:lnTo>
                  <a:pt x="37426" y="0"/>
                </a:lnTo>
                <a:lnTo>
                  <a:pt x="32967" y="163"/>
                </a:lnTo>
                <a:lnTo>
                  <a:pt x="19948" y="3084"/>
                </a:lnTo>
                <a:close/>
              </a:path>
              <a:path w="462572" h="87848">
                <a:moveTo>
                  <a:pt x="95973" y="48230"/>
                </a:moveTo>
                <a:lnTo>
                  <a:pt x="97231" y="47481"/>
                </a:lnTo>
                <a:lnTo>
                  <a:pt x="98856" y="46964"/>
                </a:lnTo>
                <a:lnTo>
                  <a:pt x="100202" y="46542"/>
                </a:lnTo>
                <a:lnTo>
                  <a:pt x="102539" y="36200"/>
                </a:lnTo>
                <a:lnTo>
                  <a:pt x="98056" y="36775"/>
                </a:lnTo>
                <a:lnTo>
                  <a:pt x="95110" y="49212"/>
                </a:lnTo>
                <a:lnTo>
                  <a:pt x="95973" y="48230"/>
                </a:lnTo>
                <a:close/>
              </a:path>
              <a:path w="462572" h="87848">
                <a:moveTo>
                  <a:pt x="158622" y="70097"/>
                </a:moveTo>
                <a:lnTo>
                  <a:pt x="167843" y="70097"/>
                </a:lnTo>
                <a:lnTo>
                  <a:pt x="170256" y="69969"/>
                </a:lnTo>
                <a:lnTo>
                  <a:pt x="172237" y="69711"/>
                </a:lnTo>
                <a:lnTo>
                  <a:pt x="174205" y="69452"/>
                </a:lnTo>
                <a:lnTo>
                  <a:pt x="176085" y="69095"/>
                </a:lnTo>
                <a:lnTo>
                  <a:pt x="177838" y="68644"/>
                </a:lnTo>
                <a:lnTo>
                  <a:pt x="177838" y="57442"/>
                </a:lnTo>
                <a:lnTo>
                  <a:pt x="176479" y="57442"/>
                </a:lnTo>
                <a:lnTo>
                  <a:pt x="175933" y="57745"/>
                </a:lnTo>
                <a:lnTo>
                  <a:pt x="174967" y="58077"/>
                </a:lnTo>
                <a:lnTo>
                  <a:pt x="173596" y="58444"/>
                </a:lnTo>
                <a:lnTo>
                  <a:pt x="172211" y="58807"/>
                </a:lnTo>
                <a:lnTo>
                  <a:pt x="171094" y="58990"/>
                </a:lnTo>
                <a:lnTo>
                  <a:pt x="168198" y="58990"/>
                </a:lnTo>
                <a:lnTo>
                  <a:pt x="166623" y="58677"/>
                </a:lnTo>
                <a:lnTo>
                  <a:pt x="165557" y="58052"/>
                </a:lnTo>
                <a:lnTo>
                  <a:pt x="164477" y="57433"/>
                </a:lnTo>
                <a:lnTo>
                  <a:pt x="163728" y="56589"/>
                </a:lnTo>
                <a:lnTo>
                  <a:pt x="163309" y="55528"/>
                </a:lnTo>
                <a:lnTo>
                  <a:pt x="162864" y="54461"/>
                </a:lnTo>
                <a:lnTo>
                  <a:pt x="162623" y="53259"/>
                </a:lnTo>
                <a:lnTo>
                  <a:pt x="162585" y="51921"/>
                </a:lnTo>
                <a:lnTo>
                  <a:pt x="162559" y="50586"/>
                </a:lnTo>
                <a:lnTo>
                  <a:pt x="162547" y="49019"/>
                </a:lnTo>
                <a:lnTo>
                  <a:pt x="162547" y="29085"/>
                </a:lnTo>
                <a:lnTo>
                  <a:pt x="177838" y="29085"/>
                </a:lnTo>
                <a:lnTo>
                  <a:pt x="177838" y="17978"/>
                </a:lnTo>
                <a:lnTo>
                  <a:pt x="162547" y="17978"/>
                </a:lnTo>
                <a:lnTo>
                  <a:pt x="162547" y="3368"/>
                </a:lnTo>
                <a:lnTo>
                  <a:pt x="146100" y="3368"/>
                </a:lnTo>
                <a:lnTo>
                  <a:pt x="146100" y="17978"/>
                </a:lnTo>
                <a:lnTo>
                  <a:pt x="139357" y="17978"/>
                </a:lnTo>
                <a:lnTo>
                  <a:pt x="139357" y="29085"/>
                </a:lnTo>
                <a:lnTo>
                  <a:pt x="146100" y="29085"/>
                </a:lnTo>
                <a:lnTo>
                  <a:pt x="146100" y="59234"/>
                </a:lnTo>
                <a:lnTo>
                  <a:pt x="147662" y="63648"/>
                </a:lnTo>
                <a:lnTo>
                  <a:pt x="150774" y="66227"/>
                </a:lnTo>
                <a:lnTo>
                  <a:pt x="153885" y="68808"/>
                </a:lnTo>
                <a:lnTo>
                  <a:pt x="158622" y="70097"/>
                </a:lnTo>
                <a:close/>
              </a:path>
              <a:path w="462572" h="87848">
                <a:moveTo>
                  <a:pt x="203085" y="30722"/>
                </a:moveTo>
                <a:lnTo>
                  <a:pt x="205117" y="29085"/>
                </a:lnTo>
                <a:lnTo>
                  <a:pt x="207162" y="27443"/>
                </a:lnTo>
                <a:lnTo>
                  <a:pt x="209753" y="26625"/>
                </a:lnTo>
                <a:lnTo>
                  <a:pt x="214223" y="16385"/>
                </a:lnTo>
                <a:lnTo>
                  <a:pt x="205206" y="16385"/>
                </a:lnTo>
                <a:lnTo>
                  <a:pt x="203085" y="30722"/>
                </a:lnTo>
                <a:close/>
              </a:path>
              <a:path w="462572" h="87848">
                <a:moveTo>
                  <a:pt x="187909" y="58930"/>
                </a:moveTo>
                <a:lnTo>
                  <a:pt x="193382" y="63539"/>
                </a:lnTo>
                <a:lnTo>
                  <a:pt x="198843" y="68153"/>
                </a:lnTo>
                <a:lnTo>
                  <a:pt x="206705" y="70459"/>
                </a:lnTo>
                <a:lnTo>
                  <a:pt x="220929" y="70459"/>
                </a:lnTo>
                <a:lnTo>
                  <a:pt x="224561" y="70128"/>
                </a:lnTo>
                <a:lnTo>
                  <a:pt x="227837" y="69457"/>
                </a:lnTo>
                <a:lnTo>
                  <a:pt x="231114" y="68793"/>
                </a:lnTo>
                <a:lnTo>
                  <a:pt x="234607" y="67716"/>
                </a:lnTo>
                <a:lnTo>
                  <a:pt x="238315" y="66227"/>
                </a:lnTo>
                <a:lnTo>
                  <a:pt x="238315" y="53072"/>
                </a:lnTo>
                <a:lnTo>
                  <a:pt x="236499" y="53072"/>
                </a:lnTo>
                <a:lnTo>
                  <a:pt x="234607" y="54500"/>
                </a:lnTo>
                <a:lnTo>
                  <a:pt x="232054" y="55835"/>
                </a:lnTo>
                <a:lnTo>
                  <a:pt x="228803" y="57075"/>
                </a:lnTo>
                <a:lnTo>
                  <a:pt x="225551" y="58320"/>
                </a:lnTo>
                <a:lnTo>
                  <a:pt x="222199" y="58945"/>
                </a:lnTo>
                <a:lnTo>
                  <a:pt x="213283" y="58945"/>
                </a:lnTo>
                <a:lnTo>
                  <a:pt x="209130" y="57884"/>
                </a:lnTo>
                <a:lnTo>
                  <a:pt x="206324" y="55755"/>
                </a:lnTo>
                <a:lnTo>
                  <a:pt x="203517" y="53632"/>
                </a:lnTo>
                <a:lnTo>
                  <a:pt x="201993" y="50566"/>
                </a:lnTo>
                <a:lnTo>
                  <a:pt x="201752" y="46563"/>
                </a:lnTo>
                <a:lnTo>
                  <a:pt x="239280" y="46563"/>
                </a:lnTo>
                <a:lnTo>
                  <a:pt x="239280" y="32936"/>
                </a:lnTo>
                <a:lnTo>
                  <a:pt x="237185" y="26893"/>
                </a:lnTo>
                <a:lnTo>
                  <a:pt x="232994" y="22691"/>
                </a:lnTo>
                <a:lnTo>
                  <a:pt x="228803" y="18484"/>
                </a:lnTo>
                <a:lnTo>
                  <a:pt x="222542" y="16385"/>
                </a:lnTo>
                <a:lnTo>
                  <a:pt x="214223" y="16385"/>
                </a:lnTo>
                <a:lnTo>
                  <a:pt x="209753" y="26625"/>
                </a:lnTo>
                <a:lnTo>
                  <a:pt x="216306" y="26625"/>
                </a:lnTo>
                <a:lnTo>
                  <a:pt x="218808" y="27492"/>
                </a:lnTo>
                <a:lnTo>
                  <a:pt x="220433" y="29220"/>
                </a:lnTo>
                <a:lnTo>
                  <a:pt x="222034" y="30951"/>
                </a:lnTo>
                <a:lnTo>
                  <a:pt x="222884" y="33530"/>
                </a:lnTo>
                <a:lnTo>
                  <a:pt x="222973" y="36959"/>
                </a:lnTo>
                <a:lnTo>
                  <a:pt x="201701" y="36959"/>
                </a:lnTo>
                <a:lnTo>
                  <a:pt x="201955" y="33347"/>
                </a:lnTo>
                <a:lnTo>
                  <a:pt x="203085" y="30722"/>
                </a:lnTo>
                <a:lnTo>
                  <a:pt x="205206" y="16385"/>
                </a:lnTo>
                <a:lnTo>
                  <a:pt x="198119" y="18851"/>
                </a:lnTo>
                <a:lnTo>
                  <a:pt x="192938" y="23783"/>
                </a:lnTo>
                <a:lnTo>
                  <a:pt x="187769" y="28713"/>
                </a:lnTo>
                <a:lnTo>
                  <a:pt x="185165" y="35396"/>
                </a:lnTo>
                <a:lnTo>
                  <a:pt x="185165" y="52358"/>
                </a:lnTo>
                <a:lnTo>
                  <a:pt x="187909" y="58930"/>
                </a:lnTo>
                <a:close/>
              </a:path>
              <a:path w="462572" h="87848">
                <a:moveTo>
                  <a:pt x="334276" y="17978"/>
                </a:moveTo>
                <a:lnTo>
                  <a:pt x="317449" y="17978"/>
                </a:lnTo>
                <a:lnTo>
                  <a:pt x="308813" y="53210"/>
                </a:lnTo>
                <a:lnTo>
                  <a:pt x="298449" y="17978"/>
                </a:lnTo>
                <a:lnTo>
                  <a:pt x="283908" y="17978"/>
                </a:lnTo>
                <a:lnTo>
                  <a:pt x="272999" y="53210"/>
                </a:lnTo>
                <a:lnTo>
                  <a:pt x="264223" y="17978"/>
                </a:lnTo>
                <a:lnTo>
                  <a:pt x="247027" y="17978"/>
                </a:lnTo>
                <a:lnTo>
                  <a:pt x="262724" y="69095"/>
                </a:lnTo>
                <a:lnTo>
                  <a:pt x="280314" y="69095"/>
                </a:lnTo>
                <a:lnTo>
                  <a:pt x="290601" y="34636"/>
                </a:lnTo>
                <a:lnTo>
                  <a:pt x="301028" y="69095"/>
                </a:lnTo>
                <a:lnTo>
                  <a:pt x="318439" y="69095"/>
                </a:lnTo>
                <a:lnTo>
                  <a:pt x="334276" y="17978"/>
                </a:lnTo>
                <a:close/>
              </a:path>
              <a:path w="462572" h="87848">
                <a:moveTo>
                  <a:pt x="361810" y="48230"/>
                </a:moveTo>
                <a:lnTo>
                  <a:pt x="363080" y="47481"/>
                </a:lnTo>
                <a:lnTo>
                  <a:pt x="364705" y="46964"/>
                </a:lnTo>
                <a:lnTo>
                  <a:pt x="366052" y="46542"/>
                </a:lnTo>
                <a:lnTo>
                  <a:pt x="368376" y="36200"/>
                </a:lnTo>
                <a:lnTo>
                  <a:pt x="363880" y="36775"/>
                </a:lnTo>
                <a:lnTo>
                  <a:pt x="360946" y="49212"/>
                </a:lnTo>
                <a:lnTo>
                  <a:pt x="361810" y="482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291971" y="2336164"/>
            <a:ext cx="523453" cy="243840"/>
          </a:xfrm>
          <a:custGeom>
            <a:avLst/>
            <a:gdLst/>
            <a:ahLst/>
            <a:cxnLst/>
            <a:rect l="l" t="t" r="r" b="b"/>
            <a:pathLst>
              <a:path w="523453" h="243840">
                <a:moveTo>
                  <a:pt x="0" y="243840"/>
                </a:moveTo>
                <a:lnTo>
                  <a:pt x="523453" y="243840"/>
                </a:lnTo>
                <a:lnTo>
                  <a:pt x="523453" y="0"/>
                </a:lnTo>
                <a:lnTo>
                  <a:pt x="0" y="0"/>
                </a:lnTo>
                <a:lnTo>
                  <a:pt x="0" y="24384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815465" y="2336164"/>
            <a:ext cx="668475" cy="243840"/>
          </a:xfrm>
          <a:custGeom>
            <a:avLst/>
            <a:gdLst/>
            <a:ahLst/>
            <a:cxnLst/>
            <a:rect l="l" t="t" r="r" b="b"/>
            <a:pathLst>
              <a:path w="668475" h="243840">
                <a:moveTo>
                  <a:pt x="0" y="243840"/>
                </a:moveTo>
                <a:lnTo>
                  <a:pt x="668475" y="243840"/>
                </a:lnTo>
                <a:lnTo>
                  <a:pt x="668475" y="0"/>
                </a:lnTo>
                <a:lnTo>
                  <a:pt x="0" y="0"/>
                </a:lnTo>
                <a:lnTo>
                  <a:pt x="0" y="24384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291971" y="2580006"/>
            <a:ext cx="523453" cy="249807"/>
          </a:xfrm>
          <a:custGeom>
            <a:avLst/>
            <a:gdLst/>
            <a:ahLst/>
            <a:cxnLst/>
            <a:rect l="l" t="t" r="r" b="b"/>
            <a:pathLst>
              <a:path w="523453" h="249807">
                <a:moveTo>
                  <a:pt x="0" y="249807"/>
                </a:moveTo>
                <a:lnTo>
                  <a:pt x="523453" y="249807"/>
                </a:lnTo>
                <a:lnTo>
                  <a:pt x="523453" y="0"/>
                </a:lnTo>
                <a:lnTo>
                  <a:pt x="0" y="0"/>
                </a:lnTo>
                <a:lnTo>
                  <a:pt x="0" y="249807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815465" y="2580006"/>
            <a:ext cx="668475" cy="249807"/>
          </a:xfrm>
          <a:custGeom>
            <a:avLst/>
            <a:gdLst/>
            <a:ahLst/>
            <a:cxnLst/>
            <a:rect l="l" t="t" r="r" b="b"/>
            <a:pathLst>
              <a:path w="668475" h="249807">
                <a:moveTo>
                  <a:pt x="0" y="249807"/>
                </a:moveTo>
                <a:lnTo>
                  <a:pt x="668475" y="249807"/>
                </a:lnTo>
                <a:lnTo>
                  <a:pt x="668475" y="0"/>
                </a:lnTo>
                <a:lnTo>
                  <a:pt x="0" y="0"/>
                </a:lnTo>
                <a:lnTo>
                  <a:pt x="0" y="249807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815465" y="2331338"/>
            <a:ext cx="0" cy="503174"/>
          </a:xfrm>
          <a:custGeom>
            <a:avLst/>
            <a:gdLst/>
            <a:ahLst/>
            <a:cxnLst/>
            <a:rect l="l" t="t" r="r" b="b"/>
            <a:pathLst>
              <a:path h="503174">
                <a:moveTo>
                  <a:pt x="0" y="0"/>
                </a:moveTo>
                <a:lnTo>
                  <a:pt x="0" y="5031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287272" y="2580004"/>
            <a:ext cx="1201420" cy="0"/>
          </a:xfrm>
          <a:custGeom>
            <a:avLst/>
            <a:gdLst/>
            <a:ahLst/>
            <a:cxnLst/>
            <a:rect l="l" t="t" r="r" b="b"/>
            <a:pathLst>
              <a:path w="1201420">
                <a:moveTo>
                  <a:pt x="0" y="0"/>
                </a:moveTo>
                <a:lnTo>
                  <a:pt x="120142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1291971" y="2331338"/>
            <a:ext cx="0" cy="503174"/>
          </a:xfrm>
          <a:custGeom>
            <a:avLst/>
            <a:gdLst/>
            <a:ahLst/>
            <a:cxnLst/>
            <a:rect l="l" t="t" r="r" b="b"/>
            <a:pathLst>
              <a:path h="503174">
                <a:moveTo>
                  <a:pt x="0" y="0"/>
                </a:moveTo>
                <a:lnTo>
                  <a:pt x="0" y="5031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483993" y="2331338"/>
            <a:ext cx="0" cy="503174"/>
          </a:xfrm>
          <a:custGeom>
            <a:avLst/>
            <a:gdLst/>
            <a:ahLst/>
            <a:cxnLst/>
            <a:rect l="l" t="t" r="r" b="b"/>
            <a:pathLst>
              <a:path h="503174">
                <a:moveTo>
                  <a:pt x="0" y="0"/>
                </a:moveTo>
                <a:lnTo>
                  <a:pt x="0" y="50317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287272" y="2336164"/>
            <a:ext cx="1201420" cy="0"/>
          </a:xfrm>
          <a:custGeom>
            <a:avLst/>
            <a:gdLst/>
            <a:ahLst/>
            <a:cxnLst/>
            <a:rect l="l" t="t" r="r" b="b"/>
            <a:pathLst>
              <a:path w="1201420">
                <a:moveTo>
                  <a:pt x="0" y="0"/>
                </a:moveTo>
                <a:lnTo>
                  <a:pt x="120142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287272" y="2829813"/>
            <a:ext cx="1201420" cy="0"/>
          </a:xfrm>
          <a:custGeom>
            <a:avLst/>
            <a:gdLst/>
            <a:ahLst/>
            <a:cxnLst/>
            <a:rect l="l" t="t" r="r" b="b"/>
            <a:pathLst>
              <a:path w="1201420">
                <a:moveTo>
                  <a:pt x="0" y="0"/>
                </a:moveTo>
                <a:lnTo>
                  <a:pt x="120142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296413" y="3831134"/>
            <a:ext cx="444083" cy="243840"/>
          </a:xfrm>
          <a:custGeom>
            <a:avLst/>
            <a:gdLst/>
            <a:ahLst/>
            <a:cxnLst/>
            <a:rect l="l" t="t" r="r" b="b"/>
            <a:pathLst>
              <a:path w="444083" h="243840">
                <a:moveTo>
                  <a:pt x="0" y="243840"/>
                </a:moveTo>
                <a:lnTo>
                  <a:pt x="444083" y="243840"/>
                </a:lnTo>
                <a:lnTo>
                  <a:pt x="444083" y="0"/>
                </a:lnTo>
                <a:lnTo>
                  <a:pt x="0" y="0"/>
                </a:lnTo>
                <a:lnTo>
                  <a:pt x="0" y="24384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740532" y="3831134"/>
            <a:ext cx="606196" cy="243840"/>
          </a:xfrm>
          <a:custGeom>
            <a:avLst/>
            <a:gdLst/>
            <a:ahLst/>
            <a:cxnLst/>
            <a:rect l="l" t="t" r="r" b="b"/>
            <a:pathLst>
              <a:path w="606196" h="243840">
                <a:moveTo>
                  <a:pt x="0" y="243840"/>
                </a:moveTo>
                <a:lnTo>
                  <a:pt x="606196" y="243840"/>
                </a:lnTo>
                <a:lnTo>
                  <a:pt x="606196" y="0"/>
                </a:lnTo>
                <a:lnTo>
                  <a:pt x="0" y="0"/>
                </a:lnTo>
                <a:lnTo>
                  <a:pt x="0" y="24384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2740532" y="3826382"/>
            <a:ext cx="0" cy="253353"/>
          </a:xfrm>
          <a:custGeom>
            <a:avLst/>
            <a:gdLst/>
            <a:ahLst/>
            <a:cxnLst/>
            <a:rect l="l" t="t" r="r" b="b"/>
            <a:pathLst>
              <a:path h="253353">
                <a:moveTo>
                  <a:pt x="0" y="0"/>
                </a:moveTo>
                <a:lnTo>
                  <a:pt x="0" y="253353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296413" y="3826382"/>
            <a:ext cx="0" cy="253353"/>
          </a:xfrm>
          <a:custGeom>
            <a:avLst/>
            <a:gdLst/>
            <a:ahLst/>
            <a:cxnLst/>
            <a:rect l="l" t="t" r="r" b="b"/>
            <a:pathLst>
              <a:path h="253353">
                <a:moveTo>
                  <a:pt x="0" y="0"/>
                </a:moveTo>
                <a:lnTo>
                  <a:pt x="0" y="253353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346703" y="3826382"/>
            <a:ext cx="0" cy="253353"/>
          </a:xfrm>
          <a:custGeom>
            <a:avLst/>
            <a:gdLst/>
            <a:ahLst/>
            <a:cxnLst/>
            <a:rect l="l" t="t" r="r" b="b"/>
            <a:pathLst>
              <a:path h="253353">
                <a:moveTo>
                  <a:pt x="0" y="0"/>
                </a:moveTo>
                <a:lnTo>
                  <a:pt x="0" y="253353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291714" y="3831081"/>
            <a:ext cx="1059814" cy="0"/>
          </a:xfrm>
          <a:custGeom>
            <a:avLst/>
            <a:gdLst/>
            <a:ahLst/>
            <a:cxnLst/>
            <a:rect l="l" t="t" r="r" b="b"/>
            <a:pathLst>
              <a:path w="1059814">
                <a:moveTo>
                  <a:pt x="0" y="0"/>
                </a:moveTo>
                <a:lnTo>
                  <a:pt x="105981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291714" y="4074974"/>
            <a:ext cx="1059814" cy="0"/>
          </a:xfrm>
          <a:custGeom>
            <a:avLst/>
            <a:gdLst/>
            <a:ahLst/>
            <a:cxnLst/>
            <a:rect l="l" t="t" r="r" b="b"/>
            <a:pathLst>
              <a:path w="1059814">
                <a:moveTo>
                  <a:pt x="0" y="0"/>
                </a:moveTo>
                <a:lnTo>
                  <a:pt x="105981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468623" y="4197097"/>
            <a:ext cx="383285" cy="0"/>
          </a:xfrm>
          <a:custGeom>
            <a:avLst/>
            <a:gdLst/>
            <a:ahLst/>
            <a:cxnLst/>
            <a:rect l="l" t="t" r="r" b="b"/>
            <a:pathLst>
              <a:path w="383285">
                <a:moveTo>
                  <a:pt x="383285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468623" y="3217163"/>
            <a:ext cx="6730" cy="979730"/>
          </a:xfrm>
          <a:custGeom>
            <a:avLst/>
            <a:gdLst/>
            <a:ahLst/>
            <a:cxnLst/>
            <a:rect l="l" t="t" r="r" b="b"/>
            <a:pathLst>
              <a:path w="6730" h="979730">
                <a:moveTo>
                  <a:pt x="0" y="979730"/>
                </a:moveTo>
                <a:lnTo>
                  <a:pt x="673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264407" y="3210813"/>
            <a:ext cx="211454" cy="44450"/>
          </a:xfrm>
          <a:custGeom>
            <a:avLst/>
            <a:gdLst/>
            <a:ahLst/>
            <a:cxnLst/>
            <a:rect l="l" t="t" r="r" b="b"/>
            <a:pathLst>
              <a:path w="211454" h="44450">
                <a:moveTo>
                  <a:pt x="76199" y="12700"/>
                </a:moveTo>
                <a:lnTo>
                  <a:pt x="211454" y="12700"/>
                </a:lnTo>
                <a:lnTo>
                  <a:pt x="211454" y="0"/>
                </a:lnTo>
                <a:lnTo>
                  <a:pt x="63499" y="0"/>
                </a:lnTo>
                <a:lnTo>
                  <a:pt x="63499" y="12700"/>
                </a:lnTo>
                <a:lnTo>
                  <a:pt x="76199" y="12700"/>
                </a:lnTo>
                <a:close/>
              </a:path>
              <a:path w="211454" h="44450">
                <a:moveTo>
                  <a:pt x="76200" y="0"/>
                </a:moveTo>
                <a:lnTo>
                  <a:pt x="76199" y="-31750"/>
                </a:lnTo>
                <a:lnTo>
                  <a:pt x="0" y="6350"/>
                </a:lnTo>
                <a:lnTo>
                  <a:pt x="76199" y="44450"/>
                </a:lnTo>
                <a:lnTo>
                  <a:pt x="76199" y="12700"/>
                </a:lnTo>
                <a:lnTo>
                  <a:pt x="63499" y="12700"/>
                </a:lnTo>
                <a:lnTo>
                  <a:pt x="63499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4547615" y="3634739"/>
            <a:ext cx="600074" cy="568463"/>
          </a:xfrm>
          <a:custGeom>
            <a:avLst/>
            <a:gdLst/>
            <a:ahLst/>
            <a:cxnLst/>
            <a:rect l="l" t="t" r="r" b="b"/>
            <a:pathLst>
              <a:path w="600074" h="568463">
                <a:moveTo>
                  <a:pt x="536574" y="31750"/>
                </a:moveTo>
                <a:lnTo>
                  <a:pt x="523874" y="0"/>
                </a:lnTo>
                <a:lnTo>
                  <a:pt x="523875" y="31749"/>
                </a:lnTo>
                <a:lnTo>
                  <a:pt x="536574" y="31750"/>
                </a:lnTo>
                <a:close/>
              </a:path>
              <a:path w="600074" h="568463">
                <a:moveTo>
                  <a:pt x="293623" y="555763"/>
                </a:moveTo>
                <a:lnTo>
                  <a:pt x="0" y="555763"/>
                </a:lnTo>
                <a:lnTo>
                  <a:pt x="0" y="568463"/>
                </a:lnTo>
                <a:lnTo>
                  <a:pt x="303529" y="568463"/>
                </a:lnTo>
                <a:lnTo>
                  <a:pt x="306323" y="565621"/>
                </a:lnTo>
                <a:lnTo>
                  <a:pt x="306324" y="44449"/>
                </a:lnTo>
                <a:lnTo>
                  <a:pt x="536574" y="44450"/>
                </a:lnTo>
                <a:lnTo>
                  <a:pt x="600074" y="38100"/>
                </a:lnTo>
                <a:lnTo>
                  <a:pt x="523874" y="0"/>
                </a:lnTo>
                <a:lnTo>
                  <a:pt x="536574" y="31750"/>
                </a:lnTo>
                <a:lnTo>
                  <a:pt x="523875" y="31749"/>
                </a:lnTo>
                <a:lnTo>
                  <a:pt x="306323" y="38100"/>
                </a:lnTo>
                <a:lnTo>
                  <a:pt x="299973" y="44450"/>
                </a:lnTo>
                <a:lnTo>
                  <a:pt x="299973" y="555763"/>
                </a:lnTo>
                <a:lnTo>
                  <a:pt x="293623" y="562113"/>
                </a:lnTo>
                <a:lnTo>
                  <a:pt x="293623" y="555763"/>
                </a:lnTo>
                <a:close/>
              </a:path>
              <a:path w="600074" h="568463">
                <a:moveTo>
                  <a:pt x="299973" y="31750"/>
                </a:moveTo>
                <a:lnTo>
                  <a:pt x="296544" y="31750"/>
                </a:lnTo>
                <a:lnTo>
                  <a:pt x="293623" y="34544"/>
                </a:lnTo>
                <a:lnTo>
                  <a:pt x="293623" y="562113"/>
                </a:lnTo>
                <a:lnTo>
                  <a:pt x="299973" y="555763"/>
                </a:lnTo>
                <a:lnTo>
                  <a:pt x="299973" y="44450"/>
                </a:lnTo>
                <a:lnTo>
                  <a:pt x="306323" y="38100"/>
                </a:lnTo>
                <a:lnTo>
                  <a:pt x="523875" y="31749"/>
                </a:lnTo>
                <a:lnTo>
                  <a:pt x="299973" y="31750"/>
                </a:lnTo>
                <a:close/>
              </a:path>
              <a:path w="600074" h="568463">
                <a:moveTo>
                  <a:pt x="536574" y="44450"/>
                </a:moveTo>
                <a:lnTo>
                  <a:pt x="523874" y="44450"/>
                </a:lnTo>
                <a:lnTo>
                  <a:pt x="523874" y="76200"/>
                </a:lnTo>
                <a:lnTo>
                  <a:pt x="600074" y="38100"/>
                </a:lnTo>
                <a:lnTo>
                  <a:pt x="536574" y="44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310637" y="3814064"/>
            <a:ext cx="1079245" cy="29895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501385" y="2619755"/>
            <a:ext cx="466851" cy="855853"/>
          </a:xfrm>
          <a:custGeom>
            <a:avLst/>
            <a:gdLst/>
            <a:ahLst/>
            <a:cxnLst/>
            <a:rect l="l" t="t" r="r" b="b"/>
            <a:pathLst>
              <a:path w="466851" h="855853">
                <a:moveTo>
                  <a:pt x="0" y="665353"/>
                </a:moveTo>
                <a:lnTo>
                  <a:pt x="0" y="703453"/>
                </a:lnTo>
                <a:lnTo>
                  <a:pt x="12699" y="703453"/>
                </a:lnTo>
                <a:lnTo>
                  <a:pt x="12699" y="665353"/>
                </a:lnTo>
                <a:lnTo>
                  <a:pt x="0" y="665353"/>
                </a:lnTo>
                <a:close/>
              </a:path>
              <a:path w="466851" h="855853">
                <a:moveTo>
                  <a:pt x="0" y="614553"/>
                </a:moveTo>
                <a:lnTo>
                  <a:pt x="0" y="652653"/>
                </a:lnTo>
                <a:lnTo>
                  <a:pt x="12699" y="652653"/>
                </a:lnTo>
                <a:lnTo>
                  <a:pt x="12699" y="614553"/>
                </a:lnTo>
                <a:lnTo>
                  <a:pt x="0" y="614553"/>
                </a:lnTo>
                <a:close/>
              </a:path>
              <a:path w="466851" h="855853">
                <a:moveTo>
                  <a:pt x="0" y="563753"/>
                </a:moveTo>
                <a:lnTo>
                  <a:pt x="0" y="601853"/>
                </a:lnTo>
                <a:lnTo>
                  <a:pt x="12699" y="601853"/>
                </a:lnTo>
                <a:lnTo>
                  <a:pt x="12699" y="563753"/>
                </a:lnTo>
                <a:lnTo>
                  <a:pt x="0" y="563753"/>
                </a:lnTo>
                <a:close/>
              </a:path>
              <a:path w="466851" h="855853">
                <a:moveTo>
                  <a:pt x="0" y="512953"/>
                </a:moveTo>
                <a:lnTo>
                  <a:pt x="0" y="551053"/>
                </a:lnTo>
                <a:lnTo>
                  <a:pt x="12699" y="551053"/>
                </a:lnTo>
                <a:lnTo>
                  <a:pt x="12699" y="512953"/>
                </a:lnTo>
                <a:lnTo>
                  <a:pt x="0" y="512953"/>
                </a:lnTo>
                <a:close/>
              </a:path>
              <a:path w="466851" h="855853">
                <a:moveTo>
                  <a:pt x="0" y="462153"/>
                </a:moveTo>
                <a:lnTo>
                  <a:pt x="0" y="500253"/>
                </a:lnTo>
                <a:lnTo>
                  <a:pt x="12699" y="500253"/>
                </a:lnTo>
                <a:lnTo>
                  <a:pt x="12699" y="462153"/>
                </a:lnTo>
                <a:lnTo>
                  <a:pt x="0" y="462153"/>
                </a:lnTo>
                <a:close/>
              </a:path>
              <a:path w="466851" h="855853">
                <a:moveTo>
                  <a:pt x="0" y="411353"/>
                </a:moveTo>
                <a:lnTo>
                  <a:pt x="0" y="449453"/>
                </a:lnTo>
                <a:lnTo>
                  <a:pt x="12699" y="449453"/>
                </a:lnTo>
                <a:lnTo>
                  <a:pt x="12699" y="411353"/>
                </a:lnTo>
                <a:lnTo>
                  <a:pt x="0" y="411353"/>
                </a:lnTo>
                <a:close/>
              </a:path>
              <a:path w="466851" h="855853">
                <a:moveTo>
                  <a:pt x="0" y="360553"/>
                </a:moveTo>
                <a:lnTo>
                  <a:pt x="0" y="398653"/>
                </a:lnTo>
                <a:lnTo>
                  <a:pt x="12699" y="398653"/>
                </a:lnTo>
                <a:lnTo>
                  <a:pt x="12699" y="360553"/>
                </a:lnTo>
                <a:lnTo>
                  <a:pt x="0" y="360553"/>
                </a:lnTo>
                <a:close/>
              </a:path>
              <a:path w="466851" h="855853">
                <a:moveTo>
                  <a:pt x="0" y="309753"/>
                </a:moveTo>
                <a:lnTo>
                  <a:pt x="0" y="347853"/>
                </a:lnTo>
                <a:lnTo>
                  <a:pt x="12699" y="347853"/>
                </a:lnTo>
                <a:lnTo>
                  <a:pt x="12699" y="309753"/>
                </a:lnTo>
                <a:lnTo>
                  <a:pt x="0" y="309753"/>
                </a:lnTo>
                <a:close/>
              </a:path>
              <a:path w="466851" h="855853">
                <a:moveTo>
                  <a:pt x="0" y="258953"/>
                </a:moveTo>
                <a:lnTo>
                  <a:pt x="0" y="297053"/>
                </a:lnTo>
                <a:lnTo>
                  <a:pt x="12699" y="297053"/>
                </a:lnTo>
                <a:lnTo>
                  <a:pt x="12699" y="258953"/>
                </a:lnTo>
                <a:lnTo>
                  <a:pt x="0" y="258953"/>
                </a:lnTo>
                <a:close/>
              </a:path>
              <a:path w="466851" h="855853">
                <a:moveTo>
                  <a:pt x="0" y="208153"/>
                </a:moveTo>
                <a:lnTo>
                  <a:pt x="0" y="246253"/>
                </a:lnTo>
                <a:lnTo>
                  <a:pt x="12699" y="246253"/>
                </a:lnTo>
                <a:lnTo>
                  <a:pt x="12699" y="208153"/>
                </a:lnTo>
                <a:lnTo>
                  <a:pt x="0" y="208153"/>
                </a:lnTo>
                <a:close/>
              </a:path>
              <a:path w="466851" h="855853">
                <a:moveTo>
                  <a:pt x="0" y="157353"/>
                </a:moveTo>
                <a:lnTo>
                  <a:pt x="0" y="195453"/>
                </a:lnTo>
                <a:lnTo>
                  <a:pt x="12699" y="195453"/>
                </a:lnTo>
                <a:lnTo>
                  <a:pt x="12699" y="157353"/>
                </a:lnTo>
                <a:lnTo>
                  <a:pt x="0" y="157353"/>
                </a:lnTo>
                <a:close/>
              </a:path>
              <a:path w="466851" h="855853">
                <a:moveTo>
                  <a:pt x="0" y="106553"/>
                </a:moveTo>
                <a:lnTo>
                  <a:pt x="0" y="144653"/>
                </a:lnTo>
                <a:lnTo>
                  <a:pt x="12699" y="144653"/>
                </a:lnTo>
                <a:lnTo>
                  <a:pt x="12699" y="106553"/>
                </a:lnTo>
                <a:lnTo>
                  <a:pt x="0" y="106553"/>
                </a:lnTo>
                <a:close/>
              </a:path>
              <a:path w="466851" h="855853">
                <a:moveTo>
                  <a:pt x="0" y="55753"/>
                </a:moveTo>
                <a:lnTo>
                  <a:pt x="0" y="93853"/>
                </a:lnTo>
                <a:lnTo>
                  <a:pt x="12699" y="93853"/>
                </a:lnTo>
                <a:lnTo>
                  <a:pt x="12699" y="55753"/>
                </a:lnTo>
                <a:lnTo>
                  <a:pt x="0" y="55753"/>
                </a:lnTo>
                <a:close/>
              </a:path>
              <a:path w="466851" h="855853">
                <a:moveTo>
                  <a:pt x="39496" y="31750"/>
                </a:moveTo>
                <a:lnTo>
                  <a:pt x="2793" y="31750"/>
                </a:lnTo>
                <a:lnTo>
                  <a:pt x="0" y="34544"/>
                </a:lnTo>
                <a:lnTo>
                  <a:pt x="0" y="43053"/>
                </a:lnTo>
                <a:lnTo>
                  <a:pt x="7746" y="43053"/>
                </a:lnTo>
                <a:lnTo>
                  <a:pt x="6349" y="44450"/>
                </a:lnTo>
                <a:lnTo>
                  <a:pt x="39496" y="44450"/>
                </a:lnTo>
                <a:lnTo>
                  <a:pt x="39496" y="31750"/>
                </a:lnTo>
                <a:lnTo>
                  <a:pt x="12699" y="38100"/>
                </a:lnTo>
                <a:lnTo>
                  <a:pt x="12699" y="43053"/>
                </a:lnTo>
                <a:lnTo>
                  <a:pt x="12699" y="38100"/>
                </a:lnTo>
                <a:lnTo>
                  <a:pt x="39496" y="31750"/>
                </a:lnTo>
                <a:close/>
              </a:path>
              <a:path w="466851" h="855853">
                <a:moveTo>
                  <a:pt x="52196" y="31750"/>
                </a:moveTo>
                <a:lnTo>
                  <a:pt x="52196" y="44450"/>
                </a:lnTo>
                <a:lnTo>
                  <a:pt x="90296" y="44450"/>
                </a:lnTo>
                <a:lnTo>
                  <a:pt x="90296" y="31750"/>
                </a:lnTo>
                <a:lnTo>
                  <a:pt x="52196" y="31750"/>
                </a:lnTo>
                <a:close/>
              </a:path>
              <a:path w="466851" h="855853">
                <a:moveTo>
                  <a:pt x="102996" y="31750"/>
                </a:moveTo>
                <a:lnTo>
                  <a:pt x="102996" y="44450"/>
                </a:lnTo>
                <a:lnTo>
                  <a:pt x="141096" y="44450"/>
                </a:lnTo>
                <a:lnTo>
                  <a:pt x="141096" y="31750"/>
                </a:lnTo>
                <a:lnTo>
                  <a:pt x="102996" y="31750"/>
                </a:lnTo>
                <a:close/>
              </a:path>
              <a:path w="466851" h="855853">
                <a:moveTo>
                  <a:pt x="153796" y="31750"/>
                </a:moveTo>
                <a:lnTo>
                  <a:pt x="153796" y="44450"/>
                </a:lnTo>
                <a:lnTo>
                  <a:pt x="191896" y="44450"/>
                </a:lnTo>
                <a:lnTo>
                  <a:pt x="191896" y="31750"/>
                </a:lnTo>
                <a:lnTo>
                  <a:pt x="153796" y="31750"/>
                </a:lnTo>
                <a:close/>
              </a:path>
              <a:path w="466851" h="855853">
                <a:moveTo>
                  <a:pt x="204596" y="31750"/>
                </a:moveTo>
                <a:lnTo>
                  <a:pt x="204596" y="44450"/>
                </a:lnTo>
                <a:lnTo>
                  <a:pt x="242696" y="44450"/>
                </a:lnTo>
                <a:lnTo>
                  <a:pt x="242696" y="31750"/>
                </a:lnTo>
                <a:lnTo>
                  <a:pt x="204596" y="31750"/>
                </a:lnTo>
                <a:close/>
              </a:path>
              <a:path w="466851" h="855853">
                <a:moveTo>
                  <a:pt x="255396" y="31750"/>
                </a:moveTo>
                <a:lnTo>
                  <a:pt x="255396" y="44450"/>
                </a:lnTo>
                <a:lnTo>
                  <a:pt x="293496" y="44450"/>
                </a:lnTo>
                <a:lnTo>
                  <a:pt x="293496" y="31750"/>
                </a:lnTo>
                <a:lnTo>
                  <a:pt x="255396" y="31750"/>
                </a:lnTo>
                <a:close/>
              </a:path>
              <a:path w="466851" h="855853">
                <a:moveTo>
                  <a:pt x="306196" y="31750"/>
                </a:moveTo>
                <a:lnTo>
                  <a:pt x="306196" y="44450"/>
                </a:lnTo>
                <a:lnTo>
                  <a:pt x="344296" y="44450"/>
                </a:lnTo>
                <a:lnTo>
                  <a:pt x="344296" y="31750"/>
                </a:lnTo>
                <a:lnTo>
                  <a:pt x="306196" y="31750"/>
                </a:lnTo>
                <a:close/>
              </a:path>
              <a:path w="466851" h="855853">
                <a:moveTo>
                  <a:pt x="356996" y="31750"/>
                </a:moveTo>
                <a:lnTo>
                  <a:pt x="356996" y="44450"/>
                </a:lnTo>
                <a:lnTo>
                  <a:pt x="395096" y="44450"/>
                </a:lnTo>
                <a:lnTo>
                  <a:pt x="466851" y="38100"/>
                </a:lnTo>
                <a:lnTo>
                  <a:pt x="390651" y="0"/>
                </a:lnTo>
                <a:lnTo>
                  <a:pt x="395096" y="31750"/>
                </a:lnTo>
                <a:lnTo>
                  <a:pt x="356996" y="31750"/>
                </a:lnTo>
                <a:close/>
              </a:path>
              <a:path w="466851" h="855853">
                <a:moveTo>
                  <a:pt x="395096" y="44450"/>
                </a:moveTo>
                <a:lnTo>
                  <a:pt x="390651" y="44450"/>
                </a:lnTo>
                <a:lnTo>
                  <a:pt x="390651" y="76200"/>
                </a:lnTo>
                <a:lnTo>
                  <a:pt x="466851" y="38100"/>
                </a:lnTo>
                <a:lnTo>
                  <a:pt x="395096" y="44450"/>
                </a:lnTo>
                <a:close/>
              </a:path>
              <a:path w="466851" h="855853">
                <a:moveTo>
                  <a:pt x="395096" y="31750"/>
                </a:moveTo>
                <a:lnTo>
                  <a:pt x="390651" y="0"/>
                </a:lnTo>
                <a:lnTo>
                  <a:pt x="390652" y="31749"/>
                </a:lnTo>
                <a:lnTo>
                  <a:pt x="395096" y="31750"/>
                </a:lnTo>
                <a:close/>
              </a:path>
              <a:path w="466851" h="855853">
                <a:moveTo>
                  <a:pt x="0" y="817753"/>
                </a:moveTo>
                <a:lnTo>
                  <a:pt x="0" y="855853"/>
                </a:lnTo>
                <a:lnTo>
                  <a:pt x="12699" y="855853"/>
                </a:lnTo>
                <a:lnTo>
                  <a:pt x="12699" y="817753"/>
                </a:lnTo>
                <a:lnTo>
                  <a:pt x="0" y="817753"/>
                </a:lnTo>
                <a:close/>
              </a:path>
              <a:path w="466851" h="855853">
                <a:moveTo>
                  <a:pt x="0" y="766953"/>
                </a:moveTo>
                <a:lnTo>
                  <a:pt x="0" y="805053"/>
                </a:lnTo>
                <a:lnTo>
                  <a:pt x="12699" y="805053"/>
                </a:lnTo>
                <a:lnTo>
                  <a:pt x="12699" y="766953"/>
                </a:lnTo>
                <a:lnTo>
                  <a:pt x="0" y="766953"/>
                </a:lnTo>
                <a:close/>
              </a:path>
              <a:path w="466851" h="855853">
                <a:moveTo>
                  <a:pt x="0" y="716153"/>
                </a:moveTo>
                <a:lnTo>
                  <a:pt x="0" y="754253"/>
                </a:lnTo>
                <a:lnTo>
                  <a:pt x="12699" y="754253"/>
                </a:lnTo>
                <a:lnTo>
                  <a:pt x="12699" y="716153"/>
                </a:lnTo>
                <a:lnTo>
                  <a:pt x="0" y="7161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5501385" y="34565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5501385" y="34057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501385" y="33549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501385" y="33041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501385" y="32533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501385" y="32025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501385" y="31517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501385" y="31009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5501385" y="30501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5501385" y="29993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501385" y="29485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5501385" y="28977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501385" y="28469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5501385" y="27961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5501385" y="27453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5501385" y="2694558"/>
            <a:ext cx="12699" cy="0"/>
          </a:xfrm>
          <a:custGeom>
            <a:avLst/>
            <a:gdLst/>
            <a:ahLst/>
            <a:cxnLst/>
            <a:rect l="l" t="t" r="r" b="b"/>
            <a:pathLst>
              <a:path w="12699">
                <a:moveTo>
                  <a:pt x="0" y="0"/>
                </a:moveTo>
                <a:lnTo>
                  <a:pt x="12699" y="0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5553582" y="2657855"/>
            <a:ext cx="38099" cy="0"/>
          </a:xfrm>
          <a:custGeom>
            <a:avLst/>
            <a:gdLst/>
            <a:ahLst/>
            <a:cxnLst/>
            <a:rect l="l" t="t" r="r" b="b"/>
            <a:pathLst>
              <a:path w="38099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5604382" y="2657855"/>
            <a:ext cx="38099" cy="0"/>
          </a:xfrm>
          <a:custGeom>
            <a:avLst/>
            <a:gdLst/>
            <a:ahLst/>
            <a:cxnLst/>
            <a:rect l="l" t="t" r="r" b="b"/>
            <a:pathLst>
              <a:path w="38099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655182" y="2657855"/>
            <a:ext cx="38099" cy="0"/>
          </a:xfrm>
          <a:custGeom>
            <a:avLst/>
            <a:gdLst/>
            <a:ahLst/>
            <a:cxnLst/>
            <a:rect l="l" t="t" r="r" b="b"/>
            <a:pathLst>
              <a:path w="38099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5705982" y="2657855"/>
            <a:ext cx="38099" cy="0"/>
          </a:xfrm>
          <a:custGeom>
            <a:avLst/>
            <a:gdLst/>
            <a:ahLst/>
            <a:cxnLst/>
            <a:rect l="l" t="t" r="r" b="b"/>
            <a:pathLst>
              <a:path w="38099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5756782" y="2657855"/>
            <a:ext cx="38099" cy="0"/>
          </a:xfrm>
          <a:custGeom>
            <a:avLst/>
            <a:gdLst/>
            <a:ahLst/>
            <a:cxnLst/>
            <a:rect l="l" t="t" r="r" b="b"/>
            <a:pathLst>
              <a:path w="38099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5807582" y="2657855"/>
            <a:ext cx="38099" cy="0"/>
          </a:xfrm>
          <a:custGeom>
            <a:avLst/>
            <a:gdLst/>
            <a:ahLst/>
            <a:cxnLst/>
            <a:rect l="l" t="t" r="r" b="b"/>
            <a:pathLst>
              <a:path w="38099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5858382" y="2657855"/>
            <a:ext cx="38099" cy="0"/>
          </a:xfrm>
          <a:custGeom>
            <a:avLst/>
            <a:gdLst/>
            <a:ahLst/>
            <a:cxnLst/>
            <a:rect l="l" t="t" r="r" b="b"/>
            <a:pathLst>
              <a:path w="38099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5175757" y="3472688"/>
            <a:ext cx="786637" cy="3721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1308100" y="2844799"/>
            <a:ext cx="1193799" cy="0"/>
          </a:xfrm>
          <a:custGeom>
            <a:avLst/>
            <a:gdLst/>
            <a:ahLst/>
            <a:cxnLst/>
            <a:rect l="l" t="t" r="r" b="b"/>
            <a:pathLst>
              <a:path w="1193799">
                <a:moveTo>
                  <a:pt x="0" y="0"/>
                </a:moveTo>
                <a:lnTo>
                  <a:pt x="1193799" y="0"/>
                </a:lnTo>
              </a:path>
            </a:pathLst>
          </a:custGeom>
          <a:ln w="12700">
            <a:solidFill>
              <a:srgbClr val="B5B5B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574800" y="2362199"/>
            <a:ext cx="927099" cy="0"/>
          </a:xfrm>
          <a:custGeom>
            <a:avLst/>
            <a:gdLst/>
            <a:ahLst/>
            <a:cxnLst/>
            <a:rect l="l" t="t" r="r" b="b"/>
            <a:pathLst>
              <a:path w="927099">
                <a:moveTo>
                  <a:pt x="0" y="0"/>
                </a:moveTo>
                <a:lnTo>
                  <a:pt x="927099" y="0"/>
                </a:lnTo>
              </a:path>
            </a:pathLst>
          </a:custGeom>
          <a:ln w="12700">
            <a:solidFill>
              <a:srgbClr val="B5B5B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2489199" y="2362199"/>
            <a:ext cx="0" cy="520700"/>
          </a:xfrm>
          <a:custGeom>
            <a:avLst/>
            <a:gdLst/>
            <a:ahLst/>
            <a:cxnLst/>
            <a:rect l="l" t="t" r="r" b="b"/>
            <a:pathLst>
              <a:path h="520700">
                <a:moveTo>
                  <a:pt x="0" y="520700"/>
                </a:moveTo>
                <a:lnTo>
                  <a:pt x="0" y="0"/>
                </a:lnTo>
              </a:path>
            </a:pathLst>
          </a:custGeom>
          <a:ln w="0">
            <a:solidFill>
              <a:srgbClr val="B5B5B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67057" y="2194483"/>
            <a:ext cx="1284592" cy="818654"/>
          </a:xfrm>
          <a:custGeom>
            <a:avLst/>
            <a:gdLst/>
            <a:ahLst/>
            <a:cxnLst/>
            <a:rect l="l" t="t" r="r" b="b"/>
            <a:pathLst>
              <a:path w="1284592" h="818654">
                <a:moveTo>
                  <a:pt x="178498" y="659765"/>
                </a:moveTo>
                <a:lnTo>
                  <a:pt x="180022" y="667334"/>
                </a:lnTo>
                <a:lnTo>
                  <a:pt x="183070" y="676414"/>
                </a:lnTo>
                <a:lnTo>
                  <a:pt x="186131" y="685495"/>
                </a:lnTo>
                <a:lnTo>
                  <a:pt x="190703" y="693051"/>
                </a:lnTo>
                <a:lnTo>
                  <a:pt x="195275" y="702132"/>
                </a:lnTo>
                <a:lnTo>
                  <a:pt x="199859" y="709701"/>
                </a:lnTo>
                <a:lnTo>
                  <a:pt x="205955" y="717270"/>
                </a:lnTo>
                <a:lnTo>
                  <a:pt x="212064" y="724839"/>
                </a:lnTo>
                <a:lnTo>
                  <a:pt x="218160" y="732396"/>
                </a:lnTo>
                <a:lnTo>
                  <a:pt x="224269" y="738454"/>
                </a:lnTo>
                <a:lnTo>
                  <a:pt x="239522" y="752068"/>
                </a:lnTo>
                <a:lnTo>
                  <a:pt x="254774" y="764184"/>
                </a:lnTo>
                <a:lnTo>
                  <a:pt x="271564" y="774776"/>
                </a:lnTo>
                <a:lnTo>
                  <a:pt x="289864" y="783844"/>
                </a:lnTo>
                <a:lnTo>
                  <a:pt x="309702" y="791413"/>
                </a:lnTo>
                <a:lnTo>
                  <a:pt x="329539" y="797471"/>
                </a:lnTo>
                <a:lnTo>
                  <a:pt x="350888" y="802005"/>
                </a:lnTo>
                <a:lnTo>
                  <a:pt x="363105" y="803516"/>
                </a:lnTo>
                <a:lnTo>
                  <a:pt x="373773" y="805040"/>
                </a:lnTo>
                <a:lnTo>
                  <a:pt x="384454" y="805040"/>
                </a:lnTo>
                <a:lnTo>
                  <a:pt x="396659" y="806551"/>
                </a:lnTo>
                <a:lnTo>
                  <a:pt x="408876" y="805040"/>
                </a:lnTo>
                <a:lnTo>
                  <a:pt x="421081" y="805040"/>
                </a:lnTo>
                <a:lnTo>
                  <a:pt x="433285" y="803516"/>
                </a:lnTo>
                <a:lnTo>
                  <a:pt x="445490" y="802005"/>
                </a:lnTo>
                <a:lnTo>
                  <a:pt x="457695" y="798982"/>
                </a:lnTo>
                <a:lnTo>
                  <a:pt x="468376" y="795959"/>
                </a:lnTo>
                <a:lnTo>
                  <a:pt x="479044" y="792924"/>
                </a:lnTo>
                <a:lnTo>
                  <a:pt x="491261" y="789901"/>
                </a:lnTo>
                <a:lnTo>
                  <a:pt x="500405" y="785368"/>
                </a:lnTo>
                <a:lnTo>
                  <a:pt x="511086" y="779310"/>
                </a:lnTo>
                <a:lnTo>
                  <a:pt x="520242" y="774776"/>
                </a:lnTo>
                <a:lnTo>
                  <a:pt x="529399" y="768718"/>
                </a:lnTo>
                <a:lnTo>
                  <a:pt x="540080" y="762660"/>
                </a:lnTo>
                <a:lnTo>
                  <a:pt x="547700" y="756615"/>
                </a:lnTo>
                <a:lnTo>
                  <a:pt x="556856" y="750557"/>
                </a:lnTo>
                <a:lnTo>
                  <a:pt x="564489" y="742988"/>
                </a:lnTo>
                <a:lnTo>
                  <a:pt x="570585" y="750557"/>
                </a:lnTo>
                <a:lnTo>
                  <a:pt x="578218" y="759637"/>
                </a:lnTo>
                <a:lnTo>
                  <a:pt x="585851" y="765695"/>
                </a:lnTo>
                <a:lnTo>
                  <a:pt x="594995" y="773252"/>
                </a:lnTo>
                <a:lnTo>
                  <a:pt x="604151" y="779310"/>
                </a:lnTo>
                <a:lnTo>
                  <a:pt x="613308" y="786879"/>
                </a:lnTo>
                <a:lnTo>
                  <a:pt x="623989" y="791413"/>
                </a:lnTo>
                <a:lnTo>
                  <a:pt x="636193" y="797471"/>
                </a:lnTo>
                <a:lnTo>
                  <a:pt x="648398" y="802005"/>
                </a:lnTo>
                <a:lnTo>
                  <a:pt x="660603" y="805040"/>
                </a:lnTo>
                <a:lnTo>
                  <a:pt x="674331" y="809574"/>
                </a:lnTo>
                <a:lnTo>
                  <a:pt x="688060" y="812609"/>
                </a:lnTo>
                <a:lnTo>
                  <a:pt x="701789" y="815632"/>
                </a:lnTo>
                <a:lnTo>
                  <a:pt x="715530" y="817143"/>
                </a:lnTo>
                <a:lnTo>
                  <a:pt x="729259" y="817143"/>
                </a:lnTo>
                <a:lnTo>
                  <a:pt x="744512" y="818654"/>
                </a:lnTo>
                <a:lnTo>
                  <a:pt x="764349" y="817143"/>
                </a:lnTo>
                <a:lnTo>
                  <a:pt x="782650" y="815632"/>
                </a:lnTo>
                <a:lnTo>
                  <a:pt x="800963" y="812609"/>
                </a:lnTo>
                <a:lnTo>
                  <a:pt x="819264" y="808062"/>
                </a:lnTo>
                <a:lnTo>
                  <a:pt x="834529" y="803516"/>
                </a:lnTo>
                <a:lnTo>
                  <a:pt x="851306" y="797471"/>
                </a:lnTo>
                <a:lnTo>
                  <a:pt x="865035" y="791413"/>
                </a:lnTo>
                <a:lnTo>
                  <a:pt x="880300" y="783844"/>
                </a:lnTo>
                <a:lnTo>
                  <a:pt x="892505" y="776287"/>
                </a:lnTo>
                <a:lnTo>
                  <a:pt x="903185" y="765695"/>
                </a:lnTo>
                <a:lnTo>
                  <a:pt x="913866" y="756615"/>
                </a:lnTo>
                <a:lnTo>
                  <a:pt x="923023" y="747534"/>
                </a:lnTo>
                <a:lnTo>
                  <a:pt x="930643" y="735431"/>
                </a:lnTo>
                <a:lnTo>
                  <a:pt x="935228" y="724839"/>
                </a:lnTo>
                <a:lnTo>
                  <a:pt x="939800" y="712724"/>
                </a:lnTo>
                <a:lnTo>
                  <a:pt x="942848" y="700620"/>
                </a:lnTo>
                <a:lnTo>
                  <a:pt x="950480" y="702132"/>
                </a:lnTo>
                <a:lnTo>
                  <a:pt x="956576" y="703656"/>
                </a:lnTo>
                <a:lnTo>
                  <a:pt x="982510" y="703656"/>
                </a:lnTo>
                <a:lnTo>
                  <a:pt x="991666" y="702132"/>
                </a:lnTo>
                <a:lnTo>
                  <a:pt x="1002347" y="700620"/>
                </a:lnTo>
                <a:lnTo>
                  <a:pt x="1011504" y="697598"/>
                </a:lnTo>
                <a:lnTo>
                  <a:pt x="1020660" y="693051"/>
                </a:lnTo>
                <a:lnTo>
                  <a:pt x="1028280" y="688517"/>
                </a:lnTo>
                <a:lnTo>
                  <a:pt x="1035913" y="683971"/>
                </a:lnTo>
                <a:lnTo>
                  <a:pt x="1042022" y="676414"/>
                </a:lnTo>
                <a:lnTo>
                  <a:pt x="1049642" y="670356"/>
                </a:lnTo>
                <a:lnTo>
                  <a:pt x="1055751" y="664311"/>
                </a:lnTo>
                <a:lnTo>
                  <a:pt x="1060323" y="656742"/>
                </a:lnTo>
                <a:lnTo>
                  <a:pt x="1063383" y="647661"/>
                </a:lnTo>
                <a:lnTo>
                  <a:pt x="1067955" y="640092"/>
                </a:lnTo>
                <a:lnTo>
                  <a:pt x="1071003" y="631012"/>
                </a:lnTo>
                <a:lnTo>
                  <a:pt x="1072527" y="621931"/>
                </a:lnTo>
                <a:lnTo>
                  <a:pt x="1072527" y="612851"/>
                </a:lnTo>
                <a:lnTo>
                  <a:pt x="1071003" y="600748"/>
                </a:lnTo>
                <a:lnTo>
                  <a:pt x="1069479" y="590156"/>
                </a:lnTo>
                <a:lnTo>
                  <a:pt x="1080160" y="591667"/>
                </a:lnTo>
                <a:lnTo>
                  <a:pt x="1092365" y="593191"/>
                </a:lnTo>
                <a:lnTo>
                  <a:pt x="1103045" y="594702"/>
                </a:lnTo>
                <a:lnTo>
                  <a:pt x="1115250" y="594702"/>
                </a:lnTo>
                <a:lnTo>
                  <a:pt x="1132027" y="593191"/>
                </a:lnTo>
                <a:lnTo>
                  <a:pt x="1148816" y="591667"/>
                </a:lnTo>
                <a:lnTo>
                  <a:pt x="1165593" y="587133"/>
                </a:lnTo>
                <a:lnTo>
                  <a:pt x="1180858" y="582599"/>
                </a:lnTo>
                <a:lnTo>
                  <a:pt x="1196111" y="576541"/>
                </a:lnTo>
                <a:lnTo>
                  <a:pt x="1209840" y="568972"/>
                </a:lnTo>
                <a:lnTo>
                  <a:pt x="1222044" y="559892"/>
                </a:lnTo>
                <a:lnTo>
                  <a:pt x="1234249" y="550811"/>
                </a:lnTo>
                <a:lnTo>
                  <a:pt x="1244930" y="540219"/>
                </a:lnTo>
                <a:lnTo>
                  <a:pt x="1255611" y="529628"/>
                </a:lnTo>
                <a:lnTo>
                  <a:pt x="1263243" y="516013"/>
                </a:lnTo>
                <a:lnTo>
                  <a:pt x="1270863" y="503897"/>
                </a:lnTo>
                <a:lnTo>
                  <a:pt x="1276972" y="490283"/>
                </a:lnTo>
                <a:lnTo>
                  <a:pt x="1280020" y="475157"/>
                </a:lnTo>
                <a:lnTo>
                  <a:pt x="1283068" y="460019"/>
                </a:lnTo>
                <a:lnTo>
                  <a:pt x="1284592" y="444893"/>
                </a:lnTo>
                <a:lnTo>
                  <a:pt x="1283068" y="429755"/>
                </a:lnTo>
                <a:lnTo>
                  <a:pt x="1280020" y="414629"/>
                </a:lnTo>
                <a:lnTo>
                  <a:pt x="1276972" y="401002"/>
                </a:lnTo>
                <a:lnTo>
                  <a:pt x="1270863" y="387388"/>
                </a:lnTo>
                <a:lnTo>
                  <a:pt x="1263243" y="373773"/>
                </a:lnTo>
                <a:lnTo>
                  <a:pt x="1255611" y="361657"/>
                </a:lnTo>
                <a:lnTo>
                  <a:pt x="1244930" y="349554"/>
                </a:lnTo>
                <a:lnTo>
                  <a:pt x="1234249" y="338963"/>
                </a:lnTo>
                <a:lnTo>
                  <a:pt x="1222044" y="329882"/>
                </a:lnTo>
                <a:lnTo>
                  <a:pt x="1209840" y="322313"/>
                </a:lnTo>
                <a:lnTo>
                  <a:pt x="1196111" y="313245"/>
                </a:lnTo>
                <a:lnTo>
                  <a:pt x="1180858" y="307187"/>
                </a:lnTo>
                <a:lnTo>
                  <a:pt x="1165593" y="302641"/>
                </a:lnTo>
                <a:lnTo>
                  <a:pt x="1148816" y="298107"/>
                </a:lnTo>
                <a:lnTo>
                  <a:pt x="1132027" y="296595"/>
                </a:lnTo>
                <a:lnTo>
                  <a:pt x="1115250" y="295084"/>
                </a:lnTo>
                <a:lnTo>
                  <a:pt x="1104569" y="296595"/>
                </a:lnTo>
                <a:lnTo>
                  <a:pt x="1093889" y="296595"/>
                </a:lnTo>
                <a:lnTo>
                  <a:pt x="1083208" y="298107"/>
                </a:lnTo>
                <a:lnTo>
                  <a:pt x="1072527" y="301129"/>
                </a:lnTo>
                <a:lnTo>
                  <a:pt x="1072527" y="261785"/>
                </a:lnTo>
                <a:lnTo>
                  <a:pt x="1071003" y="249682"/>
                </a:lnTo>
                <a:lnTo>
                  <a:pt x="1069479" y="239090"/>
                </a:lnTo>
                <a:lnTo>
                  <a:pt x="1066431" y="228498"/>
                </a:lnTo>
                <a:lnTo>
                  <a:pt x="1063383" y="219417"/>
                </a:lnTo>
                <a:lnTo>
                  <a:pt x="1060323" y="208826"/>
                </a:lnTo>
                <a:lnTo>
                  <a:pt x="1055751" y="198234"/>
                </a:lnTo>
                <a:lnTo>
                  <a:pt x="1051166" y="187642"/>
                </a:lnTo>
                <a:lnTo>
                  <a:pt x="1046594" y="178562"/>
                </a:lnTo>
                <a:lnTo>
                  <a:pt x="1042022" y="169481"/>
                </a:lnTo>
                <a:lnTo>
                  <a:pt x="1035913" y="160401"/>
                </a:lnTo>
                <a:lnTo>
                  <a:pt x="1029817" y="152844"/>
                </a:lnTo>
                <a:lnTo>
                  <a:pt x="1023708" y="143764"/>
                </a:lnTo>
                <a:lnTo>
                  <a:pt x="1016076" y="136194"/>
                </a:lnTo>
                <a:lnTo>
                  <a:pt x="1009980" y="128625"/>
                </a:lnTo>
                <a:lnTo>
                  <a:pt x="1002347" y="121056"/>
                </a:lnTo>
                <a:lnTo>
                  <a:pt x="994727" y="115011"/>
                </a:lnTo>
                <a:lnTo>
                  <a:pt x="987094" y="107442"/>
                </a:lnTo>
                <a:lnTo>
                  <a:pt x="977938" y="101384"/>
                </a:lnTo>
                <a:lnTo>
                  <a:pt x="968794" y="95338"/>
                </a:lnTo>
                <a:lnTo>
                  <a:pt x="959624" y="90792"/>
                </a:lnTo>
                <a:lnTo>
                  <a:pt x="950480" y="86258"/>
                </a:lnTo>
                <a:lnTo>
                  <a:pt x="941324" y="81724"/>
                </a:lnTo>
                <a:lnTo>
                  <a:pt x="930643" y="77177"/>
                </a:lnTo>
                <a:lnTo>
                  <a:pt x="921486" y="74142"/>
                </a:lnTo>
                <a:lnTo>
                  <a:pt x="910805" y="71120"/>
                </a:lnTo>
                <a:lnTo>
                  <a:pt x="900137" y="68097"/>
                </a:lnTo>
                <a:lnTo>
                  <a:pt x="889457" y="66586"/>
                </a:lnTo>
                <a:lnTo>
                  <a:pt x="878776" y="65074"/>
                </a:lnTo>
                <a:lnTo>
                  <a:pt x="868095" y="63550"/>
                </a:lnTo>
                <a:lnTo>
                  <a:pt x="857415" y="63550"/>
                </a:lnTo>
                <a:lnTo>
                  <a:pt x="837577" y="65074"/>
                </a:lnTo>
                <a:lnTo>
                  <a:pt x="819264" y="66586"/>
                </a:lnTo>
                <a:lnTo>
                  <a:pt x="800963" y="72631"/>
                </a:lnTo>
                <a:lnTo>
                  <a:pt x="782650" y="77177"/>
                </a:lnTo>
                <a:lnTo>
                  <a:pt x="765873" y="84747"/>
                </a:lnTo>
                <a:lnTo>
                  <a:pt x="749096" y="92303"/>
                </a:lnTo>
                <a:lnTo>
                  <a:pt x="735355" y="102895"/>
                </a:lnTo>
                <a:lnTo>
                  <a:pt x="720102" y="113487"/>
                </a:lnTo>
                <a:lnTo>
                  <a:pt x="712470" y="101384"/>
                </a:lnTo>
                <a:lnTo>
                  <a:pt x="704850" y="89281"/>
                </a:lnTo>
                <a:lnTo>
                  <a:pt x="695693" y="78689"/>
                </a:lnTo>
                <a:lnTo>
                  <a:pt x="686536" y="66586"/>
                </a:lnTo>
                <a:lnTo>
                  <a:pt x="675855" y="57505"/>
                </a:lnTo>
                <a:lnTo>
                  <a:pt x="665175" y="48425"/>
                </a:lnTo>
                <a:lnTo>
                  <a:pt x="652970" y="39344"/>
                </a:lnTo>
                <a:lnTo>
                  <a:pt x="639241" y="30264"/>
                </a:lnTo>
                <a:lnTo>
                  <a:pt x="625513" y="24206"/>
                </a:lnTo>
                <a:lnTo>
                  <a:pt x="613308" y="18161"/>
                </a:lnTo>
                <a:lnTo>
                  <a:pt x="598055" y="12103"/>
                </a:lnTo>
                <a:lnTo>
                  <a:pt x="584314" y="7569"/>
                </a:lnTo>
                <a:lnTo>
                  <a:pt x="569061" y="3022"/>
                </a:lnTo>
                <a:lnTo>
                  <a:pt x="553808" y="1511"/>
                </a:lnTo>
                <a:lnTo>
                  <a:pt x="538556" y="0"/>
                </a:lnTo>
                <a:lnTo>
                  <a:pt x="498881" y="0"/>
                </a:lnTo>
                <a:lnTo>
                  <a:pt x="488200" y="1511"/>
                </a:lnTo>
                <a:lnTo>
                  <a:pt x="477520" y="3022"/>
                </a:lnTo>
                <a:lnTo>
                  <a:pt x="466839" y="6057"/>
                </a:lnTo>
                <a:lnTo>
                  <a:pt x="456158" y="9080"/>
                </a:lnTo>
                <a:lnTo>
                  <a:pt x="447014" y="12103"/>
                </a:lnTo>
                <a:lnTo>
                  <a:pt x="436333" y="15138"/>
                </a:lnTo>
                <a:lnTo>
                  <a:pt x="425653" y="19672"/>
                </a:lnTo>
                <a:lnTo>
                  <a:pt x="416496" y="24206"/>
                </a:lnTo>
                <a:lnTo>
                  <a:pt x="407339" y="28752"/>
                </a:lnTo>
                <a:lnTo>
                  <a:pt x="398195" y="34810"/>
                </a:lnTo>
                <a:lnTo>
                  <a:pt x="389039" y="40855"/>
                </a:lnTo>
                <a:lnTo>
                  <a:pt x="381406" y="46913"/>
                </a:lnTo>
                <a:lnTo>
                  <a:pt x="373773" y="52959"/>
                </a:lnTo>
                <a:lnTo>
                  <a:pt x="366153" y="59016"/>
                </a:lnTo>
                <a:lnTo>
                  <a:pt x="358521" y="66586"/>
                </a:lnTo>
                <a:lnTo>
                  <a:pt x="350888" y="74142"/>
                </a:lnTo>
                <a:lnTo>
                  <a:pt x="344792" y="83235"/>
                </a:lnTo>
                <a:lnTo>
                  <a:pt x="338683" y="90792"/>
                </a:lnTo>
                <a:lnTo>
                  <a:pt x="332587" y="99872"/>
                </a:lnTo>
                <a:lnTo>
                  <a:pt x="328002" y="107442"/>
                </a:lnTo>
                <a:lnTo>
                  <a:pt x="323430" y="116522"/>
                </a:lnTo>
                <a:lnTo>
                  <a:pt x="317334" y="125603"/>
                </a:lnTo>
                <a:lnTo>
                  <a:pt x="314286" y="136194"/>
                </a:lnTo>
                <a:lnTo>
                  <a:pt x="311226" y="145275"/>
                </a:lnTo>
                <a:lnTo>
                  <a:pt x="308178" y="154355"/>
                </a:lnTo>
                <a:lnTo>
                  <a:pt x="305117" y="164947"/>
                </a:lnTo>
                <a:lnTo>
                  <a:pt x="303606" y="174015"/>
                </a:lnTo>
                <a:lnTo>
                  <a:pt x="302069" y="184607"/>
                </a:lnTo>
                <a:lnTo>
                  <a:pt x="300545" y="195211"/>
                </a:lnTo>
                <a:lnTo>
                  <a:pt x="300545" y="222440"/>
                </a:lnTo>
                <a:lnTo>
                  <a:pt x="291401" y="223964"/>
                </a:lnTo>
                <a:lnTo>
                  <a:pt x="280720" y="225475"/>
                </a:lnTo>
                <a:lnTo>
                  <a:pt x="271564" y="228498"/>
                </a:lnTo>
                <a:lnTo>
                  <a:pt x="260883" y="231521"/>
                </a:lnTo>
                <a:lnTo>
                  <a:pt x="253250" y="236067"/>
                </a:lnTo>
                <a:lnTo>
                  <a:pt x="244094" y="242112"/>
                </a:lnTo>
                <a:lnTo>
                  <a:pt x="236474" y="246659"/>
                </a:lnTo>
                <a:lnTo>
                  <a:pt x="228841" y="254228"/>
                </a:lnTo>
                <a:lnTo>
                  <a:pt x="222745" y="261785"/>
                </a:lnTo>
                <a:lnTo>
                  <a:pt x="216636" y="269354"/>
                </a:lnTo>
                <a:lnTo>
                  <a:pt x="212064" y="276923"/>
                </a:lnTo>
                <a:lnTo>
                  <a:pt x="207479" y="286004"/>
                </a:lnTo>
                <a:lnTo>
                  <a:pt x="202907" y="295084"/>
                </a:lnTo>
                <a:lnTo>
                  <a:pt x="201383" y="304165"/>
                </a:lnTo>
                <a:lnTo>
                  <a:pt x="199859" y="313245"/>
                </a:lnTo>
                <a:lnTo>
                  <a:pt x="198335" y="325348"/>
                </a:lnTo>
                <a:lnTo>
                  <a:pt x="199859" y="331393"/>
                </a:lnTo>
                <a:lnTo>
                  <a:pt x="199859" y="340474"/>
                </a:lnTo>
                <a:lnTo>
                  <a:pt x="189179" y="337451"/>
                </a:lnTo>
                <a:lnTo>
                  <a:pt x="176974" y="334429"/>
                </a:lnTo>
                <a:lnTo>
                  <a:pt x="164769" y="332905"/>
                </a:lnTo>
                <a:lnTo>
                  <a:pt x="154089" y="332905"/>
                </a:lnTo>
                <a:lnTo>
                  <a:pt x="137299" y="334429"/>
                </a:lnTo>
                <a:lnTo>
                  <a:pt x="122047" y="335940"/>
                </a:lnTo>
                <a:lnTo>
                  <a:pt x="106794" y="340474"/>
                </a:lnTo>
                <a:lnTo>
                  <a:pt x="93052" y="345020"/>
                </a:lnTo>
                <a:lnTo>
                  <a:pt x="79336" y="351066"/>
                </a:lnTo>
                <a:lnTo>
                  <a:pt x="67119" y="358635"/>
                </a:lnTo>
                <a:lnTo>
                  <a:pt x="54914" y="366204"/>
                </a:lnTo>
                <a:lnTo>
                  <a:pt x="44234" y="375285"/>
                </a:lnTo>
                <a:lnTo>
                  <a:pt x="33566" y="385876"/>
                </a:lnTo>
                <a:lnTo>
                  <a:pt x="25933" y="396468"/>
                </a:lnTo>
                <a:lnTo>
                  <a:pt x="18300" y="408571"/>
                </a:lnTo>
                <a:lnTo>
                  <a:pt x="10668" y="420674"/>
                </a:lnTo>
                <a:lnTo>
                  <a:pt x="6096" y="434301"/>
                </a:lnTo>
                <a:lnTo>
                  <a:pt x="3048" y="447916"/>
                </a:lnTo>
                <a:lnTo>
                  <a:pt x="0" y="461530"/>
                </a:lnTo>
                <a:lnTo>
                  <a:pt x="0" y="491794"/>
                </a:lnTo>
                <a:lnTo>
                  <a:pt x="3048" y="505421"/>
                </a:lnTo>
                <a:lnTo>
                  <a:pt x="6096" y="519036"/>
                </a:lnTo>
                <a:lnTo>
                  <a:pt x="10668" y="532663"/>
                </a:lnTo>
                <a:lnTo>
                  <a:pt x="18300" y="544766"/>
                </a:lnTo>
                <a:lnTo>
                  <a:pt x="25933" y="556869"/>
                </a:lnTo>
                <a:lnTo>
                  <a:pt x="33566" y="567461"/>
                </a:lnTo>
                <a:lnTo>
                  <a:pt x="44234" y="578053"/>
                </a:lnTo>
                <a:lnTo>
                  <a:pt x="54914" y="587133"/>
                </a:lnTo>
                <a:lnTo>
                  <a:pt x="67119" y="594702"/>
                </a:lnTo>
                <a:lnTo>
                  <a:pt x="79336" y="603783"/>
                </a:lnTo>
                <a:lnTo>
                  <a:pt x="93052" y="608317"/>
                </a:lnTo>
                <a:lnTo>
                  <a:pt x="106794" y="614375"/>
                </a:lnTo>
                <a:lnTo>
                  <a:pt x="122047" y="617397"/>
                </a:lnTo>
                <a:lnTo>
                  <a:pt x="137299" y="618909"/>
                </a:lnTo>
                <a:lnTo>
                  <a:pt x="154089" y="620420"/>
                </a:lnTo>
                <a:lnTo>
                  <a:pt x="163245" y="620420"/>
                </a:lnTo>
                <a:lnTo>
                  <a:pt x="173926" y="618909"/>
                </a:lnTo>
                <a:lnTo>
                  <a:pt x="173926" y="632523"/>
                </a:lnTo>
                <a:lnTo>
                  <a:pt x="175450" y="641604"/>
                </a:lnTo>
                <a:lnTo>
                  <a:pt x="175450" y="650684"/>
                </a:lnTo>
                <a:lnTo>
                  <a:pt x="178498" y="659765"/>
                </a:lnTo>
                <a:close/>
              </a:path>
            </a:pathLst>
          </a:custGeom>
          <a:solidFill>
            <a:srgbClr val="CFD8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97562" y="2214155"/>
            <a:ext cx="1209840" cy="7520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057900" y="2185403"/>
            <a:ext cx="1302943" cy="836853"/>
          </a:xfrm>
          <a:custGeom>
            <a:avLst/>
            <a:gdLst/>
            <a:ahLst/>
            <a:cxnLst/>
            <a:rect l="l" t="t" r="r" b="b"/>
            <a:pathLst>
              <a:path w="1302943" h="836853">
                <a:moveTo>
                  <a:pt x="654824" y="819772"/>
                </a:moveTo>
                <a:lnTo>
                  <a:pt x="667115" y="822814"/>
                </a:lnTo>
                <a:lnTo>
                  <a:pt x="667550" y="822921"/>
                </a:lnTo>
                <a:lnTo>
                  <a:pt x="666864" y="822731"/>
                </a:lnTo>
                <a:lnTo>
                  <a:pt x="659765" y="802284"/>
                </a:lnTo>
                <a:lnTo>
                  <a:pt x="649439" y="798423"/>
                </a:lnTo>
                <a:lnTo>
                  <a:pt x="648563" y="798055"/>
                </a:lnTo>
                <a:lnTo>
                  <a:pt x="641692" y="814882"/>
                </a:lnTo>
                <a:lnTo>
                  <a:pt x="654824" y="819772"/>
                </a:lnTo>
                <a:close/>
              </a:path>
              <a:path w="1302943" h="836853">
                <a:moveTo>
                  <a:pt x="738011" y="835304"/>
                </a:moveTo>
                <a:lnTo>
                  <a:pt x="738416" y="835304"/>
                </a:lnTo>
                <a:lnTo>
                  <a:pt x="738860" y="817143"/>
                </a:lnTo>
                <a:lnTo>
                  <a:pt x="725242" y="817143"/>
                </a:lnTo>
                <a:lnTo>
                  <a:pt x="712952" y="815848"/>
                </a:lnTo>
                <a:lnTo>
                  <a:pt x="711974" y="815682"/>
                </a:lnTo>
                <a:lnTo>
                  <a:pt x="699211" y="812812"/>
                </a:lnTo>
                <a:lnTo>
                  <a:pt x="686384" y="810044"/>
                </a:lnTo>
                <a:lnTo>
                  <a:pt x="685882" y="809878"/>
                </a:lnTo>
                <a:lnTo>
                  <a:pt x="672325" y="805395"/>
                </a:lnTo>
                <a:lnTo>
                  <a:pt x="685482" y="809790"/>
                </a:lnTo>
                <a:lnTo>
                  <a:pt x="695236" y="830541"/>
                </a:lnTo>
                <a:lnTo>
                  <a:pt x="709447" y="833678"/>
                </a:lnTo>
                <a:lnTo>
                  <a:pt x="724166" y="835304"/>
                </a:lnTo>
                <a:lnTo>
                  <a:pt x="724687" y="817143"/>
                </a:lnTo>
                <a:lnTo>
                  <a:pt x="725703" y="817194"/>
                </a:lnTo>
                <a:lnTo>
                  <a:pt x="737501" y="835253"/>
                </a:lnTo>
                <a:lnTo>
                  <a:pt x="738011" y="835304"/>
                </a:lnTo>
                <a:close/>
              </a:path>
              <a:path w="1302943" h="836853">
                <a:moveTo>
                  <a:pt x="690981" y="59690"/>
                </a:moveTo>
                <a:lnTo>
                  <a:pt x="680072" y="50419"/>
                </a:lnTo>
                <a:lnTo>
                  <a:pt x="688378" y="81114"/>
                </a:lnTo>
                <a:lnTo>
                  <a:pt x="689737" y="82562"/>
                </a:lnTo>
                <a:lnTo>
                  <a:pt x="690981" y="59690"/>
                </a:lnTo>
                <a:close/>
              </a:path>
              <a:path w="1302943" h="836853">
                <a:moveTo>
                  <a:pt x="707047" y="104267"/>
                </a:moveTo>
                <a:lnTo>
                  <a:pt x="706234" y="103162"/>
                </a:lnTo>
                <a:lnTo>
                  <a:pt x="706617" y="103769"/>
                </a:lnTo>
                <a:lnTo>
                  <a:pt x="713867" y="115265"/>
                </a:lnTo>
                <a:lnTo>
                  <a:pt x="712177" y="82321"/>
                </a:lnTo>
                <a:lnTo>
                  <a:pt x="711809" y="81864"/>
                </a:lnTo>
                <a:lnTo>
                  <a:pt x="706234" y="103162"/>
                </a:lnTo>
                <a:lnTo>
                  <a:pt x="707047" y="104267"/>
                </a:lnTo>
                <a:close/>
              </a:path>
              <a:path w="1302943" h="836853">
                <a:moveTo>
                  <a:pt x="712434" y="815733"/>
                </a:moveTo>
                <a:lnTo>
                  <a:pt x="699211" y="812812"/>
                </a:lnTo>
                <a:lnTo>
                  <a:pt x="711974" y="815682"/>
                </a:lnTo>
                <a:lnTo>
                  <a:pt x="712952" y="815848"/>
                </a:lnTo>
                <a:lnTo>
                  <a:pt x="725242" y="817143"/>
                </a:lnTo>
                <a:lnTo>
                  <a:pt x="712434" y="815733"/>
                </a:lnTo>
                <a:close/>
              </a:path>
              <a:path w="1302943" h="836853">
                <a:moveTo>
                  <a:pt x="731914" y="109639"/>
                </a:moveTo>
                <a:lnTo>
                  <a:pt x="729399" y="105651"/>
                </a:lnTo>
                <a:lnTo>
                  <a:pt x="721410" y="92976"/>
                </a:lnTo>
                <a:lnTo>
                  <a:pt x="724014" y="115125"/>
                </a:lnTo>
                <a:lnTo>
                  <a:pt x="737031" y="117754"/>
                </a:lnTo>
                <a:lnTo>
                  <a:pt x="738898" y="104813"/>
                </a:lnTo>
                <a:lnTo>
                  <a:pt x="739207" y="104575"/>
                </a:lnTo>
                <a:lnTo>
                  <a:pt x="731914" y="109639"/>
                </a:lnTo>
                <a:close/>
              </a:path>
              <a:path w="1302943" h="836853">
                <a:moveTo>
                  <a:pt x="753733" y="818621"/>
                </a:moveTo>
                <a:lnTo>
                  <a:pt x="738860" y="817143"/>
                </a:lnTo>
                <a:lnTo>
                  <a:pt x="738416" y="835304"/>
                </a:lnTo>
                <a:lnTo>
                  <a:pt x="738011" y="835304"/>
                </a:lnTo>
                <a:lnTo>
                  <a:pt x="753567" y="836853"/>
                </a:lnTo>
                <a:lnTo>
                  <a:pt x="774242" y="835266"/>
                </a:lnTo>
                <a:lnTo>
                  <a:pt x="790308" y="815746"/>
                </a:lnTo>
                <a:lnTo>
                  <a:pt x="791057" y="815657"/>
                </a:lnTo>
                <a:lnTo>
                  <a:pt x="807897" y="812876"/>
                </a:lnTo>
                <a:lnTo>
                  <a:pt x="811987" y="830580"/>
                </a:lnTo>
                <a:lnTo>
                  <a:pt x="830846" y="825906"/>
                </a:lnTo>
                <a:lnTo>
                  <a:pt x="840549" y="804075"/>
                </a:lnTo>
                <a:lnTo>
                  <a:pt x="841057" y="803910"/>
                </a:lnTo>
                <a:lnTo>
                  <a:pt x="856742" y="798258"/>
                </a:lnTo>
                <a:lnTo>
                  <a:pt x="863879" y="814971"/>
                </a:lnTo>
                <a:lnTo>
                  <a:pt x="878103" y="808710"/>
                </a:lnTo>
                <a:lnTo>
                  <a:pt x="893927" y="800862"/>
                </a:lnTo>
                <a:lnTo>
                  <a:pt x="895197" y="778941"/>
                </a:lnTo>
                <a:lnTo>
                  <a:pt x="896797" y="777659"/>
                </a:lnTo>
                <a:lnTo>
                  <a:pt x="907389" y="792518"/>
                </a:lnTo>
                <a:lnTo>
                  <a:pt x="918298" y="781672"/>
                </a:lnTo>
                <a:lnTo>
                  <a:pt x="924407" y="751801"/>
                </a:lnTo>
                <a:lnTo>
                  <a:pt x="925703" y="750189"/>
                </a:lnTo>
                <a:lnTo>
                  <a:pt x="931379" y="740930"/>
                </a:lnTo>
                <a:lnTo>
                  <a:pt x="929246" y="772363"/>
                </a:lnTo>
                <a:lnTo>
                  <a:pt x="939368" y="762304"/>
                </a:lnTo>
                <a:lnTo>
                  <a:pt x="940066" y="719607"/>
                </a:lnTo>
                <a:lnTo>
                  <a:pt x="940384" y="718616"/>
                </a:lnTo>
                <a:lnTo>
                  <a:pt x="947940" y="748728"/>
                </a:lnTo>
                <a:lnTo>
                  <a:pt x="952881" y="737298"/>
                </a:lnTo>
                <a:lnTo>
                  <a:pt x="957707" y="724509"/>
                </a:lnTo>
                <a:lnTo>
                  <a:pt x="958756" y="720357"/>
                </a:lnTo>
                <a:lnTo>
                  <a:pt x="957484" y="720043"/>
                </a:lnTo>
                <a:lnTo>
                  <a:pt x="950214" y="718604"/>
                </a:lnTo>
                <a:lnTo>
                  <a:pt x="960894" y="711898"/>
                </a:lnTo>
                <a:lnTo>
                  <a:pt x="961644" y="702348"/>
                </a:lnTo>
                <a:lnTo>
                  <a:pt x="945235" y="699109"/>
                </a:lnTo>
                <a:lnTo>
                  <a:pt x="940180" y="719155"/>
                </a:lnTo>
                <a:lnTo>
                  <a:pt x="935812" y="730719"/>
                </a:lnTo>
                <a:lnTo>
                  <a:pt x="932027" y="739698"/>
                </a:lnTo>
                <a:lnTo>
                  <a:pt x="924957" y="750928"/>
                </a:lnTo>
                <a:lnTo>
                  <a:pt x="917054" y="758799"/>
                </a:lnTo>
                <a:lnTo>
                  <a:pt x="906119" y="768108"/>
                </a:lnTo>
                <a:lnTo>
                  <a:pt x="895978" y="778167"/>
                </a:lnTo>
                <a:lnTo>
                  <a:pt x="885367" y="784809"/>
                </a:lnTo>
                <a:lnTo>
                  <a:pt x="870115" y="792378"/>
                </a:lnTo>
                <a:lnTo>
                  <a:pt x="857338" y="798017"/>
                </a:lnTo>
                <a:lnTo>
                  <a:pt x="840771" y="803995"/>
                </a:lnTo>
                <a:lnTo>
                  <a:pt x="826211" y="808329"/>
                </a:lnTo>
                <a:lnTo>
                  <a:pt x="808609" y="812723"/>
                </a:lnTo>
                <a:lnTo>
                  <a:pt x="808318" y="812771"/>
                </a:lnTo>
                <a:lnTo>
                  <a:pt x="790636" y="815692"/>
                </a:lnTo>
                <a:lnTo>
                  <a:pt x="772744" y="817168"/>
                </a:lnTo>
                <a:lnTo>
                  <a:pt x="754583" y="818705"/>
                </a:lnTo>
                <a:lnTo>
                  <a:pt x="752957" y="818680"/>
                </a:lnTo>
                <a:lnTo>
                  <a:pt x="753733" y="818621"/>
                </a:lnTo>
                <a:close/>
              </a:path>
              <a:path w="1302943" h="836853">
                <a:moveTo>
                  <a:pt x="753733" y="818621"/>
                </a:moveTo>
                <a:lnTo>
                  <a:pt x="752957" y="818680"/>
                </a:lnTo>
                <a:lnTo>
                  <a:pt x="754583" y="818705"/>
                </a:lnTo>
                <a:lnTo>
                  <a:pt x="772795" y="817168"/>
                </a:lnTo>
                <a:lnTo>
                  <a:pt x="753733" y="818621"/>
                </a:lnTo>
                <a:close/>
              </a:path>
              <a:path w="1302943" h="836853">
                <a:moveTo>
                  <a:pt x="794812" y="94877"/>
                </a:moveTo>
                <a:lnTo>
                  <a:pt x="812685" y="90436"/>
                </a:lnTo>
                <a:lnTo>
                  <a:pt x="807897" y="72898"/>
                </a:lnTo>
                <a:lnTo>
                  <a:pt x="807237" y="73101"/>
                </a:lnTo>
                <a:lnTo>
                  <a:pt x="788784" y="77647"/>
                </a:lnTo>
                <a:lnTo>
                  <a:pt x="771245" y="85547"/>
                </a:lnTo>
                <a:lnTo>
                  <a:pt x="762025" y="109664"/>
                </a:lnTo>
                <a:lnTo>
                  <a:pt x="749947" y="119278"/>
                </a:lnTo>
                <a:lnTo>
                  <a:pt x="762940" y="109251"/>
                </a:lnTo>
                <a:lnTo>
                  <a:pt x="763854" y="108546"/>
                </a:lnTo>
                <a:lnTo>
                  <a:pt x="778814" y="102095"/>
                </a:lnTo>
                <a:lnTo>
                  <a:pt x="794029" y="95072"/>
                </a:lnTo>
                <a:lnTo>
                  <a:pt x="795591" y="94526"/>
                </a:lnTo>
                <a:lnTo>
                  <a:pt x="794812" y="94877"/>
                </a:lnTo>
                <a:close/>
              </a:path>
              <a:path w="1302943" h="836853">
                <a:moveTo>
                  <a:pt x="753491" y="93560"/>
                </a:moveTo>
                <a:lnTo>
                  <a:pt x="739267" y="104533"/>
                </a:lnTo>
                <a:lnTo>
                  <a:pt x="749947" y="119278"/>
                </a:lnTo>
                <a:lnTo>
                  <a:pt x="762025" y="109664"/>
                </a:lnTo>
                <a:lnTo>
                  <a:pt x="771245" y="85547"/>
                </a:lnTo>
                <a:lnTo>
                  <a:pt x="753491" y="93560"/>
                </a:lnTo>
                <a:close/>
              </a:path>
              <a:path w="1302943" h="836853">
                <a:moveTo>
                  <a:pt x="794029" y="95072"/>
                </a:moveTo>
                <a:lnTo>
                  <a:pt x="778814" y="102095"/>
                </a:lnTo>
                <a:lnTo>
                  <a:pt x="794812" y="94877"/>
                </a:lnTo>
                <a:lnTo>
                  <a:pt x="795591" y="94526"/>
                </a:lnTo>
                <a:lnTo>
                  <a:pt x="794029" y="95072"/>
                </a:lnTo>
                <a:close/>
              </a:path>
              <a:path w="1302943" h="836853">
                <a:moveTo>
                  <a:pt x="792949" y="833729"/>
                </a:moveTo>
                <a:lnTo>
                  <a:pt x="811987" y="830580"/>
                </a:lnTo>
                <a:lnTo>
                  <a:pt x="807897" y="812876"/>
                </a:lnTo>
                <a:lnTo>
                  <a:pt x="791057" y="815657"/>
                </a:lnTo>
                <a:lnTo>
                  <a:pt x="790308" y="815746"/>
                </a:lnTo>
                <a:lnTo>
                  <a:pt x="774242" y="835266"/>
                </a:lnTo>
                <a:lnTo>
                  <a:pt x="792949" y="833729"/>
                </a:lnTo>
                <a:close/>
              </a:path>
              <a:path w="1302943" h="836853">
                <a:moveTo>
                  <a:pt x="826078" y="808362"/>
                </a:moveTo>
                <a:lnTo>
                  <a:pt x="808318" y="812771"/>
                </a:lnTo>
                <a:lnTo>
                  <a:pt x="808609" y="812723"/>
                </a:lnTo>
                <a:lnTo>
                  <a:pt x="825804" y="808443"/>
                </a:lnTo>
                <a:lnTo>
                  <a:pt x="826211" y="808329"/>
                </a:lnTo>
                <a:lnTo>
                  <a:pt x="840771" y="803995"/>
                </a:lnTo>
                <a:lnTo>
                  <a:pt x="826078" y="808362"/>
                </a:lnTo>
                <a:close/>
              </a:path>
              <a:path w="1302943" h="836853">
                <a:moveTo>
                  <a:pt x="845997" y="65087"/>
                </a:moveTo>
                <a:lnTo>
                  <a:pt x="826579" y="66700"/>
                </a:lnTo>
                <a:lnTo>
                  <a:pt x="829183" y="84696"/>
                </a:lnTo>
                <a:lnTo>
                  <a:pt x="831316" y="84277"/>
                </a:lnTo>
                <a:lnTo>
                  <a:pt x="845997" y="65087"/>
                </a:lnTo>
                <a:close/>
              </a:path>
              <a:path w="1302943" h="836853">
                <a:moveTo>
                  <a:pt x="846569" y="821220"/>
                </a:moveTo>
                <a:lnTo>
                  <a:pt x="863879" y="814971"/>
                </a:lnTo>
                <a:lnTo>
                  <a:pt x="856742" y="798258"/>
                </a:lnTo>
                <a:lnTo>
                  <a:pt x="841057" y="803910"/>
                </a:lnTo>
                <a:lnTo>
                  <a:pt x="840549" y="804075"/>
                </a:lnTo>
                <a:lnTo>
                  <a:pt x="830846" y="825906"/>
                </a:lnTo>
                <a:lnTo>
                  <a:pt x="846569" y="821220"/>
                </a:lnTo>
                <a:close/>
              </a:path>
              <a:path w="1302943" h="836853">
                <a:moveTo>
                  <a:pt x="870470" y="792200"/>
                </a:moveTo>
                <a:lnTo>
                  <a:pt x="857064" y="798116"/>
                </a:lnTo>
                <a:lnTo>
                  <a:pt x="857338" y="798017"/>
                </a:lnTo>
                <a:lnTo>
                  <a:pt x="870115" y="792378"/>
                </a:lnTo>
                <a:lnTo>
                  <a:pt x="870470" y="792200"/>
                </a:lnTo>
                <a:close/>
              </a:path>
              <a:path w="1302943" h="836853">
                <a:moveTo>
                  <a:pt x="877900" y="63563"/>
                </a:moveTo>
                <a:lnTo>
                  <a:pt x="866228" y="63563"/>
                </a:lnTo>
                <a:lnTo>
                  <a:pt x="866571" y="81711"/>
                </a:lnTo>
                <a:lnTo>
                  <a:pt x="867257" y="81699"/>
                </a:lnTo>
                <a:lnTo>
                  <a:pt x="875944" y="81610"/>
                </a:lnTo>
                <a:lnTo>
                  <a:pt x="877900" y="63563"/>
                </a:lnTo>
                <a:close/>
              </a:path>
              <a:path w="1302943" h="836853">
                <a:moveTo>
                  <a:pt x="884872" y="785054"/>
                </a:moveTo>
                <a:lnTo>
                  <a:pt x="870115" y="792378"/>
                </a:lnTo>
                <a:lnTo>
                  <a:pt x="884593" y="785228"/>
                </a:lnTo>
                <a:lnTo>
                  <a:pt x="885367" y="784809"/>
                </a:lnTo>
                <a:lnTo>
                  <a:pt x="895978" y="778167"/>
                </a:lnTo>
                <a:lnTo>
                  <a:pt x="884872" y="785054"/>
                </a:lnTo>
                <a:close/>
              </a:path>
              <a:path w="1302943" h="836853">
                <a:moveTo>
                  <a:pt x="906767" y="85915"/>
                </a:moveTo>
                <a:lnTo>
                  <a:pt x="897305" y="84645"/>
                </a:lnTo>
                <a:lnTo>
                  <a:pt x="907253" y="86053"/>
                </a:lnTo>
                <a:lnTo>
                  <a:pt x="907986" y="86156"/>
                </a:lnTo>
                <a:lnTo>
                  <a:pt x="906767" y="85915"/>
                </a:lnTo>
                <a:close/>
              </a:path>
              <a:path w="1302943" h="836853">
                <a:moveTo>
                  <a:pt x="916813" y="759005"/>
                </a:moveTo>
                <a:lnTo>
                  <a:pt x="906119" y="768108"/>
                </a:lnTo>
                <a:lnTo>
                  <a:pt x="916546" y="759269"/>
                </a:lnTo>
                <a:lnTo>
                  <a:pt x="917054" y="758799"/>
                </a:lnTo>
                <a:lnTo>
                  <a:pt x="924957" y="750928"/>
                </a:lnTo>
                <a:lnTo>
                  <a:pt x="916813" y="759005"/>
                </a:lnTo>
                <a:close/>
              </a:path>
              <a:path w="1302943" h="836853">
                <a:moveTo>
                  <a:pt x="895197" y="778941"/>
                </a:moveTo>
                <a:lnTo>
                  <a:pt x="893927" y="800862"/>
                </a:lnTo>
                <a:lnTo>
                  <a:pt x="907389" y="792518"/>
                </a:lnTo>
                <a:lnTo>
                  <a:pt x="896797" y="777659"/>
                </a:lnTo>
                <a:lnTo>
                  <a:pt x="895197" y="778941"/>
                </a:lnTo>
                <a:close/>
              </a:path>
              <a:path w="1302943" h="836853">
                <a:moveTo>
                  <a:pt x="931379" y="740930"/>
                </a:moveTo>
                <a:lnTo>
                  <a:pt x="925703" y="750189"/>
                </a:lnTo>
                <a:lnTo>
                  <a:pt x="924407" y="751801"/>
                </a:lnTo>
                <a:lnTo>
                  <a:pt x="918298" y="781672"/>
                </a:lnTo>
                <a:lnTo>
                  <a:pt x="907389" y="792518"/>
                </a:lnTo>
                <a:lnTo>
                  <a:pt x="918450" y="781543"/>
                </a:lnTo>
                <a:lnTo>
                  <a:pt x="918806" y="781189"/>
                </a:lnTo>
                <a:lnTo>
                  <a:pt x="929246" y="772363"/>
                </a:lnTo>
                <a:lnTo>
                  <a:pt x="931379" y="740930"/>
                </a:lnTo>
                <a:close/>
              </a:path>
              <a:path w="1302943" h="836853">
                <a:moveTo>
                  <a:pt x="933348" y="74561"/>
                </a:moveTo>
                <a:lnTo>
                  <a:pt x="922489" y="71462"/>
                </a:lnTo>
                <a:lnTo>
                  <a:pt x="927760" y="91846"/>
                </a:lnTo>
                <a:lnTo>
                  <a:pt x="928128" y="91960"/>
                </a:lnTo>
                <a:lnTo>
                  <a:pt x="936193" y="94615"/>
                </a:lnTo>
                <a:lnTo>
                  <a:pt x="943051" y="77762"/>
                </a:lnTo>
                <a:lnTo>
                  <a:pt x="933348" y="74561"/>
                </a:lnTo>
                <a:close/>
              </a:path>
              <a:path w="1302943" h="836853">
                <a:moveTo>
                  <a:pt x="936917" y="94869"/>
                </a:moveTo>
                <a:lnTo>
                  <a:pt x="936352" y="94682"/>
                </a:lnTo>
                <a:lnTo>
                  <a:pt x="946873" y="99148"/>
                </a:lnTo>
                <a:lnTo>
                  <a:pt x="946391" y="98907"/>
                </a:lnTo>
                <a:lnTo>
                  <a:pt x="936917" y="94869"/>
                </a:lnTo>
                <a:close/>
              </a:path>
              <a:path w="1302943" h="836853">
                <a:moveTo>
                  <a:pt x="960894" y="711898"/>
                </a:moveTo>
                <a:lnTo>
                  <a:pt x="950214" y="718604"/>
                </a:lnTo>
                <a:lnTo>
                  <a:pt x="957484" y="720043"/>
                </a:lnTo>
                <a:lnTo>
                  <a:pt x="958756" y="720357"/>
                </a:lnTo>
                <a:lnTo>
                  <a:pt x="964615" y="721804"/>
                </a:lnTo>
                <a:lnTo>
                  <a:pt x="965733" y="703656"/>
                </a:lnTo>
                <a:lnTo>
                  <a:pt x="967955" y="703922"/>
                </a:lnTo>
                <a:lnTo>
                  <a:pt x="973366" y="721804"/>
                </a:lnTo>
                <a:lnTo>
                  <a:pt x="980998" y="721804"/>
                </a:lnTo>
                <a:lnTo>
                  <a:pt x="980998" y="703656"/>
                </a:lnTo>
                <a:lnTo>
                  <a:pt x="966886" y="703656"/>
                </a:lnTo>
                <a:lnTo>
                  <a:pt x="961644" y="702348"/>
                </a:lnTo>
                <a:lnTo>
                  <a:pt x="960894" y="711898"/>
                </a:lnTo>
                <a:lnTo>
                  <a:pt x="957846" y="720115"/>
                </a:lnTo>
                <a:lnTo>
                  <a:pt x="957414" y="720026"/>
                </a:lnTo>
                <a:lnTo>
                  <a:pt x="960894" y="711898"/>
                </a:lnTo>
                <a:close/>
              </a:path>
              <a:path w="1302943" h="836853">
                <a:moveTo>
                  <a:pt x="940066" y="719607"/>
                </a:moveTo>
                <a:lnTo>
                  <a:pt x="939368" y="762304"/>
                </a:lnTo>
                <a:lnTo>
                  <a:pt x="947940" y="748728"/>
                </a:lnTo>
                <a:lnTo>
                  <a:pt x="940384" y="718616"/>
                </a:lnTo>
                <a:lnTo>
                  <a:pt x="940066" y="719607"/>
                </a:lnTo>
                <a:close/>
              </a:path>
              <a:path w="1302943" h="836853">
                <a:moveTo>
                  <a:pt x="982535" y="96545"/>
                </a:moveTo>
                <a:lnTo>
                  <a:pt x="972883" y="91770"/>
                </a:lnTo>
                <a:lnTo>
                  <a:pt x="973848" y="112522"/>
                </a:lnTo>
                <a:lnTo>
                  <a:pt x="982014" y="118008"/>
                </a:lnTo>
                <a:lnTo>
                  <a:pt x="989787" y="122936"/>
                </a:lnTo>
                <a:lnTo>
                  <a:pt x="992187" y="102920"/>
                </a:lnTo>
                <a:lnTo>
                  <a:pt x="982535" y="96545"/>
                </a:lnTo>
                <a:close/>
              </a:path>
              <a:path w="1302943" h="836853">
                <a:moveTo>
                  <a:pt x="1032725" y="689813"/>
                </a:moveTo>
                <a:lnTo>
                  <a:pt x="1025728" y="694016"/>
                </a:lnTo>
                <a:lnTo>
                  <a:pt x="1025093" y="694347"/>
                </a:lnTo>
                <a:lnTo>
                  <a:pt x="1017765" y="698068"/>
                </a:lnTo>
                <a:lnTo>
                  <a:pt x="1017178" y="698262"/>
                </a:lnTo>
                <a:lnTo>
                  <a:pt x="1009382" y="700839"/>
                </a:lnTo>
                <a:lnTo>
                  <a:pt x="999426" y="702246"/>
                </a:lnTo>
                <a:lnTo>
                  <a:pt x="990862" y="703656"/>
                </a:lnTo>
                <a:lnTo>
                  <a:pt x="980998" y="703656"/>
                </a:lnTo>
                <a:lnTo>
                  <a:pt x="980998" y="721804"/>
                </a:lnTo>
                <a:lnTo>
                  <a:pt x="992428" y="721804"/>
                </a:lnTo>
                <a:lnTo>
                  <a:pt x="990168" y="703770"/>
                </a:lnTo>
                <a:lnTo>
                  <a:pt x="991666" y="703656"/>
                </a:lnTo>
                <a:lnTo>
                  <a:pt x="992428" y="721804"/>
                </a:lnTo>
                <a:lnTo>
                  <a:pt x="1002334" y="720178"/>
                </a:lnTo>
                <a:lnTo>
                  <a:pt x="1002131" y="720204"/>
                </a:lnTo>
                <a:lnTo>
                  <a:pt x="1008621" y="701090"/>
                </a:lnTo>
                <a:lnTo>
                  <a:pt x="1010208" y="700722"/>
                </a:lnTo>
                <a:lnTo>
                  <a:pt x="1016571" y="698563"/>
                </a:lnTo>
                <a:lnTo>
                  <a:pt x="1024178" y="715086"/>
                </a:lnTo>
                <a:lnTo>
                  <a:pt x="1034224" y="710107"/>
                </a:lnTo>
                <a:lnTo>
                  <a:pt x="1042162" y="705383"/>
                </a:lnTo>
                <a:lnTo>
                  <a:pt x="1037932" y="687387"/>
                </a:lnTo>
                <a:lnTo>
                  <a:pt x="1032725" y="689813"/>
                </a:lnTo>
                <a:close/>
              </a:path>
              <a:path w="1302943" h="836853">
                <a:moveTo>
                  <a:pt x="1005382" y="136902"/>
                </a:moveTo>
                <a:lnTo>
                  <a:pt x="1012323" y="143773"/>
                </a:lnTo>
                <a:lnTo>
                  <a:pt x="1005789" y="137223"/>
                </a:lnTo>
                <a:lnTo>
                  <a:pt x="1005039" y="136563"/>
                </a:lnTo>
                <a:lnTo>
                  <a:pt x="997750" y="130873"/>
                </a:lnTo>
                <a:lnTo>
                  <a:pt x="1005382" y="136902"/>
                </a:lnTo>
                <a:close/>
              </a:path>
              <a:path w="1302943" h="836853">
                <a:moveTo>
                  <a:pt x="1002093" y="109461"/>
                </a:moveTo>
                <a:lnTo>
                  <a:pt x="1009599" y="117005"/>
                </a:lnTo>
                <a:lnTo>
                  <a:pt x="1010348" y="117678"/>
                </a:lnTo>
                <a:lnTo>
                  <a:pt x="1011999" y="143370"/>
                </a:lnTo>
                <a:lnTo>
                  <a:pt x="1012672" y="144119"/>
                </a:lnTo>
                <a:lnTo>
                  <a:pt x="1017638" y="123367"/>
                </a:lnTo>
                <a:lnTo>
                  <a:pt x="1009955" y="117287"/>
                </a:lnTo>
                <a:lnTo>
                  <a:pt x="1002093" y="109461"/>
                </a:lnTo>
                <a:close/>
              </a:path>
              <a:path w="1302943" h="836853">
                <a:moveTo>
                  <a:pt x="1013625" y="718578"/>
                </a:moveTo>
                <a:lnTo>
                  <a:pt x="1024178" y="715086"/>
                </a:lnTo>
                <a:lnTo>
                  <a:pt x="1016571" y="698563"/>
                </a:lnTo>
                <a:lnTo>
                  <a:pt x="1010208" y="700722"/>
                </a:lnTo>
                <a:lnTo>
                  <a:pt x="1008621" y="701090"/>
                </a:lnTo>
                <a:lnTo>
                  <a:pt x="1002131" y="720204"/>
                </a:lnTo>
                <a:lnTo>
                  <a:pt x="1013625" y="718578"/>
                </a:lnTo>
                <a:close/>
              </a:path>
              <a:path w="1302943" h="836853">
                <a:moveTo>
                  <a:pt x="1025246" y="694256"/>
                </a:moveTo>
                <a:lnTo>
                  <a:pt x="1017178" y="698262"/>
                </a:lnTo>
                <a:lnTo>
                  <a:pt x="1017765" y="698068"/>
                </a:lnTo>
                <a:lnTo>
                  <a:pt x="1025093" y="694347"/>
                </a:lnTo>
                <a:lnTo>
                  <a:pt x="1025728" y="694016"/>
                </a:lnTo>
                <a:lnTo>
                  <a:pt x="1032725" y="689813"/>
                </a:lnTo>
                <a:lnTo>
                  <a:pt x="1025246" y="694256"/>
                </a:lnTo>
                <a:close/>
              </a:path>
              <a:path w="1302943" h="836853">
                <a:moveTo>
                  <a:pt x="1026401" y="159258"/>
                </a:moveTo>
                <a:lnTo>
                  <a:pt x="1025258" y="157886"/>
                </a:lnTo>
                <a:lnTo>
                  <a:pt x="1025737" y="158602"/>
                </a:lnTo>
                <a:lnTo>
                  <a:pt x="1031557" y="167284"/>
                </a:lnTo>
                <a:lnTo>
                  <a:pt x="1026401" y="159258"/>
                </a:lnTo>
                <a:close/>
              </a:path>
              <a:path w="1302943" h="836853">
                <a:moveTo>
                  <a:pt x="1025969" y="131635"/>
                </a:moveTo>
                <a:lnTo>
                  <a:pt x="1031709" y="138849"/>
                </a:lnTo>
                <a:lnTo>
                  <a:pt x="1032370" y="139598"/>
                </a:lnTo>
                <a:lnTo>
                  <a:pt x="1037463" y="174523"/>
                </a:lnTo>
                <a:lnTo>
                  <a:pt x="1037932" y="175158"/>
                </a:lnTo>
                <a:lnTo>
                  <a:pt x="1042974" y="182626"/>
                </a:lnTo>
                <a:lnTo>
                  <a:pt x="1046111" y="156248"/>
                </a:lnTo>
                <a:lnTo>
                  <a:pt x="1046568" y="156870"/>
                </a:lnTo>
                <a:lnTo>
                  <a:pt x="1052474" y="164122"/>
                </a:lnTo>
                <a:lnTo>
                  <a:pt x="1046348" y="156541"/>
                </a:lnTo>
                <a:lnTo>
                  <a:pt x="1039990" y="147040"/>
                </a:lnTo>
                <a:lnTo>
                  <a:pt x="1031993" y="139129"/>
                </a:lnTo>
                <a:lnTo>
                  <a:pt x="1025969" y="131635"/>
                </a:lnTo>
                <a:close/>
              </a:path>
              <a:path w="1302943" h="836853">
                <a:moveTo>
                  <a:pt x="1052727" y="672633"/>
                </a:moveTo>
                <a:lnTo>
                  <a:pt x="1044663" y="679030"/>
                </a:lnTo>
                <a:lnTo>
                  <a:pt x="1052334" y="673023"/>
                </a:lnTo>
                <a:lnTo>
                  <a:pt x="1053084" y="672350"/>
                </a:lnTo>
                <a:lnTo>
                  <a:pt x="1057619" y="667771"/>
                </a:lnTo>
                <a:lnTo>
                  <a:pt x="1052727" y="672633"/>
                </a:lnTo>
                <a:close/>
              </a:path>
              <a:path w="1302943" h="836853">
                <a:moveTo>
                  <a:pt x="1060792" y="662952"/>
                </a:moveTo>
                <a:lnTo>
                  <a:pt x="1058430" y="666965"/>
                </a:lnTo>
                <a:lnTo>
                  <a:pt x="1058316" y="691159"/>
                </a:lnTo>
                <a:lnTo>
                  <a:pt x="1056894" y="692581"/>
                </a:lnTo>
                <a:lnTo>
                  <a:pt x="1051191" y="700011"/>
                </a:lnTo>
                <a:lnTo>
                  <a:pt x="1057660" y="691974"/>
                </a:lnTo>
                <a:lnTo>
                  <a:pt x="1064920" y="686219"/>
                </a:lnTo>
                <a:lnTo>
                  <a:pt x="1060792" y="662952"/>
                </a:lnTo>
                <a:close/>
              </a:path>
              <a:path w="1302943" h="836853">
                <a:moveTo>
                  <a:pt x="1057046" y="668718"/>
                </a:moveTo>
                <a:lnTo>
                  <a:pt x="1056894" y="692581"/>
                </a:lnTo>
                <a:lnTo>
                  <a:pt x="1058316" y="691159"/>
                </a:lnTo>
                <a:lnTo>
                  <a:pt x="1058430" y="666965"/>
                </a:lnTo>
                <a:lnTo>
                  <a:pt x="1057046" y="668718"/>
                </a:lnTo>
                <a:close/>
              </a:path>
              <a:path w="1302943" h="836853">
                <a:moveTo>
                  <a:pt x="1060678" y="220408"/>
                </a:moveTo>
                <a:lnTo>
                  <a:pt x="1056487" y="210883"/>
                </a:lnTo>
                <a:lnTo>
                  <a:pt x="1060839" y="220965"/>
                </a:lnTo>
                <a:lnTo>
                  <a:pt x="1061059" y="221475"/>
                </a:lnTo>
                <a:lnTo>
                  <a:pt x="1060678" y="220408"/>
                </a:lnTo>
                <a:close/>
              </a:path>
              <a:path w="1302943" h="836853">
                <a:moveTo>
                  <a:pt x="1072540" y="271592"/>
                </a:moveTo>
                <a:lnTo>
                  <a:pt x="1072540" y="281457"/>
                </a:lnTo>
                <a:lnTo>
                  <a:pt x="1072591" y="271995"/>
                </a:lnTo>
                <a:lnTo>
                  <a:pt x="1073327" y="203746"/>
                </a:lnTo>
                <a:lnTo>
                  <a:pt x="1069822" y="250672"/>
                </a:lnTo>
                <a:lnTo>
                  <a:pt x="1069581" y="249466"/>
                </a:lnTo>
                <a:lnTo>
                  <a:pt x="1068628" y="192913"/>
                </a:lnTo>
                <a:lnTo>
                  <a:pt x="1063929" y="183591"/>
                </a:lnTo>
                <a:lnTo>
                  <a:pt x="1059103" y="174002"/>
                </a:lnTo>
                <a:lnTo>
                  <a:pt x="1052474" y="164122"/>
                </a:lnTo>
                <a:lnTo>
                  <a:pt x="1051902" y="200291"/>
                </a:lnTo>
                <a:lnTo>
                  <a:pt x="1047546" y="191693"/>
                </a:lnTo>
                <a:lnTo>
                  <a:pt x="1051993" y="200500"/>
                </a:lnTo>
                <a:lnTo>
                  <a:pt x="1052131" y="200774"/>
                </a:lnTo>
                <a:lnTo>
                  <a:pt x="1056487" y="210883"/>
                </a:lnTo>
                <a:lnTo>
                  <a:pt x="1060678" y="220408"/>
                </a:lnTo>
                <a:lnTo>
                  <a:pt x="1061059" y="221475"/>
                </a:lnTo>
                <a:lnTo>
                  <a:pt x="1060839" y="220965"/>
                </a:lnTo>
                <a:lnTo>
                  <a:pt x="1063790" y="231178"/>
                </a:lnTo>
                <a:lnTo>
                  <a:pt x="1066901" y="240449"/>
                </a:lnTo>
                <a:lnTo>
                  <a:pt x="1066774" y="240080"/>
                </a:lnTo>
                <a:lnTo>
                  <a:pt x="1069687" y="250202"/>
                </a:lnTo>
                <a:lnTo>
                  <a:pt x="1071105" y="260057"/>
                </a:lnTo>
                <a:lnTo>
                  <a:pt x="1072540" y="270865"/>
                </a:lnTo>
                <a:lnTo>
                  <a:pt x="1072540" y="271592"/>
                </a:lnTo>
                <a:close/>
              </a:path>
              <a:path w="1302943" h="836853">
                <a:moveTo>
                  <a:pt x="1071105" y="260057"/>
                </a:moveTo>
                <a:lnTo>
                  <a:pt x="1071067" y="259892"/>
                </a:lnTo>
                <a:lnTo>
                  <a:pt x="1072540" y="271592"/>
                </a:lnTo>
                <a:lnTo>
                  <a:pt x="1072540" y="270865"/>
                </a:lnTo>
                <a:lnTo>
                  <a:pt x="1071105" y="260057"/>
                </a:lnTo>
                <a:close/>
              </a:path>
              <a:path w="1302943" h="836853">
                <a:moveTo>
                  <a:pt x="1073327" y="203746"/>
                </a:moveTo>
                <a:lnTo>
                  <a:pt x="1068628" y="192913"/>
                </a:lnTo>
                <a:lnTo>
                  <a:pt x="1069581" y="249466"/>
                </a:lnTo>
                <a:lnTo>
                  <a:pt x="1069822" y="250672"/>
                </a:lnTo>
                <a:lnTo>
                  <a:pt x="1073327" y="203746"/>
                </a:lnTo>
                <a:close/>
              </a:path>
              <a:path w="1302943" h="836853">
                <a:moveTo>
                  <a:pt x="1088097" y="609752"/>
                </a:moveTo>
                <a:lnTo>
                  <a:pt x="1077849" y="669632"/>
                </a:lnTo>
                <a:lnTo>
                  <a:pt x="1080910" y="660551"/>
                </a:lnTo>
                <a:lnTo>
                  <a:pt x="1085469" y="652995"/>
                </a:lnTo>
                <a:lnTo>
                  <a:pt x="1089075" y="642302"/>
                </a:lnTo>
                <a:lnTo>
                  <a:pt x="1090841" y="631761"/>
                </a:lnTo>
                <a:lnTo>
                  <a:pt x="1090841" y="621372"/>
                </a:lnTo>
                <a:lnTo>
                  <a:pt x="1089391" y="609914"/>
                </a:lnTo>
                <a:lnTo>
                  <a:pt x="1089228" y="608622"/>
                </a:lnTo>
                <a:lnTo>
                  <a:pt x="1088097" y="609752"/>
                </a:lnTo>
                <a:lnTo>
                  <a:pt x="1081227" y="659612"/>
                </a:lnTo>
                <a:lnTo>
                  <a:pt x="1080389" y="661416"/>
                </a:lnTo>
                <a:lnTo>
                  <a:pt x="1088097" y="609752"/>
                </a:lnTo>
                <a:close/>
              </a:path>
              <a:path w="1302943" h="836853">
                <a:moveTo>
                  <a:pt x="1081286" y="225804"/>
                </a:moveTo>
                <a:lnTo>
                  <a:pt x="1078128" y="214858"/>
                </a:lnTo>
                <a:lnTo>
                  <a:pt x="1079157" y="301472"/>
                </a:lnTo>
                <a:lnTo>
                  <a:pt x="1090841" y="310210"/>
                </a:lnTo>
                <a:lnTo>
                  <a:pt x="1093673" y="316166"/>
                </a:lnTo>
                <a:lnTo>
                  <a:pt x="1094892" y="315925"/>
                </a:lnTo>
                <a:lnTo>
                  <a:pt x="1103635" y="314756"/>
                </a:lnTo>
                <a:lnTo>
                  <a:pt x="1114374" y="314756"/>
                </a:lnTo>
                <a:lnTo>
                  <a:pt x="1113726" y="296595"/>
                </a:lnTo>
                <a:lnTo>
                  <a:pt x="1124165" y="295021"/>
                </a:lnTo>
                <a:lnTo>
                  <a:pt x="1113142" y="296595"/>
                </a:lnTo>
                <a:lnTo>
                  <a:pt x="1112431" y="296697"/>
                </a:lnTo>
                <a:lnTo>
                  <a:pt x="1104353" y="314655"/>
                </a:lnTo>
                <a:lnTo>
                  <a:pt x="1103045" y="314756"/>
                </a:lnTo>
                <a:lnTo>
                  <a:pt x="1102398" y="296595"/>
                </a:lnTo>
                <a:lnTo>
                  <a:pt x="1090841" y="298230"/>
                </a:lnTo>
                <a:lnTo>
                  <a:pt x="1090841" y="270306"/>
                </a:lnTo>
                <a:lnTo>
                  <a:pt x="1089228" y="257556"/>
                </a:lnTo>
                <a:lnTo>
                  <a:pt x="1090460" y="298284"/>
                </a:lnTo>
                <a:lnTo>
                  <a:pt x="1081341" y="225996"/>
                </a:lnTo>
                <a:lnTo>
                  <a:pt x="1081227" y="225628"/>
                </a:lnTo>
                <a:lnTo>
                  <a:pt x="1081286" y="225804"/>
                </a:lnTo>
                <a:close/>
              </a:path>
              <a:path w="1302943" h="836853">
                <a:moveTo>
                  <a:pt x="1089228" y="257556"/>
                </a:moveTo>
                <a:lnTo>
                  <a:pt x="1087602" y="246278"/>
                </a:lnTo>
                <a:lnTo>
                  <a:pt x="1084326" y="234899"/>
                </a:lnTo>
                <a:lnTo>
                  <a:pt x="1081286" y="225804"/>
                </a:lnTo>
                <a:lnTo>
                  <a:pt x="1081227" y="225628"/>
                </a:lnTo>
                <a:lnTo>
                  <a:pt x="1081341" y="225996"/>
                </a:lnTo>
                <a:lnTo>
                  <a:pt x="1090460" y="298284"/>
                </a:lnTo>
                <a:lnTo>
                  <a:pt x="1089228" y="257556"/>
                </a:lnTo>
                <a:close/>
              </a:path>
              <a:path w="1302943" h="836853">
                <a:moveTo>
                  <a:pt x="1079157" y="301472"/>
                </a:moveTo>
                <a:lnTo>
                  <a:pt x="1078128" y="214858"/>
                </a:lnTo>
                <a:lnTo>
                  <a:pt x="1073327" y="203746"/>
                </a:lnTo>
                <a:lnTo>
                  <a:pt x="1072591" y="271995"/>
                </a:lnTo>
                <a:lnTo>
                  <a:pt x="1072540" y="281457"/>
                </a:lnTo>
                <a:lnTo>
                  <a:pt x="1072540" y="322262"/>
                </a:lnTo>
                <a:lnTo>
                  <a:pt x="1094408" y="316062"/>
                </a:lnTo>
                <a:lnTo>
                  <a:pt x="1103635" y="314756"/>
                </a:lnTo>
                <a:lnTo>
                  <a:pt x="1094892" y="315925"/>
                </a:lnTo>
                <a:lnTo>
                  <a:pt x="1093673" y="316166"/>
                </a:lnTo>
                <a:lnTo>
                  <a:pt x="1090841" y="310210"/>
                </a:lnTo>
                <a:lnTo>
                  <a:pt x="1079157" y="301472"/>
                </a:lnTo>
                <a:close/>
              </a:path>
              <a:path w="1302943" h="836853">
                <a:moveTo>
                  <a:pt x="1112431" y="296697"/>
                </a:moveTo>
                <a:lnTo>
                  <a:pt x="1113142" y="296595"/>
                </a:lnTo>
                <a:lnTo>
                  <a:pt x="1102398" y="296595"/>
                </a:lnTo>
                <a:lnTo>
                  <a:pt x="1103045" y="314756"/>
                </a:lnTo>
                <a:lnTo>
                  <a:pt x="1104353" y="314655"/>
                </a:lnTo>
                <a:lnTo>
                  <a:pt x="1112431" y="296697"/>
                </a:lnTo>
                <a:close/>
              </a:path>
              <a:path w="1302943" h="836853">
                <a:moveTo>
                  <a:pt x="1100213" y="611251"/>
                </a:moveTo>
                <a:lnTo>
                  <a:pt x="1111542" y="612863"/>
                </a:lnTo>
                <a:lnTo>
                  <a:pt x="1112202" y="594702"/>
                </a:lnTo>
                <a:lnTo>
                  <a:pt x="1113497" y="594804"/>
                </a:lnTo>
                <a:lnTo>
                  <a:pt x="1123569" y="594741"/>
                </a:lnTo>
                <a:lnTo>
                  <a:pt x="1124813" y="612863"/>
                </a:lnTo>
                <a:lnTo>
                  <a:pt x="1142022" y="611301"/>
                </a:lnTo>
                <a:lnTo>
                  <a:pt x="1159598" y="609727"/>
                </a:lnTo>
                <a:lnTo>
                  <a:pt x="1172121" y="587514"/>
                </a:lnTo>
                <a:lnTo>
                  <a:pt x="1172349" y="587451"/>
                </a:lnTo>
                <a:lnTo>
                  <a:pt x="1186611" y="583234"/>
                </a:lnTo>
                <a:lnTo>
                  <a:pt x="1193025" y="600252"/>
                </a:lnTo>
                <a:lnTo>
                  <a:pt x="1209217" y="593826"/>
                </a:lnTo>
                <a:lnTo>
                  <a:pt x="1213510" y="570788"/>
                </a:lnTo>
                <a:lnTo>
                  <a:pt x="1214539" y="570128"/>
                </a:lnTo>
                <a:lnTo>
                  <a:pt x="1223975" y="585685"/>
                </a:lnTo>
                <a:lnTo>
                  <a:pt x="1236687" y="576237"/>
                </a:lnTo>
                <a:lnTo>
                  <a:pt x="1249426" y="566775"/>
                </a:lnTo>
                <a:lnTo>
                  <a:pt x="1237907" y="552627"/>
                </a:lnTo>
                <a:lnTo>
                  <a:pt x="1236929" y="553478"/>
                </a:lnTo>
                <a:lnTo>
                  <a:pt x="1225715" y="561708"/>
                </a:lnTo>
                <a:lnTo>
                  <a:pt x="1213996" y="570426"/>
                </a:lnTo>
                <a:lnTo>
                  <a:pt x="1201864" y="577189"/>
                </a:lnTo>
                <a:lnTo>
                  <a:pt x="1187386" y="582980"/>
                </a:lnTo>
                <a:lnTo>
                  <a:pt x="1172180" y="587497"/>
                </a:lnTo>
                <a:lnTo>
                  <a:pt x="1157135" y="591718"/>
                </a:lnTo>
                <a:lnTo>
                  <a:pt x="1140358" y="593229"/>
                </a:lnTo>
                <a:lnTo>
                  <a:pt x="1124407" y="594702"/>
                </a:lnTo>
                <a:lnTo>
                  <a:pt x="1112786" y="594702"/>
                </a:lnTo>
                <a:lnTo>
                  <a:pt x="1102741" y="593267"/>
                </a:lnTo>
                <a:lnTo>
                  <a:pt x="1090460" y="591731"/>
                </a:lnTo>
                <a:lnTo>
                  <a:pt x="1090612" y="591769"/>
                </a:lnTo>
                <a:lnTo>
                  <a:pt x="1087691" y="597941"/>
                </a:lnTo>
                <a:lnTo>
                  <a:pt x="1077328" y="608215"/>
                </a:lnTo>
                <a:lnTo>
                  <a:pt x="1072654" y="629526"/>
                </a:lnTo>
                <a:lnTo>
                  <a:pt x="1072540" y="622658"/>
                </a:lnTo>
                <a:lnTo>
                  <a:pt x="1072540" y="630206"/>
                </a:lnTo>
                <a:lnTo>
                  <a:pt x="1071473" y="637235"/>
                </a:lnTo>
                <a:lnTo>
                  <a:pt x="1071244" y="637916"/>
                </a:lnTo>
                <a:lnTo>
                  <a:pt x="1068755" y="645320"/>
                </a:lnTo>
                <a:lnTo>
                  <a:pt x="1064171" y="652919"/>
                </a:lnTo>
                <a:lnTo>
                  <a:pt x="1061631" y="661149"/>
                </a:lnTo>
                <a:lnTo>
                  <a:pt x="1061111" y="662008"/>
                </a:lnTo>
                <a:lnTo>
                  <a:pt x="1057619" y="667771"/>
                </a:lnTo>
                <a:lnTo>
                  <a:pt x="1053084" y="672350"/>
                </a:lnTo>
                <a:lnTo>
                  <a:pt x="1052334" y="673023"/>
                </a:lnTo>
                <a:lnTo>
                  <a:pt x="1044663" y="679030"/>
                </a:lnTo>
                <a:lnTo>
                  <a:pt x="1040358" y="685266"/>
                </a:lnTo>
                <a:lnTo>
                  <a:pt x="1038979" y="686088"/>
                </a:lnTo>
                <a:lnTo>
                  <a:pt x="1032725" y="689813"/>
                </a:lnTo>
                <a:lnTo>
                  <a:pt x="1037932" y="687387"/>
                </a:lnTo>
                <a:lnTo>
                  <a:pt x="1042162" y="705383"/>
                </a:lnTo>
                <a:lnTo>
                  <a:pt x="1051191" y="700011"/>
                </a:lnTo>
                <a:lnTo>
                  <a:pt x="1056894" y="692581"/>
                </a:lnTo>
                <a:lnTo>
                  <a:pt x="1057046" y="668718"/>
                </a:lnTo>
                <a:lnTo>
                  <a:pt x="1058430" y="666965"/>
                </a:lnTo>
                <a:lnTo>
                  <a:pt x="1060792" y="662952"/>
                </a:lnTo>
                <a:lnTo>
                  <a:pt x="1064920" y="686219"/>
                </a:lnTo>
                <a:lnTo>
                  <a:pt x="1068425" y="646303"/>
                </a:lnTo>
                <a:lnTo>
                  <a:pt x="1069251" y="644499"/>
                </a:lnTo>
                <a:lnTo>
                  <a:pt x="1071130" y="638594"/>
                </a:lnTo>
                <a:lnTo>
                  <a:pt x="1072172" y="679018"/>
                </a:lnTo>
                <a:lnTo>
                  <a:pt x="1072540" y="631012"/>
                </a:lnTo>
                <a:lnTo>
                  <a:pt x="1077849" y="669632"/>
                </a:lnTo>
                <a:lnTo>
                  <a:pt x="1088097" y="609752"/>
                </a:lnTo>
                <a:lnTo>
                  <a:pt x="1089228" y="608622"/>
                </a:lnTo>
                <a:lnTo>
                  <a:pt x="1089391" y="609914"/>
                </a:lnTo>
                <a:lnTo>
                  <a:pt x="1100378" y="611289"/>
                </a:lnTo>
                <a:lnTo>
                  <a:pt x="1100213" y="611251"/>
                </a:lnTo>
                <a:close/>
              </a:path>
              <a:path w="1302943" h="836853">
                <a:moveTo>
                  <a:pt x="1201002" y="330416"/>
                </a:moveTo>
                <a:lnTo>
                  <a:pt x="1214031" y="339026"/>
                </a:lnTo>
                <a:lnTo>
                  <a:pt x="1225715" y="346227"/>
                </a:lnTo>
                <a:lnTo>
                  <a:pt x="1236395" y="331482"/>
                </a:lnTo>
                <a:lnTo>
                  <a:pt x="1223835" y="323684"/>
                </a:lnTo>
                <a:lnTo>
                  <a:pt x="1224076" y="323850"/>
                </a:lnTo>
                <a:lnTo>
                  <a:pt x="1209560" y="314248"/>
                </a:lnTo>
                <a:lnTo>
                  <a:pt x="1193025" y="307695"/>
                </a:lnTo>
                <a:lnTo>
                  <a:pt x="1186611" y="324700"/>
                </a:lnTo>
                <a:lnTo>
                  <a:pt x="1172349" y="320484"/>
                </a:lnTo>
                <a:lnTo>
                  <a:pt x="1172121" y="320421"/>
                </a:lnTo>
                <a:lnTo>
                  <a:pt x="1159598" y="298208"/>
                </a:lnTo>
                <a:lnTo>
                  <a:pt x="1142022" y="296633"/>
                </a:lnTo>
                <a:lnTo>
                  <a:pt x="1125702" y="313143"/>
                </a:lnTo>
                <a:lnTo>
                  <a:pt x="1123569" y="313194"/>
                </a:lnTo>
                <a:lnTo>
                  <a:pt x="1124165" y="295021"/>
                </a:lnTo>
                <a:lnTo>
                  <a:pt x="1113726" y="296595"/>
                </a:lnTo>
                <a:lnTo>
                  <a:pt x="1114374" y="314756"/>
                </a:lnTo>
                <a:lnTo>
                  <a:pt x="1124657" y="313292"/>
                </a:lnTo>
                <a:lnTo>
                  <a:pt x="1140358" y="314706"/>
                </a:lnTo>
                <a:lnTo>
                  <a:pt x="1155573" y="315937"/>
                </a:lnTo>
                <a:lnTo>
                  <a:pt x="1157135" y="316230"/>
                </a:lnTo>
                <a:lnTo>
                  <a:pt x="1172180" y="320438"/>
                </a:lnTo>
                <a:lnTo>
                  <a:pt x="1186850" y="324795"/>
                </a:lnTo>
                <a:lnTo>
                  <a:pt x="1187386" y="324954"/>
                </a:lnTo>
                <a:lnTo>
                  <a:pt x="1200175" y="329869"/>
                </a:lnTo>
                <a:lnTo>
                  <a:pt x="1201864" y="330758"/>
                </a:lnTo>
                <a:lnTo>
                  <a:pt x="1201002" y="330416"/>
                </a:lnTo>
                <a:close/>
              </a:path>
              <a:path w="1302943" h="836853">
                <a:moveTo>
                  <a:pt x="1156339" y="591790"/>
                </a:moveTo>
                <a:lnTo>
                  <a:pt x="1140358" y="593229"/>
                </a:lnTo>
                <a:lnTo>
                  <a:pt x="1155573" y="591997"/>
                </a:lnTo>
                <a:lnTo>
                  <a:pt x="1157135" y="591718"/>
                </a:lnTo>
                <a:lnTo>
                  <a:pt x="1172180" y="587497"/>
                </a:lnTo>
                <a:lnTo>
                  <a:pt x="1156339" y="591790"/>
                </a:lnTo>
                <a:close/>
              </a:path>
              <a:path w="1302943" h="836853">
                <a:moveTo>
                  <a:pt x="1156406" y="316163"/>
                </a:moveTo>
                <a:lnTo>
                  <a:pt x="1172180" y="320438"/>
                </a:lnTo>
                <a:lnTo>
                  <a:pt x="1157135" y="316230"/>
                </a:lnTo>
                <a:lnTo>
                  <a:pt x="1155573" y="315937"/>
                </a:lnTo>
                <a:lnTo>
                  <a:pt x="1140358" y="314706"/>
                </a:lnTo>
                <a:lnTo>
                  <a:pt x="1156406" y="316163"/>
                </a:lnTo>
                <a:close/>
              </a:path>
              <a:path w="1302943" h="836853">
                <a:moveTo>
                  <a:pt x="1177277" y="302983"/>
                </a:moveTo>
                <a:lnTo>
                  <a:pt x="1159598" y="298208"/>
                </a:lnTo>
                <a:lnTo>
                  <a:pt x="1172121" y="320421"/>
                </a:lnTo>
                <a:lnTo>
                  <a:pt x="1172349" y="320484"/>
                </a:lnTo>
                <a:lnTo>
                  <a:pt x="1186611" y="324700"/>
                </a:lnTo>
                <a:lnTo>
                  <a:pt x="1193025" y="307695"/>
                </a:lnTo>
                <a:lnTo>
                  <a:pt x="1177277" y="302983"/>
                </a:lnTo>
                <a:close/>
              </a:path>
              <a:path w="1302943" h="836853">
                <a:moveTo>
                  <a:pt x="1177277" y="604951"/>
                </a:moveTo>
                <a:lnTo>
                  <a:pt x="1193025" y="600252"/>
                </a:lnTo>
                <a:lnTo>
                  <a:pt x="1186611" y="583234"/>
                </a:lnTo>
                <a:lnTo>
                  <a:pt x="1172349" y="587451"/>
                </a:lnTo>
                <a:lnTo>
                  <a:pt x="1172121" y="587514"/>
                </a:lnTo>
                <a:lnTo>
                  <a:pt x="1159598" y="609727"/>
                </a:lnTo>
                <a:lnTo>
                  <a:pt x="1177277" y="604951"/>
                </a:lnTo>
                <a:close/>
              </a:path>
              <a:path w="1302943" h="836853">
                <a:moveTo>
                  <a:pt x="1201002" y="330416"/>
                </a:moveTo>
                <a:lnTo>
                  <a:pt x="1201864" y="330758"/>
                </a:lnTo>
                <a:lnTo>
                  <a:pt x="1200175" y="329869"/>
                </a:lnTo>
                <a:lnTo>
                  <a:pt x="1187386" y="324954"/>
                </a:lnTo>
                <a:lnTo>
                  <a:pt x="1186850" y="324795"/>
                </a:lnTo>
                <a:lnTo>
                  <a:pt x="1201002" y="330416"/>
                </a:lnTo>
                <a:close/>
              </a:path>
              <a:path w="1302943" h="836853">
                <a:moveTo>
                  <a:pt x="1201313" y="577407"/>
                </a:moveTo>
                <a:lnTo>
                  <a:pt x="1186852" y="583139"/>
                </a:lnTo>
                <a:lnTo>
                  <a:pt x="1187386" y="582980"/>
                </a:lnTo>
                <a:lnTo>
                  <a:pt x="1200810" y="577684"/>
                </a:lnTo>
                <a:lnTo>
                  <a:pt x="1201864" y="577189"/>
                </a:lnTo>
                <a:lnTo>
                  <a:pt x="1213996" y="570426"/>
                </a:lnTo>
                <a:lnTo>
                  <a:pt x="1201313" y="577407"/>
                </a:lnTo>
                <a:close/>
              </a:path>
              <a:path w="1302943" h="836853">
                <a:moveTo>
                  <a:pt x="1237428" y="354951"/>
                </a:moveTo>
                <a:lnTo>
                  <a:pt x="1247308" y="364737"/>
                </a:lnTo>
                <a:lnTo>
                  <a:pt x="1237907" y="355307"/>
                </a:lnTo>
                <a:lnTo>
                  <a:pt x="1236929" y="354457"/>
                </a:lnTo>
                <a:lnTo>
                  <a:pt x="1226337" y="346671"/>
                </a:lnTo>
                <a:lnTo>
                  <a:pt x="1226183" y="346576"/>
                </a:lnTo>
                <a:lnTo>
                  <a:pt x="1237428" y="354951"/>
                </a:lnTo>
                <a:close/>
              </a:path>
              <a:path w="1302943" h="836853">
                <a:moveTo>
                  <a:pt x="1249426" y="341160"/>
                </a:moveTo>
                <a:lnTo>
                  <a:pt x="1247190" y="364604"/>
                </a:lnTo>
                <a:lnTo>
                  <a:pt x="1247622" y="365048"/>
                </a:lnTo>
                <a:lnTo>
                  <a:pt x="1256995" y="375539"/>
                </a:lnTo>
                <a:lnTo>
                  <a:pt x="1260779" y="352425"/>
                </a:lnTo>
                <a:lnTo>
                  <a:pt x="1249426" y="341160"/>
                </a:lnTo>
                <a:close/>
              </a:path>
              <a:path w="1302943" h="836853">
                <a:moveTo>
                  <a:pt x="1256766" y="534289"/>
                </a:moveTo>
                <a:lnTo>
                  <a:pt x="1258303" y="532295"/>
                </a:lnTo>
                <a:lnTo>
                  <a:pt x="1257358" y="533232"/>
                </a:lnTo>
                <a:lnTo>
                  <a:pt x="1247622" y="542886"/>
                </a:lnTo>
                <a:lnTo>
                  <a:pt x="1256766" y="534289"/>
                </a:lnTo>
                <a:close/>
              </a:path>
              <a:path w="1302943" h="836853">
                <a:moveTo>
                  <a:pt x="1264555" y="387539"/>
                </a:moveTo>
                <a:lnTo>
                  <a:pt x="1271839" y="400544"/>
                </a:lnTo>
                <a:lnTo>
                  <a:pt x="1264628" y="387654"/>
                </a:lnTo>
                <a:lnTo>
                  <a:pt x="1264399" y="387261"/>
                </a:lnTo>
                <a:lnTo>
                  <a:pt x="1257871" y="376707"/>
                </a:lnTo>
                <a:lnTo>
                  <a:pt x="1257381" y="376152"/>
                </a:lnTo>
                <a:lnTo>
                  <a:pt x="1264555" y="387539"/>
                </a:lnTo>
                <a:close/>
              </a:path>
              <a:path w="1302943" h="836853">
                <a:moveTo>
                  <a:pt x="1272133" y="365315"/>
                </a:moveTo>
                <a:lnTo>
                  <a:pt x="1271663" y="400151"/>
                </a:lnTo>
                <a:lnTo>
                  <a:pt x="1272032" y="400888"/>
                </a:lnTo>
                <a:lnTo>
                  <a:pt x="1277188" y="412064"/>
                </a:lnTo>
                <a:lnTo>
                  <a:pt x="1280287" y="378231"/>
                </a:lnTo>
                <a:lnTo>
                  <a:pt x="1272133" y="365315"/>
                </a:lnTo>
                <a:close/>
              </a:path>
              <a:path w="1302943" h="836853">
                <a:moveTo>
                  <a:pt x="1280160" y="529894"/>
                </a:moveTo>
                <a:lnTo>
                  <a:pt x="1277150" y="497586"/>
                </a:lnTo>
                <a:lnTo>
                  <a:pt x="1272248" y="508165"/>
                </a:lnTo>
                <a:lnTo>
                  <a:pt x="1271663" y="509295"/>
                </a:lnTo>
                <a:lnTo>
                  <a:pt x="1272146" y="544233"/>
                </a:lnTo>
                <a:lnTo>
                  <a:pt x="1280297" y="529677"/>
                </a:lnTo>
                <a:lnTo>
                  <a:pt x="1288123" y="517258"/>
                </a:lnTo>
                <a:lnTo>
                  <a:pt x="1280388" y="529513"/>
                </a:lnTo>
                <a:lnTo>
                  <a:pt x="1280160" y="529894"/>
                </a:lnTo>
                <a:close/>
              </a:path>
              <a:path w="1302943" h="836853">
                <a:moveTo>
                  <a:pt x="1283106" y="468198"/>
                </a:moveTo>
                <a:lnTo>
                  <a:pt x="1283258" y="467321"/>
                </a:lnTo>
                <a:lnTo>
                  <a:pt x="1283130" y="467957"/>
                </a:lnTo>
                <a:lnTo>
                  <a:pt x="1280210" y="482460"/>
                </a:lnTo>
                <a:lnTo>
                  <a:pt x="1283106" y="468198"/>
                </a:lnTo>
                <a:close/>
              </a:path>
              <a:path w="1302943" h="836853">
                <a:moveTo>
                  <a:pt x="1294854" y="407225"/>
                </a:moveTo>
                <a:lnTo>
                  <a:pt x="1288224" y="392417"/>
                </a:lnTo>
                <a:lnTo>
                  <a:pt x="1283258" y="440613"/>
                </a:lnTo>
                <a:lnTo>
                  <a:pt x="1283106" y="439750"/>
                </a:lnTo>
                <a:lnTo>
                  <a:pt x="1280287" y="378231"/>
                </a:lnTo>
                <a:lnTo>
                  <a:pt x="1277188" y="412064"/>
                </a:lnTo>
                <a:lnTo>
                  <a:pt x="1272032" y="400888"/>
                </a:lnTo>
                <a:lnTo>
                  <a:pt x="1271663" y="400151"/>
                </a:lnTo>
                <a:lnTo>
                  <a:pt x="1272133" y="365315"/>
                </a:lnTo>
                <a:lnTo>
                  <a:pt x="1260779" y="352425"/>
                </a:lnTo>
                <a:lnTo>
                  <a:pt x="1256995" y="375539"/>
                </a:lnTo>
                <a:lnTo>
                  <a:pt x="1247622" y="365048"/>
                </a:lnTo>
                <a:lnTo>
                  <a:pt x="1247190" y="364604"/>
                </a:lnTo>
                <a:lnTo>
                  <a:pt x="1249426" y="341160"/>
                </a:lnTo>
                <a:lnTo>
                  <a:pt x="1236395" y="331482"/>
                </a:lnTo>
                <a:lnTo>
                  <a:pt x="1225715" y="346227"/>
                </a:lnTo>
                <a:lnTo>
                  <a:pt x="1214031" y="339026"/>
                </a:lnTo>
                <a:lnTo>
                  <a:pt x="1226183" y="346576"/>
                </a:lnTo>
                <a:lnTo>
                  <a:pt x="1226337" y="346671"/>
                </a:lnTo>
                <a:lnTo>
                  <a:pt x="1236929" y="354457"/>
                </a:lnTo>
                <a:lnTo>
                  <a:pt x="1237907" y="355307"/>
                </a:lnTo>
                <a:lnTo>
                  <a:pt x="1247308" y="364737"/>
                </a:lnTo>
                <a:lnTo>
                  <a:pt x="1257381" y="376152"/>
                </a:lnTo>
                <a:lnTo>
                  <a:pt x="1257871" y="376707"/>
                </a:lnTo>
                <a:lnTo>
                  <a:pt x="1264399" y="387261"/>
                </a:lnTo>
                <a:lnTo>
                  <a:pt x="1264628" y="387654"/>
                </a:lnTo>
                <a:lnTo>
                  <a:pt x="1271839" y="400544"/>
                </a:lnTo>
                <a:lnTo>
                  <a:pt x="1277385" y="412942"/>
                </a:lnTo>
                <a:lnTo>
                  <a:pt x="1277759" y="413778"/>
                </a:lnTo>
                <a:lnTo>
                  <a:pt x="1280210" y="425475"/>
                </a:lnTo>
                <a:lnTo>
                  <a:pt x="1283128" y="439965"/>
                </a:lnTo>
                <a:lnTo>
                  <a:pt x="1284550" y="453968"/>
                </a:lnTo>
                <a:lnTo>
                  <a:pt x="1284643" y="453059"/>
                </a:lnTo>
                <a:lnTo>
                  <a:pt x="1284643" y="454875"/>
                </a:lnTo>
                <a:lnTo>
                  <a:pt x="1284643" y="453059"/>
                </a:lnTo>
                <a:lnTo>
                  <a:pt x="1284550" y="453968"/>
                </a:lnTo>
                <a:lnTo>
                  <a:pt x="1283130" y="467957"/>
                </a:lnTo>
                <a:lnTo>
                  <a:pt x="1283258" y="467321"/>
                </a:lnTo>
                <a:lnTo>
                  <a:pt x="1283106" y="468198"/>
                </a:lnTo>
                <a:lnTo>
                  <a:pt x="1280210" y="482460"/>
                </a:lnTo>
                <a:lnTo>
                  <a:pt x="1277759" y="495681"/>
                </a:lnTo>
                <a:lnTo>
                  <a:pt x="1277350" y="496594"/>
                </a:lnTo>
                <a:lnTo>
                  <a:pt x="1271977" y="508594"/>
                </a:lnTo>
                <a:lnTo>
                  <a:pt x="1264501" y="520471"/>
                </a:lnTo>
                <a:lnTo>
                  <a:pt x="1257358" y="533232"/>
                </a:lnTo>
                <a:lnTo>
                  <a:pt x="1258303" y="532295"/>
                </a:lnTo>
                <a:lnTo>
                  <a:pt x="1256766" y="534289"/>
                </a:lnTo>
                <a:lnTo>
                  <a:pt x="1247622" y="542886"/>
                </a:lnTo>
                <a:lnTo>
                  <a:pt x="1237428" y="552984"/>
                </a:lnTo>
                <a:lnTo>
                  <a:pt x="1225715" y="561708"/>
                </a:lnTo>
                <a:lnTo>
                  <a:pt x="1236929" y="553478"/>
                </a:lnTo>
                <a:lnTo>
                  <a:pt x="1237907" y="552627"/>
                </a:lnTo>
                <a:lnTo>
                  <a:pt x="1249426" y="566775"/>
                </a:lnTo>
                <a:lnTo>
                  <a:pt x="1260551" y="555713"/>
                </a:lnTo>
                <a:lnTo>
                  <a:pt x="1272146" y="544233"/>
                </a:lnTo>
                <a:lnTo>
                  <a:pt x="1271663" y="509295"/>
                </a:lnTo>
                <a:lnTo>
                  <a:pt x="1272248" y="508165"/>
                </a:lnTo>
                <a:lnTo>
                  <a:pt x="1277150" y="497586"/>
                </a:lnTo>
                <a:lnTo>
                  <a:pt x="1280160" y="529894"/>
                </a:lnTo>
                <a:lnTo>
                  <a:pt x="1280388" y="529513"/>
                </a:lnTo>
                <a:lnTo>
                  <a:pt x="1288123" y="517258"/>
                </a:lnTo>
                <a:lnTo>
                  <a:pt x="1294892" y="502132"/>
                </a:lnTo>
                <a:lnTo>
                  <a:pt x="1298143" y="486003"/>
                </a:lnTo>
                <a:lnTo>
                  <a:pt x="1301292" y="470458"/>
                </a:lnTo>
                <a:lnTo>
                  <a:pt x="1302943" y="453974"/>
                </a:lnTo>
                <a:lnTo>
                  <a:pt x="1301292" y="437489"/>
                </a:lnTo>
                <a:lnTo>
                  <a:pt x="1298130" y="421830"/>
                </a:lnTo>
                <a:lnTo>
                  <a:pt x="1294854" y="407225"/>
                </a:lnTo>
                <a:close/>
              </a:path>
              <a:path w="1302943" h="836853">
                <a:moveTo>
                  <a:pt x="1288224" y="392417"/>
                </a:moveTo>
                <a:lnTo>
                  <a:pt x="1280287" y="378231"/>
                </a:lnTo>
                <a:lnTo>
                  <a:pt x="1283106" y="439750"/>
                </a:lnTo>
                <a:lnTo>
                  <a:pt x="1283258" y="440613"/>
                </a:lnTo>
                <a:lnTo>
                  <a:pt x="1288224" y="392417"/>
                </a:lnTo>
                <a:close/>
              </a:path>
              <a:path w="1302943" h="836853">
                <a:moveTo>
                  <a:pt x="1277759" y="413778"/>
                </a:moveTo>
                <a:lnTo>
                  <a:pt x="1277385" y="412942"/>
                </a:lnTo>
                <a:lnTo>
                  <a:pt x="1280249" y="425678"/>
                </a:lnTo>
                <a:lnTo>
                  <a:pt x="1280210" y="425475"/>
                </a:lnTo>
                <a:lnTo>
                  <a:pt x="1277759" y="413778"/>
                </a:lnTo>
                <a:close/>
              </a:path>
              <a:path w="1302943" h="836853">
                <a:moveTo>
                  <a:pt x="1213510" y="570788"/>
                </a:moveTo>
                <a:lnTo>
                  <a:pt x="1209217" y="593826"/>
                </a:lnTo>
                <a:lnTo>
                  <a:pt x="1223975" y="585685"/>
                </a:lnTo>
                <a:lnTo>
                  <a:pt x="1214539" y="570128"/>
                </a:lnTo>
                <a:lnTo>
                  <a:pt x="1213510" y="570788"/>
                </a:lnTo>
                <a:close/>
              </a:path>
              <a:path w="1302943" h="836853">
                <a:moveTo>
                  <a:pt x="1124165" y="295021"/>
                </a:moveTo>
                <a:lnTo>
                  <a:pt x="1123569" y="313194"/>
                </a:lnTo>
                <a:lnTo>
                  <a:pt x="1125702" y="313143"/>
                </a:lnTo>
                <a:lnTo>
                  <a:pt x="1142022" y="296633"/>
                </a:lnTo>
                <a:lnTo>
                  <a:pt x="1124165" y="295021"/>
                </a:lnTo>
                <a:close/>
              </a:path>
              <a:path w="1302943" h="836853">
                <a:moveTo>
                  <a:pt x="1124813" y="612863"/>
                </a:moveTo>
                <a:lnTo>
                  <a:pt x="1123569" y="594741"/>
                </a:lnTo>
                <a:lnTo>
                  <a:pt x="1113497" y="594804"/>
                </a:lnTo>
                <a:lnTo>
                  <a:pt x="1112202" y="594702"/>
                </a:lnTo>
                <a:lnTo>
                  <a:pt x="1111542" y="612863"/>
                </a:lnTo>
                <a:lnTo>
                  <a:pt x="1124813" y="612863"/>
                </a:lnTo>
                <a:close/>
              </a:path>
              <a:path w="1302943" h="836853">
                <a:moveTo>
                  <a:pt x="1087691" y="597941"/>
                </a:moveTo>
                <a:lnTo>
                  <a:pt x="1090612" y="591769"/>
                </a:lnTo>
                <a:lnTo>
                  <a:pt x="1067854" y="588543"/>
                </a:lnTo>
                <a:lnTo>
                  <a:pt x="1071105" y="611124"/>
                </a:lnTo>
                <a:lnTo>
                  <a:pt x="1071067" y="610958"/>
                </a:lnTo>
                <a:lnTo>
                  <a:pt x="1072540" y="622658"/>
                </a:lnTo>
                <a:lnTo>
                  <a:pt x="1072654" y="629526"/>
                </a:lnTo>
                <a:lnTo>
                  <a:pt x="1077328" y="608215"/>
                </a:lnTo>
                <a:lnTo>
                  <a:pt x="1072591" y="623062"/>
                </a:lnTo>
                <a:lnTo>
                  <a:pt x="1072540" y="621931"/>
                </a:lnTo>
                <a:lnTo>
                  <a:pt x="1077328" y="608215"/>
                </a:lnTo>
                <a:lnTo>
                  <a:pt x="1087691" y="597941"/>
                </a:lnTo>
                <a:close/>
              </a:path>
              <a:path w="1302943" h="836853">
                <a:moveTo>
                  <a:pt x="1072172" y="679018"/>
                </a:moveTo>
                <a:lnTo>
                  <a:pt x="1071130" y="638594"/>
                </a:lnTo>
                <a:lnTo>
                  <a:pt x="1069251" y="644499"/>
                </a:lnTo>
                <a:lnTo>
                  <a:pt x="1068425" y="646303"/>
                </a:lnTo>
                <a:lnTo>
                  <a:pt x="1064920" y="686219"/>
                </a:lnTo>
                <a:lnTo>
                  <a:pt x="1072172" y="679018"/>
                </a:lnTo>
                <a:close/>
              </a:path>
              <a:path w="1302943" h="836853">
                <a:moveTo>
                  <a:pt x="965733" y="703656"/>
                </a:moveTo>
                <a:lnTo>
                  <a:pt x="964615" y="721804"/>
                </a:lnTo>
                <a:lnTo>
                  <a:pt x="973366" y="721804"/>
                </a:lnTo>
                <a:lnTo>
                  <a:pt x="967955" y="703922"/>
                </a:lnTo>
                <a:lnTo>
                  <a:pt x="965733" y="703656"/>
                </a:lnTo>
                <a:close/>
              </a:path>
              <a:path w="1302943" h="836853">
                <a:moveTo>
                  <a:pt x="935951" y="730338"/>
                </a:moveTo>
                <a:lnTo>
                  <a:pt x="931658" y="740284"/>
                </a:lnTo>
                <a:lnTo>
                  <a:pt x="932027" y="739698"/>
                </a:lnTo>
                <a:lnTo>
                  <a:pt x="935812" y="730719"/>
                </a:lnTo>
                <a:lnTo>
                  <a:pt x="935951" y="730338"/>
                </a:lnTo>
                <a:close/>
              </a:path>
              <a:path w="1302943" h="836853">
                <a:moveTo>
                  <a:pt x="737501" y="835253"/>
                </a:moveTo>
                <a:lnTo>
                  <a:pt x="725703" y="817194"/>
                </a:lnTo>
                <a:lnTo>
                  <a:pt x="724687" y="817143"/>
                </a:lnTo>
                <a:lnTo>
                  <a:pt x="724166" y="835304"/>
                </a:lnTo>
                <a:lnTo>
                  <a:pt x="738011" y="835304"/>
                </a:lnTo>
                <a:lnTo>
                  <a:pt x="737501" y="835253"/>
                </a:lnTo>
                <a:close/>
              </a:path>
              <a:path w="1302943" h="836853">
                <a:moveTo>
                  <a:pt x="577303" y="21145"/>
                </a:moveTo>
                <a:lnTo>
                  <a:pt x="576477" y="21063"/>
                </a:lnTo>
                <a:lnTo>
                  <a:pt x="590854" y="25349"/>
                </a:lnTo>
                <a:lnTo>
                  <a:pt x="590588" y="25260"/>
                </a:lnTo>
                <a:lnTo>
                  <a:pt x="577303" y="21145"/>
                </a:lnTo>
                <a:close/>
              </a:path>
              <a:path w="1302943" h="836853">
                <a:moveTo>
                  <a:pt x="505028" y="786561"/>
                </a:moveTo>
                <a:lnTo>
                  <a:pt x="503605" y="807554"/>
                </a:lnTo>
                <a:lnTo>
                  <a:pt x="513880" y="802449"/>
                </a:lnTo>
                <a:lnTo>
                  <a:pt x="505485" y="786320"/>
                </a:lnTo>
                <a:lnTo>
                  <a:pt x="505028" y="786561"/>
                </a:lnTo>
                <a:close/>
              </a:path>
              <a:path w="1302943" h="836853">
                <a:moveTo>
                  <a:pt x="198762" y="337277"/>
                </a:moveTo>
                <a:lnTo>
                  <a:pt x="187807" y="334568"/>
                </a:lnTo>
                <a:lnTo>
                  <a:pt x="195821" y="355269"/>
                </a:lnTo>
                <a:lnTo>
                  <a:pt x="196113" y="355346"/>
                </a:lnTo>
                <a:lnTo>
                  <a:pt x="199859" y="349554"/>
                </a:lnTo>
                <a:lnTo>
                  <a:pt x="198762" y="337277"/>
                </a:lnTo>
                <a:close/>
              </a:path>
              <a:path w="1302943" h="836853">
                <a:moveTo>
                  <a:pt x="184365" y="636968"/>
                </a:moveTo>
                <a:lnTo>
                  <a:pt x="175450" y="650684"/>
                </a:lnTo>
                <a:lnTo>
                  <a:pt x="175577" y="652183"/>
                </a:lnTo>
                <a:lnTo>
                  <a:pt x="178676" y="670623"/>
                </a:lnTo>
                <a:lnTo>
                  <a:pt x="178968" y="671715"/>
                </a:lnTo>
                <a:lnTo>
                  <a:pt x="184365" y="636968"/>
                </a:lnTo>
                <a:close/>
              </a:path>
              <a:path w="1302943" h="836853">
                <a:moveTo>
                  <a:pt x="27597" y="434555"/>
                </a:moveTo>
                <a:lnTo>
                  <a:pt x="35712" y="389064"/>
                </a:lnTo>
                <a:lnTo>
                  <a:pt x="27470" y="400494"/>
                </a:lnTo>
                <a:lnTo>
                  <a:pt x="24193" y="445350"/>
                </a:lnTo>
                <a:lnTo>
                  <a:pt x="27597" y="434555"/>
                </a:lnTo>
                <a:close/>
              </a:path>
              <a:path w="1302943" h="836853">
                <a:moveTo>
                  <a:pt x="24103" y="445751"/>
                </a:moveTo>
                <a:lnTo>
                  <a:pt x="23939" y="446239"/>
                </a:lnTo>
                <a:lnTo>
                  <a:pt x="21132" y="458978"/>
                </a:lnTo>
                <a:lnTo>
                  <a:pt x="24103" y="445751"/>
                </a:lnTo>
                <a:close/>
              </a:path>
              <a:path w="1302943" h="836853">
                <a:moveTo>
                  <a:pt x="3263" y="516470"/>
                </a:moveTo>
                <a:lnTo>
                  <a:pt x="6413" y="530542"/>
                </a:lnTo>
                <a:lnTo>
                  <a:pt x="11493" y="545630"/>
                </a:lnTo>
                <a:lnTo>
                  <a:pt x="19697" y="558647"/>
                </a:lnTo>
                <a:lnTo>
                  <a:pt x="27470" y="570992"/>
                </a:lnTo>
                <a:lnTo>
                  <a:pt x="23939" y="525246"/>
                </a:lnTo>
                <a:lnTo>
                  <a:pt x="24193" y="526135"/>
                </a:lnTo>
                <a:lnTo>
                  <a:pt x="27597" y="536917"/>
                </a:lnTo>
                <a:lnTo>
                  <a:pt x="35712" y="582434"/>
                </a:lnTo>
                <a:lnTo>
                  <a:pt x="42532" y="560654"/>
                </a:lnTo>
                <a:lnTo>
                  <a:pt x="42849" y="561124"/>
                </a:lnTo>
                <a:lnTo>
                  <a:pt x="49187" y="570128"/>
                </a:lnTo>
                <a:lnTo>
                  <a:pt x="58635" y="603554"/>
                </a:lnTo>
                <a:lnTo>
                  <a:pt x="70789" y="611047"/>
                </a:lnTo>
                <a:lnTo>
                  <a:pt x="68922" y="588505"/>
                </a:lnTo>
                <a:lnTo>
                  <a:pt x="70027" y="589318"/>
                </a:lnTo>
                <a:lnTo>
                  <a:pt x="70789" y="611047"/>
                </a:lnTo>
                <a:lnTo>
                  <a:pt x="71100" y="611278"/>
                </a:lnTo>
                <a:lnTo>
                  <a:pt x="84188" y="621004"/>
                </a:lnTo>
                <a:lnTo>
                  <a:pt x="71424" y="611479"/>
                </a:lnTo>
                <a:lnTo>
                  <a:pt x="81457" y="596290"/>
                </a:lnTo>
                <a:lnTo>
                  <a:pt x="69478" y="588850"/>
                </a:lnTo>
                <a:lnTo>
                  <a:pt x="59867" y="580720"/>
                </a:lnTo>
                <a:lnTo>
                  <a:pt x="50165" y="571258"/>
                </a:lnTo>
                <a:lnTo>
                  <a:pt x="49761" y="570697"/>
                </a:lnTo>
                <a:lnTo>
                  <a:pt x="42703" y="560891"/>
                </a:lnTo>
                <a:lnTo>
                  <a:pt x="35217" y="549021"/>
                </a:lnTo>
                <a:lnTo>
                  <a:pt x="28511" y="538873"/>
                </a:lnTo>
                <a:lnTo>
                  <a:pt x="28150" y="537795"/>
                </a:lnTo>
                <a:lnTo>
                  <a:pt x="24103" y="525735"/>
                </a:lnTo>
                <a:lnTo>
                  <a:pt x="21132" y="512521"/>
                </a:lnTo>
                <a:lnTo>
                  <a:pt x="18300" y="499859"/>
                </a:lnTo>
                <a:lnTo>
                  <a:pt x="18084" y="472592"/>
                </a:lnTo>
                <a:lnTo>
                  <a:pt x="18084" y="498894"/>
                </a:lnTo>
                <a:lnTo>
                  <a:pt x="18300" y="500875"/>
                </a:lnTo>
                <a:lnTo>
                  <a:pt x="18084" y="498894"/>
                </a:lnTo>
                <a:lnTo>
                  <a:pt x="18084" y="472592"/>
                </a:lnTo>
                <a:lnTo>
                  <a:pt x="19697" y="412826"/>
                </a:lnTo>
                <a:lnTo>
                  <a:pt x="11493" y="425869"/>
                </a:lnTo>
                <a:lnTo>
                  <a:pt x="6413" y="440956"/>
                </a:lnTo>
                <a:lnTo>
                  <a:pt x="3263" y="455015"/>
                </a:lnTo>
                <a:lnTo>
                  <a:pt x="0" y="469620"/>
                </a:lnTo>
                <a:lnTo>
                  <a:pt x="0" y="501865"/>
                </a:lnTo>
                <a:lnTo>
                  <a:pt x="3263" y="516470"/>
                </a:lnTo>
                <a:close/>
              </a:path>
              <a:path w="1302943" h="836853">
                <a:moveTo>
                  <a:pt x="35217" y="422452"/>
                </a:moveTo>
                <a:lnTo>
                  <a:pt x="28511" y="432625"/>
                </a:lnTo>
                <a:lnTo>
                  <a:pt x="28167" y="433650"/>
                </a:lnTo>
                <a:lnTo>
                  <a:pt x="35217" y="422452"/>
                </a:lnTo>
                <a:close/>
              </a:path>
              <a:path w="1302943" h="836853">
                <a:moveTo>
                  <a:pt x="175450" y="651427"/>
                </a:moveTo>
                <a:lnTo>
                  <a:pt x="175450" y="661238"/>
                </a:lnTo>
                <a:lnTo>
                  <a:pt x="178788" y="671179"/>
                </a:lnTo>
                <a:lnTo>
                  <a:pt x="180314" y="678751"/>
                </a:lnTo>
                <a:lnTo>
                  <a:pt x="183540" y="688365"/>
                </a:lnTo>
                <a:lnTo>
                  <a:pt x="186918" y="698385"/>
                </a:lnTo>
                <a:lnTo>
                  <a:pt x="184365" y="636968"/>
                </a:lnTo>
                <a:lnTo>
                  <a:pt x="178968" y="671715"/>
                </a:lnTo>
                <a:lnTo>
                  <a:pt x="178676" y="670623"/>
                </a:lnTo>
                <a:lnTo>
                  <a:pt x="175577" y="652183"/>
                </a:lnTo>
                <a:lnTo>
                  <a:pt x="175450" y="650684"/>
                </a:lnTo>
                <a:lnTo>
                  <a:pt x="184365" y="636968"/>
                </a:lnTo>
                <a:lnTo>
                  <a:pt x="192227" y="617512"/>
                </a:lnTo>
                <a:lnTo>
                  <a:pt x="171820" y="620420"/>
                </a:lnTo>
                <a:lnTo>
                  <a:pt x="164071" y="620458"/>
                </a:lnTo>
                <a:lnTo>
                  <a:pt x="163245" y="620420"/>
                </a:lnTo>
                <a:lnTo>
                  <a:pt x="147294" y="618947"/>
                </a:lnTo>
                <a:lnTo>
                  <a:pt x="133007" y="617575"/>
                </a:lnTo>
                <a:lnTo>
                  <a:pt x="118735" y="614749"/>
                </a:lnTo>
                <a:lnTo>
                  <a:pt x="105524" y="608926"/>
                </a:lnTo>
                <a:lnTo>
                  <a:pt x="99326" y="626008"/>
                </a:lnTo>
                <a:lnTo>
                  <a:pt x="98501" y="625690"/>
                </a:lnTo>
                <a:lnTo>
                  <a:pt x="91376" y="604240"/>
                </a:lnTo>
                <a:lnTo>
                  <a:pt x="92775" y="604703"/>
                </a:lnTo>
                <a:lnTo>
                  <a:pt x="81457" y="596290"/>
                </a:lnTo>
                <a:lnTo>
                  <a:pt x="71424" y="611479"/>
                </a:lnTo>
                <a:lnTo>
                  <a:pt x="84188" y="621004"/>
                </a:lnTo>
                <a:lnTo>
                  <a:pt x="98908" y="625870"/>
                </a:lnTo>
                <a:lnTo>
                  <a:pt x="113157" y="632142"/>
                </a:lnTo>
                <a:lnTo>
                  <a:pt x="117741" y="614553"/>
                </a:lnTo>
                <a:lnTo>
                  <a:pt x="119672" y="615162"/>
                </a:lnTo>
                <a:lnTo>
                  <a:pt x="132118" y="617435"/>
                </a:lnTo>
                <a:lnTo>
                  <a:pt x="145592" y="637032"/>
                </a:lnTo>
                <a:lnTo>
                  <a:pt x="162826" y="638581"/>
                </a:lnTo>
                <a:lnTo>
                  <a:pt x="173050" y="638581"/>
                </a:lnTo>
                <a:lnTo>
                  <a:pt x="171107" y="620522"/>
                </a:lnTo>
                <a:lnTo>
                  <a:pt x="172402" y="620420"/>
                </a:lnTo>
                <a:lnTo>
                  <a:pt x="173926" y="627989"/>
                </a:lnTo>
                <a:lnTo>
                  <a:pt x="173926" y="631012"/>
                </a:lnTo>
                <a:lnTo>
                  <a:pt x="173926" y="627989"/>
                </a:lnTo>
                <a:lnTo>
                  <a:pt x="172402" y="620420"/>
                </a:lnTo>
                <a:lnTo>
                  <a:pt x="171107" y="620522"/>
                </a:lnTo>
                <a:lnTo>
                  <a:pt x="173050" y="638581"/>
                </a:lnTo>
                <a:lnTo>
                  <a:pt x="173926" y="638456"/>
                </a:lnTo>
                <a:lnTo>
                  <a:pt x="173926" y="642353"/>
                </a:lnTo>
                <a:lnTo>
                  <a:pt x="175450" y="651427"/>
                </a:lnTo>
                <a:close/>
              </a:path>
              <a:path w="1302943" h="836853">
                <a:moveTo>
                  <a:pt x="198046" y="674081"/>
                </a:moveTo>
                <a:lnTo>
                  <a:pt x="196519" y="666508"/>
                </a:lnTo>
                <a:lnTo>
                  <a:pt x="197866" y="673544"/>
                </a:lnTo>
                <a:lnTo>
                  <a:pt x="198046" y="674081"/>
                </a:lnTo>
                <a:close/>
              </a:path>
              <a:path w="1302943" h="836853">
                <a:moveTo>
                  <a:pt x="239039" y="276542"/>
                </a:moveTo>
                <a:lnTo>
                  <a:pt x="233641" y="283108"/>
                </a:lnTo>
                <a:lnTo>
                  <a:pt x="233350" y="283591"/>
                </a:lnTo>
                <a:lnTo>
                  <a:pt x="239039" y="276542"/>
                </a:lnTo>
                <a:close/>
              </a:path>
              <a:path w="1302943" h="836853">
                <a:moveTo>
                  <a:pt x="216865" y="714108"/>
                </a:moveTo>
                <a:lnTo>
                  <a:pt x="222250" y="720674"/>
                </a:lnTo>
                <a:lnTo>
                  <a:pt x="216603" y="713674"/>
                </a:lnTo>
                <a:lnTo>
                  <a:pt x="216865" y="714108"/>
                </a:lnTo>
                <a:close/>
              </a:path>
              <a:path w="1302943" h="836853">
                <a:moveTo>
                  <a:pt x="329069" y="157213"/>
                </a:moveTo>
                <a:lnTo>
                  <a:pt x="326136" y="165938"/>
                </a:lnTo>
                <a:lnTo>
                  <a:pt x="329069" y="157213"/>
                </a:lnTo>
                <a:close/>
              </a:path>
              <a:path w="1302943" h="836853">
                <a:moveTo>
                  <a:pt x="421216" y="45623"/>
                </a:moveTo>
                <a:lnTo>
                  <a:pt x="420585" y="45935"/>
                </a:lnTo>
                <a:lnTo>
                  <a:pt x="412432" y="51435"/>
                </a:lnTo>
                <a:lnTo>
                  <a:pt x="421216" y="45623"/>
                </a:lnTo>
                <a:close/>
              </a:path>
              <a:path w="1302943" h="836853">
                <a:moveTo>
                  <a:pt x="430237" y="805040"/>
                </a:moveTo>
                <a:lnTo>
                  <a:pt x="441299" y="803592"/>
                </a:lnTo>
                <a:lnTo>
                  <a:pt x="429607" y="805040"/>
                </a:lnTo>
                <a:lnTo>
                  <a:pt x="430237" y="805040"/>
                </a:lnTo>
                <a:close/>
              </a:path>
              <a:path w="1302943" h="836853">
                <a:moveTo>
                  <a:pt x="503605" y="807554"/>
                </a:moveTo>
                <a:lnTo>
                  <a:pt x="490728" y="810742"/>
                </a:lnTo>
                <a:lnTo>
                  <a:pt x="503605" y="807554"/>
                </a:lnTo>
                <a:close/>
              </a:path>
              <a:path w="1302943" h="836853">
                <a:moveTo>
                  <a:pt x="679056" y="73482"/>
                </a:moveTo>
                <a:lnTo>
                  <a:pt x="668845" y="64770"/>
                </a:lnTo>
                <a:lnTo>
                  <a:pt x="668551" y="64551"/>
                </a:lnTo>
                <a:lnTo>
                  <a:pt x="679056" y="73482"/>
                </a:lnTo>
                <a:close/>
              </a:path>
              <a:path w="1302943" h="836853">
                <a:moveTo>
                  <a:pt x="929246" y="772363"/>
                </a:moveTo>
                <a:lnTo>
                  <a:pt x="918806" y="781189"/>
                </a:lnTo>
                <a:lnTo>
                  <a:pt x="918450" y="781543"/>
                </a:lnTo>
                <a:lnTo>
                  <a:pt x="929246" y="772363"/>
                </a:lnTo>
                <a:close/>
              </a:path>
              <a:path w="1302943" h="836853">
                <a:moveTo>
                  <a:pt x="990168" y="703770"/>
                </a:moveTo>
                <a:lnTo>
                  <a:pt x="992428" y="721804"/>
                </a:lnTo>
                <a:lnTo>
                  <a:pt x="991666" y="703656"/>
                </a:lnTo>
                <a:lnTo>
                  <a:pt x="990168" y="703770"/>
                </a:lnTo>
                <a:close/>
              </a:path>
              <a:path w="1302943" h="836853">
                <a:moveTo>
                  <a:pt x="1047546" y="191693"/>
                </a:moveTo>
                <a:lnTo>
                  <a:pt x="1043571" y="183603"/>
                </a:lnTo>
                <a:lnTo>
                  <a:pt x="1043157" y="182987"/>
                </a:lnTo>
                <a:lnTo>
                  <a:pt x="1047546" y="191693"/>
                </a:lnTo>
                <a:close/>
              </a:path>
              <a:path w="1302943" h="836853">
                <a:moveTo>
                  <a:pt x="1077849" y="669632"/>
                </a:moveTo>
                <a:lnTo>
                  <a:pt x="1072540" y="631012"/>
                </a:lnTo>
                <a:lnTo>
                  <a:pt x="1072172" y="679018"/>
                </a:lnTo>
                <a:lnTo>
                  <a:pt x="1077849" y="669632"/>
                </a:lnTo>
                <a:close/>
              </a:path>
              <a:path w="1302943" h="836853">
                <a:moveTo>
                  <a:pt x="1088097" y="609752"/>
                </a:moveTo>
                <a:lnTo>
                  <a:pt x="1080389" y="661416"/>
                </a:lnTo>
                <a:lnTo>
                  <a:pt x="1081227" y="659612"/>
                </a:lnTo>
                <a:lnTo>
                  <a:pt x="1088097" y="609752"/>
                </a:lnTo>
                <a:close/>
              </a:path>
              <a:path w="1302943" h="836853">
                <a:moveTo>
                  <a:pt x="1077328" y="608215"/>
                </a:moveTo>
                <a:lnTo>
                  <a:pt x="1072540" y="621931"/>
                </a:lnTo>
                <a:lnTo>
                  <a:pt x="1072591" y="623062"/>
                </a:lnTo>
                <a:lnTo>
                  <a:pt x="1077328" y="608215"/>
                </a:lnTo>
                <a:close/>
              </a:path>
              <a:path w="1302943" h="836853">
                <a:moveTo>
                  <a:pt x="1277759" y="495681"/>
                </a:moveTo>
                <a:lnTo>
                  <a:pt x="1280210" y="482460"/>
                </a:lnTo>
                <a:lnTo>
                  <a:pt x="1277350" y="496594"/>
                </a:lnTo>
                <a:lnTo>
                  <a:pt x="1277759" y="495681"/>
                </a:lnTo>
                <a:close/>
              </a:path>
              <a:path w="1302943" h="836853">
                <a:moveTo>
                  <a:pt x="1124407" y="594702"/>
                </a:moveTo>
                <a:lnTo>
                  <a:pt x="1140358" y="593229"/>
                </a:lnTo>
                <a:lnTo>
                  <a:pt x="1123992" y="594702"/>
                </a:lnTo>
                <a:lnTo>
                  <a:pt x="1124407" y="594702"/>
                </a:lnTo>
                <a:close/>
              </a:path>
              <a:path w="1302943" h="836853">
                <a:moveTo>
                  <a:pt x="1071473" y="637235"/>
                </a:moveTo>
                <a:lnTo>
                  <a:pt x="1072540" y="630206"/>
                </a:lnTo>
                <a:lnTo>
                  <a:pt x="1071244" y="637916"/>
                </a:lnTo>
                <a:lnTo>
                  <a:pt x="1071473" y="637235"/>
                </a:lnTo>
                <a:close/>
              </a:path>
              <a:path w="1302943" h="836853">
                <a:moveTo>
                  <a:pt x="1064171" y="652919"/>
                </a:moveTo>
                <a:lnTo>
                  <a:pt x="1061111" y="662008"/>
                </a:lnTo>
                <a:lnTo>
                  <a:pt x="1061631" y="661149"/>
                </a:lnTo>
                <a:lnTo>
                  <a:pt x="1064171" y="652919"/>
                </a:lnTo>
                <a:close/>
              </a:path>
              <a:path w="1302943" h="836853">
                <a:moveTo>
                  <a:pt x="1056487" y="210883"/>
                </a:moveTo>
                <a:lnTo>
                  <a:pt x="1052131" y="200774"/>
                </a:lnTo>
                <a:lnTo>
                  <a:pt x="1051993" y="200500"/>
                </a:lnTo>
                <a:lnTo>
                  <a:pt x="1056487" y="210883"/>
                </a:lnTo>
                <a:close/>
              </a:path>
              <a:path w="1302943" h="836853">
                <a:moveTo>
                  <a:pt x="1040358" y="685266"/>
                </a:moveTo>
                <a:lnTo>
                  <a:pt x="1044663" y="679030"/>
                </a:lnTo>
                <a:lnTo>
                  <a:pt x="1038979" y="686088"/>
                </a:lnTo>
                <a:lnTo>
                  <a:pt x="1040358" y="685266"/>
                </a:lnTo>
                <a:close/>
              </a:path>
              <a:path w="1302943" h="836853">
                <a:moveTo>
                  <a:pt x="1031709" y="138849"/>
                </a:moveTo>
                <a:lnTo>
                  <a:pt x="1025969" y="131635"/>
                </a:lnTo>
                <a:lnTo>
                  <a:pt x="1017638" y="123367"/>
                </a:lnTo>
                <a:lnTo>
                  <a:pt x="1012672" y="144119"/>
                </a:lnTo>
                <a:lnTo>
                  <a:pt x="1011999" y="143370"/>
                </a:lnTo>
                <a:lnTo>
                  <a:pt x="1010348" y="117678"/>
                </a:lnTo>
                <a:lnTo>
                  <a:pt x="1009599" y="117005"/>
                </a:lnTo>
                <a:lnTo>
                  <a:pt x="1002093" y="109461"/>
                </a:lnTo>
                <a:lnTo>
                  <a:pt x="992187" y="102920"/>
                </a:lnTo>
                <a:lnTo>
                  <a:pt x="989787" y="122936"/>
                </a:lnTo>
                <a:lnTo>
                  <a:pt x="982014" y="118008"/>
                </a:lnTo>
                <a:lnTo>
                  <a:pt x="990427" y="123573"/>
                </a:lnTo>
                <a:lnTo>
                  <a:pt x="991171" y="124066"/>
                </a:lnTo>
                <a:lnTo>
                  <a:pt x="997750" y="130873"/>
                </a:lnTo>
                <a:lnTo>
                  <a:pt x="1005039" y="136563"/>
                </a:lnTo>
                <a:lnTo>
                  <a:pt x="1005789" y="137223"/>
                </a:lnTo>
                <a:lnTo>
                  <a:pt x="1012323" y="143773"/>
                </a:lnTo>
                <a:lnTo>
                  <a:pt x="1018400" y="151345"/>
                </a:lnTo>
                <a:lnTo>
                  <a:pt x="1025737" y="158602"/>
                </a:lnTo>
                <a:lnTo>
                  <a:pt x="1025258" y="157886"/>
                </a:lnTo>
                <a:lnTo>
                  <a:pt x="1026401" y="159258"/>
                </a:lnTo>
                <a:lnTo>
                  <a:pt x="1031557" y="167284"/>
                </a:lnTo>
                <a:lnTo>
                  <a:pt x="1037680" y="174846"/>
                </a:lnTo>
                <a:lnTo>
                  <a:pt x="1043157" y="182987"/>
                </a:lnTo>
                <a:lnTo>
                  <a:pt x="1043571" y="183603"/>
                </a:lnTo>
                <a:lnTo>
                  <a:pt x="1047546" y="191693"/>
                </a:lnTo>
                <a:lnTo>
                  <a:pt x="1051902" y="200291"/>
                </a:lnTo>
                <a:lnTo>
                  <a:pt x="1052474" y="164122"/>
                </a:lnTo>
                <a:lnTo>
                  <a:pt x="1046568" y="156870"/>
                </a:lnTo>
                <a:lnTo>
                  <a:pt x="1046111" y="156248"/>
                </a:lnTo>
                <a:lnTo>
                  <a:pt x="1042974" y="182626"/>
                </a:lnTo>
                <a:lnTo>
                  <a:pt x="1037932" y="175158"/>
                </a:lnTo>
                <a:lnTo>
                  <a:pt x="1037463" y="174523"/>
                </a:lnTo>
                <a:lnTo>
                  <a:pt x="1032370" y="139598"/>
                </a:lnTo>
                <a:lnTo>
                  <a:pt x="1031709" y="138849"/>
                </a:lnTo>
                <a:close/>
              </a:path>
              <a:path w="1302943" h="836853">
                <a:moveTo>
                  <a:pt x="997750" y="130873"/>
                </a:moveTo>
                <a:lnTo>
                  <a:pt x="991171" y="124066"/>
                </a:lnTo>
                <a:lnTo>
                  <a:pt x="990427" y="123573"/>
                </a:lnTo>
                <a:lnTo>
                  <a:pt x="997750" y="130873"/>
                </a:lnTo>
                <a:close/>
              </a:path>
              <a:path w="1302943" h="836853">
                <a:moveTo>
                  <a:pt x="973269" y="112234"/>
                </a:moveTo>
                <a:lnTo>
                  <a:pt x="972858" y="111963"/>
                </a:lnTo>
                <a:lnTo>
                  <a:pt x="964704" y="107988"/>
                </a:lnTo>
                <a:lnTo>
                  <a:pt x="973269" y="112234"/>
                </a:lnTo>
                <a:close/>
              </a:path>
              <a:path w="1302943" h="836853">
                <a:moveTo>
                  <a:pt x="960894" y="711898"/>
                </a:moveTo>
                <a:lnTo>
                  <a:pt x="957414" y="720026"/>
                </a:lnTo>
                <a:lnTo>
                  <a:pt x="957846" y="720115"/>
                </a:lnTo>
                <a:lnTo>
                  <a:pt x="960894" y="711898"/>
                </a:lnTo>
                <a:close/>
              </a:path>
              <a:path w="1302943" h="836853">
                <a:moveTo>
                  <a:pt x="886625" y="83134"/>
                </a:moveTo>
                <a:lnTo>
                  <a:pt x="877252" y="81711"/>
                </a:lnTo>
                <a:lnTo>
                  <a:pt x="876656" y="81711"/>
                </a:lnTo>
                <a:lnTo>
                  <a:pt x="886625" y="83134"/>
                </a:lnTo>
                <a:close/>
              </a:path>
              <a:path w="1302943" h="836853">
                <a:moveTo>
                  <a:pt x="867091" y="81711"/>
                </a:moveTo>
                <a:lnTo>
                  <a:pt x="877252" y="81711"/>
                </a:lnTo>
                <a:lnTo>
                  <a:pt x="886625" y="83134"/>
                </a:lnTo>
                <a:lnTo>
                  <a:pt x="897305" y="84645"/>
                </a:lnTo>
                <a:lnTo>
                  <a:pt x="906767" y="85915"/>
                </a:lnTo>
                <a:lnTo>
                  <a:pt x="907986" y="86156"/>
                </a:lnTo>
                <a:lnTo>
                  <a:pt x="907253" y="86053"/>
                </a:lnTo>
                <a:lnTo>
                  <a:pt x="917448" y="88938"/>
                </a:lnTo>
                <a:lnTo>
                  <a:pt x="927974" y="91917"/>
                </a:lnTo>
                <a:lnTo>
                  <a:pt x="936352" y="94682"/>
                </a:lnTo>
                <a:lnTo>
                  <a:pt x="946391" y="98907"/>
                </a:lnTo>
                <a:lnTo>
                  <a:pt x="955548" y="103454"/>
                </a:lnTo>
                <a:lnTo>
                  <a:pt x="964704" y="107988"/>
                </a:lnTo>
                <a:lnTo>
                  <a:pt x="972858" y="111963"/>
                </a:lnTo>
                <a:lnTo>
                  <a:pt x="973269" y="112234"/>
                </a:lnTo>
                <a:lnTo>
                  <a:pt x="982014" y="118008"/>
                </a:lnTo>
                <a:lnTo>
                  <a:pt x="973848" y="112522"/>
                </a:lnTo>
                <a:lnTo>
                  <a:pt x="972883" y="91770"/>
                </a:lnTo>
                <a:lnTo>
                  <a:pt x="963726" y="87223"/>
                </a:lnTo>
                <a:lnTo>
                  <a:pt x="954328" y="82562"/>
                </a:lnTo>
                <a:lnTo>
                  <a:pt x="943051" y="77762"/>
                </a:lnTo>
                <a:lnTo>
                  <a:pt x="936193" y="94615"/>
                </a:lnTo>
                <a:lnTo>
                  <a:pt x="928128" y="91960"/>
                </a:lnTo>
                <a:lnTo>
                  <a:pt x="927760" y="91846"/>
                </a:lnTo>
                <a:lnTo>
                  <a:pt x="922489" y="71462"/>
                </a:lnTo>
                <a:lnTo>
                  <a:pt x="911199" y="68275"/>
                </a:lnTo>
                <a:lnTo>
                  <a:pt x="899909" y="66687"/>
                </a:lnTo>
                <a:lnTo>
                  <a:pt x="889228" y="65176"/>
                </a:lnTo>
                <a:lnTo>
                  <a:pt x="877900" y="63563"/>
                </a:lnTo>
                <a:lnTo>
                  <a:pt x="875944" y="81610"/>
                </a:lnTo>
                <a:lnTo>
                  <a:pt x="867257" y="81699"/>
                </a:lnTo>
                <a:lnTo>
                  <a:pt x="866571" y="81711"/>
                </a:lnTo>
                <a:lnTo>
                  <a:pt x="866228" y="63563"/>
                </a:lnTo>
                <a:lnTo>
                  <a:pt x="845997" y="65087"/>
                </a:lnTo>
                <a:lnTo>
                  <a:pt x="831316" y="84277"/>
                </a:lnTo>
                <a:lnTo>
                  <a:pt x="829183" y="84696"/>
                </a:lnTo>
                <a:lnTo>
                  <a:pt x="826579" y="66700"/>
                </a:lnTo>
                <a:lnTo>
                  <a:pt x="807711" y="72944"/>
                </a:lnTo>
                <a:lnTo>
                  <a:pt x="788784" y="77647"/>
                </a:lnTo>
                <a:lnTo>
                  <a:pt x="807237" y="73101"/>
                </a:lnTo>
                <a:lnTo>
                  <a:pt x="807897" y="72898"/>
                </a:lnTo>
                <a:lnTo>
                  <a:pt x="812685" y="90436"/>
                </a:lnTo>
                <a:lnTo>
                  <a:pt x="830337" y="84601"/>
                </a:lnTo>
                <a:lnTo>
                  <a:pt x="847483" y="83185"/>
                </a:lnTo>
                <a:lnTo>
                  <a:pt x="867091" y="81711"/>
                </a:lnTo>
                <a:close/>
              </a:path>
              <a:path w="1302943" h="836853">
                <a:moveTo>
                  <a:pt x="778814" y="102095"/>
                </a:moveTo>
                <a:lnTo>
                  <a:pt x="763854" y="108546"/>
                </a:lnTo>
                <a:lnTo>
                  <a:pt x="762940" y="109251"/>
                </a:lnTo>
                <a:lnTo>
                  <a:pt x="778814" y="102095"/>
                </a:lnTo>
                <a:close/>
              </a:path>
              <a:path w="1302943" h="836853">
                <a:moveTo>
                  <a:pt x="686384" y="810044"/>
                </a:moveTo>
                <a:lnTo>
                  <a:pt x="699211" y="812812"/>
                </a:lnTo>
                <a:lnTo>
                  <a:pt x="685882" y="809878"/>
                </a:lnTo>
                <a:lnTo>
                  <a:pt x="686384" y="810044"/>
                </a:lnTo>
                <a:close/>
              </a:path>
              <a:path w="1302943" h="836853">
                <a:moveTo>
                  <a:pt x="660768" y="802589"/>
                </a:moveTo>
                <a:lnTo>
                  <a:pt x="672325" y="805395"/>
                </a:lnTo>
                <a:lnTo>
                  <a:pt x="660313" y="802420"/>
                </a:lnTo>
                <a:lnTo>
                  <a:pt x="660768" y="802589"/>
                </a:lnTo>
                <a:close/>
              </a:path>
              <a:path w="1302943" h="836853">
                <a:moveTo>
                  <a:pt x="629056" y="808621"/>
                </a:moveTo>
                <a:lnTo>
                  <a:pt x="617626" y="803783"/>
                </a:lnTo>
                <a:lnTo>
                  <a:pt x="629212" y="808699"/>
                </a:lnTo>
                <a:lnTo>
                  <a:pt x="629056" y="808621"/>
                </a:lnTo>
                <a:close/>
              </a:path>
              <a:path w="1302943" h="836853">
                <a:moveTo>
                  <a:pt x="626059" y="787615"/>
                </a:moveTo>
                <a:lnTo>
                  <a:pt x="629056" y="808621"/>
                </a:lnTo>
                <a:lnTo>
                  <a:pt x="628319" y="788987"/>
                </a:lnTo>
                <a:lnTo>
                  <a:pt x="626059" y="787615"/>
                </a:lnTo>
                <a:close/>
              </a:path>
              <a:path w="1302943" h="836853">
                <a:moveTo>
                  <a:pt x="458876" y="29857"/>
                </a:moveTo>
                <a:lnTo>
                  <a:pt x="449084" y="32562"/>
                </a:lnTo>
                <a:lnTo>
                  <a:pt x="448534" y="32796"/>
                </a:lnTo>
                <a:lnTo>
                  <a:pt x="458876" y="29857"/>
                </a:lnTo>
                <a:close/>
              </a:path>
              <a:path w="1302943" h="836853">
                <a:moveTo>
                  <a:pt x="412432" y="51435"/>
                </a:moveTo>
                <a:lnTo>
                  <a:pt x="403910" y="57023"/>
                </a:lnTo>
                <a:lnTo>
                  <a:pt x="403622" y="57251"/>
                </a:lnTo>
                <a:lnTo>
                  <a:pt x="412432" y="51435"/>
                </a:lnTo>
                <a:close/>
              </a:path>
              <a:path w="1302943" h="836853">
                <a:moveTo>
                  <a:pt x="361962" y="802208"/>
                </a:moveTo>
                <a:lnTo>
                  <a:pt x="373481" y="803605"/>
                </a:lnTo>
                <a:lnTo>
                  <a:pt x="361612" y="802133"/>
                </a:lnTo>
                <a:lnTo>
                  <a:pt x="361962" y="802208"/>
                </a:lnTo>
                <a:close/>
              </a:path>
              <a:path w="1302943" h="836853">
                <a:moveTo>
                  <a:pt x="374154" y="82080"/>
                </a:moveTo>
                <a:lnTo>
                  <a:pt x="367665" y="88277"/>
                </a:lnTo>
                <a:lnTo>
                  <a:pt x="367186" y="88990"/>
                </a:lnTo>
                <a:lnTo>
                  <a:pt x="374154" y="82080"/>
                </a:lnTo>
                <a:close/>
              </a:path>
              <a:path w="1302943" h="836853">
                <a:moveTo>
                  <a:pt x="369189" y="61315"/>
                </a:moveTo>
                <a:lnTo>
                  <a:pt x="361213" y="69253"/>
                </a:lnTo>
                <a:lnTo>
                  <a:pt x="355460" y="104914"/>
                </a:lnTo>
                <a:lnTo>
                  <a:pt x="354990" y="105549"/>
                </a:lnTo>
                <a:lnTo>
                  <a:pt x="352933" y="77444"/>
                </a:lnTo>
                <a:lnTo>
                  <a:pt x="346503" y="87020"/>
                </a:lnTo>
                <a:lnTo>
                  <a:pt x="340448" y="94513"/>
                </a:lnTo>
                <a:lnTo>
                  <a:pt x="335292" y="137185"/>
                </a:lnTo>
                <a:lnTo>
                  <a:pt x="334098" y="139725"/>
                </a:lnTo>
                <a:lnTo>
                  <a:pt x="334010" y="104089"/>
                </a:lnTo>
                <a:lnTo>
                  <a:pt x="329133" y="112141"/>
                </a:lnTo>
                <a:lnTo>
                  <a:pt x="324711" y="120949"/>
                </a:lnTo>
                <a:lnTo>
                  <a:pt x="324980" y="120548"/>
                </a:lnTo>
                <a:lnTo>
                  <a:pt x="326021" y="166293"/>
                </a:lnTo>
                <a:lnTo>
                  <a:pt x="323316" y="175514"/>
                </a:lnTo>
                <a:lnTo>
                  <a:pt x="323088" y="176530"/>
                </a:lnTo>
                <a:lnTo>
                  <a:pt x="324408" y="121551"/>
                </a:lnTo>
                <a:lnTo>
                  <a:pt x="318858" y="204292"/>
                </a:lnTo>
                <a:lnTo>
                  <a:pt x="318757" y="205574"/>
                </a:lnTo>
                <a:lnTo>
                  <a:pt x="318084" y="130822"/>
                </a:lnTo>
                <a:lnTo>
                  <a:pt x="314629" y="142773"/>
                </a:lnTo>
                <a:lnTo>
                  <a:pt x="314756" y="142405"/>
                </a:lnTo>
                <a:lnTo>
                  <a:pt x="311696" y="151485"/>
                </a:lnTo>
                <a:lnTo>
                  <a:pt x="308584" y="160743"/>
                </a:lnTo>
                <a:lnTo>
                  <a:pt x="305333" y="172021"/>
                </a:lnTo>
                <a:lnTo>
                  <a:pt x="303707" y="181711"/>
                </a:lnTo>
                <a:lnTo>
                  <a:pt x="302183" y="192405"/>
                </a:lnTo>
                <a:lnTo>
                  <a:pt x="300558" y="203644"/>
                </a:lnTo>
                <a:lnTo>
                  <a:pt x="308203" y="222567"/>
                </a:lnTo>
                <a:lnTo>
                  <a:pt x="300558" y="231521"/>
                </a:lnTo>
                <a:lnTo>
                  <a:pt x="301955" y="242023"/>
                </a:lnTo>
                <a:lnTo>
                  <a:pt x="318858" y="239217"/>
                </a:lnTo>
                <a:lnTo>
                  <a:pt x="318858" y="204868"/>
                </a:lnTo>
                <a:lnTo>
                  <a:pt x="320281" y="194983"/>
                </a:lnTo>
                <a:lnTo>
                  <a:pt x="321805" y="184391"/>
                </a:lnTo>
                <a:lnTo>
                  <a:pt x="321792" y="184594"/>
                </a:lnTo>
                <a:lnTo>
                  <a:pt x="323227" y="176045"/>
                </a:lnTo>
                <a:lnTo>
                  <a:pt x="326105" y="166043"/>
                </a:lnTo>
                <a:lnTo>
                  <a:pt x="329069" y="157213"/>
                </a:lnTo>
                <a:lnTo>
                  <a:pt x="332181" y="147955"/>
                </a:lnTo>
                <a:lnTo>
                  <a:pt x="334905" y="138524"/>
                </a:lnTo>
                <a:lnTo>
                  <a:pt x="340525" y="130162"/>
                </a:lnTo>
                <a:lnTo>
                  <a:pt x="346341" y="87261"/>
                </a:lnTo>
                <a:lnTo>
                  <a:pt x="346811" y="86639"/>
                </a:lnTo>
                <a:lnTo>
                  <a:pt x="349351" y="113995"/>
                </a:lnTo>
                <a:lnTo>
                  <a:pt x="355245" y="105234"/>
                </a:lnTo>
                <a:lnTo>
                  <a:pt x="361353" y="97675"/>
                </a:lnTo>
                <a:lnTo>
                  <a:pt x="366522" y="89649"/>
                </a:lnTo>
                <a:lnTo>
                  <a:pt x="369189" y="61315"/>
                </a:lnTo>
                <a:close/>
              </a:path>
              <a:path w="1302943" h="836853">
                <a:moveTo>
                  <a:pt x="266357" y="232206"/>
                </a:moveTo>
                <a:lnTo>
                  <a:pt x="257505" y="237477"/>
                </a:lnTo>
                <a:lnTo>
                  <a:pt x="248503" y="243429"/>
                </a:lnTo>
                <a:lnTo>
                  <a:pt x="250355" y="263525"/>
                </a:lnTo>
                <a:lnTo>
                  <a:pt x="245135" y="268973"/>
                </a:lnTo>
                <a:lnTo>
                  <a:pt x="244475" y="269722"/>
                </a:lnTo>
                <a:lnTo>
                  <a:pt x="239953" y="248539"/>
                </a:lnTo>
                <a:lnTo>
                  <a:pt x="232930" y="284111"/>
                </a:lnTo>
                <a:lnTo>
                  <a:pt x="229400" y="290055"/>
                </a:lnTo>
                <a:lnTo>
                  <a:pt x="229069" y="290690"/>
                </a:lnTo>
                <a:lnTo>
                  <a:pt x="231165" y="257225"/>
                </a:lnTo>
                <a:lnTo>
                  <a:pt x="224751" y="265201"/>
                </a:lnTo>
                <a:lnTo>
                  <a:pt x="221094" y="305650"/>
                </a:lnTo>
                <a:lnTo>
                  <a:pt x="220243" y="308216"/>
                </a:lnTo>
                <a:lnTo>
                  <a:pt x="218262" y="273253"/>
                </a:lnTo>
                <a:lnTo>
                  <a:pt x="213182" y="281622"/>
                </a:lnTo>
                <a:lnTo>
                  <a:pt x="216382" y="332232"/>
                </a:lnTo>
                <a:lnTo>
                  <a:pt x="216796" y="333882"/>
                </a:lnTo>
                <a:lnTo>
                  <a:pt x="218109" y="323443"/>
                </a:lnTo>
                <a:lnTo>
                  <a:pt x="218046" y="323811"/>
                </a:lnTo>
                <a:lnTo>
                  <a:pt x="219570" y="314731"/>
                </a:lnTo>
                <a:lnTo>
                  <a:pt x="220873" y="306964"/>
                </a:lnTo>
                <a:lnTo>
                  <a:pt x="224815" y="299135"/>
                </a:lnTo>
                <a:lnTo>
                  <a:pt x="229128" y="290592"/>
                </a:lnTo>
                <a:lnTo>
                  <a:pt x="233350" y="283591"/>
                </a:lnTo>
                <a:lnTo>
                  <a:pt x="239039" y="276542"/>
                </a:lnTo>
                <a:lnTo>
                  <a:pt x="244759" y="269439"/>
                </a:lnTo>
                <a:lnTo>
                  <a:pt x="251256" y="262986"/>
                </a:lnTo>
                <a:lnTo>
                  <a:pt x="252095" y="262153"/>
                </a:lnTo>
                <a:lnTo>
                  <a:pt x="258152" y="258864"/>
                </a:lnTo>
                <a:lnTo>
                  <a:pt x="267131" y="252933"/>
                </a:lnTo>
                <a:lnTo>
                  <a:pt x="267500" y="252691"/>
                </a:lnTo>
                <a:lnTo>
                  <a:pt x="273700" y="249013"/>
                </a:lnTo>
                <a:lnTo>
                  <a:pt x="283425" y="246253"/>
                </a:lnTo>
                <a:lnTo>
                  <a:pt x="291994" y="243420"/>
                </a:lnTo>
                <a:lnTo>
                  <a:pt x="301955" y="242023"/>
                </a:lnTo>
                <a:lnTo>
                  <a:pt x="300558" y="231521"/>
                </a:lnTo>
                <a:lnTo>
                  <a:pt x="308203" y="222567"/>
                </a:lnTo>
                <a:lnTo>
                  <a:pt x="300558" y="203644"/>
                </a:lnTo>
                <a:lnTo>
                  <a:pt x="300558" y="223829"/>
                </a:lnTo>
                <a:lnTo>
                  <a:pt x="299046" y="224078"/>
                </a:lnTo>
                <a:lnTo>
                  <a:pt x="299250" y="224053"/>
                </a:lnTo>
                <a:lnTo>
                  <a:pt x="292760" y="243166"/>
                </a:lnTo>
                <a:lnTo>
                  <a:pt x="291172" y="243535"/>
                </a:lnTo>
                <a:lnTo>
                  <a:pt x="287756" y="225679"/>
                </a:lnTo>
                <a:lnTo>
                  <a:pt x="277825" y="228968"/>
                </a:lnTo>
                <a:lnTo>
                  <a:pt x="274751" y="248386"/>
                </a:lnTo>
                <a:lnTo>
                  <a:pt x="272554" y="249339"/>
                </a:lnTo>
                <a:lnTo>
                  <a:pt x="277825" y="228968"/>
                </a:lnTo>
                <a:lnTo>
                  <a:pt x="278193" y="228841"/>
                </a:lnTo>
                <a:lnTo>
                  <a:pt x="266357" y="232206"/>
                </a:lnTo>
                <a:close/>
              </a:path>
              <a:path w="1302943" h="836853">
                <a:moveTo>
                  <a:pt x="277825" y="228968"/>
                </a:moveTo>
                <a:lnTo>
                  <a:pt x="272554" y="249339"/>
                </a:lnTo>
                <a:lnTo>
                  <a:pt x="274751" y="248386"/>
                </a:lnTo>
                <a:lnTo>
                  <a:pt x="277825" y="228968"/>
                </a:lnTo>
                <a:close/>
              </a:path>
              <a:path w="1302943" h="836853">
                <a:moveTo>
                  <a:pt x="258152" y="258864"/>
                </a:moveTo>
                <a:lnTo>
                  <a:pt x="252095" y="262153"/>
                </a:lnTo>
                <a:lnTo>
                  <a:pt x="251256" y="262986"/>
                </a:lnTo>
                <a:lnTo>
                  <a:pt x="258152" y="258864"/>
                </a:lnTo>
                <a:close/>
              </a:path>
              <a:path w="1302943" h="836853">
                <a:moveTo>
                  <a:pt x="234077" y="735343"/>
                </a:moveTo>
                <a:lnTo>
                  <a:pt x="228358" y="728243"/>
                </a:lnTo>
                <a:lnTo>
                  <a:pt x="233794" y="735063"/>
                </a:lnTo>
                <a:lnTo>
                  <a:pt x="234077" y="735343"/>
                </a:lnTo>
                <a:close/>
              </a:path>
              <a:path w="1302943" h="836853">
                <a:moveTo>
                  <a:pt x="207899" y="697763"/>
                </a:moveTo>
                <a:lnTo>
                  <a:pt x="203655" y="690759"/>
                </a:lnTo>
                <a:lnTo>
                  <a:pt x="203974" y="691705"/>
                </a:lnTo>
                <a:lnTo>
                  <a:pt x="207899" y="697763"/>
                </a:lnTo>
                <a:close/>
              </a:path>
              <a:path w="1302943" h="836853">
                <a:moveTo>
                  <a:pt x="200126" y="342671"/>
                </a:moveTo>
                <a:lnTo>
                  <a:pt x="199859" y="340474"/>
                </a:lnTo>
                <a:lnTo>
                  <a:pt x="199860" y="341616"/>
                </a:lnTo>
                <a:lnTo>
                  <a:pt x="200126" y="342671"/>
                </a:lnTo>
                <a:close/>
              </a:path>
              <a:path w="1302943" h="836853">
                <a:moveTo>
                  <a:pt x="70789" y="611047"/>
                </a:moveTo>
                <a:lnTo>
                  <a:pt x="58635" y="603554"/>
                </a:lnTo>
                <a:lnTo>
                  <a:pt x="71100" y="611278"/>
                </a:lnTo>
                <a:lnTo>
                  <a:pt x="70789" y="611047"/>
                </a:lnTo>
                <a:close/>
              </a:path>
              <a:path w="1302943" h="836853">
                <a:moveTo>
                  <a:pt x="68922" y="588505"/>
                </a:moveTo>
                <a:lnTo>
                  <a:pt x="70789" y="611047"/>
                </a:lnTo>
                <a:lnTo>
                  <a:pt x="70027" y="589318"/>
                </a:lnTo>
                <a:lnTo>
                  <a:pt x="68922" y="588505"/>
                </a:lnTo>
                <a:close/>
              </a:path>
              <a:path w="1302943" h="836853">
                <a:moveTo>
                  <a:pt x="71424" y="360006"/>
                </a:moveTo>
                <a:lnTo>
                  <a:pt x="68922" y="382993"/>
                </a:lnTo>
                <a:lnTo>
                  <a:pt x="70027" y="382181"/>
                </a:lnTo>
                <a:lnTo>
                  <a:pt x="71424" y="360006"/>
                </a:lnTo>
                <a:close/>
              </a:path>
              <a:path w="1302943" h="836853">
                <a:moveTo>
                  <a:pt x="35217" y="549021"/>
                </a:moveTo>
                <a:lnTo>
                  <a:pt x="28150" y="537795"/>
                </a:lnTo>
                <a:lnTo>
                  <a:pt x="28511" y="538873"/>
                </a:lnTo>
                <a:lnTo>
                  <a:pt x="35217" y="549021"/>
                </a:lnTo>
                <a:close/>
              </a:path>
              <a:path w="1302943" h="836853">
                <a:moveTo>
                  <a:pt x="21132" y="458978"/>
                </a:moveTo>
                <a:lnTo>
                  <a:pt x="18300" y="470611"/>
                </a:lnTo>
                <a:lnTo>
                  <a:pt x="18300" y="471628"/>
                </a:lnTo>
                <a:lnTo>
                  <a:pt x="21132" y="458978"/>
                </a:lnTo>
                <a:close/>
              </a:path>
              <a:path w="1302943" h="836853">
                <a:moveTo>
                  <a:pt x="27470" y="570992"/>
                </a:moveTo>
                <a:lnTo>
                  <a:pt x="35712" y="582434"/>
                </a:lnTo>
                <a:lnTo>
                  <a:pt x="27597" y="536917"/>
                </a:lnTo>
                <a:lnTo>
                  <a:pt x="24193" y="526135"/>
                </a:lnTo>
                <a:lnTo>
                  <a:pt x="23939" y="525246"/>
                </a:lnTo>
                <a:lnTo>
                  <a:pt x="27470" y="570992"/>
                </a:lnTo>
                <a:close/>
              </a:path>
              <a:path w="1302943" h="836853">
                <a:moveTo>
                  <a:pt x="47167" y="377710"/>
                </a:moveTo>
                <a:lnTo>
                  <a:pt x="35712" y="389064"/>
                </a:lnTo>
                <a:lnTo>
                  <a:pt x="42532" y="410832"/>
                </a:lnTo>
                <a:lnTo>
                  <a:pt x="42849" y="410349"/>
                </a:lnTo>
                <a:lnTo>
                  <a:pt x="49187" y="401370"/>
                </a:lnTo>
                <a:lnTo>
                  <a:pt x="58635" y="367931"/>
                </a:lnTo>
                <a:lnTo>
                  <a:pt x="47167" y="377710"/>
                </a:lnTo>
                <a:close/>
              </a:path>
              <a:path w="1302943" h="836853">
                <a:moveTo>
                  <a:pt x="47167" y="593788"/>
                </a:moveTo>
                <a:lnTo>
                  <a:pt x="58635" y="603554"/>
                </a:lnTo>
                <a:lnTo>
                  <a:pt x="49187" y="570128"/>
                </a:lnTo>
                <a:lnTo>
                  <a:pt x="42849" y="561124"/>
                </a:lnTo>
                <a:lnTo>
                  <a:pt x="42532" y="560654"/>
                </a:lnTo>
                <a:lnTo>
                  <a:pt x="35712" y="582434"/>
                </a:lnTo>
                <a:lnTo>
                  <a:pt x="47167" y="593788"/>
                </a:lnTo>
                <a:close/>
              </a:path>
              <a:path w="1302943" h="836853">
                <a:moveTo>
                  <a:pt x="59497" y="580352"/>
                </a:moveTo>
                <a:lnTo>
                  <a:pt x="49761" y="570697"/>
                </a:lnTo>
                <a:lnTo>
                  <a:pt x="50165" y="571258"/>
                </a:lnTo>
                <a:lnTo>
                  <a:pt x="59347" y="580224"/>
                </a:lnTo>
                <a:lnTo>
                  <a:pt x="59867" y="580720"/>
                </a:lnTo>
                <a:lnTo>
                  <a:pt x="69478" y="588850"/>
                </a:lnTo>
                <a:lnTo>
                  <a:pt x="59497" y="580352"/>
                </a:lnTo>
                <a:close/>
              </a:path>
              <a:path w="1302943" h="836853">
                <a:moveTo>
                  <a:pt x="59585" y="391058"/>
                </a:moveTo>
                <a:lnTo>
                  <a:pt x="69473" y="382652"/>
                </a:lnTo>
                <a:lnTo>
                  <a:pt x="59867" y="390779"/>
                </a:lnTo>
                <a:lnTo>
                  <a:pt x="59347" y="391261"/>
                </a:lnTo>
                <a:lnTo>
                  <a:pt x="50165" y="400240"/>
                </a:lnTo>
                <a:lnTo>
                  <a:pt x="49759" y="400803"/>
                </a:lnTo>
                <a:lnTo>
                  <a:pt x="59585" y="391058"/>
                </a:lnTo>
                <a:close/>
              </a:path>
              <a:path w="1302943" h="836853">
                <a:moveTo>
                  <a:pt x="98907" y="345617"/>
                </a:moveTo>
                <a:lnTo>
                  <a:pt x="84175" y="352120"/>
                </a:lnTo>
                <a:lnTo>
                  <a:pt x="92202" y="368439"/>
                </a:lnTo>
                <a:lnTo>
                  <a:pt x="93332" y="367855"/>
                </a:lnTo>
                <a:lnTo>
                  <a:pt x="105117" y="362712"/>
                </a:lnTo>
                <a:lnTo>
                  <a:pt x="113182" y="340893"/>
                </a:lnTo>
                <a:lnTo>
                  <a:pt x="98907" y="345617"/>
                </a:lnTo>
                <a:close/>
              </a:path>
              <a:path w="1302943" h="836853">
                <a:moveTo>
                  <a:pt x="93980" y="605599"/>
                </a:moveTo>
                <a:lnTo>
                  <a:pt x="91376" y="604240"/>
                </a:lnTo>
                <a:lnTo>
                  <a:pt x="98501" y="625690"/>
                </a:lnTo>
                <a:lnTo>
                  <a:pt x="99326" y="626008"/>
                </a:lnTo>
                <a:lnTo>
                  <a:pt x="105524" y="608926"/>
                </a:lnTo>
                <a:lnTo>
                  <a:pt x="92775" y="604703"/>
                </a:lnTo>
                <a:lnTo>
                  <a:pt x="91376" y="604240"/>
                </a:lnTo>
                <a:lnTo>
                  <a:pt x="93980" y="605599"/>
                </a:lnTo>
                <a:close/>
              </a:path>
              <a:path w="1302943" h="836853">
                <a:moveTo>
                  <a:pt x="105930" y="362394"/>
                </a:moveTo>
                <a:lnTo>
                  <a:pt x="105484" y="362590"/>
                </a:lnTo>
                <a:lnTo>
                  <a:pt x="118846" y="358178"/>
                </a:lnTo>
                <a:lnTo>
                  <a:pt x="118579" y="358254"/>
                </a:lnTo>
                <a:lnTo>
                  <a:pt x="105930" y="362394"/>
                </a:lnTo>
                <a:close/>
              </a:path>
              <a:path w="1302943" h="836853">
                <a:moveTo>
                  <a:pt x="129844" y="635469"/>
                </a:moveTo>
                <a:lnTo>
                  <a:pt x="145592" y="637032"/>
                </a:lnTo>
                <a:lnTo>
                  <a:pt x="132118" y="617435"/>
                </a:lnTo>
                <a:lnTo>
                  <a:pt x="119672" y="615162"/>
                </a:lnTo>
                <a:lnTo>
                  <a:pt x="117741" y="614553"/>
                </a:lnTo>
                <a:lnTo>
                  <a:pt x="113157" y="632142"/>
                </a:lnTo>
                <a:lnTo>
                  <a:pt x="129844" y="635469"/>
                </a:lnTo>
                <a:close/>
              </a:path>
              <a:path w="1302943" h="836853">
                <a:moveTo>
                  <a:pt x="132963" y="353966"/>
                </a:moveTo>
                <a:lnTo>
                  <a:pt x="147370" y="352539"/>
                </a:lnTo>
                <a:lnTo>
                  <a:pt x="133832" y="353707"/>
                </a:lnTo>
                <a:lnTo>
                  <a:pt x="132118" y="354050"/>
                </a:lnTo>
                <a:lnTo>
                  <a:pt x="118579" y="358254"/>
                </a:lnTo>
                <a:lnTo>
                  <a:pt x="132963" y="353966"/>
                </a:lnTo>
                <a:close/>
              </a:path>
              <a:path w="1302943" h="836853">
                <a:moveTo>
                  <a:pt x="147370" y="618947"/>
                </a:moveTo>
                <a:lnTo>
                  <a:pt x="132485" y="617472"/>
                </a:lnTo>
                <a:lnTo>
                  <a:pt x="133007" y="617575"/>
                </a:lnTo>
                <a:lnTo>
                  <a:pt x="147294" y="618947"/>
                </a:lnTo>
                <a:close/>
              </a:path>
              <a:path w="1302943" h="836853">
                <a:moveTo>
                  <a:pt x="163648" y="620420"/>
                </a:moveTo>
                <a:lnTo>
                  <a:pt x="147294" y="618947"/>
                </a:lnTo>
                <a:lnTo>
                  <a:pt x="163245" y="620420"/>
                </a:lnTo>
                <a:lnTo>
                  <a:pt x="164071" y="620458"/>
                </a:lnTo>
                <a:lnTo>
                  <a:pt x="171820" y="620420"/>
                </a:lnTo>
                <a:lnTo>
                  <a:pt x="163648" y="620420"/>
                </a:lnTo>
                <a:close/>
              </a:path>
              <a:path w="1302943" h="836853">
                <a:moveTo>
                  <a:pt x="162826" y="332917"/>
                </a:moveTo>
                <a:lnTo>
                  <a:pt x="145592" y="334467"/>
                </a:lnTo>
                <a:lnTo>
                  <a:pt x="129413" y="336080"/>
                </a:lnTo>
                <a:lnTo>
                  <a:pt x="113182" y="340893"/>
                </a:lnTo>
                <a:lnTo>
                  <a:pt x="105117" y="362712"/>
                </a:lnTo>
                <a:lnTo>
                  <a:pt x="93332" y="367855"/>
                </a:lnTo>
                <a:lnTo>
                  <a:pt x="92202" y="368439"/>
                </a:lnTo>
                <a:lnTo>
                  <a:pt x="84175" y="352120"/>
                </a:lnTo>
                <a:lnTo>
                  <a:pt x="71424" y="360006"/>
                </a:lnTo>
                <a:lnTo>
                  <a:pt x="70027" y="382181"/>
                </a:lnTo>
                <a:lnTo>
                  <a:pt x="68922" y="382993"/>
                </a:lnTo>
                <a:lnTo>
                  <a:pt x="71424" y="360006"/>
                </a:lnTo>
                <a:lnTo>
                  <a:pt x="58635" y="367931"/>
                </a:lnTo>
                <a:lnTo>
                  <a:pt x="49187" y="401370"/>
                </a:lnTo>
                <a:lnTo>
                  <a:pt x="42849" y="410349"/>
                </a:lnTo>
                <a:lnTo>
                  <a:pt x="42532" y="410832"/>
                </a:lnTo>
                <a:lnTo>
                  <a:pt x="35712" y="389064"/>
                </a:lnTo>
                <a:lnTo>
                  <a:pt x="27597" y="434555"/>
                </a:lnTo>
                <a:lnTo>
                  <a:pt x="24193" y="445350"/>
                </a:lnTo>
                <a:lnTo>
                  <a:pt x="27470" y="400494"/>
                </a:lnTo>
                <a:lnTo>
                  <a:pt x="19697" y="412826"/>
                </a:lnTo>
                <a:lnTo>
                  <a:pt x="18084" y="472592"/>
                </a:lnTo>
                <a:lnTo>
                  <a:pt x="18300" y="499859"/>
                </a:lnTo>
                <a:lnTo>
                  <a:pt x="18300" y="470611"/>
                </a:lnTo>
                <a:lnTo>
                  <a:pt x="21132" y="458978"/>
                </a:lnTo>
                <a:lnTo>
                  <a:pt x="23939" y="446239"/>
                </a:lnTo>
                <a:lnTo>
                  <a:pt x="24103" y="445751"/>
                </a:lnTo>
                <a:lnTo>
                  <a:pt x="28167" y="433650"/>
                </a:lnTo>
                <a:lnTo>
                  <a:pt x="28511" y="432625"/>
                </a:lnTo>
                <a:lnTo>
                  <a:pt x="35217" y="422452"/>
                </a:lnTo>
                <a:lnTo>
                  <a:pt x="42637" y="410686"/>
                </a:lnTo>
                <a:lnTo>
                  <a:pt x="49759" y="400803"/>
                </a:lnTo>
                <a:lnTo>
                  <a:pt x="59347" y="391261"/>
                </a:lnTo>
                <a:lnTo>
                  <a:pt x="69473" y="382652"/>
                </a:lnTo>
                <a:lnTo>
                  <a:pt x="81127" y="375424"/>
                </a:lnTo>
                <a:lnTo>
                  <a:pt x="92851" y="368153"/>
                </a:lnTo>
                <a:lnTo>
                  <a:pt x="105484" y="362590"/>
                </a:lnTo>
                <a:lnTo>
                  <a:pt x="118579" y="358254"/>
                </a:lnTo>
                <a:lnTo>
                  <a:pt x="132118" y="354050"/>
                </a:lnTo>
                <a:lnTo>
                  <a:pt x="147370" y="352539"/>
                </a:lnTo>
                <a:lnTo>
                  <a:pt x="163648" y="351066"/>
                </a:lnTo>
                <a:lnTo>
                  <a:pt x="173926" y="351066"/>
                </a:lnTo>
                <a:lnTo>
                  <a:pt x="183908" y="352323"/>
                </a:lnTo>
                <a:lnTo>
                  <a:pt x="184988" y="352526"/>
                </a:lnTo>
                <a:lnTo>
                  <a:pt x="195928" y="355300"/>
                </a:lnTo>
                <a:lnTo>
                  <a:pt x="218173" y="361607"/>
                </a:lnTo>
                <a:lnTo>
                  <a:pt x="216585" y="335559"/>
                </a:lnTo>
                <a:lnTo>
                  <a:pt x="218173" y="361607"/>
                </a:lnTo>
                <a:lnTo>
                  <a:pt x="218173" y="339369"/>
                </a:lnTo>
                <a:lnTo>
                  <a:pt x="216796" y="333882"/>
                </a:lnTo>
                <a:lnTo>
                  <a:pt x="216382" y="332232"/>
                </a:lnTo>
                <a:lnTo>
                  <a:pt x="213182" y="281622"/>
                </a:lnTo>
                <a:lnTo>
                  <a:pt x="208457" y="291033"/>
                </a:lnTo>
                <a:lnTo>
                  <a:pt x="211531" y="340817"/>
                </a:lnTo>
                <a:lnTo>
                  <a:pt x="200698" y="337756"/>
                </a:lnTo>
                <a:lnTo>
                  <a:pt x="198762" y="337277"/>
                </a:lnTo>
                <a:lnTo>
                  <a:pt x="199859" y="349554"/>
                </a:lnTo>
                <a:lnTo>
                  <a:pt x="200126" y="342671"/>
                </a:lnTo>
                <a:lnTo>
                  <a:pt x="199860" y="341616"/>
                </a:lnTo>
                <a:lnTo>
                  <a:pt x="199859" y="340474"/>
                </a:lnTo>
                <a:lnTo>
                  <a:pt x="200126" y="342671"/>
                </a:lnTo>
                <a:lnTo>
                  <a:pt x="199859" y="349554"/>
                </a:lnTo>
                <a:lnTo>
                  <a:pt x="196113" y="355346"/>
                </a:lnTo>
                <a:lnTo>
                  <a:pt x="195821" y="355269"/>
                </a:lnTo>
                <a:lnTo>
                  <a:pt x="187807" y="334568"/>
                </a:lnTo>
                <a:lnTo>
                  <a:pt x="174485" y="332917"/>
                </a:lnTo>
                <a:lnTo>
                  <a:pt x="172783" y="351015"/>
                </a:lnTo>
                <a:lnTo>
                  <a:pt x="164071" y="351028"/>
                </a:lnTo>
                <a:lnTo>
                  <a:pt x="163245" y="351066"/>
                </a:lnTo>
                <a:lnTo>
                  <a:pt x="162826" y="332917"/>
                </a:lnTo>
                <a:close/>
              </a:path>
              <a:path w="1302943" h="836853">
                <a:moveTo>
                  <a:pt x="174485" y="332917"/>
                </a:moveTo>
                <a:lnTo>
                  <a:pt x="162826" y="332917"/>
                </a:lnTo>
                <a:lnTo>
                  <a:pt x="163245" y="351066"/>
                </a:lnTo>
                <a:lnTo>
                  <a:pt x="164071" y="351028"/>
                </a:lnTo>
                <a:lnTo>
                  <a:pt x="172783" y="351015"/>
                </a:lnTo>
                <a:lnTo>
                  <a:pt x="174485" y="332917"/>
                </a:lnTo>
                <a:close/>
              </a:path>
              <a:path w="1302943" h="836853">
                <a:moveTo>
                  <a:pt x="184470" y="352462"/>
                </a:moveTo>
                <a:lnTo>
                  <a:pt x="195928" y="355300"/>
                </a:lnTo>
                <a:lnTo>
                  <a:pt x="184988" y="352526"/>
                </a:lnTo>
                <a:lnTo>
                  <a:pt x="183908" y="352323"/>
                </a:lnTo>
                <a:lnTo>
                  <a:pt x="173926" y="351066"/>
                </a:lnTo>
                <a:lnTo>
                  <a:pt x="173193" y="351066"/>
                </a:lnTo>
                <a:lnTo>
                  <a:pt x="184470" y="352462"/>
                </a:lnTo>
                <a:close/>
              </a:path>
              <a:path w="1302943" h="836853">
                <a:moveTo>
                  <a:pt x="200914" y="682625"/>
                </a:moveTo>
                <a:lnTo>
                  <a:pt x="198046" y="674081"/>
                </a:lnTo>
                <a:lnTo>
                  <a:pt x="197866" y="673544"/>
                </a:lnTo>
                <a:lnTo>
                  <a:pt x="196519" y="666508"/>
                </a:lnTo>
                <a:lnTo>
                  <a:pt x="193751" y="658257"/>
                </a:lnTo>
                <a:lnTo>
                  <a:pt x="193294" y="656894"/>
                </a:lnTo>
                <a:lnTo>
                  <a:pt x="192227" y="640803"/>
                </a:lnTo>
                <a:lnTo>
                  <a:pt x="192112" y="640118"/>
                </a:lnTo>
                <a:lnTo>
                  <a:pt x="192011" y="706805"/>
                </a:lnTo>
                <a:lnTo>
                  <a:pt x="191668" y="706196"/>
                </a:lnTo>
                <a:lnTo>
                  <a:pt x="192227" y="617512"/>
                </a:lnTo>
                <a:lnTo>
                  <a:pt x="184365" y="636968"/>
                </a:lnTo>
                <a:lnTo>
                  <a:pt x="186918" y="698385"/>
                </a:lnTo>
                <a:lnTo>
                  <a:pt x="191797" y="706452"/>
                </a:lnTo>
                <a:lnTo>
                  <a:pt x="196405" y="715594"/>
                </a:lnTo>
                <a:lnTo>
                  <a:pt x="192227" y="641604"/>
                </a:lnTo>
                <a:lnTo>
                  <a:pt x="196405" y="715594"/>
                </a:lnTo>
                <a:lnTo>
                  <a:pt x="193751" y="659765"/>
                </a:lnTo>
                <a:lnTo>
                  <a:pt x="196405" y="715594"/>
                </a:lnTo>
                <a:lnTo>
                  <a:pt x="201472" y="723976"/>
                </a:lnTo>
                <a:lnTo>
                  <a:pt x="198158" y="674636"/>
                </a:lnTo>
                <a:lnTo>
                  <a:pt x="200914" y="682625"/>
                </a:lnTo>
                <a:close/>
              </a:path>
              <a:path w="1302943" h="836853">
                <a:moveTo>
                  <a:pt x="192227" y="617512"/>
                </a:moveTo>
                <a:lnTo>
                  <a:pt x="191668" y="706196"/>
                </a:lnTo>
                <a:lnTo>
                  <a:pt x="192011" y="706805"/>
                </a:lnTo>
                <a:lnTo>
                  <a:pt x="192112" y="640118"/>
                </a:lnTo>
                <a:lnTo>
                  <a:pt x="192227" y="640803"/>
                </a:lnTo>
                <a:lnTo>
                  <a:pt x="192227" y="617512"/>
                </a:lnTo>
                <a:close/>
              </a:path>
              <a:path w="1302943" h="836853">
                <a:moveTo>
                  <a:pt x="193751" y="649935"/>
                </a:moveTo>
                <a:lnTo>
                  <a:pt x="192227" y="640803"/>
                </a:lnTo>
                <a:lnTo>
                  <a:pt x="193294" y="656894"/>
                </a:lnTo>
                <a:lnTo>
                  <a:pt x="193751" y="658257"/>
                </a:lnTo>
                <a:lnTo>
                  <a:pt x="193751" y="649935"/>
                </a:lnTo>
                <a:close/>
              </a:path>
              <a:path w="1302943" h="836853">
                <a:moveTo>
                  <a:pt x="239774" y="740994"/>
                </a:moveTo>
                <a:lnTo>
                  <a:pt x="234077" y="735343"/>
                </a:lnTo>
                <a:lnTo>
                  <a:pt x="233794" y="735063"/>
                </a:lnTo>
                <a:lnTo>
                  <a:pt x="228358" y="728243"/>
                </a:lnTo>
                <a:lnTo>
                  <a:pt x="222250" y="720674"/>
                </a:lnTo>
                <a:lnTo>
                  <a:pt x="216865" y="714108"/>
                </a:lnTo>
                <a:lnTo>
                  <a:pt x="216603" y="713674"/>
                </a:lnTo>
                <a:lnTo>
                  <a:pt x="212325" y="706592"/>
                </a:lnTo>
                <a:lnTo>
                  <a:pt x="207899" y="697763"/>
                </a:lnTo>
                <a:lnTo>
                  <a:pt x="203974" y="691705"/>
                </a:lnTo>
                <a:lnTo>
                  <a:pt x="203655" y="690759"/>
                </a:lnTo>
                <a:lnTo>
                  <a:pt x="200914" y="682625"/>
                </a:lnTo>
                <a:lnTo>
                  <a:pt x="203136" y="689902"/>
                </a:lnTo>
                <a:lnTo>
                  <a:pt x="207975" y="732015"/>
                </a:lnTo>
                <a:lnTo>
                  <a:pt x="212293" y="706539"/>
                </a:lnTo>
                <a:lnTo>
                  <a:pt x="212610" y="707161"/>
                </a:lnTo>
                <a:lnTo>
                  <a:pt x="216154" y="713117"/>
                </a:lnTo>
                <a:lnTo>
                  <a:pt x="220484" y="747547"/>
                </a:lnTo>
                <a:lnTo>
                  <a:pt x="227114" y="754126"/>
                </a:lnTo>
                <a:lnTo>
                  <a:pt x="242760" y="768070"/>
                </a:lnTo>
                <a:lnTo>
                  <a:pt x="258610" y="780656"/>
                </a:lnTo>
                <a:lnTo>
                  <a:pt x="254393" y="754062"/>
                </a:lnTo>
                <a:lnTo>
                  <a:pt x="239890" y="741108"/>
                </a:lnTo>
                <a:lnTo>
                  <a:pt x="239547" y="740791"/>
                </a:lnTo>
                <a:lnTo>
                  <a:pt x="234454" y="735812"/>
                </a:lnTo>
                <a:lnTo>
                  <a:pt x="239774" y="740994"/>
                </a:lnTo>
                <a:close/>
              </a:path>
              <a:path w="1302943" h="836853">
                <a:moveTo>
                  <a:pt x="201472" y="723976"/>
                </a:moveTo>
                <a:lnTo>
                  <a:pt x="207975" y="732015"/>
                </a:lnTo>
                <a:lnTo>
                  <a:pt x="203136" y="689902"/>
                </a:lnTo>
                <a:lnTo>
                  <a:pt x="200914" y="682625"/>
                </a:lnTo>
                <a:lnTo>
                  <a:pt x="198158" y="674636"/>
                </a:lnTo>
                <a:lnTo>
                  <a:pt x="201472" y="723976"/>
                </a:lnTo>
                <a:close/>
              </a:path>
              <a:path w="1302943" h="836853">
                <a:moveTo>
                  <a:pt x="198183" y="334987"/>
                </a:moveTo>
                <a:lnTo>
                  <a:pt x="198762" y="337277"/>
                </a:lnTo>
                <a:lnTo>
                  <a:pt x="200698" y="337756"/>
                </a:lnTo>
                <a:lnTo>
                  <a:pt x="211531" y="340817"/>
                </a:lnTo>
                <a:lnTo>
                  <a:pt x="208457" y="291033"/>
                </a:lnTo>
                <a:lnTo>
                  <a:pt x="203263" y="301320"/>
                </a:lnTo>
                <a:lnTo>
                  <a:pt x="201510" y="311746"/>
                </a:lnTo>
                <a:lnTo>
                  <a:pt x="199948" y="321005"/>
                </a:lnTo>
                <a:lnTo>
                  <a:pt x="198183" y="334987"/>
                </a:lnTo>
                <a:close/>
              </a:path>
              <a:path w="1302943" h="836853">
                <a:moveTo>
                  <a:pt x="214083" y="739584"/>
                </a:moveTo>
                <a:lnTo>
                  <a:pt x="220484" y="747547"/>
                </a:lnTo>
                <a:lnTo>
                  <a:pt x="216154" y="713117"/>
                </a:lnTo>
                <a:lnTo>
                  <a:pt x="212610" y="707161"/>
                </a:lnTo>
                <a:lnTo>
                  <a:pt x="212293" y="706539"/>
                </a:lnTo>
                <a:lnTo>
                  <a:pt x="207975" y="732015"/>
                </a:lnTo>
                <a:lnTo>
                  <a:pt x="214083" y="739584"/>
                </a:lnTo>
                <a:close/>
              </a:path>
              <a:path w="1302943" h="836853">
                <a:moveTo>
                  <a:pt x="224751" y="265201"/>
                </a:moveTo>
                <a:lnTo>
                  <a:pt x="218262" y="273253"/>
                </a:lnTo>
                <a:lnTo>
                  <a:pt x="220243" y="308216"/>
                </a:lnTo>
                <a:lnTo>
                  <a:pt x="221094" y="305650"/>
                </a:lnTo>
                <a:lnTo>
                  <a:pt x="224751" y="265201"/>
                </a:lnTo>
                <a:close/>
              </a:path>
              <a:path w="1302943" h="836853">
                <a:moveTo>
                  <a:pt x="231165" y="257225"/>
                </a:moveTo>
                <a:lnTo>
                  <a:pt x="229069" y="290690"/>
                </a:lnTo>
                <a:lnTo>
                  <a:pt x="229400" y="290055"/>
                </a:lnTo>
                <a:lnTo>
                  <a:pt x="232930" y="284111"/>
                </a:lnTo>
                <a:lnTo>
                  <a:pt x="239953" y="248539"/>
                </a:lnTo>
                <a:lnTo>
                  <a:pt x="231165" y="257225"/>
                </a:lnTo>
                <a:close/>
              </a:path>
              <a:path w="1302943" h="836853">
                <a:moveTo>
                  <a:pt x="234454" y="735812"/>
                </a:moveTo>
                <a:lnTo>
                  <a:pt x="239547" y="740791"/>
                </a:lnTo>
                <a:lnTo>
                  <a:pt x="239890" y="741108"/>
                </a:lnTo>
                <a:lnTo>
                  <a:pt x="254393" y="754062"/>
                </a:lnTo>
                <a:lnTo>
                  <a:pt x="258610" y="780656"/>
                </a:lnTo>
                <a:lnTo>
                  <a:pt x="276199" y="791768"/>
                </a:lnTo>
                <a:lnTo>
                  <a:pt x="284810" y="775728"/>
                </a:lnTo>
                <a:lnTo>
                  <a:pt x="285635" y="776185"/>
                </a:lnTo>
                <a:lnTo>
                  <a:pt x="302323" y="784453"/>
                </a:lnTo>
                <a:lnTo>
                  <a:pt x="315861" y="809078"/>
                </a:lnTo>
                <a:lnTo>
                  <a:pt x="336372" y="815340"/>
                </a:lnTo>
                <a:lnTo>
                  <a:pt x="340601" y="797674"/>
                </a:lnTo>
                <a:lnTo>
                  <a:pt x="341376" y="797877"/>
                </a:lnTo>
                <a:lnTo>
                  <a:pt x="361188" y="802081"/>
                </a:lnTo>
                <a:lnTo>
                  <a:pt x="370954" y="821588"/>
                </a:lnTo>
                <a:lnTo>
                  <a:pt x="382282" y="823201"/>
                </a:lnTo>
                <a:lnTo>
                  <a:pt x="392480" y="823125"/>
                </a:lnTo>
                <a:lnTo>
                  <a:pt x="393611" y="823201"/>
                </a:lnTo>
                <a:lnTo>
                  <a:pt x="394182" y="805040"/>
                </a:lnTo>
                <a:lnTo>
                  <a:pt x="383611" y="805040"/>
                </a:lnTo>
                <a:lnTo>
                  <a:pt x="384238" y="805129"/>
                </a:lnTo>
                <a:lnTo>
                  <a:pt x="382930" y="805040"/>
                </a:lnTo>
                <a:lnTo>
                  <a:pt x="373481" y="803605"/>
                </a:lnTo>
                <a:lnTo>
                  <a:pt x="361962" y="802208"/>
                </a:lnTo>
                <a:lnTo>
                  <a:pt x="361612" y="802133"/>
                </a:lnTo>
                <a:lnTo>
                  <a:pt x="340959" y="797750"/>
                </a:lnTo>
                <a:lnTo>
                  <a:pt x="322148" y="792022"/>
                </a:lnTo>
                <a:lnTo>
                  <a:pt x="303110" y="784809"/>
                </a:lnTo>
                <a:lnTo>
                  <a:pt x="285283" y="775963"/>
                </a:lnTo>
                <a:lnTo>
                  <a:pt x="269646" y="766165"/>
                </a:lnTo>
                <a:lnTo>
                  <a:pt x="254800" y="754405"/>
                </a:lnTo>
                <a:lnTo>
                  <a:pt x="254594" y="754221"/>
                </a:lnTo>
                <a:lnTo>
                  <a:pt x="239774" y="740994"/>
                </a:lnTo>
                <a:lnTo>
                  <a:pt x="234454" y="735812"/>
                </a:lnTo>
                <a:close/>
              </a:path>
              <a:path w="1302943" h="836853">
                <a:moveTo>
                  <a:pt x="248170" y="243649"/>
                </a:moveTo>
                <a:lnTo>
                  <a:pt x="244475" y="269722"/>
                </a:lnTo>
                <a:lnTo>
                  <a:pt x="245135" y="268973"/>
                </a:lnTo>
                <a:lnTo>
                  <a:pt x="250355" y="263525"/>
                </a:lnTo>
                <a:lnTo>
                  <a:pt x="248539" y="243408"/>
                </a:lnTo>
                <a:lnTo>
                  <a:pt x="239953" y="248539"/>
                </a:lnTo>
                <a:lnTo>
                  <a:pt x="244475" y="269722"/>
                </a:lnTo>
                <a:lnTo>
                  <a:pt x="248170" y="243649"/>
                </a:lnTo>
                <a:close/>
              </a:path>
              <a:path w="1302943" h="836853">
                <a:moveTo>
                  <a:pt x="267161" y="252915"/>
                </a:moveTo>
                <a:lnTo>
                  <a:pt x="273700" y="249013"/>
                </a:lnTo>
                <a:lnTo>
                  <a:pt x="267500" y="252691"/>
                </a:lnTo>
                <a:lnTo>
                  <a:pt x="267131" y="252933"/>
                </a:lnTo>
                <a:lnTo>
                  <a:pt x="258152" y="258864"/>
                </a:lnTo>
                <a:lnTo>
                  <a:pt x="267161" y="252915"/>
                </a:lnTo>
                <a:close/>
              </a:path>
              <a:path w="1302943" h="836853">
                <a:moveTo>
                  <a:pt x="269187" y="765801"/>
                </a:moveTo>
                <a:lnTo>
                  <a:pt x="254594" y="754221"/>
                </a:lnTo>
                <a:lnTo>
                  <a:pt x="254800" y="754405"/>
                </a:lnTo>
                <a:lnTo>
                  <a:pt x="268859" y="765594"/>
                </a:lnTo>
                <a:lnTo>
                  <a:pt x="269646" y="766165"/>
                </a:lnTo>
                <a:lnTo>
                  <a:pt x="285283" y="775963"/>
                </a:lnTo>
                <a:lnTo>
                  <a:pt x="269187" y="765801"/>
                </a:lnTo>
                <a:close/>
              </a:path>
              <a:path w="1302943" h="836853">
                <a:moveTo>
                  <a:pt x="299250" y="224053"/>
                </a:moveTo>
                <a:lnTo>
                  <a:pt x="287756" y="225679"/>
                </a:lnTo>
                <a:lnTo>
                  <a:pt x="291172" y="243535"/>
                </a:lnTo>
                <a:lnTo>
                  <a:pt x="292760" y="243166"/>
                </a:lnTo>
                <a:lnTo>
                  <a:pt x="299250" y="224053"/>
                </a:lnTo>
                <a:close/>
              </a:path>
              <a:path w="1302943" h="836853">
                <a:moveTo>
                  <a:pt x="295325" y="801255"/>
                </a:moveTo>
                <a:lnTo>
                  <a:pt x="315861" y="809078"/>
                </a:lnTo>
                <a:lnTo>
                  <a:pt x="302323" y="784453"/>
                </a:lnTo>
                <a:lnTo>
                  <a:pt x="285635" y="776185"/>
                </a:lnTo>
                <a:lnTo>
                  <a:pt x="284810" y="775728"/>
                </a:lnTo>
                <a:lnTo>
                  <a:pt x="276199" y="791768"/>
                </a:lnTo>
                <a:lnTo>
                  <a:pt x="295325" y="801255"/>
                </a:lnTo>
                <a:close/>
              </a:path>
              <a:path w="1302943" h="836853">
                <a:moveTo>
                  <a:pt x="321925" y="791937"/>
                </a:moveTo>
                <a:lnTo>
                  <a:pt x="302630" y="784570"/>
                </a:lnTo>
                <a:lnTo>
                  <a:pt x="303110" y="784809"/>
                </a:lnTo>
                <a:lnTo>
                  <a:pt x="321538" y="791819"/>
                </a:lnTo>
                <a:lnTo>
                  <a:pt x="322148" y="792022"/>
                </a:lnTo>
                <a:lnTo>
                  <a:pt x="340959" y="797750"/>
                </a:lnTo>
                <a:lnTo>
                  <a:pt x="321925" y="791937"/>
                </a:lnTo>
                <a:close/>
              </a:path>
              <a:path w="1302943" h="836853">
                <a:moveTo>
                  <a:pt x="324408" y="121551"/>
                </a:moveTo>
                <a:lnTo>
                  <a:pt x="323088" y="176530"/>
                </a:lnTo>
                <a:lnTo>
                  <a:pt x="323316" y="175514"/>
                </a:lnTo>
                <a:lnTo>
                  <a:pt x="326021" y="166293"/>
                </a:lnTo>
                <a:lnTo>
                  <a:pt x="324980" y="120548"/>
                </a:lnTo>
                <a:lnTo>
                  <a:pt x="324711" y="120949"/>
                </a:lnTo>
                <a:lnTo>
                  <a:pt x="318084" y="130822"/>
                </a:lnTo>
                <a:lnTo>
                  <a:pt x="318757" y="205574"/>
                </a:lnTo>
                <a:lnTo>
                  <a:pt x="318858" y="204292"/>
                </a:lnTo>
                <a:lnTo>
                  <a:pt x="324408" y="121551"/>
                </a:lnTo>
                <a:close/>
              </a:path>
              <a:path w="1302943" h="836853">
                <a:moveTo>
                  <a:pt x="340448" y="94513"/>
                </a:moveTo>
                <a:lnTo>
                  <a:pt x="334010" y="104089"/>
                </a:lnTo>
                <a:lnTo>
                  <a:pt x="334098" y="139725"/>
                </a:lnTo>
                <a:lnTo>
                  <a:pt x="335292" y="137185"/>
                </a:lnTo>
                <a:lnTo>
                  <a:pt x="340448" y="94513"/>
                </a:lnTo>
                <a:close/>
              </a:path>
              <a:path w="1302943" h="836853">
                <a:moveTo>
                  <a:pt x="346341" y="87261"/>
                </a:moveTo>
                <a:lnTo>
                  <a:pt x="340525" y="130162"/>
                </a:lnTo>
                <a:lnTo>
                  <a:pt x="345084" y="121103"/>
                </a:lnTo>
                <a:lnTo>
                  <a:pt x="349592" y="113639"/>
                </a:lnTo>
                <a:lnTo>
                  <a:pt x="349351" y="113995"/>
                </a:lnTo>
                <a:lnTo>
                  <a:pt x="345351" y="120573"/>
                </a:lnTo>
                <a:lnTo>
                  <a:pt x="345020" y="121208"/>
                </a:lnTo>
                <a:lnTo>
                  <a:pt x="346341" y="87261"/>
                </a:lnTo>
                <a:close/>
              </a:path>
              <a:path w="1302943" h="836853">
                <a:moveTo>
                  <a:pt x="346341" y="87261"/>
                </a:moveTo>
                <a:lnTo>
                  <a:pt x="345020" y="121208"/>
                </a:lnTo>
                <a:lnTo>
                  <a:pt x="345351" y="120573"/>
                </a:lnTo>
                <a:lnTo>
                  <a:pt x="349351" y="113995"/>
                </a:lnTo>
                <a:lnTo>
                  <a:pt x="346811" y="86639"/>
                </a:lnTo>
                <a:lnTo>
                  <a:pt x="346341" y="87261"/>
                </a:lnTo>
                <a:close/>
              </a:path>
              <a:path w="1302943" h="836853">
                <a:moveTo>
                  <a:pt x="361213" y="69253"/>
                </a:moveTo>
                <a:lnTo>
                  <a:pt x="352933" y="77444"/>
                </a:lnTo>
                <a:lnTo>
                  <a:pt x="354990" y="105549"/>
                </a:lnTo>
                <a:lnTo>
                  <a:pt x="355460" y="104914"/>
                </a:lnTo>
                <a:lnTo>
                  <a:pt x="361213" y="69253"/>
                </a:lnTo>
                <a:close/>
              </a:path>
              <a:path w="1302943" h="836853">
                <a:moveTo>
                  <a:pt x="358521" y="820051"/>
                </a:moveTo>
                <a:lnTo>
                  <a:pt x="371119" y="821613"/>
                </a:lnTo>
                <a:lnTo>
                  <a:pt x="370954" y="821588"/>
                </a:lnTo>
                <a:lnTo>
                  <a:pt x="361188" y="802081"/>
                </a:lnTo>
                <a:lnTo>
                  <a:pt x="341376" y="797877"/>
                </a:lnTo>
                <a:lnTo>
                  <a:pt x="340601" y="797674"/>
                </a:lnTo>
                <a:lnTo>
                  <a:pt x="336372" y="815340"/>
                </a:lnTo>
                <a:lnTo>
                  <a:pt x="358521" y="820051"/>
                </a:lnTo>
                <a:close/>
              </a:path>
              <a:path w="1302943" h="836853">
                <a:moveTo>
                  <a:pt x="381382" y="74900"/>
                </a:moveTo>
                <a:lnTo>
                  <a:pt x="388658" y="69126"/>
                </a:lnTo>
                <a:lnTo>
                  <a:pt x="396278" y="63068"/>
                </a:lnTo>
                <a:lnTo>
                  <a:pt x="403275" y="57480"/>
                </a:lnTo>
                <a:lnTo>
                  <a:pt x="411911" y="29959"/>
                </a:lnTo>
                <a:lnTo>
                  <a:pt x="402259" y="36347"/>
                </a:lnTo>
                <a:lnTo>
                  <a:pt x="392785" y="42595"/>
                </a:lnTo>
                <a:lnTo>
                  <a:pt x="384848" y="48907"/>
                </a:lnTo>
                <a:lnTo>
                  <a:pt x="377215" y="54965"/>
                </a:lnTo>
                <a:lnTo>
                  <a:pt x="369189" y="61315"/>
                </a:lnTo>
                <a:lnTo>
                  <a:pt x="366522" y="89649"/>
                </a:lnTo>
                <a:lnTo>
                  <a:pt x="361353" y="97675"/>
                </a:lnTo>
                <a:lnTo>
                  <a:pt x="367186" y="88990"/>
                </a:lnTo>
                <a:lnTo>
                  <a:pt x="367665" y="88277"/>
                </a:lnTo>
                <a:lnTo>
                  <a:pt x="374154" y="82080"/>
                </a:lnTo>
                <a:lnTo>
                  <a:pt x="381025" y="75184"/>
                </a:lnTo>
                <a:lnTo>
                  <a:pt x="381774" y="74510"/>
                </a:lnTo>
                <a:lnTo>
                  <a:pt x="381382" y="74900"/>
                </a:lnTo>
                <a:close/>
              </a:path>
              <a:path w="1302943" h="836853">
                <a:moveTo>
                  <a:pt x="381025" y="75184"/>
                </a:moveTo>
                <a:lnTo>
                  <a:pt x="374154" y="82080"/>
                </a:lnTo>
                <a:lnTo>
                  <a:pt x="381382" y="74900"/>
                </a:lnTo>
                <a:lnTo>
                  <a:pt x="381774" y="74510"/>
                </a:lnTo>
                <a:lnTo>
                  <a:pt x="381025" y="75184"/>
                </a:lnTo>
                <a:close/>
              </a:path>
              <a:path w="1302943" h="836853">
                <a:moveTo>
                  <a:pt x="382930" y="805040"/>
                </a:moveTo>
                <a:lnTo>
                  <a:pt x="384238" y="805129"/>
                </a:lnTo>
                <a:lnTo>
                  <a:pt x="383611" y="805040"/>
                </a:lnTo>
                <a:lnTo>
                  <a:pt x="373481" y="803605"/>
                </a:lnTo>
                <a:lnTo>
                  <a:pt x="382930" y="805040"/>
                </a:lnTo>
                <a:close/>
              </a:path>
              <a:path w="1302943" h="836853">
                <a:moveTo>
                  <a:pt x="418547" y="823201"/>
                </a:moveTo>
                <a:lnTo>
                  <a:pt x="430796" y="823201"/>
                </a:lnTo>
                <a:lnTo>
                  <a:pt x="429094" y="805103"/>
                </a:lnTo>
                <a:lnTo>
                  <a:pt x="417461" y="805040"/>
                </a:lnTo>
                <a:lnTo>
                  <a:pt x="405822" y="806486"/>
                </a:lnTo>
                <a:lnTo>
                  <a:pt x="394182" y="805040"/>
                </a:lnTo>
                <a:lnTo>
                  <a:pt x="393611" y="823201"/>
                </a:lnTo>
                <a:lnTo>
                  <a:pt x="392480" y="823125"/>
                </a:lnTo>
                <a:lnTo>
                  <a:pt x="382282" y="823201"/>
                </a:lnTo>
                <a:lnTo>
                  <a:pt x="393096" y="823201"/>
                </a:lnTo>
                <a:lnTo>
                  <a:pt x="405815" y="824776"/>
                </a:lnTo>
                <a:lnTo>
                  <a:pt x="404685" y="806627"/>
                </a:lnTo>
                <a:lnTo>
                  <a:pt x="406958" y="806627"/>
                </a:lnTo>
                <a:lnTo>
                  <a:pt x="418033" y="823201"/>
                </a:lnTo>
                <a:lnTo>
                  <a:pt x="419163" y="823125"/>
                </a:lnTo>
                <a:lnTo>
                  <a:pt x="418547" y="823201"/>
                </a:lnTo>
                <a:close/>
              </a:path>
              <a:path w="1302943" h="836853">
                <a:moveTo>
                  <a:pt x="396278" y="63068"/>
                </a:moveTo>
                <a:lnTo>
                  <a:pt x="403622" y="57251"/>
                </a:lnTo>
                <a:lnTo>
                  <a:pt x="403910" y="57023"/>
                </a:lnTo>
                <a:lnTo>
                  <a:pt x="412432" y="51435"/>
                </a:lnTo>
                <a:lnTo>
                  <a:pt x="420585" y="45935"/>
                </a:lnTo>
                <a:lnTo>
                  <a:pt x="421216" y="45623"/>
                </a:lnTo>
                <a:lnTo>
                  <a:pt x="429742" y="41402"/>
                </a:lnTo>
                <a:lnTo>
                  <a:pt x="421589" y="45377"/>
                </a:lnTo>
                <a:lnTo>
                  <a:pt x="421563" y="25184"/>
                </a:lnTo>
                <a:lnTo>
                  <a:pt x="411911" y="29959"/>
                </a:lnTo>
                <a:lnTo>
                  <a:pt x="403275" y="57480"/>
                </a:lnTo>
                <a:lnTo>
                  <a:pt x="396278" y="63068"/>
                </a:lnTo>
                <a:close/>
              </a:path>
              <a:path w="1302943" h="836853">
                <a:moveTo>
                  <a:pt x="418033" y="823201"/>
                </a:moveTo>
                <a:lnTo>
                  <a:pt x="406958" y="806627"/>
                </a:lnTo>
                <a:lnTo>
                  <a:pt x="404685" y="806627"/>
                </a:lnTo>
                <a:lnTo>
                  <a:pt x="405815" y="824776"/>
                </a:lnTo>
                <a:lnTo>
                  <a:pt x="418547" y="823201"/>
                </a:lnTo>
                <a:lnTo>
                  <a:pt x="419163" y="823125"/>
                </a:lnTo>
                <a:lnTo>
                  <a:pt x="418033" y="823201"/>
                </a:lnTo>
                <a:close/>
              </a:path>
              <a:path w="1302943" h="836853">
                <a:moveTo>
                  <a:pt x="464324" y="799338"/>
                </a:moveTo>
                <a:lnTo>
                  <a:pt x="453504" y="802081"/>
                </a:lnTo>
                <a:lnTo>
                  <a:pt x="452424" y="802284"/>
                </a:lnTo>
                <a:lnTo>
                  <a:pt x="441299" y="803592"/>
                </a:lnTo>
                <a:lnTo>
                  <a:pt x="430237" y="805040"/>
                </a:lnTo>
                <a:lnTo>
                  <a:pt x="417461" y="805040"/>
                </a:lnTo>
                <a:lnTo>
                  <a:pt x="429094" y="805103"/>
                </a:lnTo>
                <a:lnTo>
                  <a:pt x="430796" y="823201"/>
                </a:lnTo>
                <a:lnTo>
                  <a:pt x="443572" y="821613"/>
                </a:lnTo>
                <a:lnTo>
                  <a:pt x="456336" y="820026"/>
                </a:lnTo>
                <a:lnTo>
                  <a:pt x="469201" y="816825"/>
                </a:lnTo>
                <a:lnTo>
                  <a:pt x="480047" y="813765"/>
                </a:lnTo>
                <a:lnTo>
                  <a:pt x="490423" y="810818"/>
                </a:lnTo>
                <a:lnTo>
                  <a:pt x="496316" y="790867"/>
                </a:lnTo>
                <a:lnTo>
                  <a:pt x="498195" y="790181"/>
                </a:lnTo>
                <a:lnTo>
                  <a:pt x="505237" y="786443"/>
                </a:lnTo>
                <a:lnTo>
                  <a:pt x="497202" y="790427"/>
                </a:lnTo>
                <a:lnTo>
                  <a:pt x="485851" y="793242"/>
                </a:lnTo>
                <a:lnTo>
                  <a:pt x="475005" y="796302"/>
                </a:lnTo>
                <a:lnTo>
                  <a:pt x="464324" y="799338"/>
                </a:lnTo>
                <a:close/>
              </a:path>
              <a:path w="1302943" h="836853">
                <a:moveTo>
                  <a:pt x="442417" y="15646"/>
                </a:moveTo>
                <a:lnTo>
                  <a:pt x="430961" y="20523"/>
                </a:lnTo>
                <a:lnTo>
                  <a:pt x="438404" y="37109"/>
                </a:lnTo>
                <a:lnTo>
                  <a:pt x="438899" y="36868"/>
                </a:lnTo>
                <a:lnTo>
                  <a:pt x="448017" y="32943"/>
                </a:lnTo>
                <a:lnTo>
                  <a:pt x="453275" y="12573"/>
                </a:lnTo>
                <a:lnTo>
                  <a:pt x="453644" y="12446"/>
                </a:lnTo>
                <a:lnTo>
                  <a:pt x="442417" y="15646"/>
                </a:lnTo>
                <a:close/>
              </a:path>
              <a:path w="1302943" h="836853">
                <a:moveTo>
                  <a:pt x="441299" y="803592"/>
                </a:moveTo>
                <a:lnTo>
                  <a:pt x="452424" y="802284"/>
                </a:lnTo>
                <a:lnTo>
                  <a:pt x="453504" y="802081"/>
                </a:lnTo>
                <a:lnTo>
                  <a:pt x="464324" y="799338"/>
                </a:lnTo>
                <a:lnTo>
                  <a:pt x="464629" y="799249"/>
                </a:lnTo>
                <a:lnTo>
                  <a:pt x="452981" y="802145"/>
                </a:lnTo>
                <a:lnTo>
                  <a:pt x="441299" y="803592"/>
                </a:lnTo>
                <a:close/>
              </a:path>
              <a:path w="1302943" h="836853">
                <a:moveTo>
                  <a:pt x="487984" y="21082"/>
                </a:moveTo>
                <a:lnTo>
                  <a:pt x="478523" y="23876"/>
                </a:lnTo>
                <a:lnTo>
                  <a:pt x="488721" y="20977"/>
                </a:lnTo>
                <a:lnTo>
                  <a:pt x="489204" y="20840"/>
                </a:lnTo>
                <a:lnTo>
                  <a:pt x="487984" y="21082"/>
                </a:lnTo>
                <a:close/>
              </a:path>
              <a:path w="1302943" h="836853">
                <a:moveTo>
                  <a:pt x="480047" y="813765"/>
                </a:moveTo>
                <a:lnTo>
                  <a:pt x="490707" y="810748"/>
                </a:lnTo>
                <a:lnTo>
                  <a:pt x="503605" y="807554"/>
                </a:lnTo>
                <a:lnTo>
                  <a:pt x="505028" y="786561"/>
                </a:lnTo>
                <a:lnTo>
                  <a:pt x="505485" y="786320"/>
                </a:lnTo>
                <a:lnTo>
                  <a:pt x="513880" y="802449"/>
                </a:lnTo>
                <a:lnTo>
                  <a:pt x="524658" y="796344"/>
                </a:lnTo>
                <a:lnTo>
                  <a:pt x="533996" y="791718"/>
                </a:lnTo>
                <a:lnTo>
                  <a:pt x="543509" y="764654"/>
                </a:lnTo>
                <a:lnTo>
                  <a:pt x="544690" y="763866"/>
                </a:lnTo>
                <a:lnTo>
                  <a:pt x="544033" y="764238"/>
                </a:lnTo>
                <a:lnTo>
                  <a:pt x="533730" y="770064"/>
                </a:lnTo>
                <a:lnTo>
                  <a:pt x="524796" y="775984"/>
                </a:lnTo>
                <a:lnTo>
                  <a:pt x="525310" y="775728"/>
                </a:lnTo>
                <a:lnTo>
                  <a:pt x="524776" y="796277"/>
                </a:lnTo>
                <a:lnTo>
                  <a:pt x="524332" y="796505"/>
                </a:lnTo>
                <a:lnTo>
                  <a:pt x="515937" y="780389"/>
                </a:lnTo>
                <a:lnTo>
                  <a:pt x="505237" y="786443"/>
                </a:lnTo>
                <a:lnTo>
                  <a:pt x="498195" y="790181"/>
                </a:lnTo>
                <a:lnTo>
                  <a:pt x="496316" y="790867"/>
                </a:lnTo>
                <a:lnTo>
                  <a:pt x="490423" y="810818"/>
                </a:lnTo>
                <a:lnTo>
                  <a:pt x="480047" y="813765"/>
                </a:lnTo>
                <a:close/>
              </a:path>
              <a:path w="1302943" h="836853">
                <a:moveTo>
                  <a:pt x="524319" y="776300"/>
                </a:moveTo>
                <a:lnTo>
                  <a:pt x="524796" y="775984"/>
                </a:lnTo>
                <a:lnTo>
                  <a:pt x="515937" y="780389"/>
                </a:lnTo>
                <a:lnTo>
                  <a:pt x="524332" y="796505"/>
                </a:lnTo>
                <a:lnTo>
                  <a:pt x="524776" y="796277"/>
                </a:lnTo>
                <a:lnTo>
                  <a:pt x="525310" y="775728"/>
                </a:lnTo>
                <a:lnTo>
                  <a:pt x="524796" y="775984"/>
                </a:lnTo>
                <a:lnTo>
                  <a:pt x="524319" y="776300"/>
                </a:lnTo>
                <a:close/>
              </a:path>
              <a:path w="1302943" h="836853">
                <a:moveTo>
                  <a:pt x="571855" y="766699"/>
                </a:moveTo>
                <a:lnTo>
                  <a:pt x="572889" y="765671"/>
                </a:lnTo>
                <a:lnTo>
                  <a:pt x="580110" y="758494"/>
                </a:lnTo>
                <a:lnTo>
                  <a:pt x="574395" y="738479"/>
                </a:lnTo>
                <a:lnTo>
                  <a:pt x="560198" y="752567"/>
                </a:lnTo>
                <a:lnTo>
                  <a:pt x="551446" y="758355"/>
                </a:lnTo>
                <a:lnTo>
                  <a:pt x="544033" y="764238"/>
                </a:lnTo>
                <a:lnTo>
                  <a:pt x="544690" y="763866"/>
                </a:lnTo>
                <a:lnTo>
                  <a:pt x="543509" y="764654"/>
                </a:lnTo>
                <a:lnTo>
                  <a:pt x="533996" y="791718"/>
                </a:lnTo>
                <a:lnTo>
                  <a:pt x="543414" y="785501"/>
                </a:lnTo>
                <a:lnTo>
                  <a:pt x="543090" y="785685"/>
                </a:lnTo>
                <a:lnTo>
                  <a:pt x="543636" y="785355"/>
                </a:lnTo>
                <a:lnTo>
                  <a:pt x="554405" y="779272"/>
                </a:lnTo>
                <a:lnTo>
                  <a:pt x="559549" y="753211"/>
                </a:lnTo>
                <a:lnTo>
                  <a:pt x="560933" y="752081"/>
                </a:lnTo>
                <a:lnTo>
                  <a:pt x="566508" y="757745"/>
                </a:lnTo>
                <a:lnTo>
                  <a:pt x="572643" y="765378"/>
                </a:lnTo>
                <a:lnTo>
                  <a:pt x="571855" y="766699"/>
                </a:lnTo>
                <a:close/>
              </a:path>
              <a:path w="1302943" h="836853">
                <a:moveTo>
                  <a:pt x="543636" y="785355"/>
                </a:moveTo>
                <a:lnTo>
                  <a:pt x="543090" y="785685"/>
                </a:lnTo>
                <a:lnTo>
                  <a:pt x="543414" y="785501"/>
                </a:lnTo>
                <a:lnTo>
                  <a:pt x="554405" y="779272"/>
                </a:lnTo>
                <a:lnTo>
                  <a:pt x="543636" y="785355"/>
                </a:lnTo>
                <a:close/>
              </a:path>
              <a:path w="1302943" h="836853">
                <a:moveTo>
                  <a:pt x="546798" y="18122"/>
                </a:moveTo>
                <a:lnTo>
                  <a:pt x="530923" y="18161"/>
                </a:lnTo>
                <a:lnTo>
                  <a:pt x="547712" y="18161"/>
                </a:lnTo>
                <a:lnTo>
                  <a:pt x="546798" y="18122"/>
                </a:lnTo>
                <a:close/>
              </a:path>
              <a:path w="1302943" h="836853">
                <a:moveTo>
                  <a:pt x="520242" y="0"/>
                </a:moveTo>
                <a:lnTo>
                  <a:pt x="507390" y="0"/>
                </a:lnTo>
                <a:lnTo>
                  <a:pt x="508038" y="18161"/>
                </a:lnTo>
                <a:lnTo>
                  <a:pt x="509346" y="18059"/>
                </a:lnTo>
                <a:lnTo>
                  <a:pt x="520242" y="0"/>
                </a:lnTo>
                <a:close/>
              </a:path>
              <a:path w="1302943" h="836853">
                <a:moveTo>
                  <a:pt x="561949" y="773239"/>
                </a:moveTo>
                <a:lnTo>
                  <a:pt x="560933" y="752081"/>
                </a:lnTo>
                <a:lnTo>
                  <a:pt x="559549" y="753211"/>
                </a:lnTo>
                <a:lnTo>
                  <a:pt x="554405" y="779272"/>
                </a:lnTo>
                <a:lnTo>
                  <a:pt x="562299" y="773008"/>
                </a:lnTo>
                <a:lnTo>
                  <a:pt x="562584" y="772782"/>
                </a:lnTo>
                <a:lnTo>
                  <a:pt x="566508" y="757745"/>
                </a:lnTo>
                <a:lnTo>
                  <a:pt x="560933" y="752081"/>
                </a:lnTo>
                <a:lnTo>
                  <a:pt x="561949" y="773239"/>
                </a:lnTo>
                <a:close/>
              </a:path>
              <a:path w="1302943" h="836853">
                <a:moveTo>
                  <a:pt x="571855" y="766699"/>
                </a:moveTo>
                <a:lnTo>
                  <a:pt x="572643" y="765378"/>
                </a:lnTo>
                <a:lnTo>
                  <a:pt x="566508" y="757745"/>
                </a:lnTo>
                <a:lnTo>
                  <a:pt x="562584" y="772782"/>
                </a:lnTo>
                <a:lnTo>
                  <a:pt x="562299" y="773008"/>
                </a:lnTo>
                <a:lnTo>
                  <a:pt x="571855" y="766699"/>
                </a:lnTo>
                <a:close/>
              </a:path>
              <a:path w="1302943" h="836853">
                <a:moveTo>
                  <a:pt x="562051" y="19634"/>
                </a:moveTo>
                <a:lnTo>
                  <a:pt x="576477" y="21063"/>
                </a:lnTo>
                <a:lnTo>
                  <a:pt x="577303" y="21145"/>
                </a:lnTo>
                <a:lnTo>
                  <a:pt x="590588" y="25260"/>
                </a:lnTo>
                <a:lnTo>
                  <a:pt x="603808" y="29616"/>
                </a:lnTo>
                <a:lnTo>
                  <a:pt x="604316" y="29806"/>
                </a:lnTo>
                <a:lnTo>
                  <a:pt x="618952" y="35630"/>
                </a:lnTo>
                <a:lnTo>
                  <a:pt x="630758" y="41503"/>
                </a:lnTo>
                <a:lnTo>
                  <a:pt x="638390" y="25006"/>
                </a:lnTo>
                <a:lnTo>
                  <a:pt x="638759" y="25184"/>
                </a:lnTo>
                <a:lnTo>
                  <a:pt x="643318" y="46888"/>
                </a:lnTo>
                <a:lnTo>
                  <a:pt x="644000" y="47339"/>
                </a:lnTo>
                <a:lnTo>
                  <a:pt x="656769" y="55784"/>
                </a:lnTo>
                <a:lnTo>
                  <a:pt x="644677" y="47637"/>
                </a:lnTo>
                <a:lnTo>
                  <a:pt x="652830" y="31356"/>
                </a:lnTo>
                <a:lnTo>
                  <a:pt x="638482" y="25046"/>
                </a:lnTo>
                <a:lnTo>
                  <a:pt x="626211" y="18948"/>
                </a:lnTo>
                <a:lnTo>
                  <a:pt x="619061" y="35674"/>
                </a:lnTo>
                <a:lnTo>
                  <a:pt x="618375" y="35344"/>
                </a:lnTo>
                <a:lnTo>
                  <a:pt x="610362" y="12649"/>
                </a:lnTo>
                <a:lnTo>
                  <a:pt x="596239" y="7988"/>
                </a:lnTo>
                <a:lnTo>
                  <a:pt x="580009" y="3175"/>
                </a:lnTo>
                <a:lnTo>
                  <a:pt x="575602" y="20802"/>
                </a:lnTo>
                <a:lnTo>
                  <a:pt x="562051" y="19634"/>
                </a:lnTo>
                <a:close/>
              </a:path>
              <a:path w="1302943" h="836853">
                <a:moveTo>
                  <a:pt x="563880" y="1562"/>
                </a:moveTo>
                <a:lnTo>
                  <a:pt x="548157" y="0"/>
                </a:lnTo>
                <a:lnTo>
                  <a:pt x="520242" y="0"/>
                </a:lnTo>
                <a:lnTo>
                  <a:pt x="509346" y="18059"/>
                </a:lnTo>
                <a:lnTo>
                  <a:pt x="508038" y="18161"/>
                </a:lnTo>
                <a:lnTo>
                  <a:pt x="507390" y="0"/>
                </a:lnTo>
                <a:lnTo>
                  <a:pt x="496062" y="1612"/>
                </a:lnTo>
                <a:lnTo>
                  <a:pt x="484771" y="3213"/>
                </a:lnTo>
                <a:lnTo>
                  <a:pt x="473481" y="6400"/>
                </a:lnTo>
                <a:lnTo>
                  <a:pt x="462622" y="9486"/>
                </a:lnTo>
                <a:lnTo>
                  <a:pt x="453275" y="12573"/>
                </a:lnTo>
                <a:lnTo>
                  <a:pt x="448017" y="32943"/>
                </a:lnTo>
                <a:lnTo>
                  <a:pt x="438899" y="36868"/>
                </a:lnTo>
                <a:lnTo>
                  <a:pt x="438404" y="37109"/>
                </a:lnTo>
                <a:lnTo>
                  <a:pt x="430961" y="20523"/>
                </a:lnTo>
                <a:lnTo>
                  <a:pt x="421563" y="25184"/>
                </a:lnTo>
                <a:lnTo>
                  <a:pt x="421589" y="45377"/>
                </a:lnTo>
                <a:lnTo>
                  <a:pt x="429742" y="41402"/>
                </a:lnTo>
                <a:lnTo>
                  <a:pt x="438460" y="37085"/>
                </a:lnTo>
                <a:lnTo>
                  <a:pt x="448534" y="32796"/>
                </a:lnTo>
                <a:lnTo>
                  <a:pt x="449084" y="32562"/>
                </a:lnTo>
                <a:lnTo>
                  <a:pt x="458876" y="29857"/>
                </a:lnTo>
                <a:lnTo>
                  <a:pt x="468210" y="26771"/>
                </a:lnTo>
                <a:lnTo>
                  <a:pt x="467842" y="26898"/>
                </a:lnTo>
                <a:lnTo>
                  <a:pt x="478523" y="23876"/>
                </a:lnTo>
                <a:lnTo>
                  <a:pt x="487984" y="21082"/>
                </a:lnTo>
                <a:lnTo>
                  <a:pt x="489204" y="20840"/>
                </a:lnTo>
                <a:lnTo>
                  <a:pt x="488721" y="20977"/>
                </a:lnTo>
                <a:lnTo>
                  <a:pt x="498665" y="19570"/>
                </a:lnTo>
                <a:lnTo>
                  <a:pt x="508628" y="18161"/>
                </a:lnTo>
                <a:lnTo>
                  <a:pt x="530923" y="18161"/>
                </a:lnTo>
                <a:lnTo>
                  <a:pt x="546798" y="18122"/>
                </a:lnTo>
                <a:lnTo>
                  <a:pt x="547712" y="18161"/>
                </a:lnTo>
                <a:lnTo>
                  <a:pt x="547182" y="18161"/>
                </a:lnTo>
                <a:lnTo>
                  <a:pt x="562051" y="19634"/>
                </a:lnTo>
                <a:lnTo>
                  <a:pt x="575602" y="20802"/>
                </a:lnTo>
                <a:lnTo>
                  <a:pt x="580009" y="3175"/>
                </a:lnTo>
                <a:lnTo>
                  <a:pt x="563880" y="1562"/>
                </a:lnTo>
                <a:close/>
              </a:path>
              <a:path w="1302943" h="836853">
                <a:moveTo>
                  <a:pt x="618807" y="781100"/>
                </a:moveTo>
                <a:lnTo>
                  <a:pt x="609657" y="775061"/>
                </a:lnTo>
                <a:lnTo>
                  <a:pt x="609244" y="774788"/>
                </a:lnTo>
                <a:lnTo>
                  <a:pt x="608228" y="795947"/>
                </a:lnTo>
                <a:lnTo>
                  <a:pt x="607453" y="795362"/>
                </a:lnTo>
                <a:lnTo>
                  <a:pt x="600798" y="767740"/>
                </a:lnTo>
                <a:lnTo>
                  <a:pt x="593848" y="762233"/>
                </a:lnTo>
                <a:lnTo>
                  <a:pt x="586790" y="753833"/>
                </a:lnTo>
                <a:lnTo>
                  <a:pt x="586892" y="753960"/>
                </a:lnTo>
                <a:lnTo>
                  <a:pt x="574395" y="738479"/>
                </a:lnTo>
                <a:lnTo>
                  <a:pt x="580110" y="758494"/>
                </a:lnTo>
                <a:lnTo>
                  <a:pt x="572889" y="765671"/>
                </a:lnTo>
                <a:lnTo>
                  <a:pt x="580923" y="775233"/>
                </a:lnTo>
                <a:lnTo>
                  <a:pt x="589244" y="781834"/>
                </a:lnTo>
                <a:lnTo>
                  <a:pt x="593090" y="761631"/>
                </a:lnTo>
                <a:lnTo>
                  <a:pt x="594410" y="762901"/>
                </a:lnTo>
                <a:lnTo>
                  <a:pt x="598665" y="789622"/>
                </a:lnTo>
                <a:lnTo>
                  <a:pt x="607885" y="795720"/>
                </a:lnTo>
                <a:lnTo>
                  <a:pt x="617626" y="803783"/>
                </a:lnTo>
                <a:lnTo>
                  <a:pt x="610019" y="775360"/>
                </a:lnTo>
                <a:lnTo>
                  <a:pt x="618807" y="781100"/>
                </a:lnTo>
                <a:close/>
              </a:path>
              <a:path w="1302943" h="836853">
                <a:moveTo>
                  <a:pt x="589280" y="781862"/>
                </a:moveTo>
                <a:lnTo>
                  <a:pt x="589140" y="781748"/>
                </a:lnTo>
                <a:lnTo>
                  <a:pt x="598665" y="789622"/>
                </a:lnTo>
                <a:lnTo>
                  <a:pt x="594410" y="762901"/>
                </a:lnTo>
                <a:lnTo>
                  <a:pt x="593090" y="761631"/>
                </a:lnTo>
                <a:lnTo>
                  <a:pt x="589140" y="781748"/>
                </a:lnTo>
                <a:lnTo>
                  <a:pt x="589280" y="781862"/>
                </a:lnTo>
                <a:close/>
              </a:path>
              <a:path w="1302943" h="836853">
                <a:moveTo>
                  <a:pt x="604146" y="29750"/>
                </a:moveTo>
                <a:lnTo>
                  <a:pt x="618952" y="35630"/>
                </a:lnTo>
                <a:lnTo>
                  <a:pt x="604316" y="29806"/>
                </a:lnTo>
                <a:lnTo>
                  <a:pt x="603808" y="29616"/>
                </a:lnTo>
                <a:lnTo>
                  <a:pt x="590588" y="25260"/>
                </a:lnTo>
                <a:lnTo>
                  <a:pt x="604146" y="29750"/>
                </a:lnTo>
                <a:close/>
              </a:path>
              <a:path w="1302943" h="836853">
                <a:moveTo>
                  <a:pt x="609244" y="774788"/>
                </a:moveTo>
                <a:lnTo>
                  <a:pt x="609657" y="775061"/>
                </a:lnTo>
                <a:lnTo>
                  <a:pt x="600798" y="767740"/>
                </a:lnTo>
                <a:lnTo>
                  <a:pt x="607453" y="795362"/>
                </a:lnTo>
                <a:lnTo>
                  <a:pt x="608228" y="795947"/>
                </a:lnTo>
                <a:lnTo>
                  <a:pt x="609244" y="774788"/>
                </a:lnTo>
                <a:close/>
              </a:path>
              <a:path w="1302943" h="836853">
                <a:moveTo>
                  <a:pt x="626211" y="18948"/>
                </a:moveTo>
                <a:lnTo>
                  <a:pt x="610362" y="12649"/>
                </a:lnTo>
                <a:lnTo>
                  <a:pt x="618375" y="35344"/>
                </a:lnTo>
                <a:lnTo>
                  <a:pt x="619061" y="35674"/>
                </a:lnTo>
                <a:lnTo>
                  <a:pt x="626211" y="18948"/>
                </a:lnTo>
                <a:close/>
              </a:path>
              <a:path w="1302943" h="836853">
                <a:moveTo>
                  <a:pt x="617626" y="803783"/>
                </a:moveTo>
                <a:lnTo>
                  <a:pt x="629056" y="808621"/>
                </a:lnTo>
                <a:lnTo>
                  <a:pt x="626059" y="787615"/>
                </a:lnTo>
                <a:lnTo>
                  <a:pt x="628319" y="788987"/>
                </a:lnTo>
                <a:lnTo>
                  <a:pt x="629056" y="808621"/>
                </a:lnTo>
                <a:lnTo>
                  <a:pt x="629212" y="808699"/>
                </a:lnTo>
                <a:lnTo>
                  <a:pt x="641692" y="814882"/>
                </a:lnTo>
                <a:lnTo>
                  <a:pt x="629539" y="808837"/>
                </a:lnTo>
                <a:lnTo>
                  <a:pt x="636993" y="792251"/>
                </a:lnTo>
                <a:lnTo>
                  <a:pt x="627299" y="788141"/>
                </a:lnTo>
                <a:lnTo>
                  <a:pt x="618807" y="781100"/>
                </a:lnTo>
                <a:lnTo>
                  <a:pt x="610019" y="775360"/>
                </a:lnTo>
                <a:lnTo>
                  <a:pt x="617626" y="803783"/>
                </a:lnTo>
                <a:close/>
              </a:path>
              <a:path w="1302943" h="836853">
                <a:moveTo>
                  <a:pt x="643318" y="46888"/>
                </a:moveTo>
                <a:lnTo>
                  <a:pt x="638759" y="25184"/>
                </a:lnTo>
                <a:lnTo>
                  <a:pt x="638390" y="25006"/>
                </a:lnTo>
                <a:lnTo>
                  <a:pt x="630758" y="41503"/>
                </a:lnTo>
                <a:lnTo>
                  <a:pt x="644000" y="47339"/>
                </a:lnTo>
                <a:lnTo>
                  <a:pt x="643318" y="46888"/>
                </a:lnTo>
                <a:close/>
              </a:path>
              <a:path w="1302943" h="836853">
                <a:moveTo>
                  <a:pt x="667115" y="822814"/>
                </a:moveTo>
                <a:lnTo>
                  <a:pt x="681050" y="827417"/>
                </a:lnTo>
                <a:lnTo>
                  <a:pt x="695236" y="830541"/>
                </a:lnTo>
                <a:lnTo>
                  <a:pt x="685482" y="809790"/>
                </a:lnTo>
                <a:lnTo>
                  <a:pt x="672325" y="805395"/>
                </a:lnTo>
                <a:lnTo>
                  <a:pt x="660768" y="802589"/>
                </a:lnTo>
                <a:lnTo>
                  <a:pt x="660313" y="802420"/>
                </a:lnTo>
                <a:lnTo>
                  <a:pt x="649096" y="798253"/>
                </a:lnTo>
                <a:lnTo>
                  <a:pt x="636993" y="792251"/>
                </a:lnTo>
                <a:lnTo>
                  <a:pt x="629539" y="808837"/>
                </a:lnTo>
                <a:lnTo>
                  <a:pt x="641692" y="814882"/>
                </a:lnTo>
                <a:lnTo>
                  <a:pt x="648563" y="798055"/>
                </a:lnTo>
                <a:lnTo>
                  <a:pt x="649439" y="798423"/>
                </a:lnTo>
                <a:lnTo>
                  <a:pt x="659765" y="802284"/>
                </a:lnTo>
                <a:lnTo>
                  <a:pt x="666864" y="822731"/>
                </a:lnTo>
                <a:lnTo>
                  <a:pt x="667550" y="822921"/>
                </a:lnTo>
                <a:lnTo>
                  <a:pt x="667115" y="822814"/>
                </a:lnTo>
                <a:close/>
              </a:path>
              <a:path w="1302943" h="836853">
                <a:moveTo>
                  <a:pt x="702411" y="69405"/>
                </a:moveTo>
                <a:lnTo>
                  <a:pt x="690981" y="59690"/>
                </a:lnTo>
                <a:lnTo>
                  <a:pt x="689737" y="82562"/>
                </a:lnTo>
                <a:lnTo>
                  <a:pt x="688378" y="81114"/>
                </a:lnTo>
                <a:lnTo>
                  <a:pt x="680072" y="50419"/>
                </a:lnTo>
                <a:lnTo>
                  <a:pt x="668375" y="64401"/>
                </a:lnTo>
                <a:lnTo>
                  <a:pt x="657047" y="55968"/>
                </a:lnTo>
                <a:lnTo>
                  <a:pt x="656640" y="55689"/>
                </a:lnTo>
                <a:lnTo>
                  <a:pt x="652830" y="31356"/>
                </a:lnTo>
                <a:lnTo>
                  <a:pt x="644677" y="47637"/>
                </a:lnTo>
                <a:lnTo>
                  <a:pt x="656769" y="55784"/>
                </a:lnTo>
                <a:lnTo>
                  <a:pt x="668551" y="64551"/>
                </a:lnTo>
                <a:lnTo>
                  <a:pt x="668845" y="64770"/>
                </a:lnTo>
                <a:lnTo>
                  <a:pt x="679056" y="73482"/>
                </a:lnTo>
                <a:lnTo>
                  <a:pt x="688997" y="81933"/>
                </a:lnTo>
                <a:lnTo>
                  <a:pt x="697712" y="93459"/>
                </a:lnTo>
                <a:lnTo>
                  <a:pt x="706617" y="103769"/>
                </a:lnTo>
                <a:lnTo>
                  <a:pt x="706234" y="103162"/>
                </a:lnTo>
                <a:lnTo>
                  <a:pt x="711809" y="81864"/>
                </a:lnTo>
                <a:lnTo>
                  <a:pt x="712177" y="82321"/>
                </a:lnTo>
                <a:lnTo>
                  <a:pt x="713867" y="115265"/>
                </a:lnTo>
                <a:lnTo>
                  <a:pt x="726617" y="135509"/>
                </a:lnTo>
                <a:lnTo>
                  <a:pt x="749947" y="119278"/>
                </a:lnTo>
                <a:lnTo>
                  <a:pt x="739267" y="104533"/>
                </a:lnTo>
                <a:lnTo>
                  <a:pt x="753491" y="93560"/>
                </a:lnTo>
                <a:lnTo>
                  <a:pt x="739207" y="104575"/>
                </a:lnTo>
                <a:lnTo>
                  <a:pt x="738898" y="104813"/>
                </a:lnTo>
                <a:lnTo>
                  <a:pt x="737031" y="117754"/>
                </a:lnTo>
                <a:lnTo>
                  <a:pt x="724014" y="115125"/>
                </a:lnTo>
                <a:lnTo>
                  <a:pt x="721410" y="92976"/>
                </a:lnTo>
                <a:lnTo>
                  <a:pt x="711990" y="82073"/>
                </a:lnTo>
                <a:lnTo>
                  <a:pt x="702411" y="69405"/>
                </a:lnTo>
                <a:close/>
              </a:path>
              <a:path w="1302943" h="836853">
                <a:moveTo>
                  <a:pt x="667423" y="41021"/>
                </a:moveTo>
                <a:lnTo>
                  <a:pt x="652830" y="31356"/>
                </a:lnTo>
                <a:lnTo>
                  <a:pt x="656640" y="55689"/>
                </a:lnTo>
                <a:lnTo>
                  <a:pt x="657047" y="55968"/>
                </a:lnTo>
                <a:lnTo>
                  <a:pt x="668375" y="64401"/>
                </a:lnTo>
                <a:lnTo>
                  <a:pt x="680072" y="50419"/>
                </a:lnTo>
                <a:lnTo>
                  <a:pt x="667423" y="41021"/>
                </a:lnTo>
                <a:close/>
              </a:path>
            </a:pathLst>
          </a:custGeom>
          <a:solidFill>
            <a:srgbClr val="32405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350394" y="2590126"/>
            <a:ext cx="717346" cy="111950"/>
          </a:xfrm>
          <a:custGeom>
            <a:avLst/>
            <a:gdLst/>
            <a:ahLst/>
            <a:cxnLst/>
            <a:rect l="l" t="t" r="r" b="b"/>
            <a:pathLst>
              <a:path w="717346" h="111950">
                <a:moveTo>
                  <a:pt x="419290" y="27495"/>
                </a:moveTo>
                <a:lnTo>
                  <a:pt x="414985" y="29146"/>
                </a:lnTo>
                <a:lnTo>
                  <a:pt x="410667" y="30784"/>
                </a:lnTo>
                <a:lnTo>
                  <a:pt x="405587" y="34124"/>
                </a:lnTo>
                <a:lnTo>
                  <a:pt x="399757" y="39141"/>
                </a:lnTo>
                <a:lnTo>
                  <a:pt x="399757" y="26962"/>
                </a:lnTo>
                <a:lnTo>
                  <a:pt x="373164" y="26962"/>
                </a:lnTo>
                <a:lnTo>
                  <a:pt x="373164" y="109728"/>
                </a:lnTo>
                <a:lnTo>
                  <a:pt x="399757" y="109728"/>
                </a:lnTo>
                <a:lnTo>
                  <a:pt x="399757" y="54317"/>
                </a:lnTo>
                <a:lnTo>
                  <a:pt x="403098" y="53136"/>
                </a:lnTo>
                <a:lnTo>
                  <a:pt x="406196" y="52311"/>
                </a:lnTo>
                <a:lnTo>
                  <a:pt x="409092" y="51803"/>
                </a:lnTo>
                <a:lnTo>
                  <a:pt x="411988" y="51308"/>
                </a:lnTo>
                <a:lnTo>
                  <a:pt x="415328" y="51066"/>
                </a:lnTo>
                <a:lnTo>
                  <a:pt x="420776" y="51066"/>
                </a:lnTo>
                <a:lnTo>
                  <a:pt x="422846" y="51168"/>
                </a:lnTo>
                <a:lnTo>
                  <a:pt x="425348" y="51371"/>
                </a:lnTo>
                <a:lnTo>
                  <a:pt x="427837" y="51549"/>
                </a:lnTo>
                <a:lnTo>
                  <a:pt x="429653" y="51854"/>
                </a:lnTo>
                <a:lnTo>
                  <a:pt x="430784" y="52247"/>
                </a:lnTo>
                <a:lnTo>
                  <a:pt x="433146" y="52247"/>
                </a:lnTo>
                <a:lnTo>
                  <a:pt x="433146" y="26962"/>
                </a:lnTo>
                <a:lnTo>
                  <a:pt x="432244" y="26860"/>
                </a:lnTo>
                <a:lnTo>
                  <a:pt x="431228" y="26797"/>
                </a:lnTo>
                <a:lnTo>
                  <a:pt x="430060" y="26746"/>
                </a:lnTo>
                <a:lnTo>
                  <a:pt x="428879" y="26708"/>
                </a:lnTo>
                <a:lnTo>
                  <a:pt x="427824" y="26682"/>
                </a:lnTo>
                <a:lnTo>
                  <a:pt x="423265" y="26682"/>
                </a:lnTo>
                <a:lnTo>
                  <a:pt x="419290" y="27495"/>
                </a:lnTo>
                <a:close/>
              </a:path>
              <a:path w="717346" h="111950">
                <a:moveTo>
                  <a:pt x="487603" y="46520"/>
                </a:moveTo>
                <a:lnTo>
                  <a:pt x="490054" y="46126"/>
                </a:lnTo>
                <a:lnTo>
                  <a:pt x="495846" y="46126"/>
                </a:lnTo>
                <a:lnTo>
                  <a:pt x="498487" y="46558"/>
                </a:lnTo>
                <a:lnTo>
                  <a:pt x="500380" y="47396"/>
                </a:lnTo>
                <a:lnTo>
                  <a:pt x="502272" y="48221"/>
                </a:lnTo>
                <a:lnTo>
                  <a:pt x="503707" y="49542"/>
                </a:lnTo>
                <a:lnTo>
                  <a:pt x="504685" y="51371"/>
                </a:lnTo>
                <a:lnTo>
                  <a:pt x="505523" y="52933"/>
                </a:lnTo>
                <a:lnTo>
                  <a:pt x="506107" y="55372"/>
                </a:lnTo>
                <a:lnTo>
                  <a:pt x="506450" y="58686"/>
                </a:lnTo>
                <a:lnTo>
                  <a:pt x="506806" y="62014"/>
                </a:lnTo>
                <a:lnTo>
                  <a:pt x="506984" y="65328"/>
                </a:lnTo>
                <a:lnTo>
                  <a:pt x="506984" y="109728"/>
                </a:lnTo>
                <a:lnTo>
                  <a:pt x="533577" y="109728"/>
                </a:lnTo>
                <a:lnTo>
                  <a:pt x="533577" y="45504"/>
                </a:lnTo>
                <a:lnTo>
                  <a:pt x="531063" y="37693"/>
                </a:lnTo>
                <a:lnTo>
                  <a:pt x="526021" y="32486"/>
                </a:lnTo>
                <a:lnTo>
                  <a:pt x="521004" y="27292"/>
                </a:lnTo>
                <a:lnTo>
                  <a:pt x="514032" y="24688"/>
                </a:lnTo>
                <a:lnTo>
                  <a:pt x="499795" y="24688"/>
                </a:lnTo>
                <a:lnTo>
                  <a:pt x="494969" y="25666"/>
                </a:lnTo>
                <a:lnTo>
                  <a:pt x="490626" y="27635"/>
                </a:lnTo>
                <a:lnTo>
                  <a:pt x="486295" y="29616"/>
                </a:lnTo>
                <a:lnTo>
                  <a:pt x="481774" y="32435"/>
                </a:lnTo>
                <a:lnTo>
                  <a:pt x="477062" y="36106"/>
                </a:lnTo>
                <a:lnTo>
                  <a:pt x="477062" y="26962"/>
                </a:lnTo>
                <a:lnTo>
                  <a:pt x="450456" y="26962"/>
                </a:lnTo>
                <a:lnTo>
                  <a:pt x="450456" y="109728"/>
                </a:lnTo>
                <a:lnTo>
                  <a:pt x="477062" y="109728"/>
                </a:lnTo>
                <a:lnTo>
                  <a:pt x="477062" y="51066"/>
                </a:lnTo>
                <a:lnTo>
                  <a:pt x="479958" y="49339"/>
                </a:lnTo>
                <a:lnTo>
                  <a:pt x="482638" y="48094"/>
                </a:lnTo>
                <a:lnTo>
                  <a:pt x="485127" y="47307"/>
                </a:lnTo>
                <a:lnTo>
                  <a:pt x="487603" y="46520"/>
                </a:lnTo>
                <a:close/>
              </a:path>
              <a:path w="717346" h="111950">
                <a:moveTo>
                  <a:pt x="616620" y="25993"/>
                </a:moveTo>
                <a:lnTo>
                  <a:pt x="602183" y="24384"/>
                </a:lnTo>
                <a:lnTo>
                  <a:pt x="589755" y="25489"/>
                </a:lnTo>
                <a:lnTo>
                  <a:pt x="590740" y="42316"/>
                </a:lnTo>
                <a:lnTo>
                  <a:pt x="594931" y="40970"/>
                </a:lnTo>
                <a:lnTo>
                  <a:pt x="605561" y="40970"/>
                </a:lnTo>
                <a:lnTo>
                  <a:pt x="609600" y="42367"/>
                </a:lnTo>
                <a:lnTo>
                  <a:pt x="612203" y="45173"/>
                </a:lnTo>
                <a:lnTo>
                  <a:pt x="614794" y="47980"/>
                </a:lnTo>
                <a:lnTo>
                  <a:pt x="616178" y="52146"/>
                </a:lnTo>
                <a:lnTo>
                  <a:pt x="616318" y="57683"/>
                </a:lnTo>
                <a:lnTo>
                  <a:pt x="642721" y="73253"/>
                </a:lnTo>
                <a:lnTo>
                  <a:pt x="642721" y="63969"/>
                </a:lnTo>
                <a:lnTo>
                  <a:pt x="642380" y="57264"/>
                </a:lnTo>
                <a:lnTo>
                  <a:pt x="639156" y="44432"/>
                </a:lnTo>
                <a:lnTo>
                  <a:pt x="632536" y="34607"/>
                </a:lnTo>
                <a:lnTo>
                  <a:pt x="627902" y="30817"/>
                </a:lnTo>
                <a:lnTo>
                  <a:pt x="616620" y="25993"/>
                </a:lnTo>
                <a:close/>
              </a:path>
              <a:path w="717346" h="111950">
                <a:moveTo>
                  <a:pt x="555167" y="68821"/>
                </a:moveTo>
                <a:lnTo>
                  <a:pt x="556099" y="79131"/>
                </a:lnTo>
                <a:lnTo>
                  <a:pt x="560472" y="91218"/>
                </a:lnTo>
                <a:lnTo>
                  <a:pt x="568426" y="100736"/>
                </a:lnTo>
                <a:lnTo>
                  <a:pt x="579548" y="107379"/>
                </a:lnTo>
                <a:lnTo>
                  <a:pt x="591892" y="110806"/>
                </a:lnTo>
                <a:lnTo>
                  <a:pt x="606615" y="111950"/>
                </a:lnTo>
                <a:lnTo>
                  <a:pt x="613029" y="111950"/>
                </a:lnTo>
                <a:lnTo>
                  <a:pt x="618909" y="111391"/>
                </a:lnTo>
                <a:lnTo>
                  <a:pt x="624205" y="110324"/>
                </a:lnTo>
                <a:lnTo>
                  <a:pt x="629526" y="109245"/>
                </a:lnTo>
                <a:lnTo>
                  <a:pt x="635177" y="107492"/>
                </a:lnTo>
                <a:lnTo>
                  <a:pt x="641172" y="105079"/>
                </a:lnTo>
                <a:lnTo>
                  <a:pt x="641172" y="83781"/>
                </a:lnTo>
                <a:lnTo>
                  <a:pt x="638213" y="83781"/>
                </a:lnTo>
                <a:lnTo>
                  <a:pt x="635177" y="86106"/>
                </a:lnTo>
                <a:lnTo>
                  <a:pt x="631012" y="88252"/>
                </a:lnTo>
                <a:lnTo>
                  <a:pt x="625767" y="90258"/>
                </a:lnTo>
                <a:lnTo>
                  <a:pt x="620509" y="92290"/>
                </a:lnTo>
                <a:lnTo>
                  <a:pt x="615086" y="93294"/>
                </a:lnTo>
                <a:lnTo>
                  <a:pt x="600633" y="93294"/>
                </a:lnTo>
                <a:lnTo>
                  <a:pt x="593928" y="91592"/>
                </a:lnTo>
                <a:lnTo>
                  <a:pt x="589394" y="88125"/>
                </a:lnTo>
                <a:lnTo>
                  <a:pt x="584847" y="84696"/>
                </a:lnTo>
                <a:lnTo>
                  <a:pt x="582383" y="79743"/>
                </a:lnTo>
                <a:lnTo>
                  <a:pt x="581977" y="73253"/>
                </a:lnTo>
                <a:lnTo>
                  <a:pt x="642721" y="73253"/>
                </a:lnTo>
                <a:lnTo>
                  <a:pt x="616318" y="57683"/>
                </a:lnTo>
                <a:lnTo>
                  <a:pt x="581926" y="57683"/>
                </a:lnTo>
                <a:lnTo>
                  <a:pt x="582307" y="51854"/>
                </a:lnTo>
                <a:lnTo>
                  <a:pt x="584161" y="47612"/>
                </a:lnTo>
                <a:lnTo>
                  <a:pt x="587451" y="44945"/>
                </a:lnTo>
                <a:lnTo>
                  <a:pt x="590740" y="42316"/>
                </a:lnTo>
                <a:lnTo>
                  <a:pt x="589755" y="25489"/>
                </a:lnTo>
                <a:lnTo>
                  <a:pt x="577616" y="29478"/>
                </a:lnTo>
                <a:lnTo>
                  <a:pt x="567740" y="36372"/>
                </a:lnTo>
                <a:lnTo>
                  <a:pt x="561860" y="43452"/>
                </a:lnTo>
                <a:lnTo>
                  <a:pt x="556839" y="55002"/>
                </a:lnTo>
                <a:lnTo>
                  <a:pt x="555167" y="68821"/>
                </a:lnTo>
                <a:close/>
              </a:path>
              <a:path w="717346" h="111950">
                <a:moveTo>
                  <a:pt x="686257" y="111353"/>
                </a:moveTo>
                <a:lnTo>
                  <a:pt x="701192" y="111353"/>
                </a:lnTo>
                <a:lnTo>
                  <a:pt x="705091" y="111137"/>
                </a:lnTo>
                <a:lnTo>
                  <a:pt x="708291" y="110731"/>
                </a:lnTo>
                <a:lnTo>
                  <a:pt x="711479" y="110299"/>
                </a:lnTo>
                <a:lnTo>
                  <a:pt x="714502" y="109728"/>
                </a:lnTo>
                <a:lnTo>
                  <a:pt x="717346" y="109004"/>
                </a:lnTo>
                <a:lnTo>
                  <a:pt x="717346" y="90855"/>
                </a:lnTo>
                <a:lnTo>
                  <a:pt x="715162" y="90855"/>
                </a:lnTo>
                <a:lnTo>
                  <a:pt x="714286" y="91363"/>
                </a:lnTo>
                <a:lnTo>
                  <a:pt x="712711" y="91884"/>
                </a:lnTo>
                <a:lnTo>
                  <a:pt x="710488" y="92481"/>
                </a:lnTo>
                <a:lnTo>
                  <a:pt x="708266" y="93065"/>
                </a:lnTo>
                <a:lnTo>
                  <a:pt x="706462" y="93370"/>
                </a:lnTo>
                <a:lnTo>
                  <a:pt x="701763" y="93370"/>
                </a:lnTo>
                <a:lnTo>
                  <a:pt x="699223" y="92862"/>
                </a:lnTo>
                <a:lnTo>
                  <a:pt x="697471" y="91846"/>
                </a:lnTo>
                <a:lnTo>
                  <a:pt x="695744" y="90855"/>
                </a:lnTo>
                <a:lnTo>
                  <a:pt x="694524" y="89471"/>
                </a:lnTo>
                <a:lnTo>
                  <a:pt x="693839" y="87757"/>
                </a:lnTo>
                <a:lnTo>
                  <a:pt x="693115" y="86029"/>
                </a:lnTo>
                <a:lnTo>
                  <a:pt x="692721" y="84086"/>
                </a:lnTo>
                <a:lnTo>
                  <a:pt x="692658" y="81927"/>
                </a:lnTo>
                <a:lnTo>
                  <a:pt x="692619" y="79756"/>
                </a:lnTo>
                <a:lnTo>
                  <a:pt x="692594" y="77241"/>
                </a:lnTo>
                <a:lnTo>
                  <a:pt x="692594" y="44945"/>
                </a:lnTo>
                <a:lnTo>
                  <a:pt x="717346" y="44945"/>
                </a:lnTo>
                <a:lnTo>
                  <a:pt x="717346" y="26962"/>
                </a:lnTo>
                <a:lnTo>
                  <a:pt x="692594" y="26962"/>
                </a:lnTo>
                <a:lnTo>
                  <a:pt x="692594" y="3314"/>
                </a:lnTo>
                <a:lnTo>
                  <a:pt x="666000" y="3314"/>
                </a:lnTo>
                <a:lnTo>
                  <a:pt x="666000" y="26962"/>
                </a:lnTo>
                <a:lnTo>
                  <a:pt x="655091" y="26962"/>
                </a:lnTo>
                <a:lnTo>
                  <a:pt x="655091" y="44945"/>
                </a:lnTo>
                <a:lnTo>
                  <a:pt x="666000" y="44945"/>
                </a:lnTo>
                <a:lnTo>
                  <a:pt x="666000" y="93764"/>
                </a:lnTo>
                <a:lnTo>
                  <a:pt x="668528" y="100914"/>
                </a:lnTo>
                <a:lnTo>
                  <a:pt x="673544" y="105079"/>
                </a:lnTo>
                <a:lnTo>
                  <a:pt x="678586" y="109258"/>
                </a:lnTo>
                <a:lnTo>
                  <a:pt x="686257" y="111353"/>
                </a:lnTo>
                <a:close/>
              </a:path>
              <a:path w="717346" h="111950">
                <a:moveTo>
                  <a:pt x="64249" y="19456"/>
                </a:moveTo>
                <a:lnTo>
                  <a:pt x="64249" y="0"/>
                </a:lnTo>
                <a:lnTo>
                  <a:pt x="0" y="0"/>
                </a:lnTo>
                <a:lnTo>
                  <a:pt x="0" y="19456"/>
                </a:lnTo>
                <a:lnTo>
                  <a:pt x="17983" y="19456"/>
                </a:lnTo>
                <a:lnTo>
                  <a:pt x="17983" y="90258"/>
                </a:lnTo>
                <a:lnTo>
                  <a:pt x="0" y="90258"/>
                </a:lnTo>
                <a:lnTo>
                  <a:pt x="0" y="109728"/>
                </a:lnTo>
                <a:lnTo>
                  <a:pt x="64249" y="109728"/>
                </a:lnTo>
                <a:lnTo>
                  <a:pt x="64249" y="90258"/>
                </a:lnTo>
                <a:lnTo>
                  <a:pt x="46266" y="90258"/>
                </a:lnTo>
                <a:lnTo>
                  <a:pt x="46266" y="19456"/>
                </a:lnTo>
                <a:lnTo>
                  <a:pt x="64249" y="19456"/>
                </a:lnTo>
                <a:close/>
              </a:path>
              <a:path w="717346" h="111950">
                <a:moveTo>
                  <a:pt x="125488" y="46520"/>
                </a:moveTo>
                <a:lnTo>
                  <a:pt x="127952" y="46126"/>
                </a:lnTo>
                <a:lnTo>
                  <a:pt x="133743" y="46126"/>
                </a:lnTo>
                <a:lnTo>
                  <a:pt x="136385" y="46558"/>
                </a:lnTo>
                <a:lnTo>
                  <a:pt x="138264" y="47396"/>
                </a:lnTo>
                <a:lnTo>
                  <a:pt x="140157" y="48221"/>
                </a:lnTo>
                <a:lnTo>
                  <a:pt x="142582" y="51371"/>
                </a:lnTo>
                <a:lnTo>
                  <a:pt x="144005" y="55372"/>
                </a:lnTo>
                <a:lnTo>
                  <a:pt x="144348" y="58686"/>
                </a:lnTo>
                <a:lnTo>
                  <a:pt x="144691" y="62014"/>
                </a:lnTo>
                <a:lnTo>
                  <a:pt x="144881" y="65328"/>
                </a:lnTo>
                <a:lnTo>
                  <a:pt x="144881" y="109728"/>
                </a:lnTo>
                <a:lnTo>
                  <a:pt x="171475" y="109728"/>
                </a:lnTo>
                <a:lnTo>
                  <a:pt x="171475" y="45504"/>
                </a:lnTo>
                <a:lnTo>
                  <a:pt x="168948" y="37693"/>
                </a:lnTo>
                <a:lnTo>
                  <a:pt x="163931" y="32486"/>
                </a:lnTo>
                <a:lnTo>
                  <a:pt x="158902" y="27292"/>
                </a:lnTo>
                <a:lnTo>
                  <a:pt x="151930" y="24688"/>
                </a:lnTo>
                <a:lnTo>
                  <a:pt x="137680" y="24688"/>
                </a:lnTo>
                <a:lnTo>
                  <a:pt x="132867" y="25666"/>
                </a:lnTo>
                <a:lnTo>
                  <a:pt x="128536" y="27635"/>
                </a:lnTo>
                <a:lnTo>
                  <a:pt x="124193" y="29616"/>
                </a:lnTo>
                <a:lnTo>
                  <a:pt x="119659" y="32435"/>
                </a:lnTo>
                <a:lnTo>
                  <a:pt x="114947" y="36106"/>
                </a:lnTo>
                <a:lnTo>
                  <a:pt x="114947" y="26962"/>
                </a:lnTo>
                <a:lnTo>
                  <a:pt x="88353" y="26962"/>
                </a:lnTo>
                <a:lnTo>
                  <a:pt x="88353" y="109728"/>
                </a:lnTo>
                <a:lnTo>
                  <a:pt x="114947" y="109728"/>
                </a:lnTo>
                <a:lnTo>
                  <a:pt x="114947" y="51066"/>
                </a:lnTo>
                <a:lnTo>
                  <a:pt x="117856" y="49339"/>
                </a:lnTo>
                <a:lnTo>
                  <a:pt x="120535" y="48094"/>
                </a:lnTo>
                <a:lnTo>
                  <a:pt x="123012" y="47307"/>
                </a:lnTo>
                <a:lnTo>
                  <a:pt x="125488" y="46520"/>
                </a:lnTo>
                <a:close/>
              </a:path>
              <a:path w="717346" h="111950">
                <a:moveTo>
                  <a:pt x="227266" y="79756"/>
                </a:moveTo>
                <a:lnTo>
                  <a:pt x="227253" y="77241"/>
                </a:lnTo>
                <a:lnTo>
                  <a:pt x="227253" y="44945"/>
                </a:lnTo>
                <a:lnTo>
                  <a:pt x="252018" y="44945"/>
                </a:lnTo>
                <a:lnTo>
                  <a:pt x="252018" y="26962"/>
                </a:lnTo>
                <a:lnTo>
                  <a:pt x="227253" y="26962"/>
                </a:lnTo>
                <a:lnTo>
                  <a:pt x="227253" y="3314"/>
                </a:lnTo>
                <a:lnTo>
                  <a:pt x="200647" y="3314"/>
                </a:lnTo>
                <a:lnTo>
                  <a:pt x="200647" y="26962"/>
                </a:lnTo>
                <a:lnTo>
                  <a:pt x="189738" y="26962"/>
                </a:lnTo>
                <a:lnTo>
                  <a:pt x="189738" y="44945"/>
                </a:lnTo>
                <a:lnTo>
                  <a:pt x="200647" y="44945"/>
                </a:lnTo>
                <a:lnTo>
                  <a:pt x="200647" y="93764"/>
                </a:lnTo>
                <a:lnTo>
                  <a:pt x="203174" y="100914"/>
                </a:lnTo>
                <a:lnTo>
                  <a:pt x="208203" y="105079"/>
                </a:lnTo>
                <a:lnTo>
                  <a:pt x="213245" y="109258"/>
                </a:lnTo>
                <a:lnTo>
                  <a:pt x="220903" y="111353"/>
                </a:lnTo>
                <a:lnTo>
                  <a:pt x="235851" y="111353"/>
                </a:lnTo>
                <a:lnTo>
                  <a:pt x="239750" y="111137"/>
                </a:lnTo>
                <a:lnTo>
                  <a:pt x="242951" y="110731"/>
                </a:lnTo>
                <a:lnTo>
                  <a:pt x="246151" y="110299"/>
                </a:lnTo>
                <a:lnTo>
                  <a:pt x="249161" y="109728"/>
                </a:lnTo>
                <a:lnTo>
                  <a:pt x="252018" y="109004"/>
                </a:lnTo>
                <a:lnTo>
                  <a:pt x="252018" y="90855"/>
                </a:lnTo>
                <a:lnTo>
                  <a:pt x="249809" y="90855"/>
                </a:lnTo>
                <a:lnTo>
                  <a:pt x="248932" y="91363"/>
                </a:lnTo>
                <a:lnTo>
                  <a:pt x="247370" y="91884"/>
                </a:lnTo>
                <a:lnTo>
                  <a:pt x="245148" y="92481"/>
                </a:lnTo>
                <a:lnTo>
                  <a:pt x="242912" y="93065"/>
                </a:lnTo>
                <a:lnTo>
                  <a:pt x="241109" y="93370"/>
                </a:lnTo>
                <a:lnTo>
                  <a:pt x="236410" y="93370"/>
                </a:lnTo>
                <a:lnTo>
                  <a:pt x="233870" y="92862"/>
                </a:lnTo>
                <a:lnTo>
                  <a:pt x="232143" y="91846"/>
                </a:lnTo>
                <a:lnTo>
                  <a:pt x="230403" y="90855"/>
                </a:lnTo>
                <a:lnTo>
                  <a:pt x="229184" y="89471"/>
                </a:lnTo>
                <a:lnTo>
                  <a:pt x="228511" y="87757"/>
                </a:lnTo>
                <a:lnTo>
                  <a:pt x="227761" y="86029"/>
                </a:lnTo>
                <a:lnTo>
                  <a:pt x="227368" y="84086"/>
                </a:lnTo>
                <a:lnTo>
                  <a:pt x="227330" y="81927"/>
                </a:lnTo>
                <a:lnTo>
                  <a:pt x="227266" y="79756"/>
                </a:lnTo>
                <a:close/>
              </a:path>
              <a:path w="717346" h="111950">
                <a:moveTo>
                  <a:pt x="325330" y="25993"/>
                </a:moveTo>
                <a:lnTo>
                  <a:pt x="310883" y="24384"/>
                </a:lnTo>
                <a:lnTo>
                  <a:pt x="298455" y="25489"/>
                </a:lnTo>
                <a:lnTo>
                  <a:pt x="299440" y="42316"/>
                </a:lnTo>
                <a:lnTo>
                  <a:pt x="303657" y="40970"/>
                </a:lnTo>
                <a:lnTo>
                  <a:pt x="314261" y="40970"/>
                </a:lnTo>
                <a:lnTo>
                  <a:pt x="318300" y="42367"/>
                </a:lnTo>
                <a:lnTo>
                  <a:pt x="320916" y="45173"/>
                </a:lnTo>
                <a:lnTo>
                  <a:pt x="323519" y="47980"/>
                </a:lnTo>
                <a:lnTo>
                  <a:pt x="324891" y="52146"/>
                </a:lnTo>
                <a:lnTo>
                  <a:pt x="325043" y="57683"/>
                </a:lnTo>
                <a:lnTo>
                  <a:pt x="351421" y="73253"/>
                </a:lnTo>
                <a:lnTo>
                  <a:pt x="351421" y="63969"/>
                </a:lnTo>
                <a:lnTo>
                  <a:pt x="351082" y="57264"/>
                </a:lnTo>
                <a:lnTo>
                  <a:pt x="347861" y="44432"/>
                </a:lnTo>
                <a:lnTo>
                  <a:pt x="341236" y="34607"/>
                </a:lnTo>
                <a:lnTo>
                  <a:pt x="336609" y="30817"/>
                </a:lnTo>
                <a:lnTo>
                  <a:pt x="325330" y="25993"/>
                </a:lnTo>
                <a:close/>
              </a:path>
              <a:path w="717346" h="111950">
                <a:moveTo>
                  <a:pt x="263880" y="68821"/>
                </a:moveTo>
                <a:lnTo>
                  <a:pt x="264811" y="79131"/>
                </a:lnTo>
                <a:lnTo>
                  <a:pt x="269185" y="91218"/>
                </a:lnTo>
                <a:lnTo>
                  <a:pt x="277139" y="100736"/>
                </a:lnTo>
                <a:lnTo>
                  <a:pt x="288262" y="107376"/>
                </a:lnTo>
                <a:lnTo>
                  <a:pt x="300605" y="110806"/>
                </a:lnTo>
                <a:lnTo>
                  <a:pt x="315315" y="111950"/>
                </a:lnTo>
                <a:lnTo>
                  <a:pt x="321754" y="111950"/>
                </a:lnTo>
                <a:lnTo>
                  <a:pt x="327634" y="111391"/>
                </a:lnTo>
                <a:lnTo>
                  <a:pt x="332930" y="110324"/>
                </a:lnTo>
                <a:lnTo>
                  <a:pt x="338239" y="109245"/>
                </a:lnTo>
                <a:lnTo>
                  <a:pt x="343877" y="107492"/>
                </a:lnTo>
                <a:lnTo>
                  <a:pt x="349872" y="105079"/>
                </a:lnTo>
                <a:lnTo>
                  <a:pt x="349872" y="83781"/>
                </a:lnTo>
                <a:lnTo>
                  <a:pt x="346925" y="83781"/>
                </a:lnTo>
                <a:lnTo>
                  <a:pt x="343877" y="86106"/>
                </a:lnTo>
                <a:lnTo>
                  <a:pt x="339712" y="88252"/>
                </a:lnTo>
                <a:lnTo>
                  <a:pt x="334479" y="90258"/>
                </a:lnTo>
                <a:lnTo>
                  <a:pt x="329209" y="92290"/>
                </a:lnTo>
                <a:lnTo>
                  <a:pt x="323786" y="93294"/>
                </a:lnTo>
                <a:lnTo>
                  <a:pt x="309333" y="93294"/>
                </a:lnTo>
                <a:lnTo>
                  <a:pt x="302653" y="91592"/>
                </a:lnTo>
                <a:lnTo>
                  <a:pt x="298107" y="88125"/>
                </a:lnTo>
                <a:lnTo>
                  <a:pt x="293547" y="84696"/>
                </a:lnTo>
                <a:lnTo>
                  <a:pt x="291096" y="79743"/>
                </a:lnTo>
                <a:lnTo>
                  <a:pt x="290703" y="73253"/>
                </a:lnTo>
                <a:lnTo>
                  <a:pt x="351421" y="73253"/>
                </a:lnTo>
                <a:lnTo>
                  <a:pt x="325043" y="57683"/>
                </a:lnTo>
                <a:lnTo>
                  <a:pt x="290626" y="57683"/>
                </a:lnTo>
                <a:lnTo>
                  <a:pt x="291007" y="51854"/>
                </a:lnTo>
                <a:lnTo>
                  <a:pt x="292862" y="47612"/>
                </a:lnTo>
                <a:lnTo>
                  <a:pt x="296151" y="44945"/>
                </a:lnTo>
                <a:lnTo>
                  <a:pt x="299440" y="42316"/>
                </a:lnTo>
                <a:lnTo>
                  <a:pt x="298455" y="25489"/>
                </a:lnTo>
                <a:lnTo>
                  <a:pt x="286316" y="29478"/>
                </a:lnTo>
                <a:lnTo>
                  <a:pt x="276440" y="36372"/>
                </a:lnTo>
                <a:lnTo>
                  <a:pt x="270575" y="43449"/>
                </a:lnTo>
                <a:lnTo>
                  <a:pt x="265555" y="55001"/>
                </a:lnTo>
                <a:lnTo>
                  <a:pt x="263880" y="68821"/>
                </a:lnTo>
                <a:close/>
              </a:path>
            </a:pathLst>
          </a:custGeom>
          <a:solidFill>
            <a:srgbClr val="32323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24269" y="2692400"/>
            <a:ext cx="835405" cy="3721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-76199" y="1200911"/>
            <a:ext cx="1981199" cy="381000"/>
          </a:xfrm>
          <a:custGeom>
            <a:avLst/>
            <a:gdLst/>
            <a:ahLst/>
            <a:cxnLst/>
            <a:rect l="l" t="t" r="r" b="b"/>
            <a:pathLst>
              <a:path w="1981199" h="381000">
                <a:moveTo>
                  <a:pt x="1918754" y="380991"/>
                </a:moveTo>
                <a:lnTo>
                  <a:pt x="1957844" y="366691"/>
                </a:lnTo>
                <a:lnTo>
                  <a:pt x="1979554" y="331913"/>
                </a:lnTo>
                <a:lnTo>
                  <a:pt x="1981199" y="317500"/>
                </a:lnTo>
                <a:lnTo>
                  <a:pt x="1981191" y="62445"/>
                </a:lnTo>
                <a:lnTo>
                  <a:pt x="1966891" y="23355"/>
                </a:lnTo>
                <a:lnTo>
                  <a:pt x="1932113" y="1645"/>
                </a:lnTo>
                <a:lnTo>
                  <a:pt x="1917699" y="0"/>
                </a:lnTo>
                <a:lnTo>
                  <a:pt x="76199" y="8"/>
                </a:lnTo>
                <a:lnTo>
                  <a:pt x="76199" y="380999"/>
                </a:lnTo>
                <a:lnTo>
                  <a:pt x="19187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-14223"/>
            <a:ext cx="9138157" cy="109143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13901" y="2607056"/>
            <a:ext cx="433069" cy="2379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10599" y="2057399"/>
            <a:ext cx="507999" cy="0"/>
          </a:xfrm>
          <a:custGeom>
            <a:avLst/>
            <a:gdLst/>
            <a:ahLst/>
            <a:cxnLst/>
            <a:rect l="l" t="t" r="r" b="b"/>
            <a:pathLst>
              <a:path w="507999">
                <a:moveTo>
                  <a:pt x="0" y="0"/>
                </a:moveTo>
                <a:lnTo>
                  <a:pt x="507999" y="0"/>
                </a:lnTo>
              </a:path>
            </a:pathLst>
          </a:custGeom>
          <a:ln w="0">
            <a:solidFill>
              <a:srgbClr val="9EA0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23299" y="2057399"/>
            <a:ext cx="0" cy="1803400"/>
          </a:xfrm>
          <a:custGeom>
            <a:avLst/>
            <a:gdLst/>
            <a:ahLst/>
            <a:cxnLst/>
            <a:rect l="l" t="t" r="r" b="b"/>
            <a:pathLst>
              <a:path h="1803400">
                <a:moveTo>
                  <a:pt x="0" y="1803400"/>
                </a:moveTo>
                <a:lnTo>
                  <a:pt x="0" y="0"/>
                </a:lnTo>
              </a:path>
            </a:pathLst>
          </a:custGeom>
          <a:ln w="12699">
            <a:solidFill>
              <a:srgbClr val="9EA0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10599" y="3848099"/>
            <a:ext cx="520699" cy="0"/>
          </a:xfrm>
          <a:custGeom>
            <a:avLst/>
            <a:gdLst/>
            <a:ahLst/>
            <a:cxnLst/>
            <a:rect l="l" t="t" r="r" b="b"/>
            <a:pathLst>
              <a:path w="520699">
                <a:moveTo>
                  <a:pt x="0" y="0"/>
                </a:moveTo>
                <a:lnTo>
                  <a:pt x="520699" y="0"/>
                </a:lnTo>
              </a:path>
            </a:pathLst>
          </a:custGeom>
          <a:ln w="12700">
            <a:solidFill>
              <a:srgbClr val="9EA0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40893" y="1283207"/>
            <a:ext cx="8331489" cy="7766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667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ARP</a:t>
            </a:r>
            <a:r>
              <a:rPr sz="2700" spc="-54" baseline="3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3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  <a:p>
            <a:pPr marL="183083">
              <a:lnSpc>
                <a:spcPct val="95825"/>
              </a:lnSpc>
              <a:spcBef>
                <a:spcPts val="704"/>
              </a:spcBef>
            </a:pP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400" spc="-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agra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400" spc="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explains</a:t>
            </a:r>
            <a:r>
              <a:rPr sz="140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tM</a:t>
            </a:r>
            <a:r>
              <a:rPr sz="1400" spc="-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cen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ar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o.</a:t>
            </a:r>
            <a:r>
              <a:rPr sz="1400" spc="-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ost</a:t>
            </a:r>
            <a:r>
              <a:rPr sz="1400" spc="3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-1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ds</a:t>
            </a:r>
            <a:r>
              <a:rPr sz="1400" spc="-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1400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tr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aff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400" spc="3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aimed</a:t>
            </a:r>
            <a:r>
              <a:rPr sz="14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1400" spc="1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2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ter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1400" spc="-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1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400" spc="1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400" spc="5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-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1400">
              <a:latin typeface="Times New Roman"/>
              <a:cs typeface="Times New Roman"/>
            </a:endParaRPr>
          </a:p>
          <a:p>
            <a:pPr marL="183083" marR="30667">
              <a:lnSpc>
                <a:spcPct val="95825"/>
              </a:lnSpc>
              <a:spcBef>
                <a:spcPts val="70"/>
              </a:spcBef>
            </a:pP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ac</a:t>
            </a:r>
            <a:r>
              <a:rPr sz="1400" spc="-4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94459" y="2393949"/>
            <a:ext cx="463438" cy="1518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15"/>
              </a:lnSpc>
              <a:spcBef>
                <a:spcPts val="55"/>
              </a:spcBef>
            </a:pPr>
            <a:r>
              <a:rPr sz="1500" spc="0" baseline="2730" dirty="0">
                <a:solidFill>
                  <a:srgbClr val="C00000"/>
                </a:solidFill>
                <a:latin typeface="Calibri"/>
                <a:cs typeface="Calibri"/>
              </a:rPr>
              <a:t>MA</a:t>
            </a:r>
            <a:r>
              <a:rPr sz="1500" spc="-4" baseline="2730" dirty="0">
                <a:solidFill>
                  <a:srgbClr val="C00000"/>
                </a:solidFill>
                <a:latin typeface="Calibri"/>
                <a:cs typeface="Calibri"/>
              </a:rPr>
              <a:t>C_</a:t>
            </a:r>
            <a:r>
              <a:rPr sz="1500" spc="0" baseline="2730" dirty="0">
                <a:solidFill>
                  <a:srgbClr val="C00000"/>
                </a:solidFill>
                <a:latin typeface="Calibri"/>
                <a:cs typeface="Calibri"/>
              </a:rPr>
              <a:t>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94456" y="2637789"/>
            <a:ext cx="463438" cy="1518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15"/>
              </a:lnSpc>
              <a:spcBef>
                <a:spcPts val="55"/>
              </a:spcBef>
            </a:pPr>
            <a:r>
              <a:rPr sz="1500" spc="0" baseline="2730" dirty="0">
                <a:latin typeface="Calibri"/>
                <a:cs typeface="Calibri"/>
              </a:rPr>
              <a:t>MA</a:t>
            </a:r>
            <a:r>
              <a:rPr sz="1500" spc="-4" baseline="2730" dirty="0">
                <a:latin typeface="Calibri"/>
                <a:cs typeface="Calibri"/>
              </a:rPr>
              <a:t>C_</a:t>
            </a:r>
            <a:r>
              <a:rPr sz="1500" spc="0" baseline="2730" dirty="0">
                <a:latin typeface="Calibri"/>
                <a:cs typeface="Calibri"/>
              </a:rPr>
              <a:t>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73236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78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96413" y="3831081"/>
            <a:ext cx="444118" cy="2438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2740532" y="3831081"/>
            <a:ext cx="606170" cy="2438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1291971" y="2139695"/>
            <a:ext cx="904113" cy="210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2196084" y="2139695"/>
            <a:ext cx="3230880" cy="21028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66209" algn="r">
              <a:lnSpc>
                <a:spcPts val="1655"/>
              </a:lnSpc>
              <a:spcBef>
                <a:spcPts val="82"/>
              </a:spcBef>
            </a:pPr>
            <a:r>
              <a:rPr sz="2400" spc="0" baseline="-3413" dirty="0">
                <a:solidFill>
                  <a:srgbClr val="A5A5A5"/>
                </a:solidFill>
                <a:latin typeface="Calibri"/>
                <a:cs typeface="Calibri"/>
              </a:rPr>
              <a:t>LAN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1971" y="2349976"/>
            <a:ext cx="523494" cy="2300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821">
              <a:lnSpc>
                <a:spcPct val="101725"/>
              </a:lnSpc>
              <a:spcBef>
                <a:spcPts val="240"/>
              </a:spcBef>
            </a:pPr>
            <a:r>
              <a:rPr sz="1000" spc="0" dirty="0">
                <a:latin typeface="Calibri"/>
                <a:cs typeface="Calibri"/>
              </a:rPr>
              <a:t>IP_G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5465" y="2349976"/>
            <a:ext cx="380619" cy="2300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694">
              <a:lnSpc>
                <a:spcPct val="101725"/>
              </a:lnSpc>
              <a:spcBef>
                <a:spcPts val="240"/>
              </a:spcBef>
            </a:pPr>
            <a:r>
              <a:rPr sz="1000" spc="0" dirty="0">
                <a:solidFill>
                  <a:srgbClr val="C00000"/>
                </a:solidFill>
                <a:latin typeface="Calibri"/>
                <a:cs typeface="Calibri"/>
              </a:rPr>
              <a:t>MAC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6084" y="2349976"/>
            <a:ext cx="288131" cy="23002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2484215" y="2349976"/>
            <a:ext cx="2942748" cy="4881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1291971" y="2580004"/>
            <a:ext cx="523494" cy="2580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821">
              <a:lnSpc>
                <a:spcPct val="101725"/>
              </a:lnSpc>
              <a:spcBef>
                <a:spcPts val="350"/>
              </a:spcBef>
            </a:pPr>
            <a:r>
              <a:rPr sz="1000" spc="0" dirty="0">
                <a:latin typeface="Calibri"/>
                <a:cs typeface="Calibri"/>
              </a:rPr>
              <a:t>IP_M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5465" y="2580004"/>
            <a:ext cx="380619" cy="2580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691">
              <a:lnSpc>
                <a:spcPct val="101725"/>
              </a:lnSpc>
              <a:spcBef>
                <a:spcPts val="350"/>
              </a:spcBef>
            </a:pPr>
            <a:r>
              <a:rPr sz="1000" spc="0" dirty="0">
                <a:latin typeface="Calibri"/>
                <a:cs typeface="Calibri"/>
              </a:rPr>
              <a:t>MAC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6084" y="2580004"/>
            <a:ext cx="288131" cy="2580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1291971" y="2838100"/>
            <a:ext cx="904113" cy="1886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196084" y="2838100"/>
            <a:ext cx="3230880" cy="1886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8623299" y="2057399"/>
            <a:ext cx="495299" cy="1790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26"/>
              </a:spcBef>
            </a:pPr>
            <a:endParaRPr sz="550"/>
          </a:p>
          <a:p>
            <a:pPr marL="185419">
              <a:lnSpc>
                <a:spcPts val="1839"/>
              </a:lnSpc>
            </a:pPr>
            <a:r>
              <a:rPr sz="1600" dirty="0">
                <a:solidFill>
                  <a:srgbClr val="B5B5B5"/>
                </a:solidFill>
                <a:latin typeface="Times New Roman"/>
                <a:cs typeface="Times New Roman"/>
              </a:rPr>
              <a:t>,</a:t>
            </a:r>
            <a:r>
              <a:rPr sz="1600" dirty="0">
                <a:solidFill>
                  <a:srgbClr val="9EA0A1"/>
                </a:solidFill>
                <a:latin typeface="Times New Roman"/>
                <a:cs typeface="Times New Roman"/>
              </a:rPr>
              <a:t>.</a:t>
            </a:r>
            <a:r>
              <a:rPr sz="1600" spc="-304" dirty="0">
                <a:solidFill>
                  <a:srgbClr val="9EA0A1"/>
                </a:solidFill>
                <a:latin typeface="Times New Roman"/>
                <a:cs typeface="Times New Roman"/>
              </a:rPr>
              <a:t>,</a:t>
            </a:r>
            <a:r>
              <a:rPr sz="2400" spc="-334" baseline="16305" dirty="0">
                <a:solidFill>
                  <a:srgbClr val="9EA0A1"/>
                </a:solidFill>
                <a:latin typeface="Times New Roman"/>
                <a:cs typeface="Times New Roman"/>
              </a:rPr>
              <a:t>h</a:t>
            </a:r>
            <a:r>
              <a:rPr sz="1600" spc="0" dirty="0">
                <a:solidFill>
                  <a:srgbClr val="9EA0A1"/>
                </a:solidFill>
                <a:latin typeface="Times New Roman"/>
                <a:cs typeface="Times New Roman"/>
              </a:rPr>
              <a:t>,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553582" y="2518155"/>
            <a:ext cx="34289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-76200" y="1200911"/>
            <a:ext cx="1981200" cy="381000"/>
          </a:xfrm>
          <a:custGeom>
            <a:avLst/>
            <a:gdLst/>
            <a:ahLst/>
            <a:cxnLst/>
            <a:rect l="l" t="t" r="r" b="b"/>
            <a:pathLst>
              <a:path w="1981200" h="381000">
                <a:moveTo>
                  <a:pt x="1918754" y="380991"/>
                </a:moveTo>
                <a:lnTo>
                  <a:pt x="1957844" y="366691"/>
                </a:lnTo>
                <a:lnTo>
                  <a:pt x="1979554" y="331913"/>
                </a:lnTo>
                <a:lnTo>
                  <a:pt x="1981200" y="317500"/>
                </a:lnTo>
                <a:lnTo>
                  <a:pt x="1981191" y="62445"/>
                </a:lnTo>
                <a:lnTo>
                  <a:pt x="1966891" y="23355"/>
                </a:lnTo>
                <a:lnTo>
                  <a:pt x="1932113" y="1645"/>
                </a:lnTo>
                <a:lnTo>
                  <a:pt x="1917700" y="0"/>
                </a:lnTo>
                <a:lnTo>
                  <a:pt x="76200" y="8"/>
                </a:lnTo>
                <a:lnTo>
                  <a:pt x="76200" y="380999"/>
                </a:lnTo>
                <a:lnTo>
                  <a:pt x="1918754" y="38099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1276" y="359537"/>
            <a:ext cx="45077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1.2.2.1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acks</a:t>
            </a:r>
            <a:r>
              <a:rPr sz="2400" b="1" spc="39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893" y="1283208"/>
            <a:ext cx="1379879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ARP</a:t>
            </a:r>
            <a:r>
              <a:rPr sz="2700" spc="-54" baseline="3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39" baseline="3034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r>
              <a:rPr sz="2700" spc="4" baseline="3034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700" spc="-4" baseline="303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700" spc="0" baseline="3034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5" y="1745183"/>
            <a:ext cx="7305257" cy="58520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2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owing</a:t>
            </a:r>
            <a:r>
              <a:rPr sz="2000" spc="3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bes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</a:t>
            </a:r>
            <a:r>
              <a:rPr sz="2000" spc="-6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ps</a:t>
            </a:r>
            <a:r>
              <a:rPr sz="2000" spc="-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hat</a:t>
            </a:r>
            <a:r>
              <a:rPr sz="2000" spc="4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ace </a:t>
            </a:r>
            <a:r>
              <a:rPr sz="2000" spc="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000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previous</a:t>
            </a:r>
            <a:endParaRPr sz="2000">
              <a:latin typeface="Times New Roman"/>
              <a:cs typeface="Times New Roman"/>
            </a:endParaRPr>
          </a:p>
          <a:p>
            <a:pPr marL="12700" marR="38221">
              <a:lnSpc>
                <a:spcPct val="95825"/>
              </a:lnSpc>
            </a:pP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ce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io: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1480" y="2416237"/>
            <a:ext cx="273915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4380" y="2416237"/>
            <a:ext cx="7253409" cy="22312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Host</a:t>
            </a:r>
            <a:r>
              <a:rPr sz="2000" spc="4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-1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ants</a:t>
            </a:r>
            <a:r>
              <a:rPr sz="2000" spc="-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2000" spc="-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ackets</a:t>
            </a:r>
            <a:r>
              <a:rPr sz="20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ternet.</a:t>
            </a:r>
            <a:r>
              <a:rPr sz="20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0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ady </a:t>
            </a:r>
            <a:r>
              <a:rPr sz="2000" spc="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has </a:t>
            </a:r>
            <a:r>
              <a:rPr sz="2000" spc="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IP</a:t>
            </a:r>
            <a:r>
              <a:rPr sz="2000" spc="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1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way</a:t>
            </a:r>
            <a:r>
              <a:rPr sz="2000" spc="-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(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_G),</a:t>
            </a:r>
            <a:r>
              <a:rPr sz="2000" spc="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000" spc="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ds</a:t>
            </a:r>
            <a:r>
              <a:rPr sz="20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endParaRPr sz="2000">
              <a:latin typeface="Times New Roman"/>
              <a:cs typeface="Times New Roman"/>
            </a:endParaRPr>
          </a:p>
          <a:p>
            <a:pPr marL="12700" marR="31111">
              <a:lnSpc>
                <a:spcPct val="95825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Times New Roman"/>
                <a:cs typeface="Times New Roman"/>
              </a:rPr>
              <a:t>addres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marR="691616">
              <a:lnSpc>
                <a:spcPct val="100041"/>
              </a:lnSpc>
              <a:spcBef>
                <a:spcPts val="580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2000" spc="4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use </a:t>
            </a:r>
            <a:r>
              <a:rPr sz="20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uito</a:t>
            </a:r>
            <a:r>
              <a:rPr sz="2000" spc="-16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000" spc="-1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1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adver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ise</a:t>
            </a:r>
            <a:r>
              <a:rPr sz="2000" spc="-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lf</a:t>
            </a:r>
            <a:r>
              <a:rPr sz="2000" spc="3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 d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fau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ga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ay:</a:t>
            </a:r>
            <a:r>
              <a:rPr sz="2000" spc="-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nds</a:t>
            </a:r>
            <a:r>
              <a:rPr sz="2000" spc="4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_G</a:t>
            </a:r>
            <a:r>
              <a:rPr sz="2000" spc="-1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1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his</a:t>
            </a:r>
            <a:r>
              <a:rPr sz="20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own</a:t>
            </a:r>
            <a:r>
              <a:rPr sz="2000" spc="2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(MAC_M).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41"/>
              </a:lnSpc>
              <a:spcBef>
                <a:spcPts val="484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aff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44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ant</a:t>
            </a:r>
            <a:r>
              <a:rPr sz="2000" spc="-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leave</a:t>
            </a:r>
            <a:r>
              <a:rPr sz="2000" spc="4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LAN</a:t>
            </a:r>
            <a:r>
              <a:rPr sz="20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-1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pass</a:t>
            </a:r>
            <a:r>
              <a:rPr sz="2000" spc="3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ough</a:t>
            </a:r>
            <a:r>
              <a:rPr sz="2000" spc="-2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M,</a:t>
            </a:r>
            <a:r>
              <a:rPr sz="2000" spc="-1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hich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-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then</a:t>
            </a:r>
            <a:r>
              <a:rPr sz="2000" spc="4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di</a:t>
            </a:r>
            <a:r>
              <a:rPr sz="2000" spc="1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ct</a:t>
            </a:r>
            <a:r>
              <a:rPr sz="2000" spc="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000" spc="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al</a:t>
            </a:r>
            <a:r>
              <a:rPr sz="2000" spc="2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ga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480" y="3391849"/>
            <a:ext cx="27391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2.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1480" y="4062766"/>
            <a:ext cx="27391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3.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8" y="4855307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79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79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8755507" y="2595499"/>
            <a:ext cx="388747" cy="11451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9131300" y="2768600"/>
            <a:ext cx="0" cy="965199"/>
          </a:xfrm>
          <a:custGeom>
            <a:avLst/>
            <a:gdLst/>
            <a:ahLst/>
            <a:cxnLst/>
            <a:rect l="l" t="t" r="r" b="b"/>
            <a:pathLst>
              <a:path h="965199">
                <a:moveTo>
                  <a:pt x="0" y="965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AFAC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065020" y="1996438"/>
            <a:ext cx="4818888" cy="470917"/>
          </a:xfrm>
          <a:custGeom>
            <a:avLst/>
            <a:gdLst/>
            <a:ahLst/>
            <a:cxnLst/>
            <a:rect l="l" t="t" r="r" b="b"/>
            <a:pathLst>
              <a:path w="4818888" h="470917">
                <a:moveTo>
                  <a:pt x="0" y="470917"/>
                </a:moveTo>
                <a:lnTo>
                  <a:pt x="4818888" y="470917"/>
                </a:lnTo>
                <a:lnTo>
                  <a:pt x="4818888" y="0"/>
                </a:lnTo>
                <a:lnTo>
                  <a:pt x="0" y="0"/>
                </a:lnTo>
                <a:lnTo>
                  <a:pt x="0" y="47091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065019" y="2535935"/>
            <a:ext cx="4818887" cy="594360"/>
          </a:xfrm>
          <a:custGeom>
            <a:avLst/>
            <a:gdLst/>
            <a:ahLst/>
            <a:cxnLst/>
            <a:rect l="l" t="t" r="r" b="b"/>
            <a:pathLst>
              <a:path w="4818887" h="594360">
                <a:moveTo>
                  <a:pt x="0" y="594360"/>
                </a:moveTo>
                <a:lnTo>
                  <a:pt x="4818887" y="594360"/>
                </a:lnTo>
                <a:lnTo>
                  <a:pt x="4818887" y="0"/>
                </a:lnTo>
                <a:lnTo>
                  <a:pt x="0" y="0"/>
                </a:lnTo>
                <a:lnTo>
                  <a:pt x="0" y="5943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065019" y="3198874"/>
            <a:ext cx="4818887" cy="1511808"/>
          </a:xfrm>
          <a:custGeom>
            <a:avLst/>
            <a:gdLst/>
            <a:ahLst/>
            <a:cxnLst/>
            <a:rect l="l" t="t" r="r" b="b"/>
            <a:pathLst>
              <a:path w="4818887" h="1511808">
                <a:moveTo>
                  <a:pt x="0" y="1511808"/>
                </a:moveTo>
                <a:lnTo>
                  <a:pt x="4818887" y="1511808"/>
                </a:lnTo>
                <a:lnTo>
                  <a:pt x="4818887" y="0"/>
                </a:lnTo>
                <a:lnTo>
                  <a:pt x="0" y="0"/>
                </a:lnTo>
                <a:lnTo>
                  <a:pt x="0" y="15118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080000" y="325120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35600" y="3251200"/>
            <a:ext cx="241300" cy="0"/>
          </a:xfrm>
          <a:custGeom>
            <a:avLst/>
            <a:gdLst/>
            <a:ahLst/>
            <a:cxnLst/>
            <a:rect l="l" t="t" r="r" b="b"/>
            <a:pathLst>
              <a:path w="241300">
                <a:moveTo>
                  <a:pt x="0" y="0"/>
                </a:moveTo>
                <a:lnTo>
                  <a:pt x="2413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676900" y="3251200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>
                <a:moveTo>
                  <a:pt x="0" y="0"/>
                </a:moveTo>
                <a:lnTo>
                  <a:pt x="4445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121400" y="3251200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311900" y="3251200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>
                <a:moveTo>
                  <a:pt x="0" y="0"/>
                </a:moveTo>
                <a:lnTo>
                  <a:pt x="3302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080000" y="3251200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9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080000" y="3352800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9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676900" y="3251200"/>
            <a:ext cx="965200" cy="0"/>
          </a:xfrm>
          <a:custGeom>
            <a:avLst/>
            <a:gdLst/>
            <a:ahLst/>
            <a:cxnLst/>
            <a:rect l="l" t="t" r="r" b="b"/>
            <a:pathLst>
              <a:path w="965200">
                <a:moveTo>
                  <a:pt x="0" y="0"/>
                </a:moveTo>
                <a:lnTo>
                  <a:pt x="9652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676900" y="3352800"/>
            <a:ext cx="965200" cy="0"/>
          </a:xfrm>
          <a:custGeom>
            <a:avLst/>
            <a:gdLst/>
            <a:ahLst/>
            <a:cxnLst/>
            <a:rect l="l" t="t" r="r" b="b"/>
            <a:pathLst>
              <a:path w="965200">
                <a:moveTo>
                  <a:pt x="0" y="0"/>
                </a:moveTo>
                <a:lnTo>
                  <a:pt x="9652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080000" y="335280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435600" y="3352800"/>
            <a:ext cx="876300" cy="0"/>
          </a:xfrm>
          <a:custGeom>
            <a:avLst/>
            <a:gdLst/>
            <a:ahLst/>
            <a:cxnLst/>
            <a:rect l="l" t="t" r="r" b="b"/>
            <a:pathLst>
              <a:path w="876300">
                <a:moveTo>
                  <a:pt x="0" y="0"/>
                </a:moveTo>
                <a:lnTo>
                  <a:pt x="8763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311900" y="3352800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>
                <a:moveTo>
                  <a:pt x="0" y="0"/>
                </a:moveTo>
                <a:lnTo>
                  <a:pt x="5461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080000" y="3695700"/>
            <a:ext cx="1778000" cy="0"/>
          </a:xfrm>
          <a:custGeom>
            <a:avLst/>
            <a:gdLst/>
            <a:ahLst/>
            <a:cxnLst/>
            <a:rect l="l" t="t" r="r" b="b"/>
            <a:pathLst>
              <a:path w="1778000">
                <a:moveTo>
                  <a:pt x="0" y="0"/>
                </a:moveTo>
                <a:lnTo>
                  <a:pt x="17780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080000" y="3695700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1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080000" y="3797300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1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080000" y="379730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35600" y="3797300"/>
            <a:ext cx="1422400" cy="0"/>
          </a:xfrm>
          <a:custGeom>
            <a:avLst/>
            <a:gdLst/>
            <a:ahLst/>
            <a:cxnLst/>
            <a:rect l="l" t="t" r="r" b="b"/>
            <a:pathLst>
              <a:path w="1422400">
                <a:moveTo>
                  <a:pt x="0" y="0"/>
                </a:moveTo>
                <a:lnTo>
                  <a:pt x="14224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080000" y="4127500"/>
            <a:ext cx="1778000" cy="0"/>
          </a:xfrm>
          <a:custGeom>
            <a:avLst/>
            <a:gdLst/>
            <a:ahLst/>
            <a:cxnLst/>
            <a:rect l="l" t="t" r="r" b="b"/>
            <a:pathLst>
              <a:path w="1778000">
                <a:moveTo>
                  <a:pt x="0" y="0"/>
                </a:moveTo>
                <a:lnTo>
                  <a:pt x="17780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080000" y="4127500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9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080000" y="4241800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9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676900" y="4127500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>
                <a:moveTo>
                  <a:pt x="0" y="0"/>
                </a:moveTo>
                <a:lnTo>
                  <a:pt x="11811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676900" y="4241800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>
                <a:moveTo>
                  <a:pt x="0" y="0"/>
                </a:moveTo>
                <a:lnTo>
                  <a:pt x="11811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080000" y="4241800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9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11900" y="4241800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>
                <a:moveTo>
                  <a:pt x="0" y="0"/>
                </a:moveTo>
                <a:lnTo>
                  <a:pt x="5461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080000" y="4572000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1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080000" y="4572000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1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0" y="-35559"/>
            <a:ext cx="9142095" cy="12865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610600" y="20320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0" y="0"/>
                </a:moveTo>
                <a:lnTo>
                  <a:pt x="520700" y="0"/>
                </a:lnTo>
              </a:path>
            </a:pathLst>
          </a:custGeom>
          <a:ln w="12699">
            <a:solidFill>
              <a:srgbClr val="979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636000" y="2019300"/>
            <a:ext cx="0" cy="1816099"/>
          </a:xfrm>
          <a:custGeom>
            <a:avLst/>
            <a:gdLst/>
            <a:ahLst/>
            <a:cxnLst/>
            <a:rect l="l" t="t" r="r" b="b"/>
            <a:pathLst>
              <a:path h="1816099">
                <a:moveTo>
                  <a:pt x="0" y="18160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79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623300" y="3822700"/>
            <a:ext cx="508000" cy="0"/>
          </a:xfrm>
          <a:custGeom>
            <a:avLst/>
            <a:gdLst/>
            <a:ahLst/>
            <a:cxnLst/>
            <a:rect l="l" t="t" r="r" b="b"/>
            <a:pathLst>
              <a:path w="508000">
                <a:moveTo>
                  <a:pt x="0" y="0"/>
                </a:moveTo>
                <a:lnTo>
                  <a:pt x="508000" y="0"/>
                </a:lnTo>
              </a:path>
            </a:pathLst>
          </a:custGeom>
          <a:ln w="12699">
            <a:solidFill>
              <a:srgbClr val="AFAC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153400" y="5118100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>
                <a:moveTo>
                  <a:pt x="0" y="0"/>
                </a:moveTo>
                <a:lnTo>
                  <a:pt x="444500" y="0"/>
                </a:lnTo>
              </a:path>
            </a:pathLst>
          </a:custGeom>
          <a:ln w="0">
            <a:solidFill>
              <a:srgbClr val="D8D8D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10665" y="1335658"/>
            <a:ext cx="7796064" cy="2661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10"/>
              </a:lnSpc>
              <a:spcBef>
                <a:spcPts val="100"/>
              </a:spcBef>
            </a:pP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Con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900" spc="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900" spc="3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_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oning.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ng</a:t>
            </a:r>
            <a:r>
              <a:rPr sz="1900" i="1" spc="1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file</a:t>
            </a:r>
            <a:r>
              <a:rPr sz="1900" i="1" spc="1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found</a:t>
            </a:r>
            <a:r>
              <a:rPr sz="1900" spc="4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19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1900" spc="3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mo</a:t>
            </a:r>
            <a:r>
              <a:rPr sz="1900" spc="-11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ule's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19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ou</a:t>
            </a:r>
            <a:r>
              <a:rPr sz="1900" spc="-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90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9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0665" y="1625218"/>
            <a:ext cx="3242614" cy="2661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10"/>
              </a:lnSpc>
              <a:spcBef>
                <a:spcPts val="100"/>
              </a:spcBef>
            </a:pP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1900" spc="1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about</a:t>
            </a:r>
            <a:r>
              <a:rPr sz="1900" spc="-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1900" spc="3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traffic?</a:t>
            </a:r>
            <a:r>
              <a:rPr sz="1900" spc="4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Wou</a:t>
            </a:r>
            <a:r>
              <a:rPr sz="1900" spc="-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55338" y="1625218"/>
            <a:ext cx="4194906" cy="2661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10"/>
              </a:lnSpc>
              <a:spcBef>
                <a:spcPts val="100"/>
              </a:spcBef>
            </a:pP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1900" spc="2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cons</a:t>
            </a:r>
            <a:r>
              <a:rPr sz="1900" spc="-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dered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picious</a:t>
            </a:r>
            <a:r>
              <a:rPr sz="1900" spc="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1900" spc="1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nor</a:t>
            </a:r>
            <a:r>
              <a:rPr sz="1900" spc="-9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al?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06547" y="1763619"/>
            <a:ext cx="842791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5"/>
              </a:lnSpc>
              <a:spcBef>
                <a:spcPts val="188"/>
              </a:spcBef>
            </a:pP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1</a:t>
            </a:r>
            <a:r>
              <a:rPr sz="600" spc="6" dirty="0">
                <a:solidFill>
                  <a:srgbClr val="646E77"/>
                </a:solidFill>
                <a:latin typeface="Times New Roman"/>
                <a:cs typeface="Times New Roman"/>
              </a:rPr>
              <a:t> </a:t>
            </a:r>
            <a:r>
              <a:rPr sz="800" spc="-294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3600" spc="-659" dirty="0">
                <a:solidFill>
                  <a:srgbClr val="828277"/>
                </a:solidFill>
                <a:latin typeface="Times New Roman"/>
                <a:cs typeface="Times New Roman"/>
              </a:rPr>
              <a:t>-</a:t>
            </a:r>
            <a:r>
              <a:rPr sz="800" spc="0" dirty="0">
                <a:solidFill>
                  <a:srgbClr val="879CAA"/>
                </a:solidFill>
                <a:latin typeface="Times New Roman"/>
                <a:cs typeface="Times New Roman"/>
              </a:rPr>
              <a:t>,  </a:t>
            </a:r>
            <a:r>
              <a:rPr sz="600" spc="-469" dirty="0">
                <a:solidFill>
                  <a:srgbClr val="828277"/>
                </a:solidFill>
                <a:latin typeface="Times New Roman"/>
                <a:cs typeface="Times New Roman"/>
              </a:rPr>
              <a:t>V</a:t>
            </a:r>
            <a:r>
              <a:rPr sz="3600" spc="-489" dirty="0">
                <a:solidFill>
                  <a:srgbClr val="828277"/>
                </a:solidFill>
                <a:latin typeface="Times New Roman"/>
                <a:cs typeface="Times New Roman"/>
              </a:rPr>
              <a:t>-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1Ma</a:t>
            </a:r>
            <a:r>
              <a:rPr sz="600" spc="-50" dirty="0">
                <a:solidFill>
                  <a:srgbClr val="828277"/>
                </a:solidFill>
                <a:latin typeface="Times New Roman"/>
                <a:cs typeface="Times New Roman"/>
              </a:rPr>
              <a:t>r</a:t>
            </a:r>
            <a:r>
              <a:rPr sz="600" spc="-84" dirty="0">
                <a:solidFill>
                  <a:srgbClr val="879CAA"/>
                </a:solidFill>
                <a:latin typeface="Times New Roman"/>
                <a:cs typeface="Times New Roman"/>
              </a:rPr>
              <a:t>.</a:t>
            </a:r>
            <a:r>
              <a:rPr sz="600" spc="-225" dirty="0">
                <a:solidFill>
                  <a:srgbClr val="828277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eb:</a:t>
            </a:r>
            <a:r>
              <a:rPr sz="600" spc="-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f7:9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21393" y="1877199"/>
            <a:ext cx="330435" cy="190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30"/>
              </a:lnSpc>
              <a:spcBef>
                <a:spcPts val="71"/>
              </a:spcBef>
            </a:pPr>
            <a:r>
              <a:rPr sz="1300" dirty="0">
                <a:solidFill>
                  <a:srgbClr val="979585"/>
                </a:solidFill>
                <a:latin typeface="Arial"/>
                <a:cs typeface="Arial"/>
              </a:rPr>
              <a:t>,</a:t>
            </a:r>
            <a:r>
              <a:rPr sz="1300" dirty="0">
                <a:solidFill>
                  <a:srgbClr val="828277"/>
                </a:solidFill>
                <a:latin typeface="Arial"/>
                <a:cs typeface="Arial"/>
              </a:rPr>
              <a:t>....,_</a:t>
            </a:r>
            <a:endParaRPr sz="13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24561" y="1983086"/>
            <a:ext cx="123771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0" dirty="0">
                <a:solidFill>
                  <a:srgbClr val="828277"/>
                </a:solidFill>
                <a:latin typeface="Arial"/>
                <a:cs typeface="Arial"/>
              </a:rPr>
              <a:t>""'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51230" y="1991199"/>
            <a:ext cx="205676" cy="2667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90"/>
              </a:lnSpc>
              <a:spcBef>
                <a:spcPts val="64"/>
              </a:spcBef>
            </a:pPr>
            <a:r>
              <a:rPr sz="900" spc="-329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1500" spc="0" baseline="5797" dirty="0">
                <a:solidFill>
                  <a:srgbClr val="828277"/>
                </a:solidFill>
                <a:latin typeface="Arial"/>
                <a:cs typeface="Arial"/>
              </a:rPr>
              <a:t>''</a:t>
            </a:r>
            <a:r>
              <a:rPr sz="1500" spc="-269" baseline="5797" dirty="0">
                <a:solidFill>
                  <a:srgbClr val="828277"/>
                </a:solidFill>
                <a:latin typeface="Arial"/>
                <a:cs typeface="Arial"/>
              </a:rPr>
              <a:t>"</a:t>
            </a:r>
            <a:r>
              <a:rPr sz="900" spc="-64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R</a:t>
            </a:r>
            <a:r>
              <a:rPr sz="1500" spc="-89" baseline="5797" dirty="0">
                <a:solidFill>
                  <a:srgbClr val="828277"/>
                </a:solidFill>
                <a:latin typeface="Arial"/>
                <a:cs typeface="Arial"/>
              </a:rPr>
              <a:t>'</a:t>
            </a:r>
            <a:r>
              <a:rPr sz="900" spc="-189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P</a:t>
            </a:r>
            <a:r>
              <a:rPr sz="1500" spc="0" baseline="5797" dirty="0">
                <a:solidFill>
                  <a:srgbClr val="828277"/>
                </a:solidFill>
                <a:latin typeface="Arial"/>
                <a:cs typeface="Arial"/>
              </a:rPr>
              <a:t>"'</a:t>
            </a:r>
            <a:endParaRPr sz="1000">
              <a:latin typeface="Arial"/>
              <a:cs typeface="Arial"/>
            </a:endParaRPr>
          </a:p>
          <a:p>
            <a:pPr marL="16863" marR="22656">
              <a:lnSpc>
                <a:spcPct val="95825"/>
              </a:lnSpc>
              <a:spcBef>
                <a:spcPts val="195"/>
              </a:spcBef>
            </a:pP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</a:t>
            </a:r>
            <a:r>
              <a:rPr sz="400" spc="0" dirty="0">
                <a:solidFill>
                  <a:srgbClr val="706E60"/>
                </a:solidFill>
                <a:latin typeface="Arial"/>
                <a:cs typeface="Arial"/>
              </a:rPr>
              <a:t>P</a:t>
            </a:r>
            <a:endParaRPr sz="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28517" y="2059981"/>
            <a:ext cx="382400" cy="2032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sz="700" dirty="0">
                <a:solidFill>
                  <a:srgbClr val="646E77"/>
                </a:solidFill>
                <a:latin typeface="Times New Roman"/>
                <a:cs typeface="Times New Roman"/>
              </a:rPr>
              <a:t>sr</a:t>
            </a:r>
            <a:r>
              <a:rPr sz="700" dirty="0">
                <a:solidFill>
                  <a:srgbClr val="828277"/>
                </a:solidFill>
                <a:latin typeface="Times New Roman"/>
                <a:cs typeface="Times New Roman"/>
              </a:rPr>
              <a:t>oa</a:t>
            </a:r>
            <a:r>
              <a:rPr sz="700" dirty="0">
                <a:solidFill>
                  <a:srgbClr val="646E77"/>
                </a:solidFill>
                <a:latin typeface="Times New Roman"/>
                <a:cs typeface="Times New Roman"/>
              </a:rPr>
              <a:t>e</a:t>
            </a:r>
            <a:r>
              <a:rPr sz="700" dirty="0">
                <a:solidFill>
                  <a:srgbClr val="828277"/>
                </a:solidFill>
                <a:latin typeface="Times New Roman"/>
                <a:cs typeface="Times New Roman"/>
              </a:rPr>
              <a:t>cas</a:t>
            </a:r>
            <a:r>
              <a:rPr sz="700" dirty="0">
                <a:solidFill>
                  <a:srgbClr val="646E77"/>
                </a:solidFill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  <a:p>
            <a:pPr marL="12700" marR="13335">
              <a:lnSpc>
                <a:spcPct val="95825"/>
              </a:lnSpc>
              <a:spcBef>
                <a:spcPts val="5"/>
              </a:spcBef>
            </a:pP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e</a:t>
            </a:r>
            <a:r>
              <a:rPr sz="600" dirty="0">
                <a:solidFill>
                  <a:srgbClr val="706E60"/>
                </a:solidFill>
                <a:latin typeface="Times New Roman"/>
                <a:cs typeface="Times New Roman"/>
              </a:rPr>
              <a:t>r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oa</a:t>
            </a:r>
            <a:r>
              <a:rPr sz="600" dirty="0">
                <a:solidFill>
                  <a:srgbClr val="706E60"/>
                </a:solidFill>
                <a:latin typeface="Times New Roman"/>
                <a:cs typeface="Times New Roman"/>
              </a:rPr>
              <a:t>d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cia~t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20404" y="2061888"/>
            <a:ext cx="1641498" cy="1905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646E77"/>
                </a:solidFill>
                <a:latin typeface="Times New Roman"/>
                <a:cs typeface="Times New Roman"/>
              </a:rPr>
              <a:t>Wh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o </a:t>
            </a:r>
            <a:r>
              <a:rPr sz="600" spc="-5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h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s </a:t>
            </a:r>
            <a:r>
              <a:rPr sz="600" spc="11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192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168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.1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53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135?   </a:t>
            </a:r>
            <a:r>
              <a:rPr sz="600" spc="28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</a:t>
            </a:r>
            <a:r>
              <a:rPr sz="600" spc="5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.1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68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.1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53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.2</a:t>
            </a:r>
            <a:endParaRPr sz="600">
              <a:latin typeface="Times New Roman"/>
              <a:cs typeface="Times New Roman"/>
            </a:endParaRPr>
          </a:p>
          <a:p>
            <a:pPr marL="12707">
              <a:lnSpc>
                <a:spcPct val="95825"/>
              </a:lnSpc>
              <a:spcBef>
                <a:spcPts val="120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Wh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o </a:t>
            </a:r>
            <a:r>
              <a:rPr sz="500" spc="22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45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19J.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6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R.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l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'i1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,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l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'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il?          </a:t>
            </a:r>
            <a:r>
              <a:rPr sz="500" spc="4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  </a:t>
            </a:r>
            <a:r>
              <a:rPr sz="500" spc="7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J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04521" y="2066044"/>
            <a:ext cx="115315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69648" y="2171501"/>
            <a:ext cx="962081" cy="5958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9598">
              <a:lnSpc>
                <a:spcPts val="565"/>
              </a:lnSpc>
              <a:spcBef>
                <a:spcPts val="63"/>
              </a:spcBef>
            </a:pPr>
            <a:r>
              <a:rPr sz="500" i="1" spc="0" dirty="0">
                <a:solidFill>
                  <a:srgbClr val="828277"/>
                </a:solidFill>
                <a:latin typeface="Arial"/>
                <a:cs typeface="Arial"/>
              </a:rPr>
              <a:t>J</a:t>
            </a:r>
            <a:r>
              <a:rPr sz="500" i="1" spc="10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0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_ </a:t>
            </a:r>
            <a:r>
              <a:rPr sz="500" spc="85" dirty="0">
                <a:solidFill>
                  <a:srgbClr val="979585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VIIW.lre_eb:f7</a:t>
            </a:r>
            <a:r>
              <a:rPr sz="500" spc="-4" dirty="0">
                <a:solidFill>
                  <a:srgbClr val="828277"/>
                </a:solidFill>
                <a:latin typeface="Arial"/>
                <a:cs typeface="Arial"/>
              </a:rPr>
              <a:t>: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9</a:t>
            </a:r>
            <a:r>
              <a:rPr sz="500" spc="0" dirty="0">
                <a:solidFill>
                  <a:srgbClr val="706E60"/>
                </a:solidFill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ts val="4075"/>
              </a:lnSpc>
              <a:spcBef>
                <a:spcPts val="175"/>
              </a:spcBef>
            </a:pPr>
            <a:r>
              <a:rPr sz="1650" spc="0" baseline="2635" dirty="0">
                <a:solidFill>
                  <a:srgbClr val="979585"/>
                </a:solidFill>
                <a:latin typeface="Times New Roman"/>
                <a:cs typeface="Times New Roman"/>
              </a:rPr>
              <a:t>..,.           </a:t>
            </a:r>
            <a:r>
              <a:rPr sz="1650" spc="90" baseline="2635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4000" spc="0" dirty="0">
                <a:solidFill>
                  <a:srgbClr val="828277"/>
                </a:solidFill>
                <a:latin typeface="Times New Roman"/>
                <a:cs typeface="Times New Roman"/>
              </a:rPr>
              <a:t>-</a:t>
            </a:r>
            <a:r>
              <a:rPr sz="4000" spc="0" dirty="0">
                <a:solidFill>
                  <a:srgbClr val="979585"/>
                </a:solidFill>
                <a:latin typeface="Times New Roman"/>
                <a:cs typeface="Times New Roman"/>
              </a:rPr>
              <a:t>-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24127" y="2404424"/>
            <a:ext cx="280046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5"/>
              </a:lnSpc>
              <a:spcBef>
                <a:spcPts val="86"/>
              </a:spcBef>
            </a:pPr>
            <a:r>
              <a:rPr sz="1200" dirty="0">
                <a:solidFill>
                  <a:srgbClr val="828277"/>
                </a:solidFill>
                <a:latin typeface="Arial"/>
                <a:cs typeface="Arial"/>
              </a:rPr>
              <a:t>,.</a:t>
            </a:r>
            <a:r>
              <a:rPr sz="1200" spc="-9" dirty="0">
                <a:solidFill>
                  <a:srgbClr val="828277"/>
                </a:solidFill>
                <a:latin typeface="Arial"/>
                <a:cs typeface="Arial"/>
              </a:rPr>
              <a:t>.</a:t>
            </a:r>
            <a:r>
              <a:rPr sz="1600" spc="0" dirty="0">
                <a:solidFill>
                  <a:srgbClr val="828277"/>
                </a:solidFill>
                <a:latin typeface="Times New Roman"/>
                <a:cs typeface="Times New Roman"/>
              </a:rPr>
              <a:t>......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13341" y="2525150"/>
            <a:ext cx="757940" cy="88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35"/>
              </a:spcBef>
            </a:pPr>
            <a:r>
              <a:rPr sz="400" spc="0" dirty="0">
                <a:solidFill>
                  <a:srgbClr val="979585"/>
                </a:solidFill>
                <a:latin typeface="Arial"/>
                <a:cs typeface="Arial"/>
              </a:rPr>
              <a:t>IIWollml      </a:t>
            </a:r>
            <a:r>
              <a:rPr sz="400" spc="58" dirty="0">
                <a:solidFill>
                  <a:srgbClr val="979585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l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.-.;,.~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Jl'4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08939" y="2933808"/>
            <a:ext cx="598611" cy="495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90"/>
              </a:lnSpc>
              <a:spcBef>
                <a:spcPts val="194"/>
              </a:spcBef>
            </a:pPr>
            <a:r>
              <a:rPr sz="1950" spc="0" baseline="31217" dirty="0">
                <a:solidFill>
                  <a:srgbClr val="828277"/>
                </a:solidFill>
                <a:latin typeface="Times New Roman"/>
                <a:cs typeface="Times New Roman"/>
              </a:rPr>
              <a:t>.....</a:t>
            </a:r>
            <a:r>
              <a:rPr sz="1950" spc="0" baseline="31217" dirty="0">
                <a:solidFill>
                  <a:srgbClr val="979585"/>
                </a:solidFill>
                <a:latin typeface="Times New Roman"/>
                <a:cs typeface="Times New Roman"/>
              </a:rPr>
              <a:t>.. </a:t>
            </a:r>
            <a:r>
              <a:rPr sz="1950" spc="76" baseline="3121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3400" spc="0" dirty="0">
                <a:solidFill>
                  <a:srgbClr val="828277"/>
                </a:solidFill>
                <a:latin typeface="Times New Roman"/>
                <a:cs typeface="Times New Roman"/>
              </a:rPr>
              <a:t>-</a:t>
            </a:r>
            <a:r>
              <a:rPr sz="3400" spc="-18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3700" spc="0" dirty="0">
                <a:solidFill>
                  <a:srgbClr val="979585"/>
                </a:solidFill>
                <a:latin typeface="Times New Roman"/>
                <a:cs typeface="Times New Roman"/>
              </a:rPr>
              <a:t>-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30462" y="2992903"/>
            <a:ext cx="228670" cy="419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270"/>
              </a:lnSpc>
              <a:spcBef>
                <a:spcPts val="163"/>
              </a:spcBef>
            </a:pPr>
            <a:r>
              <a:rPr sz="3100" spc="0" dirty="0">
                <a:solidFill>
                  <a:srgbClr val="828277"/>
                </a:solidFill>
                <a:latin typeface="Arial"/>
                <a:cs typeface="Arial"/>
              </a:rPr>
              <a:t>-</a:t>
            </a:r>
            <a:endParaRPr sz="3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308245" y="3019620"/>
            <a:ext cx="334786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1050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Creo</a:t>
            </a:r>
            <a:r>
              <a:rPr sz="1050" spc="-259" baseline="132516" dirty="0">
                <a:solidFill>
                  <a:srgbClr val="646E77"/>
                </a:solidFill>
                <a:latin typeface="Times New Roman"/>
                <a:cs typeface="Times New Roman"/>
              </a:rPr>
              <a:t>l</a:t>
            </a:r>
            <a:r>
              <a:rPr sz="2800" spc="-764" dirty="0">
                <a:solidFill>
                  <a:srgbClr val="828277"/>
                </a:solidFill>
                <a:latin typeface="Arial"/>
                <a:cs typeface="Arial"/>
              </a:rPr>
              <a:t>-</a:t>
            </a:r>
            <a:r>
              <a:rPr sz="1050" spc="0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vl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52776" y="3032570"/>
            <a:ext cx="1119625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sz="700" spc="0" dirty="0">
                <a:solidFill>
                  <a:srgbClr val="828277"/>
                </a:solidFill>
                <a:latin typeface="Times New Roman"/>
                <a:cs typeface="Times New Roman"/>
              </a:rPr>
              <a:t>Address</a:t>
            </a:r>
            <a:r>
              <a:rPr sz="700" spc="15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828277"/>
                </a:solidFill>
                <a:latin typeface="Times New Roman"/>
                <a:cs typeface="Times New Roman"/>
              </a:rPr>
              <a:t>Resol</a:t>
            </a:r>
            <a:r>
              <a:rPr sz="700" spc="0" dirty="0">
                <a:solidFill>
                  <a:srgbClr val="646E77"/>
                </a:solidFill>
                <a:latin typeface="Times New Roman"/>
                <a:cs typeface="Times New Roman"/>
              </a:rPr>
              <a:t>u</a:t>
            </a:r>
            <a:r>
              <a:rPr sz="700" spc="0" dirty="0">
                <a:solidFill>
                  <a:srgbClr val="706E60"/>
                </a:solidFill>
                <a:latin typeface="Times New Roman"/>
                <a:cs typeface="Times New Roman"/>
              </a:rPr>
              <a:t>ti</a:t>
            </a:r>
            <a:r>
              <a:rPr sz="700" spc="0" dirty="0">
                <a:solidFill>
                  <a:srgbClr val="828277"/>
                </a:solidFill>
                <a:latin typeface="Times New Roman"/>
                <a:cs typeface="Times New Roman"/>
              </a:rPr>
              <a:t>on </a:t>
            </a:r>
            <a:r>
              <a:rPr sz="700" spc="4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828277"/>
                </a:solidFill>
                <a:latin typeface="Times New Roman"/>
                <a:cs typeface="Times New Roman"/>
              </a:rPr>
              <a:t>Pro</a:t>
            </a:r>
            <a:r>
              <a:rPr sz="700" spc="0" dirty="0">
                <a:solidFill>
                  <a:srgbClr val="706E60"/>
                </a:solidFill>
                <a:latin typeface="Times New Roman"/>
                <a:cs typeface="Times New Roman"/>
              </a:rPr>
              <a:t>t</a:t>
            </a:r>
            <a:r>
              <a:rPr sz="700" spc="0" dirty="0">
                <a:solidFill>
                  <a:srgbClr val="828277"/>
                </a:solidFill>
                <a:latin typeface="Times New Roman"/>
                <a:cs typeface="Times New Roman"/>
              </a:rPr>
              <a:t>oco</a:t>
            </a:r>
            <a:r>
              <a:rPr sz="700" spc="0" dirty="0">
                <a:solidFill>
                  <a:srgbClr val="706E60"/>
                </a:solidFill>
                <a:latin typeface="Times New Roman"/>
                <a:cs typeface="Times New Roman"/>
              </a:rPr>
              <a:t>l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69644" y="3260827"/>
            <a:ext cx="871889" cy="88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35"/>
              </a:spcBef>
            </a:pPr>
            <a:r>
              <a:rPr sz="50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500" dirty="0">
                <a:solidFill>
                  <a:srgbClr val="828277"/>
                </a:solidFill>
                <a:latin typeface="Times New Roman"/>
                <a:cs typeface="Times New Roman"/>
              </a:rPr>
              <a:t>05</a:t>
            </a:r>
            <a:r>
              <a:rPr sz="500" dirty="0">
                <a:solidFill>
                  <a:srgbClr val="706E60"/>
                </a:solidFill>
                <a:latin typeface="Times New Roman"/>
                <a:cs typeface="Times New Roman"/>
              </a:rPr>
              <a:t>1  </a:t>
            </a:r>
            <a:r>
              <a:rPr sz="500" spc="-50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-  </a:t>
            </a:r>
            <a:r>
              <a:rPr sz="500" spc="121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vaware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20: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bc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30458" y="3266604"/>
            <a:ext cx="129852" cy="76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45"/>
              </a:spcBef>
            </a:pP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</a:t>
            </a:r>
            <a:endParaRPr sz="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24563" y="3577397"/>
            <a:ext cx="1729354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19"/>
              </a:lnSpc>
              <a:spcBef>
                <a:spcPts val="51"/>
              </a:spcBef>
            </a:pP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~    </a:t>
            </a:r>
            <a:r>
              <a:rPr sz="700" spc="57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bil~</a:t>
            </a:r>
            <a:r>
              <a:rPr sz="700" spc="-48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J</a:t>
            </a:r>
            <a:r>
              <a:rPr sz="700" spc="0" dirty="0">
                <a:solidFill>
                  <a:srgbClr val="979585"/>
                </a:solidFill>
                <a:latin typeface="Times New Roman"/>
                <a:cs typeface="Times New Roman"/>
              </a:rPr>
              <a:t>Q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Z </a:t>
            </a:r>
            <a:r>
              <a:rPr sz="700" spc="14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A1645D"/>
                </a:solidFill>
                <a:latin typeface="Arial"/>
                <a:cs typeface="Arial"/>
              </a:rPr>
              <a:t>J~§  </a:t>
            </a:r>
            <a:r>
              <a:rPr sz="500" spc="8" dirty="0">
                <a:solidFill>
                  <a:srgbClr val="A1645D"/>
                </a:solidFill>
                <a:latin typeface="Arial"/>
                <a:cs typeface="Arial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l~l </a:t>
            </a:r>
            <a:r>
              <a:rPr sz="700" spc="156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J:i</a:t>
            </a:r>
            <a:r>
              <a:rPr sz="700" spc="0" dirty="0">
                <a:solidFill>
                  <a:srgbClr val="BA4846"/>
                </a:solidFill>
                <a:latin typeface="Times New Roman"/>
                <a:cs typeface="Times New Roman"/>
              </a:rPr>
              <a:t>;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H</a:t>
            </a:r>
            <a:r>
              <a:rPr sz="700" spc="69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!i:ll  </a:t>
            </a:r>
            <a:r>
              <a:rPr sz="700" spc="65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J22</a:t>
            </a:r>
            <a:r>
              <a:rPr sz="700" spc="98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J2§</a:t>
            </a:r>
            <a:r>
              <a:rPr sz="900" spc="0" dirty="0">
                <a:solidFill>
                  <a:srgbClr val="BA4846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15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87153" y="3629007"/>
            <a:ext cx="146012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dirty="0">
                <a:solidFill>
                  <a:srgbClr val="CD3436"/>
                </a:solidFill>
                <a:latin typeface="Arial"/>
                <a:cs typeface="Arial"/>
              </a:rPr>
              <a:t>I</a:t>
            </a:r>
            <a:r>
              <a:rPr sz="1200" spc="-164" dirty="0">
                <a:solidFill>
                  <a:srgbClr val="CD3436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192.168.1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.2   </a:t>
            </a:r>
            <a:r>
              <a:rPr sz="500" spc="13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is  </a:t>
            </a:r>
            <a:r>
              <a:rPr sz="600" spc="3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at   </a:t>
            </a:r>
            <a:r>
              <a:rPr sz="500" spc="8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00:0c:29: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2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0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:l4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83218" y="4535094"/>
            <a:ext cx="64773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0" dirty="0">
                <a:solidFill>
                  <a:srgbClr val="CD3436"/>
                </a:solidFill>
                <a:latin typeface="Arial"/>
                <a:cs typeface="Arial"/>
              </a:rPr>
              <a:t>I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67300" y="4582551"/>
            <a:ext cx="1587500" cy="88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1574800" algn="l"/>
              </a:tabLst>
            </a:pPr>
            <a:r>
              <a:rPr sz="500" u="sng" dirty="0">
                <a:solidFill>
                  <a:srgbClr val="CD3436"/>
                </a:solidFill>
                <a:latin typeface="Times New Roman"/>
                <a:cs typeface="Times New Roman"/>
              </a:rPr>
              <a:t> </a:t>
            </a:r>
            <a:r>
              <a:rPr sz="500" u="sng" spc="34" dirty="0">
                <a:solidFill>
                  <a:srgbClr val="CD3436"/>
                </a:solidFill>
                <a:latin typeface="Times New Roman"/>
                <a:cs typeface="Times New Roman"/>
              </a:rPr>
              <a:t> </a:t>
            </a:r>
            <a:r>
              <a:rPr sz="500" u="sng" spc="0" dirty="0">
                <a:solidFill>
                  <a:srgbClr val="CD3436"/>
                </a:solidFill>
                <a:latin typeface="Times New Roman"/>
                <a:cs typeface="Times New Roman"/>
              </a:rPr>
              <a:t>1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192.168.</a:t>
            </a:r>
            <a:r>
              <a:rPr sz="500" u="sng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u="sng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.</a:t>
            </a:r>
            <a:r>
              <a:rPr sz="500" u="sng" spc="0" dirty="0">
                <a:solidFill>
                  <a:srgbClr val="979585"/>
                </a:solidFill>
                <a:latin typeface="Times New Roman"/>
                <a:cs typeface="Times New Roman"/>
              </a:rPr>
              <a:t>2       </a:t>
            </a:r>
            <a:r>
              <a:rPr sz="500" u="sng" spc="-44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is    </a:t>
            </a:r>
            <a:r>
              <a:rPr sz="500" u="sng" spc="-4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at   </a:t>
            </a:r>
            <a:r>
              <a:rPr sz="500" u="sng" spc="1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00:6c:29:20:</a:t>
            </a:r>
            <a:r>
              <a:rPr sz="500" u="sng" spc="-4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500" u="sng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u="sng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4 	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73236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80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65019" y="3198874"/>
            <a:ext cx="3014980" cy="15118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09706">
              <a:lnSpc>
                <a:spcPct val="95825"/>
              </a:lnSpc>
              <a:spcBef>
                <a:spcPts val="395"/>
              </a:spcBef>
            </a:pP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v.i.are_cd:e</a:t>
            </a:r>
            <a:r>
              <a:rPr sz="600" spc="-4" dirty="0">
                <a:solidFill>
                  <a:srgbClr val="828277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0                                     </a:t>
            </a:r>
            <a:r>
              <a:rPr sz="600" spc="3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60</a:t>
            </a:r>
            <a:endParaRPr sz="500">
              <a:latin typeface="Times New Roman"/>
              <a:cs typeface="Times New Roman"/>
            </a:endParaRPr>
          </a:p>
          <a:p>
            <a:pPr marL="21478">
              <a:lnSpc>
                <a:spcPct val="95825"/>
              </a:lnSpc>
              <a:spcBef>
                <a:spcPts val="30"/>
              </a:spcBef>
            </a:pPr>
            <a:r>
              <a:rPr sz="50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500" dirty="0">
                <a:solidFill>
                  <a:srgbClr val="828277"/>
                </a:solidFill>
                <a:latin typeface="Times New Roman"/>
                <a:cs typeface="Times New Roman"/>
              </a:rPr>
              <a:t>14</a:t>
            </a:r>
            <a:r>
              <a:rPr sz="500" dirty="0">
                <a:solidFill>
                  <a:srgbClr val="706E60"/>
                </a:solidFill>
                <a:latin typeface="Times New Roman"/>
                <a:cs typeface="Times New Roman"/>
              </a:rPr>
              <a:t>-8  </a:t>
            </a:r>
            <a:r>
              <a:rPr sz="500" spc="-44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3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v.,are_eb:f7:</a:t>
            </a:r>
            <a:r>
              <a:rPr sz="500" spc="-4" dirty="0">
                <a:solidFill>
                  <a:srgbClr val="828277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  </a:t>
            </a:r>
            <a:r>
              <a:rPr sz="500" spc="-50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Br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o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ad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</a:t>
            </a:r>
            <a:r>
              <a:rPr sz="600" spc="4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17317">
              <a:lnSpc>
                <a:spcPts val="720"/>
              </a:lnSpc>
              <a:spcBef>
                <a:spcPts val="36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4149  </a:t>
            </a:r>
            <a:r>
              <a:rPr sz="500" spc="11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3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v.,,,are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eb:f7:9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 </a:t>
            </a:r>
            <a:r>
              <a:rPr sz="500" spc="50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Br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o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ad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t                             </a:t>
            </a:r>
            <a:r>
              <a:rPr sz="600" spc="14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 marL="17311">
              <a:lnSpc>
                <a:spcPts val="665"/>
              </a:lnSpc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4270  </a:t>
            </a:r>
            <a:r>
              <a:rPr sz="500" spc="11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3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vaware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eb:f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                          </a:t>
            </a:r>
            <a:r>
              <a:rPr sz="500" spc="9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ro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ad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 </a:t>
            </a:r>
            <a:r>
              <a:rPr sz="600" spc="-5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72">
              <a:lnSpc>
                <a:spcPct val="95825"/>
              </a:lnSpc>
            </a:pPr>
            <a:r>
              <a:rPr sz="500" spc="0" dirty="0">
                <a:solidFill>
                  <a:srgbClr val="706E60"/>
                </a:solidFill>
                <a:latin typeface="Arial"/>
                <a:cs typeface="Arial"/>
              </a:rPr>
              <a:t>4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27</a:t>
            </a:r>
            <a:r>
              <a:rPr sz="500" spc="0" dirty="0">
                <a:solidFill>
                  <a:srgbClr val="706E60"/>
                </a:solidFill>
                <a:latin typeface="Arial"/>
                <a:cs typeface="Arial"/>
              </a:rPr>
              <a:t>1</a:t>
            </a:r>
            <a:r>
              <a:rPr sz="500" spc="20" dirty="0">
                <a:solidFill>
                  <a:srgbClr val="706E60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_ </a:t>
            </a:r>
            <a:r>
              <a:rPr sz="500" spc="114" dirty="0">
                <a:solidFill>
                  <a:srgbClr val="979585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Ynl,rrlare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eb:f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7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: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1                            </a:t>
            </a:r>
            <a:r>
              <a:rPr sz="500" spc="-25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Br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o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adcast                             </a:t>
            </a:r>
            <a:r>
              <a:rPr sz="600" spc="13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69">
              <a:lnSpc>
                <a:spcPct val="95825"/>
              </a:lnSpc>
              <a:spcBef>
                <a:spcPts val="120"/>
              </a:spcBef>
            </a:pP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296 </a:t>
            </a:r>
            <a:r>
              <a:rPr sz="500" spc="5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6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vn..,are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2e:b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4                                </a:t>
            </a:r>
            <a:r>
              <a:rPr sz="500" spc="1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v.war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e</a:t>
            </a:r>
            <a:r>
              <a:rPr sz="500" spc="0" dirty="0">
                <a:solidFill>
                  <a:srgbClr val="AFACA0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cd:e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 </a:t>
            </a:r>
            <a:r>
              <a:rPr sz="500" spc="-5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ce                       </a:t>
            </a:r>
            <a:r>
              <a:rPr sz="500" spc="5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AltP                  </a:t>
            </a:r>
            <a:r>
              <a:rPr sz="400" spc="73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60</a:t>
            </a:r>
            <a:endParaRPr sz="500">
              <a:latin typeface="Times New Roman"/>
              <a:cs typeface="Times New Roman"/>
            </a:endParaRPr>
          </a:p>
          <a:p>
            <a:pPr marL="21468">
              <a:lnSpc>
                <a:spcPts val="713"/>
              </a:lnSpc>
            </a:pP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94 </a:t>
            </a:r>
            <a:r>
              <a:rPr sz="500" spc="3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6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Vmware_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e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b:f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  </a:t>
            </a:r>
            <a:r>
              <a:rPr sz="500" spc="-44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r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oad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t                                        </a:t>
            </a:r>
            <a:r>
              <a:rPr sz="750" spc="14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7246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600" spc="60" baseline="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72">
              <a:lnSpc>
                <a:spcPts val="685"/>
              </a:lnSpc>
              <a:spcBef>
                <a:spcPts val="34"/>
              </a:spcBef>
            </a:pP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395 </a:t>
            </a:r>
            <a:r>
              <a:rPr sz="750" spc="52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750" spc="6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VfllW'are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eb:f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:9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</a:t>
            </a:r>
            <a:r>
              <a:rPr sz="750" spc="59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Broad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 </a:t>
            </a:r>
            <a:r>
              <a:rPr sz="500" spc="9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75">
              <a:lnSpc>
                <a:spcPts val="685"/>
              </a:lnSpc>
            </a:pP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537 </a:t>
            </a:r>
            <a:r>
              <a:rPr sz="750" spc="52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750" spc="6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YnMare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750" spc="-36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f7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</a:t>
            </a:r>
            <a:r>
              <a:rPr sz="750" spc="3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ro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ad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         </a:t>
            </a:r>
            <a:r>
              <a:rPr sz="500" spc="-2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79">
              <a:lnSpc>
                <a:spcPts val="685"/>
              </a:lnSpc>
            </a:pP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4538  </a:t>
            </a:r>
            <a:r>
              <a:rPr sz="750" spc="89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750" spc="6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VnMare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eb:f7:9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</a:t>
            </a:r>
            <a:r>
              <a:rPr sz="750" spc="-19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Broad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 </a:t>
            </a:r>
            <a:r>
              <a:rPr sz="750" spc="93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-7246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600" spc="95" baseline="-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85">
              <a:lnSpc>
                <a:spcPts val="624"/>
              </a:lnSpc>
              <a:spcBef>
                <a:spcPts val="60"/>
              </a:spcBef>
            </a:pP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56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500" spc="123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6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VnMare</a:t>
            </a:r>
            <a:r>
              <a:rPr sz="500" spc="0" dirty="0">
                <a:solidFill>
                  <a:srgbClr val="AFACA0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0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:14                                  </a:t>
            </a:r>
            <a:r>
              <a:rPr sz="500" spc="-1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V11Ware</a:t>
            </a:r>
            <a:r>
              <a:rPr sz="750" spc="0" baseline="5797" dirty="0">
                <a:solidFill>
                  <a:srgbClr val="AFACA0"/>
                </a:solidFill>
                <a:latin typeface="Times New Roman"/>
                <a:cs typeface="Times New Roman"/>
              </a:rPr>
              <a:t>_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d</a:t>
            </a:r>
            <a:r>
              <a:rPr sz="750" spc="59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:e3:  </a:t>
            </a:r>
            <a:r>
              <a:rPr sz="750" spc="54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e                  </a:t>
            </a:r>
            <a:r>
              <a:rPr sz="750" spc="12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7246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600" spc="95" baseline="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60</a:t>
            </a:r>
            <a:endParaRPr sz="500">
              <a:latin typeface="Times New Roman"/>
              <a:cs typeface="Times New Roman"/>
            </a:endParaRPr>
          </a:p>
          <a:p>
            <a:pPr marL="21486">
              <a:lnSpc>
                <a:spcPts val="685"/>
              </a:lnSpc>
              <a:spcBef>
                <a:spcPts val="34"/>
              </a:spcBef>
            </a:pP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679 </a:t>
            </a:r>
            <a:r>
              <a:rPr sz="750" spc="52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750" spc="6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vn.,are</a:t>
            </a:r>
            <a:r>
              <a:rPr sz="750" spc="0" baseline="-5797" dirty="0">
                <a:solidFill>
                  <a:srgbClr val="AFACA0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eb:f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:9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 </a:t>
            </a:r>
            <a:r>
              <a:rPr sz="750" spc="-25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Broad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</a:t>
            </a:r>
            <a:r>
              <a:rPr sz="750" spc="122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95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90">
              <a:lnSpc>
                <a:spcPts val="685"/>
              </a:lnSpc>
            </a:pP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4680  </a:t>
            </a:r>
            <a:r>
              <a:rPr sz="750" spc="89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750" spc="6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VnMare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eb:f7:9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</a:t>
            </a:r>
            <a:r>
              <a:rPr sz="750" spc="-19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Broad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</a:t>
            </a:r>
            <a:r>
              <a:rPr sz="750" spc="122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95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94">
              <a:lnSpc>
                <a:spcPct val="95825"/>
              </a:lnSpc>
            </a:pP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48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  </a:t>
            </a:r>
            <a:r>
              <a:rPr sz="500" spc="90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6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VnMare_eb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f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   </a:t>
            </a:r>
            <a:r>
              <a:rPr sz="500" spc="-34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r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oad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                                        </a:t>
            </a:r>
            <a:r>
              <a:rPr sz="500" spc="-1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95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92">
              <a:lnSpc>
                <a:spcPts val="700"/>
              </a:lnSpc>
              <a:spcBef>
                <a:spcPts val="35"/>
              </a:spcBef>
            </a:pP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4822  </a:t>
            </a:r>
            <a:r>
              <a:rPr sz="750" spc="89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-   </a:t>
            </a:r>
            <a:r>
              <a:rPr sz="750" spc="31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ViMare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eb:</a:t>
            </a:r>
            <a:r>
              <a:rPr sz="750" spc="6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f7: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</a:t>
            </a:r>
            <a:r>
              <a:rPr sz="750" spc="64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Br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o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ad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t                               </a:t>
            </a:r>
            <a:r>
              <a:rPr sz="750" spc="31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95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91">
              <a:lnSpc>
                <a:spcPts val="574"/>
              </a:lnSpc>
              <a:spcBef>
                <a:spcPts val="75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4864  </a:t>
            </a:r>
            <a:r>
              <a:rPr sz="500" spc="8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6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VnMare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20:b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:14                           </a:t>
            </a:r>
            <a:r>
              <a:rPr sz="500" spc="5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v.ware</a:t>
            </a:r>
            <a:r>
              <a:rPr sz="500" spc="0" dirty="0">
                <a:solidFill>
                  <a:srgbClr val="AFACA0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d </a:t>
            </a:r>
            <a:r>
              <a:rPr sz="500" spc="-4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 </a:t>
            </a:r>
            <a:r>
              <a:rPr sz="500" spc="5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                  </a:t>
            </a:r>
            <a:r>
              <a:rPr sz="500" spc="12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7246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600" spc="95" baseline="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0000" y="3198874"/>
            <a:ext cx="1803907" cy="1539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114">
              <a:lnSpc>
                <a:spcPct val="95825"/>
              </a:lnSpc>
              <a:spcBef>
                <a:spcPts val="395"/>
              </a:spcBef>
            </a:pPr>
            <a:r>
              <a:rPr sz="600" dirty="0">
                <a:solidFill>
                  <a:srgbClr val="BA4846"/>
                </a:solidFill>
                <a:latin typeface="Times New Roman"/>
                <a:cs typeface="Times New Roman"/>
              </a:rPr>
              <a:t>~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600" dirty="0">
                <a:solidFill>
                  <a:srgbClr val="504B36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68.15</a:t>
            </a:r>
            <a:r>
              <a:rPr sz="60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600" dirty="0">
                <a:solidFill>
                  <a:srgbClr val="504B36"/>
                </a:solidFill>
                <a:latin typeface="Times New Roman"/>
                <a:cs typeface="Times New Roman"/>
              </a:rPr>
              <a:t>,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2    </a:t>
            </a:r>
            <a:r>
              <a:rPr sz="600" spc="-2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i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-44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at   </a:t>
            </a:r>
            <a:r>
              <a:rPr sz="500" spc="8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00:0c:2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:20:bc:14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0000" y="3352800"/>
            <a:ext cx="1803907" cy="342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7270">
              <a:lnSpc>
                <a:spcPts val="595"/>
              </a:lnSpc>
              <a:spcBef>
                <a:spcPts val="29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who  </a:t>
            </a:r>
            <a:r>
              <a:rPr sz="500" spc="7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Arial"/>
                <a:cs typeface="Arial"/>
              </a:rPr>
              <a:t>has</a:t>
            </a:r>
            <a:r>
              <a:rPr sz="600" spc="141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192,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6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8.153,135?       </a:t>
            </a:r>
            <a:r>
              <a:rPr sz="750" spc="94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Te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l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l    </a:t>
            </a:r>
            <a:r>
              <a:rPr sz="750" spc="-54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2.168.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5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.2</a:t>
            </a:r>
            <a:endParaRPr sz="500">
              <a:latin typeface="Times New Roman"/>
              <a:cs typeface="Times New Roman"/>
            </a:endParaRPr>
          </a:p>
          <a:p>
            <a:pPr marL="57264">
              <a:lnSpc>
                <a:spcPts val="630"/>
              </a:lnSpc>
              <a:spcBef>
                <a:spcPts val="10"/>
              </a:spcBef>
            </a:pP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Who </a:t>
            </a:r>
            <a:r>
              <a:rPr sz="500" spc="4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has  </a:t>
            </a:r>
            <a:r>
              <a:rPr sz="500" spc="54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,1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68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,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153,153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?     </a:t>
            </a:r>
            <a:r>
              <a:rPr sz="750" spc="29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Te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l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l    </a:t>
            </a:r>
            <a:r>
              <a:rPr sz="750" spc="-54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92.168</a:t>
            </a:r>
            <a:r>
              <a:rPr sz="750" spc="0" baseline="5797" dirty="0">
                <a:solidFill>
                  <a:srgbClr val="504B36"/>
                </a:solidFill>
                <a:latin typeface="Times New Roman"/>
                <a:cs typeface="Times New Roman"/>
              </a:rPr>
              <a:t>.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153.2</a:t>
            </a:r>
            <a:endParaRPr sz="500">
              <a:latin typeface="Times New Roman"/>
              <a:cs typeface="Times New Roman"/>
            </a:endParaRPr>
          </a:p>
          <a:p>
            <a:pPr marL="57258">
              <a:lnSpc>
                <a:spcPct val="95825"/>
              </a:lnSpc>
              <a:spcBef>
                <a:spcPts val="115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Who </a:t>
            </a:r>
            <a:r>
              <a:rPr sz="500" spc="8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7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.1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5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?     </a:t>
            </a:r>
            <a:r>
              <a:rPr sz="500" spc="84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l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l    </a:t>
            </a:r>
            <a:r>
              <a:rPr sz="500" spc="-5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92.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68.15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.2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80000" y="3695700"/>
            <a:ext cx="1803907" cy="101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750"/>
              </a:lnSpc>
              <a:spcBef>
                <a:spcPts val="49"/>
              </a:spcBef>
            </a:pPr>
            <a:endParaRPr sz="750"/>
          </a:p>
        </p:txBody>
      </p:sp>
      <p:sp>
        <p:nvSpPr>
          <p:cNvPr id="12" name="object 12"/>
          <p:cNvSpPr txBox="1"/>
          <p:nvPr/>
        </p:nvSpPr>
        <p:spPr>
          <a:xfrm>
            <a:off x="5080000" y="3797300"/>
            <a:ext cx="1803907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7258">
              <a:lnSpc>
                <a:spcPts val="565"/>
              </a:lnSpc>
              <a:spcBef>
                <a:spcPts val="28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600" spc="-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as   </a:t>
            </a:r>
            <a:r>
              <a:rPr sz="500" spc="106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92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,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168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.135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?     </a:t>
            </a:r>
            <a:r>
              <a:rPr sz="900" spc="46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Tell   </a:t>
            </a:r>
            <a:r>
              <a:rPr sz="900" spc="36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,1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68,15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,2</a:t>
            </a:r>
            <a:endParaRPr sz="600">
              <a:latin typeface="Times New Roman"/>
              <a:cs typeface="Times New Roman"/>
            </a:endParaRPr>
          </a:p>
          <a:p>
            <a:pPr marL="57262">
              <a:lnSpc>
                <a:spcPts val="685"/>
              </a:lnSpc>
              <a:spcBef>
                <a:spcPts val="6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600" spc="-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as   </a:t>
            </a:r>
            <a:r>
              <a:rPr sz="500" spc="106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168.1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3.153?      </a:t>
            </a:r>
            <a:r>
              <a:rPr sz="500" spc="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ll     </a:t>
            </a:r>
            <a:r>
              <a:rPr sz="500" spc="51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68.153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61427" marR="95903" indent="-3">
              <a:lnSpc>
                <a:spcPts val="574"/>
              </a:lnSpc>
              <a:spcBef>
                <a:spcPts val="85"/>
              </a:spcBef>
            </a:pPr>
            <a:r>
              <a:rPr sz="50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500" spc="-6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108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68.153.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35?      </a:t>
            </a:r>
            <a:r>
              <a:rPr sz="500" spc="2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   </a:t>
            </a:r>
            <a:r>
              <a:rPr sz="500" spc="1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68.153.2 </a:t>
            </a:r>
            <a:endParaRPr sz="500">
              <a:latin typeface="Times New Roman"/>
              <a:cs typeface="Times New Roman"/>
            </a:endParaRPr>
          </a:p>
          <a:p>
            <a:pPr marL="61427" marR="95903">
              <a:lnSpc>
                <a:spcPts val="574"/>
              </a:lnSpc>
              <a:spcBef>
                <a:spcPts val="112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500" spc="4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78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92.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?        </a:t>
            </a:r>
            <a:r>
              <a:rPr sz="500" spc="-5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   </a:t>
            </a:r>
            <a:r>
              <a:rPr sz="500" spc="5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15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.2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80000" y="4127500"/>
            <a:ext cx="1803907" cy="114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181">
              <a:lnSpc>
                <a:spcPts val="850"/>
              </a:lnSpc>
              <a:spcBef>
                <a:spcPts val="42"/>
              </a:spcBef>
            </a:pPr>
            <a:r>
              <a:rPr sz="900" baseline="4831" dirty="0">
                <a:solidFill>
                  <a:srgbClr val="CD3436"/>
                </a:solidFill>
                <a:latin typeface="Times New Roman"/>
                <a:cs typeface="Times New Roman"/>
              </a:rPr>
              <a:t>1</a:t>
            </a:r>
            <a:r>
              <a:rPr sz="90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19</a:t>
            </a:r>
            <a:r>
              <a:rPr sz="90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2</a:t>
            </a:r>
            <a:r>
              <a:rPr sz="90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168,1</a:t>
            </a:r>
            <a:r>
              <a:rPr sz="90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90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,</a:t>
            </a:r>
            <a:r>
              <a:rPr sz="90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2     </a:t>
            </a:r>
            <a:r>
              <a:rPr sz="900" spc="19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i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s </a:t>
            </a:r>
            <a:r>
              <a:rPr sz="750" spc="154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at   </a:t>
            </a:r>
            <a:r>
              <a:rPr sz="750" spc="55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00:0c:29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20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t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4        </a:t>
            </a:r>
            <a:r>
              <a:rPr sz="750" spc="39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1650" spc="0" baseline="2635" dirty="0">
                <a:solidFill>
                  <a:srgbClr val="CD3436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80000" y="4241800"/>
            <a:ext cx="1803907" cy="4688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1433">
              <a:lnSpc>
                <a:spcPts val="509"/>
              </a:lnSpc>
              <a:spcBef>
                <a:spcPts val="25"/>
              </a:spcBef>
            </a:pPr>
            <a:r>
              <a:rPr sz="50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500" spc="-6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h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as   </a:t>
            </a:r>
            <a:r>
              <a:rPr sz="500" spc="7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6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8.15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,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5?         </a:t>
            </a:r>
            <a:r>
              <a:rPr sz="500" spc="1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   </a:t>
            </a:r>
            <a:r>
              <a:rPr sz="500" spc="1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</a:t>
            </a:r>
            <a:r>
              <a:rPr sz="500" spc="0" dirty="0">
                <a:solidFill>
                  <a:srgbClr val="504B36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68.153</a:t>
            </a:r>
            <a:r>
              <a:rPr sz="500" spc="0" dirty="0">
                <a:solidFill>
                  <a:srgbClr val="504B36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61440" marR="4119" indent="-2">
              <a:lnSpc>
                <a:spcPts val="720"/>
              </a:lnSpc>
              <a:spcBef>
                <a:spcPts val="45"/>
              </a:spcBef>
            </a:pPr>
            <a:r>
              <a:rPr sz="50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500" spc="-6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108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92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6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8.15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,  </a:t>
            </a:r>
            <a:r>
              <a:rPr sz="600" spc="4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? </a:t>
            </a:r>
            <a:r>
              <a:rPr sz="600" spc="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 </a:t>
            </a:r>
            <a:r>
              <a:rPr sz="600" spc="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192.168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3.2 </a:t>
            </a:r>
            <a:r>
              <a:rPr sz="600" spc="0" dirty="0">
                <a:solidFill>
                  <a:srgbClr val="828277"/>
                </a:solidFill>
                <a:latin typeface="Arial"/>
                <a:cs typeface="Arial"/>
              </a:rPr>
              <a:t>who</a:t>
            </a:r>
            <a:r>
              <a:rPr sz="600" spc="7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h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as  </a:t>
            </a:r>
            <a:r>
              <a:rPr sz="600" spc="24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2.168.15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 </a:t>
            </a:r>
            <a:r>
              <a:rPr sz="500" spc="-4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.13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? </a:t>
            </a:r>
            <a:r>
              <a:rPr sz="500" spc="13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Tell   </a:t>
            </a:r>
            <a:r>
              <a:rPr sz="900" spc="6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900" spc="0" baseline="4831" dirty="0">
                <a:solidFill>
                  <a:srgbClr val="504B36"/>
                </a:solidFill>
                <a:latin typeface="Times New Roman"/>
                <a:cs typeface="Times New Roman"/>
              </a:rPr>
              <a:t>,</a:t>
            </a:r>
            <a:r>
              <a:rPr sz="900" spc="33" baseline="4831" dirty="0">
                <a:solidFill>
                  <a:srgbClr val="504B36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168,</a:t>
            </a:r>
            <a:r>
              <a:rPr sz="900" spc="6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153.</a:t>
            </a:r>
            <a:r>
              <a:rPr sz="900" spc="6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2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kllbs2</a:t>
            </a:r>
            <a:r>
              <a:rPr sz="700" spc="1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bi:i    </a:t>
            </a:r>
            <a:r>
              <a:rPr sz="700" spc="66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122</a:t>
            </a:r>
            <a:r>
              <a:rPr sz="700" spc="0" dirty="0">
                <a:solidFill>
                  <a:srgbClr val="9E4642"/>
                </a:solidFill>
                <a:latin typeface="Times New Roman"/>
                <a:cs typeface="Times New Roman"/>
              </a:rPr>
              <a:t>1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IAII  </a:t>
            </a:r>
            <a:r>
              <a:rPr sz="700" spc="19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,~~  </a:t>
            </a:r>
            <a:r>
              <a:rPr sz="700" spc="9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l::ZH </a:t>
            </a:r>
            <a:r>
              <a:rPr sz="700" spc="93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Ii:ll  </a:t>
            </a:r>
            <a:r>
              <a:rPr sz="700" spc="35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91  </a:t>
            </a:r>
            <a:r>
              <a:rPr sz="500" spc="11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6s   </a:t>
            </a:r>
            <a:r>
              <a:rPr sz="500" spc="7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A1645D"/>
                </a:solidFill>
                <a:latin typeface="Times New Roman"/>
                <a:cs typeface="Times New Roman"/>
              </a:rPr>
              <a:t>J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53.</a:t>
            </a:r>
            <a:r>
              <a:rPr sz="750" spc="99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5019" y="2535935"/>
            <a:ext cx="4818887" cy="5943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50"/>
              </a:lnSpc>
              <a:spcBef>
                <a:spcPts val="42"/>
              </a:spcBef>
            </a:pPr>
            <a:endParaRPr sz="550"/>
          </a:p>
          <a:p>
            <a:pPr marL="154488">
              <a:lnSpc>
                <a:spcPts val="739"/>
              </a:lnSpc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3270</a:t>
            </a:r>
            <a:r>
              <a:rPr sz="600" spc="-8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3- </a:t>
            </a:r>
            <a:r>
              <a:rPr sz="600" spc="114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vmw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are_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eb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f7:91                           </a:t>
            </a:r>
            <a:r>
              <a:rPr sz="600" spc="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v.ware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cd:e3</a:t>
            </a:r>
            <a:r>
              <a:rPr sz="900" spc="-6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e               </a:t>
            </a:r>
            <a:r>
              <a:rPr sz="900" spc="2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ARP           </a:t>
            </a:r>
            <a:r>
              <a:rPr sz="900" spc="13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42            </a:t>
            </a:r>
            <a:r>
              <a:rPr sz="900" spc="96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192.168.15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.2  </a:t>
            </a:r>
            <a:r>
              <a:rPr sz="900" spc="3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i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s </a:t>
            </a:r>
            <a:r>
              <a:rPr sz="900" spc="87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at  </a:t>
            </a:r>
            <a:r>
              <a:rPr sz="900" spc="68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00:50:56:eb:f</a:t>
            </a:r>
            <a:r>
              <a:rPr sz="900" spc="-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9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  <a:p>
            <a:pPr marL="104604">
              <a:lnSpc>
                <a:spcPct val="95825"/>
              </a:lnSpc>
              <a:spcBef>
                <a:spcPts val="1077"/>
              </a:spcBef>
            </a:pPr>
            <a:r>
              <a:rPr sz="600" dirty="0">
                <a:solidFill>
                  <a:srgbClr val="646E77"/>
                </a:solidFill>
                <a:latin typeface="Times New Roman"/>
                <a:cs typeface="Times New Roman"/>
              </a:rPr>
              <a:t>F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ra11e</a:t>
            </a:r>
            <a:r>
              <a:rPr sz="600" spc="-5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327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0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:   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2 </a:t>
            </a:r>
            <a:r>
              <a:rPr sz="600" spc="108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ytes   </a:t>
            </a:r>
            <a:r>
              <a:rPr sz="600" spc="2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on </a:t>
            </a:r>
            <a:r>
              <a:rPr sz="600" spc="4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wire   </a:t>
            </a:r>
            <a:r>
              <a:rPr sz="600" spc="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(3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6  </a:t>
            </a:r>
            <a:r>
              <a:rPr sz="600" spc="1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bit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),  </a:t>
            </a:r>
            <a:r>
              <a:rPr sz="600" spc="4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5D5956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2 </a:t>
            </a:r>
            <a:r>
              <a:rPr sz="600" spc="7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bytes   </a:t>
            </a:r>
            <a:r>
              <a:rPr sz="600" spc="9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captured  </a:t>
            </a:r>
            <a:r>
              <a:rPr sz="600" spc="14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(336  </a:t>
            </a:r>
            <a:r>
              <a:rPr sz="600" spc="1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bit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) </a:t>
            </a:r>
            <a:r>
              <a:rPr sz="600" spc="8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on </a:t>
            </a:r>
            <a:r>
              <a:rPr sz="600" spc="7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!nterf~ce   </a:t>
            </a:r>
            <a:r>
              <a:rPr sz="600" spc="13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104609">
              <a:lnSpc>
                <a:spcPct val="95825"/>
              </a:lnSpc>
              <a:spcBef>
                <a:spcPts val="95"/>
              </a:spcBef>
            </a:pP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Et</a:t>
            </a:r>
            <a:r>
              <a:rPr sz="600" dirty="0">
                <a:solidFill>
                  <a:srgbClr val="646E77"/>
                </a:solidFill>
                <a:latin typeface="Times New Roman"/>
                <a:cs typeface="Times New Roman"/>
              </a:rPr>
              <a:t>h</a:t>
            </a:r>
            <a:r>
              <a:rPr sz="600" dirty="0">
                <a:solidFill>
                  <a:srgbClr val="706E60"/>
                </a:solidFill>
                <a:latin typeface="Times New Roman"/>
                <a:cs typeface="Times New Roman"/>
              </a:rPr>
              <a:t>e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r</a:t>
            </a:r>
            <a:r>
              <a:rPr sz="600" dirty="0">
                <a:solidFill>
                  <a:srgbClr val="706E60"/>
                </a:solidFill>
                <a:latin typeface="Times New Roman"/>
                <a:cs typeface="Times New Roman"/>
              </a:rPr>
              <a:t>ne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t   </a:t>
            </a:r>
            <a:r>
              <a:rPr sz="600" spc="-5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11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,  </a:t>
            </a:r>
            <a:r>
              <a:rPr sz="600" spc="3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s-c.    </a:t>
            </a:r>
            <a:r>
              <a:rPr sz="600" spc="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VIIIWar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e </a:t>
            </a:r>
            <a:r>
              <a:rPr sz="600" spc="44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b:f7:9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1  </a:t>
            </a:r>
            <a:r>
              <a:rPr sz="600" spc="-4" dirty="0">
                <a:solidFill>
                  <a:srgbClr val="646E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(00:5e:s6:eb:f7:91),       </a:t>
            </a:r>
            <a:r>
              <a:rPr sz="600" spc="12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Ost:   </a:t>
            </a:r>
            <a:r>
              <a:rPr sz="600" spc="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v..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re</a:t>
            </a:r>
            <a:r>
              <a:rPr sz="600" spc="0" dirty="0">
                <a:solidFill>
                  <a:srgbClr val="AFACA0"/>
                </a:solidFill>
                <a:latin typeface="Times New Roman"/>
                <a:cs typeface="Times New Roman"/>
              </a:rPr>
              <a:t>.</a:t>
            </a:r>
            <a:r>
              <a:rPr sz="600" spc="54" dirty="0">
                <a:solidFill>
                  <a:srgbClr val="AFACA0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d: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3:ce   </a:t>
            </a:r>
            <a:r>
              <a:rPr sz="600" spc="3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(00:0c:29:cd:e3:c0)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36000" y="2032000"/>
            <a:ext cx="495300" cy="1790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2065020" y="1996438"/>
            <a:ext cx="4818888" cy="4709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200"/>
              </a:lnSpc>
              <a:spcBef>
                <a:spcPts val="25"/>
              </a:spcBef>
            </a:pPr>
            <a:endParaRPr sz="1200"/>
          </a:p>
          <a:p>
            <a:pPr marL="2737949" marR="1974285" algn="ctr">
              <a:lnSpc>
                <a:spcPct val="95825"/>
              </a:lnSpc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4]</a:t>
            </a:r>
            <a:endParaRPr sz="600">
              <a:latin typeface="Times New Roman"/>
              <a:cs typeface="Times New Roman"/>
            </a:endParaRPr>
          </a:p>
          <a:p>
            <a:pPr marL="254226">
              <a:lnSpc>
                <a:spcPts val="789"/>
              </a:lnSpc>
              <a:spcBef>
                <a:spcPts val="125"/>
              </a:spcBef>
            </a:pP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900" spc="7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-  </a:t>
            </a:r>
            <a:r>
              <a:rPr sz="900" spc="25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-3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v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...</a:t>
            </a:r>
            <a:r>
              <a:rPr sz="900" spc="42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are  </a:t>
            </a:r>
            <a:r>
              <a:rPr sz="900" spc="28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eb:f7:91                      </a:t>
            </a:r>
            <a:r>
              <a:rPr sz="900" spc="95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eroadc•sl                            </a:t>
            </a:r>
            <a:r>
              <a:rPr sz="900" spc="8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14493" dirty="0">
                <a:solidFill>
                  <a:srgbClr val="828277"/>
                </a:solidFill>
                <a:latin typeface="Arial"/>
                <a:cs typeface="Arial"/>
              </a:rPr>
              <a:t>ARP                </a:t>
            </a:r>
            <a:r>
              <a:rPr sz="600" spc="75" baseline="14493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•2           </a:t>
            </a:r>
            <a:r>
              <a:rPr sz="600" spc="14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Wh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o </a:t>
            </a:r>
            <a:r>
              <a:rPr sz="900" spc="97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hct~  </a:t>
            </a:r>
            <a:r>
              <a:rPr sz="900" spc="66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192,168.1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53.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13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5?</a:t>
            </a:r>
            <a:r>
              <a:rPr sz="900" spc="154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Tell  </a:t>
            </a:r>
            <a:r>
              <a:rPr sz="900" spc="121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92.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6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8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.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,2</a:t>
            </a:r>
            <a:endParaRPr sz="600">
              <a:latin typeface="Times New Roman"/>
              <a:cs typeface="Times New Roman"/>
            </a:endParaRPr>
          </a:p>
          <a:p>
            <a:pPr marL="254226">
              <a:lnSpc>
                <a:spcPts val="720"/>
              </a:lnSpc>
              <a:spcBef>
                <a:spcPts val="36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6</a:t>
            </a:r>
            <a:r>
              <a:rPr sz="600" spc="7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-  </a:t>
            </a:r>
            <a:r>
              <a:rPr sz="600" spc="3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vwwarc_cb:f7:9J                      </a:t>
            </a:r>
            <a:r>
              <a:rPr sz="600" spc="2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Broa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cast                               </a:t>
            </a:r>
            <a:r>
              <a:rPr sz="600" spc="6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7246" dirty="0">
                <a:solidFill>
                  <a:srgbClr val="828277"/>
                </a:solidFill>
                <a:latin typeface="Arial"/>
                <a:cs typeface="Arial"/>
              </a:rPr>
              <a:t>AltP                 </a:t>
            </a:r>
            <a:r>
              <a:rPr sz="600" spc="53" baseline="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42           </a:t>
            </a:r>
            <a:r>
              <a:rPr sz="900" spc="82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Who </a:t>
            </a:r>
            <a:r>
              <a:rPr sz="900" spc="82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has </a:t>
            </a:r>
            <a:r>
              <a:rPr sz="900" spc="144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192.168.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3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153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?    </a:t>
            </a:r>
            <a:r>
              <a:rPr sz="900" spc="19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T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ell  </a:t>
            </a:r>
            <a:r>
              <a:rPr sz="900" spc="101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192.168.153.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1002" y="4506648"/>
            <a:ext cx="12154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5749137" y="4506648"/>
            <a:ext cx="7394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873491" y="4506648"/>
            <a:ext cx="6596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558759" y="4506648"/>
            <a:ext cx="833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8153400" y="4978399"/>
            <a:ext cx="4445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 5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065019" y="3198874"/>
            <a:ext cx="4818887" cy="1511808"/>
          </a:xfrm>
          <a:custGeom>
            <a:avLst/>
            <a:gdLst/>
            <a:ahLst/>
            <a:cxnLst/>
            <a:rect l="l" t="t" r="r" b="b"/>
            <a:pathLst>
              <a:path w="4818887" h="1511808">
                <a:moveTo>
                  <a:pt x="0" y="1511808"/>
                </a:moveTo>
                <a:lnTo>
                  <a:pt x="4818887" y="1511808"/>
                </a:lnTo>
                <a:lnTo>
                  <a:pt x="4818887" y="0"/>
                </a:lnTo>
                <a:lnTo>
                  <a:pt x="0" y="0"/>
                </a:lnTo>
                <a:lnTo>
                  <a:pt x="0" y="15118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925055" y="3662173"/>
            <a:ext cx="1379219" cy="585212"/>
          </a:xfrm>
          <a:custGeom>
            <a:avLst/>
            <a:gdLst/>
            <a:ahLst/>
            <a:cxnLst/>
            <a:rect l="l" t="t" r="r" b="b"/>
            <a:pathLst>
              <a:path w="1379219" h="585212">
                <a:moveTo>
                  <a:pt x="0" y="585212"/>
                </a:moveTo>
                <a:lnTo>
                  <a:pt x="1379219" y="585212"/>
                </a:lnTo>
                <a:lnTo>
                  <a:pt x="1379219" y="0"/>
                </a:lnTo>
                <a:lnTo>
                  <a:pt x="0" y="0"/>
                </a:lnTo>
                <a:lnTo>
                  <a:pt x="0" y="585212"/>
                </a:lnTo>
                <a:close/>
              </a:path>
            </a:pathLst>
          </a:custGeom>
          <a:ln w="9144">
            <a:solidFill>
              <a:srgbClr val="34487C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228599" y="3232403"/>
            <a:ext cx="1580387" cy="1446276"/>
          </a:xfrm>
          <a:custGeom>
            <a:avLst/>
            <a:gdLst/>
            <a:ahLst/>
            <a:cxnLst/>
            <a:rect l="l" t="t" r="r" b="b"/>
            <a:pathLst>
              <a:path w="1580387" h="1446276">
                <a:moveTo>
                  <a:pt x="0" y="1446276"/>
                </a:moveTo>
                <a:lnTo>
                  <a:pt x="1580387" y="1446276"/>
                </a:lnTo>
                <a:lnTo>
                  <a:pt x="1580387" y="0"/>
                </a:lnTo>
                <a:lnTo>
                  <a:pt x="0" y="0"/>
                </a:lnTo>
                <a:lnTo>
                  <a:pt x="0" y="144627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011693" y="3954779"/>
            <a:ext cx="1056501" cy="959420"/>
          </a:xfrm>
          <a:custGeom>
            <a:avLst/>
            <a:gdLst/>
            <a:ahLst/>
            <a:cxnLst/>
            <a:rect l="l" t="t" r="r" b="b"/>
            <a:pathLst>
              <a:path w="1056501" h="959420">
                <a:moveTo>
                  <a:pt x="1016242" y="48299"/>
                </a:moveTo>
                <a:lnTo>
                  <a:pt x="1006082" y="40655"/>
                </a:lnTo>
                <a:lnTo>
                  <a:pt x="1007906" y="59297"/>
                </a:lnTo>
                <a:lnTo>
                  <a:pt x="1028815" y="80570"/>
                </a:lnTo>
                <a:lnTo>
                  <a:pt x="1056501" y="0"/>
                </a:lnTo>
                <a:lnTo>
                  <a:pt x="1006082" y="40655"/>
                </a:lnTo>
                <a:lnTo>
                  <a:pt x="1016242" y="48299"/>
                </a:lnTo>
                <a:close/>
              </a:path>
              <a:path w="1056501" h="959420">
                <a:moveTo>
                  <a:pt x="12675" y="724079"/>
                </a:moveTo>
                <a:lnTo>
                  <a:pt x="0" y="724867"/>
                </a:lnTo>
                <a:lnTo>
                  <a:pt x="660" y="735533"/>
                </a:lnTo>
                <a:lnTo>
                  <a:pt x="2758" y="747062"/>
                </a:lnTo>
                <a:lnTo>
                  <a:pt x="16763" y="780667"/>
                </a:lnTo>
                <a:lnTo>
                  <a:pt x="41111" y="812596"/>
                </a:lnTo>
                <a:lnTo>
                  <a:pt x="74523" y="842645"/>
                </a:lnTo>
                <a:lnTo>
                  <a:pt x="101297" y="861392"/>
                </a:lnTo>
                <a:lnTo>
                  <a:pt x="131142" y="878978"/>
                </a:lnTo>
                <a:lnTo>
                  <a:pt x="163909" y="895275"/>
                </a:lnTo>
                <a:lnTo>
                  <a:pt x="199122" y="910004"/>
                </a:lnTo>
                <a:lnTo>
                  <a:pt x="255855" y="929119"/>
                </a:lnTo>
                <a:lnTo>
                  <a:pt x="295898" y="939596"/>
                </a:lnTo>
                <a:lnTo>
                  <a:pt x="337300" y="947966"/>
                </a:lnTo>
                <a:lnTo>
                  <a:pt x="379845" y="954226"/>
                </a:lnTo>
                <a:lnTo>
                  <a:pt x="422898" y="958076"/>
                </a:lnTo>
                <a:lnTo>
                  <a:pt x="466459" y="959420"/>
                </a:lnTo>
                <a:lnTo>
                  <a:pt x="488176" y="958751"/>
                </a:lnTo>
                <a:lnTo>
                  <a:pt x="531991" y="953249"/>
                </a:lnTo>
                <a:lnTo>
                  <a:pt x="575171" y="942618"/>
                </a:lnTo>
                <a:lnTo>
                  <a:pt x="617462" y="927253"/>
                </a:lnTo>
                <a:lnTo>
                  <a:pt x="658356" y="907479"/>
                </a:lnTo>
                <a:lnTo>
                  <a:pt x="697726" y="883652"/>
                </a:lnTo>
                <a:lnTo>
                  <a:pt x="735318" y="856094"/>
                </a:lnTo>
                <a:lnTo>
                  <a:pt x="770497" y="825271"/>
                </a:lnTo>
                <a:lnTo>
                  <a:pt x="803263" y="791363"/>
                </a:lnTo>
                <a:lnTo>
                  <a:pt x="833108" y="754861"/>
                </a:lnTo>
                <a:lnTo>
                  <a:pt x="859651" y="716051"/>
                </a:lnTo>
                <a:lnTo>
                  <a:pt x="882765" y="675283"/>
                </a:lnTo>
                <a:lnTo>
                  <a:pt x="901688" y="632931"/>
                </a:lnTo>
                <a:lnTo>
                  <a:pt x="916547" y="589205"/>
                </a:lnTo>
                <a:lnTo>
                  <a:pt x="926834" y="544666"/>
                </a:lnTo>
                <a:lnTo>
                  <a:pt x="932168" y="499388"/>
                </a:lnTo>
                <a:lnTo>
                  <a:pt x="933692" y="432068"/>
                </a:lnTo>
                <a:lnTo>
                  <a:pt x="935851" y="387985"/>
                </a:lnTo>
                <a:lnTo>
                  <a:pt x="939280" y="344641"/>
                </a:lnTo>
                <a:lnTo>
                  <a:pt x="943979" y="302275"/>
                </a:lnTo>
                <a:lnTo>
                  <a:pt x="949821" y="261317"/>
                </a:lnTo>
                <a:lnTo>
                  <a:pt x="956806" y="222185"/>
                </a:lnTo>
                <a:lnTo>
                  <a:pt x="960616" y="203379"/>
                </a:lnTo>
                <a:lnTo>
                  <a:pt x="964680" y="185117"/>
                </a:lnTo>
                <a:lnTo>
                  <a:pt x="968871" y="167486"/>
                </a:lnTo>
                <a:lnTo>
                  <a:pt x="973316" y="150583"/>
                </a:lnTo>
                <a:lnTo>
                  <a:pt x="977888" y="134227"/>
                </a:lnTo>
                <a:lnTo>
                  <a:pt x="982714" y="118760"/>
                </a:lnTo>
                <a:lnTo>
                  <a:pt x="987667" y="104051"/>
                </a:lnTo>
                <a:lnTo>
                  <a:pt x="992747" y="90195"/>
                </a:lnTo>
                <a:lnTo>
                  <a:pt x="997954" y="77113"/>
                </a:lnTo>
                <a:lnTo>
                  <a:pt x="1003039" y="65719"/>
                </a:lnTo>
                <a:lnTo>
                  <a:pt x="1007906" y="59297"/>
                </a:lnTo>
                <a:lnTo>
                  <a:pt x="1006082" y="40655"/>
                </a:lnTo>
                <a:lnTo>
                  <a:pt x="1056501" y="0"/>
                </a:lnTo>
                <a:lnTo>
                  <a:pt x="975348" y="26173"/>
                </a:lnTo>
                <a:lnTo>
                  <a:pt x="998938" y="50174"/>
                </a:lnTo>
                <a:lnTo>
                  <a:pt x="1003288" y="65162"/>
                </a:lnTo>
                <a:lnTo>
                  <a:pt x="1002526" y="66396"/>
                </a:lnTo>
                <a:lnTo>
                  <a:pt x="998938" y="50174"/>
                </a:lnTo>
                <a:lnTo>
                  <a:pt x="992493" y="58762"/>
                </a:lnTo>
                <a:lnTo>
                  <a:pt x="992112" y="59143"/>
                </a:lnTo>
                <a:lnTo>
                  <a:pt x="991858" y="59560"/>
                </a:lnTo>
                <a:lnTo>
                  <a:pt x="991731" y="59992"/>
                </a:lnTo>
                <a:lnTo>
                  <a:pt x="986143" y="72439"/>
                </a:lnTo>
                <a:lnTo>
                  <a:pt x="980936" y="85824"/>
                </a:lnTo>
                <a:lnTo>
                  <a:pt x="975729" y="99973"/>
                </a:lnTo>
                <a:lnTo>
                  <a:pt x="970649" y="114984"/>
                </a:lnTo>
                <a:lnTo>
                  <a:pt x="965696" y="130760"/>
                </a:lnTo>
                <a:lnTo>
                  <a:pt x="960997" y="147359"/>
                </a:lnTo>
                <a:lnTo>
                  <a:pt x="956425" y="164553"/>
                </a:lnTo>
                <a:lnTo>
                  <a:pt x="952234" y="182359"/>
                </a:lnTo>
                <a:lnTo>
                  <a:pt x="948170" y="200878"/>
                </a:lnTo>
                <a:lnTo>
                  <a:pt x="944360" y="219977"/>
                </a:lnTo>
                <a:lnTo>
                  <a:pt x="937375" y="259511"/>
                </a:lnTo>
                <a:lnTo>
                  <a:pt x="931406" y="300860"/>
                </a:lnTo>
                <a:lnTo>
                  <a:pt x="926580" y="343634"/>
                </a:lnTo>
                <a:lnTo>
                  <a:pt x="923151" y="387350"/>
                </a:lnTo>
                <a:lnTo>
                  <a:pt x="920992" y="431849"/>
                </a:lnTo>
                <a:lnTo>
                  <a:pt x="920230" y="476349"/>
                </a:lnTo>
                <a:lnTo>
                  <a:pt x="919595" y="498256"/>
                </a:lnTo>
                <a:lnTo>
                  <a:pt x="914388" y="542136"/>
                </a:lnTo>
                <a:lnTo>
                  <a:pt x="904482" y="585420"/>
                </a:lnTo>
                <a:lnTo>
                  <a:pt x="890004" y="627999"/>
                </a:lnTo>
                <a:lnTo>
                  <a:pt x="871462" y="669264"/>
                </a:lnTo>
                <a:lnTo>
                  <a:pt x="848983" y="709076"/>
                </a:lnTo>
                <a:lnTo>
                  <a:pt x="823075" y="747038"/>
                </a:lnTo>
                <a:lnTo>
                  <a:pt x="793992" y="782751"/>
                </a:lnTo>
                <a:lnTo>
                  <a:pt x="761988" y="815886"/>
                </a:lnTo>
                <a:lnTo>
                  <a:pt x="727444" y="846038"/>
                </a:lnTo>
                <a:lnTo>
                  <a:pt x="690868" y="872946"/>
                </a:lnTo>
                <a:lnTo>
                  <a:pt x="652514" y="896173"/>
                </a:lnTo>
                <a:lnTo>
                  <a:pt x="612763" y="915451"/>
                </a:lnTo>
                <a:lnTo>
                  <a:pt x="571742" y="930389"/>
                </a:lnTo>
                <a:lnTo>
                  <a:pt x="529959" y="940703"/>
                </a:lnTo>
                <a:lnTo>
                  <a:pt x="487795" y="946061"/>
                </a:lnTo>
                <a:lnTo>
                  <a:pt x="466586" y="946720"/>
                </a:lnTo>
                <a:lnTo>
                  <a:pt x="445250" y="946442"/>
                </a:lnTo>
                <a:lnTo>
                  <a:pt x="402578" y="943798"/>
                </a:lnTo>
                <a:lnTo>
                  <a:pt x="360541" y="938897"/>
                </a:lnTo>
                <a:lnTo>
                  <a:pt x="299073" y="927303"/>
                </a:lnTo>
                <a:lnTo>
                  <a:pt x="259703" y="917029"/>
                </a:lnTo>
                <a:lnTo>
                  <a:pt x="221997" y="904924"/>
                </a:lnTo>
                <a:lnTo>
                  <a:pt x="186308" y="891147"/>
                </a:lnTo>
                <a:lnTo>
                  <a:pt x="152985" y="875997"/>
                </a:lnTo>
                <a:lnTo>
                  <a:pt x="122546" y="859561"/>
                </a:lnTo>
                <a:lnTo>
                  <a:pt x="95046" y="841935"/>
                </a:lnTo>
                <a:lnTo>
                  <a:pt x="70942" y="823352"/>
                </a:lnTo>
                <a:lnTo>
                  <a:pt x="41974" y="794449"/>
                </a:lnTo>
                <a:lnTo>
                  <a:pt x="22492" y="764719"/>
                </a:lnTo>
                <a:lnTo>
                  <a:pt x="13350" y="734744"/>
                </a:lnTo>
                <a:lnTo>
                  <a:pt x="12675" y="724079"/>
                </a:lnTo>
                <a:close/>
              </a:path>
              <a:path w="1056501" h="959420">
                <a:moveTo>
                  <a:pt x="1003288" y="65162"/>
                </a:moveTo>
                <a:lnTo>
                  <a:pt x="998938" y="50174"/>
                </a:lnTo>
                <a:lnTo>
                  <a:pt x="1002526" y="66396"/>
                </a:lnTo>
                <a:lnTo>
                  <a:pt x="1003288" y="65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080000" y="325120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35600" y="3251200"/>
            <a:ext cx="241300" cy="0"/>
          </a:xfrm>
          <a:custGeom>
            <a:avLst/>
            <a:gdLst/>
            <a:ahLst/>
            <a:cxnLst/>
            <a:rect l="l" t="t" r="r" b="b"/>
            <a:pathLst>
              <a:path w="241300">
                <a:moveTo>
                  <a:pt x="0" y="0"/>
                </a:moveTo>
                <a:lnTo>
                  <a:pt x="2413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676900" y="3251200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>
                <a:moveTo>
                  <a:pt x="0" y="0"/>
                </a:moveTo>
                <a:lnTo>
                  <a:pt x="4445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121400" y="3251200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>
                <a:moveTo>
                  <a:pt x="0" y="0"/>
                </a:moveTo>
                <a:lnTo>
                  <a:pt x="1905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311900" y="3251200"/>
            <a:ext cx="330200" cy="0"/>
          </a:xfrm>
          <a:custGeom>
            <a:avLst/>
            <a:gdLst/>
            <a:ahLst/>
            <a:cxnLst/>
            <a:rect l="l" t="t" r="r" b="b"/>
            <a:pathLst>
              <a:path w="330200">
                <a:moveTo>
                  <a:pt x="0" y="0"/>
                </a:moveTo>
                <a:lnTo>
                  <a:pt x="3302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080000" y="3251200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9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080000" y="3352800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9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676900" y="3251200"/>
            <a:ext cx="965200" cy="0"/>
          </a:xfrm>
          <a:custGeom>
            <a:avLst/>
            <a:gdLst/>
            <a:ahLst/>
            <a:cxnLst/>
            <a:rect l="l" t="t" r="r" b="b"/>
            <a:pathLst>
              <a:path w="965200">
                <a:moveTo>
                  <a:pt x="0" y="0"/>
                </a:moveTo>
                <a:lnTo>
                  <a:pt x="9652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676900" y="3352800"/>
            <a:ext cx="965200" cy="0"/>
          </a:xfrm>
          <a:custGeom>
            <a:avLst/>
            <a:gdLst/>
            <a:ahLst/>
            <a:cxnLst/>
            <a:rect l="l" t="t" r="r" b="b"/>
            <a:pathLst>
              <a:path w="965200">
                <a:moveTo>
                  <a:pt x="0" y="0"/>
                </a:moveTo>
                <a:lnTo>
                  <a:pt x="9652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080000" y="335280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435600" y="3352800"/>
            <a:ext cx="876300" cy="0"/>
          </a:xfrm>
          <a:custGeom>
            <a:avLst/>
            <a:gdLst/>
            <a:ahLst/>
            <a:cxnLst/>
            <a:rect l="l" t="t" r="r" b="b"/>
            <a:pathLst>
              <a:path w="876300">
                <a:moveTo>
                  <a:pt x="0" y="0"/>
                </a:moveTo>
                <a:lnTo>
                  <a:pt x="8763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311900" y="3352800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>
                <a:moveTo>
                  <a:pt x="0" y="0"/>
                </a:moveTo>
                <a:lnTo>
                  <a:pt x="5461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080000" y="3695700"/>
            <a:ext cx="1778000" cy="0"/>
          </a:xfrm>
          <a:custGeom>
            <a:avLst/>
            <a:gdLst/>
            <a:ahLst/>
            <a:cxnLst/>
            <a:rect l="l" t="t" r="r" b="b"/>
            <a:pathLst>
              <a:path w="1778000">
                <a:moveTo>
                  <a:pt x="0" y="0"/>
                </a:moveTo>
                <a:lnTo>
                  <a:pt x="17780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080000" y="3695700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1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080000" y="3797300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1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080000" y="3797300"/>
            <a:ext cx="355600" cy="0"/>
          </a:xfrm>
          <a:custGeom>
            <a:avLst/>
            <a:gdLst/>
            <a:ahLst/>
            <a:cxnLst/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435600" y="3797300"/>
            <a:ext cx="1422400" cy="0"/>
          </a:xfrm>
          <a:custGeom>
            <a:avLst/>
            <a:gdLst/>
            <a:ahLst/>
            <a:cxnLst/>
            <a:rect l="l" t="t" r="r" b="b"/>
            <a:pathLst>
              <a:path w="1422400">
                <a:moveTo>
                  <a:pt x="0" y="0"/>
                </a:moveTo>
                <a:lnTo>
                  <a:pt x="14224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080000" y="4127500"/>
            <a:ext cx="1778000" cy="0"/>
          </a:xfrm>
          <a:custGeom>
            <a:avLst/>
            <a:gdLst/>
            <a:ahLst/>
            <a:cxnLst/>
            <a:rect l="l" t="t" r="r" b="b"/>
            <a:pathLst>
              <a:path w="1778000">
                <a:moveTo>
                  <a:pt x="0" y="0"/>
                </a:moveTo>
                <a:lnTo>
                  <a:pt x="17780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080000" y="4127500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9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080000" y="4241800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9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676900" y="4127500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>
                <a:moveTo>
                  <a:pt x="0" y="0"/>
                </a:moveTo>
                <a:lnTo>
                  <a:pt x="11811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676900" y="4241800"/>
            <a:ext cx="1181100" cy="0"/>
          </a:xfrm>
          <a:custGeom>
            <a:avLst/>
            <a:gdLst/>
            <a:ahLst/>
            <a:cxnLst/>
            <a:rect l="l" t="t" r="r" b="b"/>
            <a:pathLst>
              <a:path w="1181100">
                <a:moveTo>
                  <a:pt x="0" y="0"/>
                </a:moveTo>
                <a:lnTo>
                  <a:pt x="11811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080000" y="4241800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>
                <a:moveTo>
                  <a:pt x="0" y="0"/>
                </a:moveTo>
                <a:lnTo>
                  <a:pt x="12319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311900" y="4241800"/>
            <a:ext cx="546100" cy="0"/>
          </a:xfrm>
          <a:custGeom>
            <a:avLst/>
            <a:gdLst/>
            <a:ahLst/>
            <a:cxnLst/>
            <a:rect l="l" t="t" r="r" b="b"/>
            <a:pathLst>
              <a:path w="546100">
                <a:moveTo>
                  <a:pt x="0" y="0"/>
                </a:moveTo>
                <a:lnTo>
                  <a:pt x="546100" y="0"/>
                </a:lnTo>
              </a:path>
            </a:pathLst>
          </a:custGeom>
          <a:ln w="12699">
            <a:solidFill>
              <a:srgbClr val="CD343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080000" y="4572000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1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080000" y="4572000"/>
            <a:ext cx="1562100" cy="0"/>
          </a:xfrm>
          <a:custGeom>
            <a:avLst/>
            <a:gdLst/>
            <a:ahLst/>
            <a:cxnLst/>
            <a:rect l="l" t="t" r="r" b="b"/>
            <a:pathLst>
              <a:path w="1562100">
                <a:moveTo>
                  <a:pt x="0" y="0"/>
                </a:moveTo>
                <a:lnTo>
                  <a:pt x="1562100" y="0"/>
                </a:lnTo>
              </a:path>
            </a:pathLst>
          </a:custGeom>
          <a:ln w="12699">
            <a:solidFill>
              <a:srgbClr val="BA484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610600" y="20320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0" y="0"/>
                </a:moveTo>
                <a:lnTo>
                  <a:pt x="520700" y="0"/>
                </a:lnTo>
              </a:path>
            </a:pathLst>
          </a:custGeom>
          <a:ln w="12699">
            <a:solidFill>
              <a:srgbClr val="979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8636000" y="2019300"/>
            <a:ext cx="0" cy="1816099"/>
          </a:xfrm>
          <a:custGeom>
            <a:avLst/>
            <a:gdLst/>
            <a:ahLst/>
            <a:cxnLst/>
            <a:rect l="l" t="t" r="r" b="b"/>
            <a:pathLst>
              <a:path h="1816099">
                <a:moveTo>
                  <a:pt x="0" y="18160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7958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755507" y="2595499"/>
            <a:ext cx="388747" cy="11451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9131300" y="2768600"/>
            <a:ext cx="0" cy="965199"/>
          </a:xfrm>
          <a:custGeom>
            <a:avLst/>
            <a:gdLst/>
            <a:ahLst/>
            <a:cxnLst/>
            <a:rect l="l" t="t" r="r" b="b"/>
            <a:pathLst>
              <a:path h="965199">
                <a:moveTo>
                  <a:pt x="0" y="965199"/>
                </a:moveTo>
                <a:lnTo>
                  <a:pt x="0" y="0"/>
                </a:lnTo>
              </a:path>
            </a:pathLst>
          </a:custGeom>
          <a:ln w="12700">
            <a:solidFill>
              <a:srgbClr val="AFAC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8623300" y="3822700"/>
            <a:ext cx="508000" cy="0"/>
          </a:xfrm>
          <a:custGeom>
            <a:avLst/>
            <a:gdLst/>
            <a:ahLst/>
            <a:cxnLst/>
            <a:rect l="l" t="t" r="r" b="b"/>
            <a:pathLst>
              <a:path w="508000">
                <a:moveTo>
                  <a:pt x="0" y="0"/>
                </a:moveTo>
                <a:lnTo>
                  <a:pt x="508000" y="0"/>
                </a:lnTo>
              </a:path>
            </a:pathLst>
          </a:custGeom>
          <a:ln w="12699">
            <a:solidFill>
              <a:srgbClr val="AFAC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065020" y="1996438"/>
            <a:ext cx="4818888" cy="470917"/>
          </a:xfrm>
          <a:custGeom>
            <a:avLst/>
            <a:gdLst/>
            <a:ahLst/>
            <a:cxnLst/>
            <a:rect l="l" t="t" r="r" b="b"/>
            <a:pathLst>
              <a:path w="4818888" h="470917">
                <a:moveTo>
                  <a:pt x="0" y="470917"/>
                </a:moveTo>
                <a:lnTo>
                  <a:pt x="4818888" y="470917"/>
                </a:lnTo>
                <a:lnTo>
                  <a:pt x="4818888" y="0"/>
                </a:lnTo>
                <a:lnTo>
                  <a:pt x="0" y="0"/>
                </a:lnTo>
                <a:lnTo>
                  <a:pt x="0" y="47091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925055" y="2001014"/>
            <a:ext cx="1379219" cy="461769"/>
          </a:xfrm>
          <a:custGeom>
            <a:avLst/>
            <a:gdLst/>
            <a:ahLst/>
            <a:cxnLst/>
            <a:rect l="l" t="t" r="r" b="b"/>
            <a:pathLst>
              <a:path w="1379219" h="461769">
                <a:moveTo>
                  <a:pt x="0" y="461769"/>
                </a:moveTo>
                <a:lnTo>
                  <a:pt x="1379219" y="461769"/>
                </a:lnTo>
                <a:lnTo>
                  <a:pt x="1379219" y="0"/>
                </a:lnTo>
                <a:lnTo>
                  <a:pt x="0" y="0"/>
                </a:lnTo>
                <a:lnTo>
                  <a:pt x="0" y="461769"/>
                </a:lnTo>
                <a:close/>
              </a:path>
            </a:pathLst>
          </a:custGeom>
          <a:ln w="9144">
            <a:solidFill>
              <a:srgbClr val="34487C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065019" y="2535935"/>
            <a:ext cx="4818887" cy="594360"/>
          </a:xfrm>
          <a:custGeom>
            <a:avLst/>
            <a:gdLst/>
            <a:ahLst/>
            <a:cxnLst/>
            <a:rect l="l" t="t" r="r" b="b"/>
            <a:pathLst>
              <a:path w="4818887" h="594360">
                <a:moveTo>
                  <a:pt x="0" y="594360"/>
                </a:moveTo>
                <a:lnTo>
                  <a:pt x="4818887" y="594360"/>
                </a:lnTo>
                <a:lnTo>
                  <a:pt x="4818887" y="0"/>
                </a:lnTo>
                <a:lnTo>
                  <a:pt x="0" y="0"/>
                </a:lnTo>
                <a:lnTo>
                  <a:pt x="0" y="5943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925055" y="2540506"/>
            <a:ext cx="1379219" cy="585217"/>
          </a:xfrm>
          <a:custGeom>
            <a:avLst/>
            <a:gdLst/>
            <a:ahLst/>
            <a:cxnLst/>
            <a:rect l="l" t="t" r="r" b="b"/>
            <a:pathLst>
              <a:path w="1379219" h="585217">
                <a:moveTo>
                  <a:pt x="0" y="585217"/>
                </a:moveTo>
                <a:lnTo>
                  <a:pt x="1379219" y="585217"/>
                </a:lnTo>
                <a:lnTo>
                  <a:pt x="1379219" y="0"/>
                </a:lnTo>
                <a:lnTo>
                  <a:pt x="0" y="0"/>
                </a:lnTo>
                <a:lnTo>
                  <a:pt x="0" y="585217"/>
                </a:lnTo>
                <a:close/>
              </a:path>
            </a:pathLst>
          </a:custGeom>
          <a:ln w="9144">
            <a:solidFill>
              <a:srgbClr val="34487C"/>
            </a:solidFill>
            <a:prstDash val="lgDash"/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8599" y="2043681"/>
            <a:ext cx="1580387" cy="598934"/>
          </a:xfrm>
          <a:custGeom>
            <a:avLst/>
            <a:gdLst/>
            <a:ahLst/>
            <a:cxnLst/>
            <a:rect l="l" t="t" r="r" b="b"/>
            <a:pathLst>
              <a:path w="1580387" h="598934">
                <a:moveTo>
                  <a:pt x="0" y="598934"/>
                </a:moveTo>
                <a:lnTo>
                  <a:pt x="1580387" y="598934"/>
                </a:lnTo>
                <a:lnTo>
                  <a:pt x="1580387" y="0"/>
                </a:lnTo>
                <a:lnTo>
                  <a:pt x="0" y="0"/>
                </a:lnTo>
                <a:lnTo>
                  <a:pt x="0" y="59893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11708" y="2642107"/>
            <a:ext cx="1056359" cy="227457"/>
          </a:xfrm>
          <a:custGeom>
            <a:avLst/>
            <a:gdLst/>
            <a:ahLst/>
            <a:cxnLst/>
            <a:rect l="l" t="t" r="r" b="b"/>
            <a:pathLst>
              <a:path w="1056359" h="227457">
                <a:moveTo>
                  <a:pt x="992986" y="183134"/>
                </a:moveTo>
                <a:lnTo>
                  <a:pt x="980540" y="151257"/>
                </a:lnTo>
                <a:lnTo>
                  <a:pt x="980222" y="183040"/>
                </a:lnTo>
                <a:lnTo>
                  <a:pt x="992986" y="183134"/>
                </a:lnTo>
                <a:close/>
              </a:path>
              <a:path w="1056359" h="227457">
                <a:moveTo>
                  <a:pt x="13995" y="7874"/>
                </a:moveTo>
                <a:lnTo>
                  <a:pt x="15582" y="11303"/>
                </a:lnTo>
                <a:lnTo>
                  <a:pt x="13890" y="7466"/>
                </a:lnTo>
                <a:lnTo>
                  <a:pt x="13995" y="7874"/>
                </a:lnTo>
                <a:close/>
              </a:path>
              <a:path w="1056359" h="227457">
                <a:moveTo>
                  <a:pt x="12645" y="0"/>
                </a:moveTo>
                <a:lnTo>
                  <a:pt x="0" y="1016"/>
                </a:lnTo>
                <a:lnTo>
                  <a:pt x="382" y="5461"/>
                </a:lnTo>
                <a:lnTo>
                  <a:pt x="406" y="5842"/>
                </a:lnTo>
                <a:lnTo>
                  <a:pt x="466" y="6223"/>
                </a:lnTo>
                <a:lnTo>
                  <a:pt x="556" y="6604"/>
                </a:lnTo>
                <a:lnTo>
                  <a:pt x="1701" y="11049"/>
                </a:lnTo>
                <a:lnTo>
                  <a:pt x="1776" y="11303"/>
                </a:lnTo>
                <a:lnTo>
                  <a:pt x="1889" y="11684"/>
                </a:lnTo>
                <a:lnTo>
                  <a:pt x="2019" y="11938"/>
                </a:lnTo>
                <a:lnTo>
                  <a:pt x="3924" y="16383"/>
                </a:lnTo>
                <a:lnTo>
                  <a:pt x="6816" y="21463"/>
                </a:lnTo>
                <a:lnTo>
                  <a:pt x="10601" y="26543"/>
                </a:lnTo>
                <a:lnTo>
                  <a:pt x="15071" y="31496"/>
                </a:lnTo>
                <a:lnTo>
                  <a:pt x="13677" y="6985"/>
                </a:lnTo>
                <a:lnTo>
                  <a:pt x="13027" y="4445"/>
                </a:lnTo>
                <a:lnTo>
                  <a:pt x="12848" y="3429"/>
                </a:lnTo>
                <a:lnTo>
                  <a:pt x="12986" y="3962"/>
                </a:lnTo>
                <a:lnTo>
                  <a:pt x="12645" y="0"/>
                </a:lnTo>
                <a:close/>
              </a:path>
              <a:path w="1056359" h="227457">
                <a:moveTo>
                  <a:pt x="20712" y="18796"/>
                </a:moveTo>
                <a:lnTo>
                  <a:pt x="17829" y="15113"/>
                </a:lnTo>
                <a:lnTo>
                  <a:pt x="15582" y="11303"/>
                </a:lnTo>
                <a:lnTo>
                  <a:pt x="13995" y="7874"/>
                </a:lnTo>
                <a:lnTo>
                  <a:pt x="12986" y="3962"/>
                </a:lnTo>
                <a:lnTo>
                  <a:pt x="12848" y="3429"/>
                </a:lnTo>
                <a:lnTo>
                  <a:pt x="13027" y="4445"/>
                </a:lnTo>
                <a:lnTo>
                  <a:pt x="13677" y="6985"/>
                </a:lnTo>
                <a:lnTo>
                  <a:pt x="15071" y="31496"/>
                </a:lnTo>
                <a:lnTo>
                  <a:pt x="47015" y="54610"/>
                </a:lnTo>
                <a:lnTo>
                  <a:pt x="83616" y="72009"/>
                </a:lnTo>
                <a:lnTo>
                  <a:pt x="117133" y="84582"/>
                </a:lnTo>
                <a:lnTo>
                  <a:pt x="169316" y="100711"/>
                </a:lnTo>
                <a:lnTo>
                  <a:pt x="229617" y="116078"/>
                </a:lnTo>
                <a:lnTo>
                  <a:pt x="262482" y="123444"/>
                </a:lnTo>
                <a:lnTo>
                  <a:pt x="297026" y="130556"/>
                </a:lnTo>
                <a:lnTo>
                  <a:pt x="333221" y="137414"/>
                </a:lnTo>
                <a:lnTo>
                  <a:pt x="371067" y="143891"/>
                </a:lnTo>
                <a:lnTo>
                  <a:pt x="410310" y="150241"/>
                </a:lnTo>
                <a:lnTo>
                  <a:pt x="450823" y="156083"/>
                </a:lnTo>
                <a:lnTo>
                  <a:pt x="492606" y="161671"/>
                </a:lnTo>
                <a:lnTo>
                  <a:pt x="535532" y="166878"/>
                </a:lnTo>
                <a:lnTo>
                  <a:pt x="579474" y="171831"/>
                </a:lnTo>
                <a:lnTo>
                  <a:pt x="624432" y="176403"/>
                </a:lnTo>
                <a:lnTo>
                  <a:pt x="670279" y="180340"/>
                </a:lnTo>
                <a:lnTo>
                  <a:pt x="716888" y="184150"/>
                </a:lnTo>
                <a:lnTo>
                  <a:pt x="764132" y="187325"/>
                </a:lnTo>
                <a:lnTo>
                  <a:pt x="812011" y="190119"/>
                </a:lnTo>
                <a:lnTo>
                  <a:pt x="860271" y="192405"/>
                </a:lnTo>
                <a:lnTo>
                  <a:pt x="957807" y="195580"/>
                </a:lnTo>
                <a:lnTo>
                  <a:pt x="980095" y="195741"/>
                </a:lnTo>
                <a:lnTo>
                  <a:pt x="992859" y="195834"/>
                </a:lnTo>
                <a:lnTo>
                  <a:pt x="1056359" y="190119"/>
                </a:lnTo>
                <a:lnTo>
                  <a:pt x="980540" y="151257"/>
                </a:lnTo>
                <a:lnTo>
                  <a:pt x="992986" y="183134"/>
                </a:lnTo>
                <a:lnTo>
                  <a:pt x="980222" y="183040"/>
                </a:lnTo>
                <a:lnTo>
                  <a:pt x="860779" y="179705"/>
                </a:lnTo>
                <a:lnTo>
                  <a:pt x="812646" y="177419"/>
                </a:lnTo>
                <a:lnTo>
                  <a:pt x="764894" y="174625"/>
                </a:lnTo>
                <a:lnTo>
                  <a:pt x="717904" y="171450"/>
                </a:lnTo>
                <a:lnTo>
                  <a:pt x="671422" y="167767"/>
                </a:lnTo>
                <a:lnTo>
                  <a:pt x="625702" y="163703"/>
                </a:lnTo>
                <a:lnTo>
                  <a:pt x="580871" y="159258"/>
                </a:lnTo>
                <a:lnTo>
                  <a:pt x="537056" y="154305"/>
                </a:lnTo>
                <a:lnTo>
                  <a:pt x="494257" y="149098"/>
                </a:lnTo>
                <a:lnTo>
                  <a:pt x="452601" y="143637"/>
                </a:lnTo>
                <a:lnTo>
                  <a:pt x="412342" y="137668"/>
                </a:lnTo>
                <a:lnTo>
                  <a:pt x="373226" y="131445"/>
                </a:lnTo>
                <a:lnTo>
                  <a:pt x="335634" y="124968"/>
                </a:lnTo>
                <a:lnTo>
                  <a:pt x="299693" y="118110"/>
                </a:lnTo>
                <a:lnTo>
                  <a:pt x="265276" y="111125"/>
                </a:lnTo>
                <a:lnTo>
                  <a:pt x="232613" y="103759"/>
                </a:lnTo>
                <a:lnTo>
                  <a:pt x="172899" y="88519"/>
                </a:lnTo>
                <a:lnTo>
                  <a:pt x="121448" y="72644"/>
                </a:lnTo>
                <a:lnTo>
                  <a:pt x="88671" y="60325"/>
                </a:lnTo>
                <a:lnTo>
                  <a:pt x="53454" y="43561"/>
                </a:lnTo>
                <a:lnTo>
                  <a:pt x="24432" y="22860"/>
                </a:lnTo>
                <a:lnTo>
                  <a:pt x="20712" y="18796"/>
                </a:lnTo>
                <a:close/>
              </a:path>
              <a:path w="1056359" h="227457">
                <a:moveTo>
                  <a:pt x="992859" y="195834"/>
                </a:moveTo>
                <a:lnTo>
                  <a:pt x="980095" y="195741"/>
                </a:lnTo>
                <a:lnTo>
                  <a:pt x="979778" y="227457"/>
                </a:lnTo>
                <a:lnTo>
                  <a:pt x="1056359" y="190119"/>
                </a:lnTo>
                <a:lnTo>
                  <a:pt x="992859" y="1958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0" y="-35559"/>
            <a:ext cx="9142095" cy="12865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153400" y="5118100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>
                <a:moveTo>
                  <a:pt x="0" y="0"/>
                </a:moveTo>
                <a:lnTo>
                  <a:pt x="444500" y="0"/>
                </a:lnTo>
              </a:path>
            </a:pathLst>
          </a:custGeom>
          <a:ln w="0">
            <a:solidFill>
              <a:srgbClr val="D8D8D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410665" y="1335658"/>
            <a:ext cx="7796062" cy="2661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10"/>
              </a:lnSpc>
              <a:spcBef>
                <a:spcPts val="100"/>
              </a:spcBef>
            </a:pP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Con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1900" spc="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900" spc="36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_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oning.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19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ng</a:t>
            </a:r>
            <a:r>
              <a:rPr sz="1900" i="1" spc="1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file</a:t>
            </a:r>
            <a:r>
              <a:rPr sz="1900" i="1" spc="1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found</a:t>
            </a:r>
            <a:r>
              <a:rPr sz="1900" spc="4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19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1900" spc="3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mo</a:t>
            </a:r>
            <a:r>
              <a:rPr sz="1900" spc="-11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ule's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19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ou</a:t>
            </a:r>
            <a:r>
              <a:rPr sz="1900" spc="-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90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9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0665" y="1625218"/>
            <a:ext cx="3242613" cy="2661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10"/>
              </a:lnSpc>
              <a:spcBef>
                <a:spcPts val="100"/>
              </a:spcBef>
            </a:pP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1900" spc="1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about</a:t>
            </a:r>
            <a:r>
              <a:rPr sz="1900" spc="-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1900" spc="3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traffic?</a:t>
            </a:r>
            <a:r>
              <a:rPr sz="1900" spc="4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Wou</a:t>
            </a:r>
            <a:r>
              <a:rPr sz="1900" spc="-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55337" y="1625218"/>
            <a:ext cx="4194905" cy="2661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10"/>
              </a:lnSpc>
              <a:spcBef>
                <a:spcPts val="100"/>
              </a:spcBef>
            </a:pP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190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1900" spc="2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cons</a:t>
            </a:r>
            <a:r>
              <a:rPr sz="1900" spc="-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dered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picious</a:t>
            </a:r>
            <a:r>
              <a:rPr sz="1900" spc="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1900" spc="1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nor</a:t>
            </a:r>
            <a:r>
              <a:rPr sz="1900" spc="-9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1900" spc="0" dirty="0">
                <a:solidFill>
                  <a:srgbClr val="595959"/>
                </a:solidFill>
                <a:latin typeface="Times New Roman"/>
                <a:cs typeface="Times New Roman"/>
              </a:rPr>
              <a:t>al?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306547" y="1763619"/>
            <a:ext cx="842791" cy="482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5"/>
              </a:lnSpc>
              <a:spcBef>
                <a:spcPts val="188"/>
              </a:spcBef>
            </a:pP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1</a:t>
            </a:r>
            <a:r>
              <a:rPr sz="600" spc="6" dirty="0">
                <a:solidFill>
                  <a:srgbClr val="646E77"/>
                </a:solidFill>
                <a:latin typeface="Times New Roman"/>
                <a:cs typeface="Times New Roman"/>
              </a:rPr>
              <a:t> </a:t>
            </a:r>
            <a:r>
              <a:rPr sz="800" spc="-294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3600" spc="-659" dirty="0">
                <a:solidFill>
                  <a:srgbClr val="828277"/>
                </a:solidFill>
                <a:latin typeface="Times New Roman"/>
                <a:cs typeface="Times New Roman"/>
              </a:rPr>
              <a:t>-</a:t>
            </a:r>
            <a:r>
              <a:rPr sz="800" spc="0" dirty="0">
                <a:solidFill>
                  <a:srgbClr val="879CAA"/>
                </a:solidFill>
                <a:latin typeface="Times New Roman"/>
                <a:cs typeface="Times New Roman"/>
              </a:rPr>
              <a:t>,  </a:t>
            </a:r>
            <a:r>
              <a:rPr sz="600" spc="-469" dirty="0">
                <a:solidFill>
                  <a:srgbClr val="828277"/>
                </a:solidFill>
                <a:latin typeface="Times New Roman"/>
                <a:cs typeface="Times New Roman"/>
              </a:rPr>
              <a:t>V</a:t>
            </a:r>
            <a:r>
              <a:rPr sz="3600" spc="-489" dirty="0">
                <a:solidFill>
                  <a:srgbClr val="828277"/>
                </a:solidFill>
                <a:latin typeface="Times New Roman"/>
                <a:cs typeface="Times New Roman"/>
              </a:rPr>
              <a:t>-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1Ma</a:t>
            </a:r>
            <a:r>
              <a:rPr sz="600" spc="-50" dirty="0">
                <a:solidFill>
                  <a:srgbClr val="828277"/>
                </a:solidFill>
                <a:latin typeface="Times New Roman"/>
                <a:cs typeface="Times New Roman"/>
              </a:rPr>
              <a:t>r</a:t>
            </a:r>
            <a:r>
              <a:rPr sz="600" spc="-84" dirty="0">
                <a:solidFill>
                  <a:srgbClr val="879CAA"/>
                </a:solidFill>
                <a:latin typeface="Times New Roman"/>
                <a:cs typeface="Times New Roman"/>
              </a:rPr>
              <a:t>.</a:t>
            </a:r>
            <a:r>
              <a:rPr sz="600" spc="-225" dirty="0">
                <a:solidFill>
                  <a:srgbClr val="828277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eb:</a:t>
            </a:r>
            <a:r>
              <a:rPr sz="600" spc="-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f7:9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21393" y="1877199"/>
            <a:ext cx="330435" cy="190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30"/>
              </a:lnSpc>
              <a:spcBef>
                <a:spcPts val="71"/>
              </a:spcBef>
            </a:pPr>
            <a:r>
              <a:rPr sz="1300" dirty="0">
                <a:solidFill>
                  <a:srgbClr val="979585"/>
                </a:solidFill>
                <a:latin typeface="Arial"/>
                <a:cs typeface="Arial"/>
              </a:rPr>
              <a:t>,</a:t>
            </a:r>
            <a:r>
              <a:rPr sz="1300" dirty="0">
                <a:solidFill>
                  <a:srgbClr val="828277"/>
                </a:solidFill>
                <a:latin typeface="Arial"/>
                <a:cs typeface="Arial"/>
              </a:rPr>
              <a:t>....,_</a:t>
            </a:r>
            <a:endParaRPr sz="13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124561" y="1983086"/>
            <a:ext cx="123771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0" dirty="0">
                <a:solidFill>
                  <a:srgbClr val="828277"/>
                </a:solidFill>
                <a:latin typeface="Arial"/>
                <a:cs typeface="Arial"/>
              </a:rPr>
              <a:t>""'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51230" y="1991199"/>
            <a:ext cx="205676" cy="2667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90"/>
              </a:lnSpc>
              <a:spcBef>
                <a:spcPts val="64"/>
              </a:spcBef>
            </a:pPr>
            <a:r>
              <a:rPr sz="900" spc="-329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1500" spc="0" baseline="5797" dirty="0">
                <a:solidFill>
                  <a:srgbClr val="828277"/>
                </a:solidFill>
                <a:latin typeface="Arial"/>
                <a:cs typeface="Arial"/>
              </a:rPr>
              <a:t>''</a:t>
            </a:r>
            <a:r>
              <a:rPr sz="1500" spc="-269" baseline="5797" dirty="0">
                <a:solidFill>
                  <a:srgbClr val="828277"/>
                </a:solidFill>
                <a:latin typeface="Arial"/>
                <a:cs typeface="Arial"/>
              </a:rPr>
              <a:t>"</a:t>
            </a:r>
            <a:r>
              <a:rPr sz="900" spc="-64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R</a:t>
            </a:r>
            <a:r>
              <a:rPr sz="1500" spc="-89" baseline="5797" dirty="0">
                <a:solidFill>
                  <a:srgbClr val="828277"/>
                </a:solidFill>
                <a:latin typeface="Arial"/>
                <a:cs typeface="Arial"/>
              </a:rPr>
              <a:t>'</a:t>
            </a:r>
            <a:r>
              <a:rPr sz="900" spc="-189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P</a:t>
            </a:r>
            <a:r>
              <a:rPr sz="1500" spc="0" baseline="5797" dirty="0">
                <a:solidFill>
                  <a:srgbClr val="828277"/>
                </a:solidFill>
                <a:latin typeface="Arial"/>
                <a:cs typeface="Arial"/>
              </a:rPr>
              <a:t>"'</a:t>
            </a:r>
            <a:endParaRPr sz="1000">
              <a:latin typeface="Arial"/>
              <a:cs typeface="Arial"/>
            </a:endParaRPr>
          </a:p>
          <a:p>
            <a:pPr marL="16863" marR="22656">
              <a:lnSpc>
                <a:spcPct val="95825"/>
              </a:lnSpc>
              <a:spcBef>
                <a:spcPts val="195"/>
              </a:spcBef>
            </a:pP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</a:t>
            </a:r>
            <a:r>
              <a:rPr sz="400" spc="0" dirty="0">
                <a:solidFill>
                  <a:srgbClr val="706E60"/>
                </a:solidFill>
                <a:latin typeface="Arial"/>
                <a:cs typeface="Arial"/>
              </a:rPr>
              <a:t>P</a:t>
            </a:r>
            <a:endParaRPr sz="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528517" y="2059981"/>
            <a:ext cx="382400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sz="700" dirty="0">
                <a:solidFill>
                  <a:srgbClr val="646E77"/>
                </a:solidFill>
                <a:latin typeface="Times New Roman"/>
                <a:cs typeface="Times New Roman"/>
              </a:rPr>
              <a:t>sr</a:t>
            </a:r>
            <a:r>
              <a:rPr sz="700" dirty="0">
                <a:solidFill>
                  <a:srgbClr val="828277"/>
                </a:solidFill>
                <a:latin typeface="Times New Roman"/>
                <a:cs typeface="Times New Roman"/>
              </a:rPr>
              <a:t>oa</a:t>
            </a:r>
            <a:r>
              <a:rPr sz="700" dirty="0">
                <a:solidFill>
                  <a:srgbClr val="646E77"/>
                </a:solidFill>
                <a:latin typeface="Times New Roman"/>
                <a:cs typeface="Times New Roman"/>
              </a:rPr>
              <a:t>e</a:t>
            </a:r>
            <a:r>
              <a:rPr sz="700" dirty="0">
                <a:solidFill>
                  <a:srgbClr val="828277"/>
                </a:solidFill>
                <a:latin typeface="Times New Roman"/>
                <a:cs typeface="Times New Roman"/>
              </a:rPr>
              <a:t>cas</a:t>
            </a:r>
            <a:r>
              <a:rPr sz="700" dirty="0">
                <a:solidFill>
                  <a:srgbClr val="646E77"/>
                </a:solidFill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20404" y="2061888"/>
            <a:ext cx="913484" cy="1905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646E77"/>
                </a:solidFill>
                <a:latin typeface="Times New Roman"/>
                <a:cs typeface="Times New Roman"/>
              </a:rPr>
              <a:t>Wh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o </a:t>
            </a:r>
            <a:r>
              <a:rPr sz="600" spc="-5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h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s </a:t>
            </a:r>
            <a:r>
              <a:rPr sz="600" spc="11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192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168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.1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53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135?</a:t>
            </a:r>
            <a:endParaRPr sz="600">
              <a:latin typeface="Times New Roman"/>
              <a:cs typeface="Times New Roman"/>
            </a:endParaRPr>
          </a:p>
          <a:p>
            <a:pPr marL="12707">
              <a:lnSpc>
                <a:spcPct val="95825"/>
              </a:lnSpc>
              <a:spcBef>
                <a:spcPts val="120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Wh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o </a:t>
            </a:r>
            <a:r>
              <a:rPr sz="500" spc="22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45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19J.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6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R.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l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'i1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,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l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'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il?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84689" y="2061888"/>
            <a:ext cx="677214" cy="1905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849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</a:t>
            </a:r>
            <a:r>
              <a:rPr sz="600" spc="5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.1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68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.1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53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.2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20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  </a:t>
            </a:r>
            <a:r>
              <a:rPr sz="500" spc="7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J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04521" y="2066044"/>
            <a:ext cx="115315" cy="1847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16863">
              <a:lnSpc>
                <a:spcPts val="655"/>
              </a:lnSpc>
              <a:spcBef>
                <a:spcPts val="32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4]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389688" y="2233974"/>
            <a:ext cx="324899" cy="533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85"/>
              </a:lnSpc>
              <a:spcBef>
                <a:spcPts val="209"/>
              </a:spcBef>
            </a:pPr>
            <a:r>
              <a:rPr sz="4000" dirty="0">
                <a:solidFill>
                  <a:srgbClr val="828277"/>
                </a:solidFill>
                <a:latin typeface="Times New Roman"/>
                <a:cs typeface="Times New Roman"/>
              </a:rPr>
              <a:t>-</a:t>
            </a:r>
            <a:r>
              <a:rPr sz="4000" dirty="0">
                <a:solidFill>
                  <a:srgbClr val="979585"/>
                </a:solidFill>
                <a:latin typeface="Times New Roman"/>
                <a:cs typeface="Times New Roman"/>
              </a:rPr>
              <a:t>-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7339" y="2265933"/>
            <a:ext cx="687223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0"/>
              </a:lnSpc>
              <a:spcBef>
                <a:spcPts val="60"/>
              </a:spcBef>
            </a:pPr>
            <a:r>
              <a:rPr sz="1100" spc="0" dirty="0">
                <a:latin typeface="Times New Roman"/>
                <a:cs typeface="Times New Roman"/>
              </a:rPr>
              <a:t>addre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4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24127" y="2404424"/>
            <a:ext cx="280046" cy="228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5"/>
              </a:lnSpc>
              <a:spcBef>
                <a:spcPts val="86"/>
              </a:spcBef>
            </a:pPr>
            <a:r>
              <a:rPr sz="1200" dirty="0">
                <a:solidFill>
                  <a:srgbClr val="828277"/>
                </a:solidFill>
                <a:latin typeface="Arial"/>
                <a:cs typeface="Arial"/>
              </a:rPr>
              <a:t>,.</a:t>
            </a:r>
            <a:r>
              <a:rPr sz="1200" spc="-9" dirty="0">
                <a:solidFill>
                  <a:srgbClr val="828277"/>
                </a:solidFill>
                <a:latin typeface="Arial"/>
                <a:cs typeface="Arial"/>
              </a:rPr>
              <a:t>.</a:t>
            </a:r>
            <a:r>
              <a:rPr sz="1600" spc="0" dirty="0">
                <a:solidFill>
                  <a:srgbClr val="828277"/>
                </a:solidFill>
                <a:latin typeface="Times New Roman"/>
                <a:cs typeface="Times New Roman"/>
              </a:rPr>
              <a:t>......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13341" y="2525150"/>
            <a:ext cx="757940" cy="88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35"/>
              </a:spcBef>
            </a:pPr>
            <a:r>
              <a:rPr sz="400" spc="0" dirty="0">
                <a:solidFill>
                  <a:srgbClr val="979585"/>
                </a:solidFill>
                <a:latin typeface="Arial"/>
                <a:cs typeface="Arial"/>
              </a:rPr>
              <a:t>IIWollml      </a:t>
            </a:r>
            <a:r>
              <a:rPr sz="400" spc="58" dirty="0">
                <a:solidFill>
                  <a:srgbClr val="979585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l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.-.;,.~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Jl'4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08939" y="2933808"/>
            <a:ext cx="598611" cy="495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90"/>
              </a:lnSpc>
              <a:spcBef>
                <a:spcPts val="194"/>
              </a:spcBef>
            </a:pPr>
            <a:r>
              <a:rPr sz="1950" spc="0" baseline="31217" dirty="0">
                <a:solidFill>
                  <a:srgbClr val="828277"/>
                </a:solidFill>
                <a:latin typeface="Times New Roman"/>
                <a:cs typeface="Times New Roman"/>
              </a:rPr>
              <a:t>.....</a:t>
            </a:r>
            <a:r>
              <a:rPr sz="1950" spc="0" baseline="31217" dirty="0">
                <a:solidFill>
                  <a:srgbClr val="979585"/>
                </a:solidFill>
                <a:latin typeface="Times New Roman"/>
                <a:cs typeface="Times New Roman"/>
              </a:rPr>
              <a:t>.. </a:t>
            </a:r>
            <a:r>
              <a:rPr sz="1950" spc="76" baseline="3121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3400" spc="0" dirty="0">
                <a:solidFill>
                  <a:srgbClr val="828277"/>
                </a:solidFill>
                <a:latin typeface="Times New Roman"/>
                <a:cs typeface="Times New Roman"/>
              </a:rPr>
              <a:t>-</a:t>
            </a:r>
            <a:r>
              <a:rPr sz="3400" spc="-18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3700" spc="0" dirty="0">
                <a:solidFill>
                  <a:srgbClr val="979585"/>
                </a:solidFill>
                <a:latin typeface="Times New Roman"/>
                <a:cs typeface="Times New Roman"/>
              </a:rPr>
              <a:t>-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30462" y="2992903"/>
            <a:ext cx="228670" cy="419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270"/>
              </a:lnSpc>
              <a:spcBef>
                <a:spcPts val="163"/>
              </a:spcBef>
            </a:pPr>
            <a:r>
              <a:rPr sz="3100" spc="0" dirty="0">
                <a:solidFill>
                  <a:srgbClr val="828277"/>
                </a:solidFill>
                <a:latin typeface="Arial"/>
                <a:cs typeface="Arial"/>
              </a:rPr>
              <a:t>-</a:t>
            </a:r>
            <a:endParaRPr sz="3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52776" y="3019620"/>
            <a:ext cx="1490255" cy="381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1050" spc="0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Address</a:t>
            </a:r>
            <a:r>
              <a:rPr sz="1050" spc="150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1050" spc="0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Resol</a:t>
            </a:r>
            <a:r>
              <a:rPr sz="1050" spc="0" baseline="132516" dirty="0">
                <a:solidFill>
                  <a:srgbClr val="646E77"/>
                </a:solidFill>
                <a:latin typeface="Times New Roman"/>
                <a:cs typeface="Times New Roman"/>
              </a:rPr>
              <a:t>u</a:t>
            </a:r>
            <a:r>
              <a:rPr sz="1050" spc="0" baseline="132516" dirty="0">
                <a:solidFill>
                  <a:srgbClr val="706E60"/>
                </a:solidFill>
                <a:latin typeface="Times New Roman"/>
                <a:cs typeface="Times New Roman"/>
              </a:rPr>
              <a:t>ti</a:t>
            </a:r>
            <a:r>
              <a:rPr sz="1050" spc="0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on </a:t>
            </a:r>
            <a:r>
              <a:rPr sz="1050" spc="44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1050" spc="0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Pro</a:t>
            </a:r>
            <a:r>
              <a:rPr sz="1050" spc="0" baseline="132516" dirty="0">
                <a:solidFill>
                  <a:srgbClr val="706E60"/>
                </a:solidFill>
                <a:latin typeface="Times New Roman"/>
                <a:cs typeface="Times New Roman"/>
              </a:rPr>
              <a:t>t</a:t>
            </a:r>
            <a:r>
              <a:rPr sz="1050" spc="0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oco</a:t>
            </a:r>
            <a:r>
              <a:rPr sz="1050" spc="0" baseline="132516" dirty="0">
                <a:solidFill>
                  <a:srgbClr val="706E60"/>
                </a:solidFill>
                <a:latin typeface="Times New Roman"/>
                <a:cs typeface="Times New Roman"/>
              </a:rPr>
              <a:t>l  </a:t>
            </a:r>
            <a:r>
              <a:rPr sz="1050" spc="59" baseline="132516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1050" spc="0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Creo</a:t>
            </a:r>
            <a:r>
              <a:rPr sz="1050" spc="-259" baseline="132516" dirty="0">
                <a:solidFill>
                  <a:srgbClr val="646E77"/>
                </a:solidFill>
                <a:latin typeface="Times New Roman"/>
                <a:cs typeface="Times New Roman"/>
              </a:rPr>
              <a:t>l</a:t>
            </a:r>
            <a:r>
              <a:rPr sz="2800" spc="-764" dirty="0">
                <a:solidFill>
                  <a:srgbClr val="828277"/>
                </a:solidFill>
                <a:latin typeface="Arial"/>
                <a:cs typeface="Arial"/>
              </a:rPr>
              <a:t>-</a:t>
            </a:r>
            <a:r>
              <a:rPr sz="1050" spc="0" baseline="132516" dirty="0">
                <a:solidFill>
                  <a:srgbClr val="828277"/>
                </a:solidFill>
                <a:latin typeface="Times New Roman"/>
                <a:cs typeface="Times New Roman"/>
              </a:rPr>
              <a:t>vl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7339" y="3455542"/>
            <a:ext cx="1331141" cy="165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0"/>
              </a:lnSpc>
              <a:spcBef>
                <a:spcPts val="60"/>
              </a:spcBef>
            </a:pP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tw</a:t>
            </a:r>
            <a:r>
              <a:rPr sz="1100" spc="-9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rk </a:t>
            </a:r>
            <a:r>
              <a:rPr sz="1100" spc="5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-4" dirty="0">
                <a:latin typeface="Times New Roman"/>
                <a:cs typeface="Times New Roman"/>
              </a:rPr>
              <a:t>lli</a:t>
            </a:r>
            <a:r>
              <a:rPr sz="1100" spc="0" dirty="0">
                <a:latin typeface="Times New Roman"/>
                <a:cs typeface="Times New Roman"/>
              </a:rPr>
              <a:t>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87153" y="3629007"/>
            <a:ext cx="560676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dirty="0">
                <a:solidFill>
                  <a:srgbClr val="CD3436"/>
                </a:solidFill>
                <a:latin typeface="Arial"/>
                <a:cs typeface="Arial"/>
              </a:rPr>
              <a:t>I</a:t>
            </a:r>
            <a:r>
              <a:rPr sz="1200" spc="-164" dirty="0">
                <a:solidFill>
                  <a:srgbClr val="CD3436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192.168.1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.2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93982" y="3691183"/>
            <a:ext cx="830439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is  </a:t>
            </a:r>
            <a:r>
              <a:rPr sz="600" spc="3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at   </a:t>
            </a:r>
            <a:r>
              <a:rPr sz="500" spc="8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00:0c:29: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2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0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:l4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7339" y="4125886"/>
            <a:ext cx="1159743" cy="1659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15"/>
              </a:lnSpc>
              <a:spcBef>
                <a:spcPts val="60"/>
              </a:spcBef>
            </a:pPr>
            <a:r>
              <a:rPr sz="1100" spc="-4" dirty="0">
                <a:latin typeface="Times New Roman"/>
                <a:cs typeface="Times New Roman"/>
              </a:rPr>
              <a:t>iss</a:t>
            </a:r>
            <a:r>
              <a:rPr sz="1100" spc="0" dirty="0">
                <a:latin typeface="Times New Roman"/>
                <a:cs typeface="Times New Roman"/>
              </a:rPr>
              <a:t>uing</a:t>
            </a:r>
            <a:r>
              <a:rPr sz="1100" spc="-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gratu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9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us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83218" y="4535094"/>
            <a:ext cx="64773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0" dirty="0">
                <a:solidFill>
                  <a:srgbClr val="CD3436"/>
                </a:solidFill>
                <a:latin typeface="Arial"/>
                <a:cs typeface="Arial"/>
              </a:rPr>
              <a:t>I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67300" y="4582551"/>
            <a:ext cx="1587500" cy="88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1574800" algn="l"/>
              </a:tabLst>
            </a:pPr>
            <a:r>
              <a:rPr sz="500" u="sng" dirty="0">
                <a:solidFill>
                  <a:srgbClr val="CD3436"/>
                </a:solidFill>
                <a:latin typeface="Times New Roman"/>
                <a:cs typeface="Times New Roman"/>
              </a:rPr>
              <a:t> </a:t>
            </a:r>
            <a:r>
              <a:rPr sz="500" u="sng" spc="34" dirty="0">
                <a:solidFill>
                  <a:srgbClr val="CD3436"/>
                </a:solidFill>
                <a:latin typeface="Times New Roman"/>
                <a:cs typeface="Times New Roman"/>
              </a:rPr>
              <a:t> </a:t>
            </a:r>
            <a:r>
              <a:rPr sz="500" u="sng" spc="0" dirty="0">
                <a:solidFill>
                  <a:srgbClr val="CD3436"/>
                </a:solidFill>
                <a:latin typeface="Times New Roman"/>
                <a:cs typeface="Times New Roman"/>
              </a:rPr>
              <a:t>1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192.168.</a:t>
            </a:r>
            <a:r>
              <a:rPr sz="500" u="sng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u="sng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.</a:t>
            </a:r>
            <a:r>
              <a:rPr sz="500" u="sng" spc="0" dirty="0">
                <a:solidFill>
                  <a:srgbClr val="979585"/>
                </a:solidFill>
                <a:latin typeface="Times New Roman"/>
                <a:cs typeface="Times New Roman"/>
              </a:rPr>
              <a:t>2       </a:t>
            </a:r>
            <a:r>
              <a:rPr sz="500" u="sng" spc="-44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is    </a:t>
            </a:r>
            <a:r>
              <a:rPr sz="500" u="sng" spc="-4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at   </a:t>
            </a:r>
            <a:r>
              <a:rPr sz="500" u="sng" spc="1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00:6c:29:20:</a:t>
            </a:r>
            <a:r>
              <a:rPr sz="500" u="sng" spc="-4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500" u="sng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u="sng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u="sng" spc="0" dirty="0">
                <a:solidFill>
                  <a:srgbClr val="828277"/>
                </a:solidFill>
                <a:latin typeface="Times New Roman"/>
                <a:cs typeface="Times New Roman"/>
              </a:rPr>
              <a:t>4 	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73234" y="4855311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81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25055" y="3662173"/>
            <a:ext cx="1379219" cy="585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0"/>
              </a:lnSpc>
              <a:spcBef>
                <a:spcPts val="36"/>
              </a:spcBef>
            </a:pPr>
            <a:endParaRPr sz="500"/>
          </a:p>
          <a:p>
            <a:pPr marL="211662" marR="209916" algn="ctr">
              <a:lnSpc>
                <a:spcPct val="95825"/>
              </a:lnSpc>
            </a:pPr>
            <a:r>
              <a:rPr sz="1500" b="1" dirty="0">
                <a:solidFill>
                  <a:srgbClr val="595959"/>
                </a:solidFill>
                <a:latin typeface="Times New Roman"/>
                <a:cs typeface="Times New Roman"/>
              </a:rPr>
              <a:t>Gratui</a:t>
            </a: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15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endParaRPr sz="1500">
              <a:latin typeface="Times New Roman"/>
              <a:cs typeface="Times New Roman"/>
            </a:endParaRPr>
          </a:p>
          <a:p>
            <a:pPr marL="134873" marR="133245" algn="ctr">
              <a:lnSpc>
                <a:spcPct val="95825"/>
              </a:lnSpc>
              <a:spcBef>
                <a:spcPts val="75"/>
              </a:spcBef>
            </a:pP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1500" b="1" spc="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Repl</a:t>
            </a:r>
            <a:r>
              <a:rPr sz="15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599" y="3232403"/>
            <a:ext cx="1580387" cy="14462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439">
              <a:lnSpc>
                <a:spcPct val="95825"/>
              </a:lnSpc>
              <a:spcBef>
                <a:spcPts val="384"/>
              </a:spcBef>
            </a:pP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-89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c</a:t>
            </a:r>
            <a:r>
              <a:rPr sz="1100" spc="-4" dirty="0">
                <a:latin typeface="Times New Roman"/>
                <a:cs typeface="Times New Roman"/>
              </a:rPr>
              <a:t>io</a:t>
            </a:r>
            <a:r>
              <a:rPr sz="1100" spc="0" dirty="0">
                <a:latin typeface="Times New Roman"/>
                <a:cs typeface="Times New Roman"/>
              </a:rPr>
              <a:t>us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4" dirty="0">
                <a:latin typeface="Times New Roman"/>
                <a:cs typeface="Times New Roman"/>
              </a:rPr>
              <a:t>ev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ce 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91439">
              <a:lnSpc>
                <a:spcPct val="95825"/>
              </a:lnSpc>
              <a:spcBef>
                <a:spcPts val="1375"/>
              </a:spcBef>
            </a:pPr>
            <a:r>
              <a:rPr sz="1100" spc="0" dirty="0">
                <a:latin typeface="Times New Roman"/>
                <a:cs typeface="Times New Roman"/>
              </a:rPr>
              <a:t>that</a:t>
            </a:r>
            <a:r>
              <a:rPr sz="1100" spc="26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uter</a:t>
            </a:r>
            <a:r>
              <a:rPr sz="1100" spc="-5" dirty="0">
                <a:latin typeface="Times New Roman"/>
                <a:cs typeface="Times New Roman"/>
              </a:rPr>
              <a:t>’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19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endParaRPr sz="1100">
              <a:latin typeface="Times New Roman"/>
              <a:cs typeface="Times New Roman"/>
            </a:endParaRPr>
          </a:p>
          <a:p>
            <a:pPr marL="91439">
              <a:lnSpc>
                <a:spcPct val="95825"/>
              </a:lnSpc>
              <a:spcBef>
                <a:spcPts val="55"/>
              </a:spcBef>
            </a:pPr>
            <a:r>
              <a:rPr sz="1100" spc="0" dirty="0">
                <a:latin typeface="Times New Roman"/>
                <a:cs typeface="Times New Roman"/>
              </a:rPr>
              <a:t>addre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4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is</a:t>
            </a:r>
            <a:endParaRPr sz="1100">
              <a:latin typeface="Times New Roman"/>
              <a:cs typeface="Times New Roman"/>
            </a:endParaRPr>
          </a:p>
          <a:p>
            <a:pPr marL="91439">
              <a:lnSpc>
                <a:spcPct val="95825"/>
              </a:lnSpc>
              <a:spcBef>
                <a:spcPts val="55"/>
              </a:spcBef>
            </a:pPr>
            <a:r>
              <a:rPr sz="1100" b="1" dirty="0">
                <a:latin typeface="Times New Roman"/>
                <a:cs typeface="Times New Roman"/>
              </a:rPr>
              <a:t>0</a:t>
            </a:r>
            <a:r>
              <a:rPr sz="1100" b="1" spc="4" dirty="0">
                <a:latin typeface="Times New Roman"/>
                <a:cs typeface="Times New Roman"/>
              </a:rPr>
              <a:t>0</a:t>
            </a:r>
            <a:r>
              <a:rPr sz="1100" b="1" spc="0" dirty="0">
                <a:latin typeface="Times New Roman"/>
                <a:cs typeface="Times New Roman"/>
              </a:rPr>
              <a:t>:0c:</a:t>
            </a:r>
            <a:r>
              <a:rPr sz="1100" b="1" spc="-9" dirty="0">
                <a:latin typeface="Times New Roman"/>
                <a:cs typeface="Times New Roman"/>
              </a:rPr>
              <a:t>29</a:t>
            </a:r>
            <a:r>
              <a:rPr sz="1100" b="1" spc="0" dirty="0">
                <a:latin typeface="Times New Roman"/>
                <a:cs typeface="Times New Roman"/>
              </a:rPr>
              <a:t>:2</a:t>
            </a:r>
            <a:r>
              <a:rPr sz="1100" b="1" spc="-4" dirty="0">
                <a:latin typeface="Times New Roman"/>
                <a:cs typeface="Times New Roman"/>
              </a:rPr>
              <a:t>0</a:t>
            </a:r>
            <a:r>
              <a:rPr sz="1100" b="1" spc="0" dirty="0">
                <a:latin typeface="Times New Roman"/>
                <a:cs typeface="Times New Roman"/>
              </a:rPr>
              <a:t>:b</a:t>
            </a:r>
            <a:r>
              <a:rPr sz="1100" b="1" spc="4" dirty="0">
                <a:latin typeface="Times New Roman"/>
                <a:cs typeface="Times New Roman"/>
              </a:rPr>
              <a:t>c</a:t>
            </a:r>
            <a:r>
              <a:rPr sz="1100" b="1" spc="0" dirty="0">
                <a:latin typeface="Times New Roman"/>
                <a:cs typeface="Times New Roman"/>
              </a:rPr>
              <a:t>:</a:t>
            </a:r>
            <a:r>
              <a:rPr sz="1100" b="1" spc="-9" dirty="0">
                <a:latin typeface="Times New Roman"/>
                <a:cs typeface="Times New Roman"/>
              </a:rPr>
              <a:t>1</a:t>
            </a:r>
            <a:r>
              <a:rPr sz="1100" b="1" spc="-4" dirty="0">
                <a:latin typeface="Times New Roman"/>
                <a:cs typeface="Times New Roman"/>
              </a:rPr>
              <a:t>4</a:t>
            </a:r>
            <a:r>
              <a:rPr sz="1100" spc="0" dirty="0">
                <a:latin typeface="Times New Roman"/>
                <a:cs typeface="Times New Roman"/>
              </a:rPr>
              <a:t>,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b</a:t>
            </a:r>
            <a:r>
              <a:rPr sz="1100" spc="0" dirty="0">
                <a:latin typeface="Times New Roman"/>
                <a:cs typeface="Times New Roman"/>
              </a:rPr>
              <a:t>y</a:t>
            </a:r>
            <a:endParaRPr sz="1100">
              <a:latin typeface="Times New Roman"/>
              <a:cs typeface="Times New Roman"/>
            </a:endParaRPr>
          </a:p>
          <a:p>
            <a:pPr marL="91439" marR="302502">
              <a:lnSpc>
                <a:spcPct val="100041"/>
              </a:lnSpc>
              <a:spcBef>
                <a:spcPts val="1377"/>
              </a:spcBef>
            </a:pP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P</a:t>
            </a:r>
            <a:r>
              <a:rPr sz="1100" spc="-6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re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es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at frequ</a:t>
            </a:r>
            <a:r>
              <a:rPr sz="1100" spc="5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nt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nt</a:t>
            </a:r>
            <a:r>
              <a:rPr sz="1100" spc="4" dirty="0">
                <a:latin typeface="Times New Roman"/>
                <a:cs typeface="Times New Roman"/>
              </a:rPr>
              <a:t>e</a:t>
            </a:r>
            <a:r>
              <a:rPr sz="1100" spc="0" dirty="0">
                <a:latin typeface="Times New Roman"/>
                <a:cs typeface="Times New Roman"/>
              </a:rPr>
              <a:t>rva</a:t>
            </a:r>
            <a:r>
              <a:rPr sz="1100" spc="-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65019" y="3198874"/>
            <a:ext cx="3014980" cy="15118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324">
              <a:lnSpc>
                <a:spcPts val="713"/>
              </a:lnSpc>
              <a:spcBef>
                <a:spcPts val="380"/>
              </a:spcBef>
            </a:pPr>
            <a:r>
              <a:rPr sz="50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500" dirty="0">
                <a:solidFill>
                  <a:srgbClr val="828277"/>
                </a:solidFill>
                <a:latin typeface="Times New Roman"/>
                <a:cs typeface="Times New Roman"/>
              </a:rPr>
              <a:t>05</a:t>
            </a:r>
            <a:r>
              <a:rPr sz="500" dirty="0">
                <a:solidFill>
                  <a:srgbClr val="706E60"/>
                </a:solidFill>
                <a:latin typeface="Times New Roman"/>
                <a:cs typeface="Times New Roman"/>
              </a:rPr>
              <a:t>1  </a:t>
            </a:r>
            <a:r>
              <a:rPr sz="500" spc="-50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-  </a:t>
            </a:r>
            <a:r>
              <a:rPr sz="500" spc="121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vaware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20: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bc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4                                 </a:t>
            </a:r>
            <a:r>
              <a:rPr sz="500" spc="5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v.i.are_cd:e</a:t>
            </a:r>
            <a:r>
              <a:rPr sz="900" spc="-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3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0                  </a:t>
            </a:r>
            <a:r>
              <a:rPr sz="900" spc="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7246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600" spc="60" baseline="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60</a:t>
            </a:r>
            <a:endParaRPr sz="500">
              <a:latin typeface="Times New Roman"/>
              <a:cs typeface="Times New Roman"/>
            </a:endParaRPr>
          </a:p>
          <a:p>
            <a:pPr marL="21478">
              <a:lnSpc>
                <a:spcPct val="95825"/>
              </a:lnSpc>
              <a:spcBef>
                <a:spcPts val="15"/>
              </a:spcBef>
            </a:pPr>
            <a:r>
              <a:rPr sz="50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500" dirty="0">
                <a:solidFill>
                  <a:srgbClr val="828277"/>
                </a:solidFill>
                <a:latin typeface="Times New Roman"/>
                <a:cs typeface="Times New Roman"/>
              </a:rPr>
              <a:t>14</a:t>
            </a:r>
            <a:r>
              <a:rPr sz="500" dirty="0">
                <a:solidFill>
                  <a:srgbClr val="706E60"/>
                </a:solidFill>
                <a:latin typeface="Times New Roman"/>
                <a:cs typeface="Times New Roman"/>
              </a:rPr>
              <a:t>-8  </a:t>
            </a:r>
            <a:r>
              <a:rPr sz="500" spc="-44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3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v.,are_eb:f7:</a:t>
            </a:r>
            <a:r>
              <a:rPr sz="500" spc="-4" dirty="0">
                <a:solidFill>
                  <a:srgbClr val="828277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  </a:t>
            </a:r>
            <a:r>
              <a:rPr sz="500" spc="-50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Br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o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ad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</a:t>
            </a:r>
            <a:r>
              <a:rPr sz="600" spc="4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17317">
              <a:lnSpc>
                <a:spcPts val="720"/>
              </a:lnSpc>
              <a:spcBef>
                <a:spcPts val="36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4149  </a:t>
            </a:r>
            <a:r>
              <a:rPr sz="500" spc="11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3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v.,,,are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eb:f7:9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 </a:t>
            </a:r>
            <a:r>
              <a:rPr sz="500" spc="50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Br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o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ad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t                             </a:t>
            </a:r>
            <a:r>
              <a:rPr sz="600" spc="14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  <a:p>
            <a:pPr marL="17311">
              <a:lnSpc>
                <a:spcPts val="665"/>
              </a:lnSpc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4270  </a:t>
            </a:r>
            <a:r>
              <a:rPr sz="500" spc="11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3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vaware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eb:f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                          </a:t>
            </a:r>
            <a:r>
              <a:rPr sz="500" spc="9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ro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ad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 </a:t>
            </a:r>
            <a:r>
              <a:rPr sz="600" spc="-5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72">
              <a:lnSpc>
                <a:spcPct val="95825"/>
              </a:lnSpc>
            </a:pPr>
            <a:r>
              <a:rPr sz="500" spc="0" dirty="0">
                <a:solidFill>
                  <a:srgbClr val="706E60"/>
                </a:solidFill>
                <a:latin typeface="Arial"/>
                <a:cs typeface="Arial"/>
              </a:rPr>
              <a:t>4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27</a:t>
            </a:r>
            <a:r>
              <a:rPr sz="500" spc="0" dirty="0">
                <a:solidFill>
                  <a:srgbClr val="706E60"/>
                </a:solidFill>
                <a:latin typeface="Arial"/>
                <a:cs typeface="Arial"/>
              </a:rPr>
              <a:t>1</a:t>
            </a:r>
            <a:r>
              <a:rPr sz="500" spc="20" dirty="0">
                <a:solidFill>
                  <a:srgbClr val="706E60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_ </a:t>
            </a:r>
            <a:r>
              <a:rPr sz="500" spc="114" dirty="0">
                <a:solidFill>
                  <a:srgbClr val="979585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Ynl,rrlare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eb:f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7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: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1                            </a:t>
            </a:r>
            <a:r>
              <a:rPr sz="500" spc="-25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Br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o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adcast                             </a:t>
            </a:r>
            <a:r>
              <a:rPr sz="600" spc="13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69">
              <a:lnSpc>
                <a:spcPct val="95825"/>
              </a:lnSpc>
              <a:spcBef>
                <a:spcPts val="120"/>
              </a:spcBef>
            </a:pP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296 </a:t>
            </a:r>
            <a:r>
              <a:rPr sz="500" spc="5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6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vn..,are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2e:b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4                                </a:t>
            </a:r>
            <a:r>
              <a:rPr sz="500" spc="1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v.war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e</a:t>
            </a:r>
            <a:r>
              <a:rPr sz="500" spc="0" dirty="0">
                <a:solidFill>
                  <a:srgbClr val="AFACA0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cd:e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 </a:t>
            </a:r>
            <a:r>
              <a:rPr sz="500" spc="-5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ce                       </a:t>
            </a:r>
            <a:r>
              <a:rPr sz="500" spc="5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AltP                  </a:t>
            </a:r>
            <a:r>
              <a:rPr sz="400" spc="73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60</a:t>
            </a:r>
            <a:endParaRPr sz="500">
              <a:latin typeface="Times New Roman"/>
              <a:cs typeface="Times New Roman"/>
            </a:endParaRPr>
          </a:p>
          <a:p>
            <a:pPr marL="21468">
              <a:lnSpc>
                <a:spcPts val="713"/>
              </a:lnSpc>
            </a:pP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94 </a:t>
            </a:r>
            <a:r>
              <a:rPr sz="500" spc="3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6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Vmware_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e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b:f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  </a:t>
            </a:r>
            <a:r>
              <a:rPr sz="500" spc="-44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r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oad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t                                        </a:t>
            </a:r>
            <a:r>
              <a:rPr sz="750" spc="14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7246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600" spc="60" baseline="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72">
              <a:lnSpc>
                <a:spcPts val="685"/>
              </a:lnSpc>
              <a:spcBef>
                <a:spcPts val="34"/>
              </a:spcBef>
            </a:pP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395 </a:t>
            </a:r>
            <a:r>
              <a:rPr sz="750" spc="52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750" spc="6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VfllW'are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eb:f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:9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</a:t>
            </a:r>
            <a:r>
              <a:rPr sz="750" spc="59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Broad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 </a:t>
            </a:r>
            <a:r>
              <a:rPr sz="500" spc="9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75">
              <a:lnSpc>
                <a:spcPts val="685"/>
              </a:lnSpc>
            </a:pP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537 </a:t>
            </a:r>
            <a:r>
              <a:rPr sz="750" spc="52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750" spc="6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YnMare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750" spc="-36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f7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</a:t>
            </a:r>
            <a:r>
              <a:rPr sz="750" spc="3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ro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ad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         </a:t>
            </a:r>
            <a:r>
              <a:rPr sz="500" spc="-2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6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79">
              <a:lnSpc>
                <a:spcPts val="685"/>
              </a:lnSpc>
            </a:pP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4538  </a:t>
            </a:r>
            <a:r>
              <a:rPr sz="750" spc="89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750" spc="6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VnMare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eb:f7:9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</a:t>
            </a:r>
            <a:r>
              <a:rPr sz="750" spc="-19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Broad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 </a:t>
            </a:r>
            <a:r>
              <a:rPr sz="750" spc="93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-7246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600" spc="95" baseline="-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85">
              <a:lnSpc>
                <a:spcPts val="624"/>
              </a:lnSpc>
              <a:spcBef>
                <a:spcPts val="60"/>
              </a:spcBef>
            </a:pP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56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500" spc="123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6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VnMare</a:t>
            </a:r>
            <a:r>
              <a:rPr sz="500" spc="0" dirty="0">
                <a:solidFill>
                  <a:srgbClr val="AFACA0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0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:14                                  </a:t>
            </a:r>
            <a:r>
              <a:rPr sz="500" spc="-1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V11Ware</a:t>
            </a:r>
            <a:r>
              <a:rPr sz="750" spc="0" baseline="5797" dirty="0">
                <a:solidFill>
                  <a:srgbClr val="AFACA0"/>
                </a:solidFill>
                <a:latin typeface="Times New Roman"/>
                <a:cs typeface="Times New Roman"/>
              </a:rPr>
              <a:t>_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d</a:t>
            </a:r>
            <a:r>
              <a:rPr sz="750" spc="59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:e3:  </a:t>
            </a:r>
            <a:r>
              <a:rPr sz="750" spc="54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e                  </a:t>
            </a:r>
            <a:r>
              <a:rPr sz="750" spc="12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7246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600" spc="95" baseline="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60</a:t>
            </a:r>
            <a:endParaRPr sz="500">
              <a:latin typeface="Times New Roman"/>
              <a:cs typeface="Times New Roman"/>
            </a:endParaRPr>
          </a:p>
          <a:p>
            <a:pPr marL="21486">
              <a:lnSpc>
                <a:spcPts val="685"/>
              </a:lnSpc>
              <a:spcBef>
                <a:spcPts val="34"/>
              </a:spcBef>
            </a:pP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679 </a:t>
            </a:r>
            <a:r>
              <a:rPr sz="750" spc="52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750" spc="6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vn.,are</a:t>
            </a:r>
            <a:r>
              <a:rPr sz="750" spc="0" baseline="-5797" dirty="0">
                <a:solidFill>
                  <a:srgbClr val="AFACA0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eb:f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:9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 </a:t>
            </a:r>
            <a:r>
              <a:rPr sz="750" spc="-25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Broad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</a:t>
            </a:r>
            <a:r>
              <a:rPr sz="750" spc="122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95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90">
              <a:lnSpc>
                <a:spcPts val="685"/>
              </a:lnSpc>
            </a:pP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4680  </a:t>
            </a:r>
            <a:r>
              <a:rPr sz="750" spc="89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750" spc="6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VnMare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eb:f7:9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</a:t>
            </a:r>
            <a:r>
              <a:rPr sz="750" spc="-19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Broad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ast                                </a:t>
            </a:r>
            <a:r>
              <a:rPr sz="750" spc="122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95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94">
              <a:lnSpc>
                <a:spcPct val="95825"/>
              </a:lnSpc>
            </a:pP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48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  </a:t>
            </a:r>
            <a:r>
              <a:rPr sz="500" spc="90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6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VnMare_eb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f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          </a:t>
            </a:r>
            <a:r>
              <a:rPr sz="500" spc="-34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r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oad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                                        </a:t>
            </a:r>
            <a:r>
              <a:rPr sz="500" spc="-1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95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92">
              <a:lnSpc>
                <a:spcPts val="700"/>
              </a:lnSpc>
              <a:spcBef>
                <a:spcPts val="35"/>
              </a:spcBef>
            </a:pP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4822  </a:t>
            </a:r>
            <a:r>
              <a:rPr sz="750" spc="89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-   </a:t>
            </a:r>
            <a:r>
              <a:rPr sz="750" spc="31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ViMare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eb:</a:t>
            </a:r>
            <a:r>
              <a:rPr sz="750" spc="6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f7: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                        </a:t>
            </a:r>
            <a:r>
              <a:rPr sz="750" spc="64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Br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o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ad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a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t                               </a:t>
            </a:r>
            <a:r>
              <a:rPr sz="750" spc="31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400" spc="0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400" spc="95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42</a:t>
            </a:r>
            <a:endParaRPr sz="600">
              <a:latin typeface="Times New Roman"/>
              <a:cs typeface="Times New Roman"/>
            </a:endParaRPr>
          </a:p>
          <a:p>
            <a:pPr marL="21491">
              <a:lnSpc>
                <a:spcPts val="574"/>
              </a:lnSpc>
              <a:spcBef>
                <a:spcPts val="75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4864  </a:t>
            </a:r>
            <a:r>
              <a:rPr sz="500" spc="8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  </a:t>
            </a:r>
            <a:r>
              <a:rPr sz="500" spc="6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VnMare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20:b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:14                           </a:t>
            </a:r>
            <a:r>
              <a:rPr sz="500" spc="5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v.ware</a:t>
            </a:r>
            <a:r>
              <a:rPr sz="500" spc="0" dirty="0">
                <a:solidFill>
                  <a:srgbClr val="AFACA0"/>
                </a:solidFill>
                <a:latin typeface="Times New Roman"/>
                <a:cs typeface="Times New Roman"/>
              </a:rPr>
              <a:t>_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d </a:t>
            </a:r>
            <a:r>
              <a:rPr sz="500" spc="-4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: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e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 </a:t>
            </a:r>
            <a:r>
              <a:rPr sz="500" spc="5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                  </a:t>
            </a:r>
            <a:r>
              <a:rPr sz="500" spc="12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7246" dirty="0">
                <a:solidFill>
                  <a:srgbClr val="828277"/>
                </a:solidFill>
                <a:latin typeface="Arial"/>
                <a:cs typeface="Arial"/>
              </a:rPr>
              <a:t>ARP                 </a:t>
            </a:r>
            <a:r>
              <a:rPr sz="600" spc="95" baseline="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60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80000" y="3198874"/>
            <a:ext cx="1803907" cy="1539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114">
              <a:lnSpc>
                <a:spcPct val="95825"/>
              </a:lnSpc>
              <a:spcBef>
                <a:spcPts val="395"/>
              </a:spcBef>
            </a:pPr>
            <a:r>
              <a:rPr sz="600" dirty="0">
                <a:solidFill>
                  <a:srgbClr val="BA4846"/>
                </a:solidFill>
                <a:latin typeface="Times New Roman"/>
                <a:cs typeface="Times New Roman"/>
              </a:rPr>
              <a:t>~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600" dirty="0">
                <a:solidFill>
                  <a:srgbClr val="504B36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68.15</a:t>
            </a:r>
            <a:r>
              <a:rPr sz="60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600" dirty="0">
                <a:solidFill>
                  <a:srgbClr val="504B36"/>
                </a:solidFill>
                <a:latin typeface="Times New Roman"/>
                <a:cs typeface="Times New Roman"/>
              </a:rPr>
              <a:t>,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2    </a:t>
            </a:r>
            <a:r>
              <a:rPr sz="600" spc="-2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i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-44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at   </a:t>
            </a:r>
            <a:r>
              <a:rPr sz="500" spc="8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00:0c:2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:20:bc:14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80000" y="3352800"/>
            <a:ext cx="1803907" cy="342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7270">
              <a:lnSpc>
                <a:spcPts val="595"/>
              </a:lnSpc>
              <a:spcBef>
                <a:spcPts val="29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who  </a:t>
            </a:r>
            <a:r>
              <a:rPr sz="500" spc="7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Arial"/>
                <a:cs typeface="Arial"/>
              </a:rPr>
              <a:t>has</a:t>
            </a:r>
            <a:r>
              <a:rPr sz="600" spc="141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192,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6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8.153,135?       </a:t>
            </a:r>
            <a:r>
              <a:rPr sz="750" spc="94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Te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l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l    </a:t>
            </a:r>
            <a:r>
              <a:rPr sz="750" spc="-54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2.168.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5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.2</a:t>
            </a:r>
            <a:endParaRPr sz="500">
              <a:latin typeface="Times New Roman"/>
              <a:cs typeface="Times New Roman"/>
            </a:endParaRPr>
          </a:p>
          <a:p>
            <a:pPr marL="57264">
              <a:lnSpc>
                <a:spcPts val="630"/>
              </a:lnSpc>
              <a:spcBef>
                <a:spcPts val="10"/>
              </a:spcBef>
            </a:pP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Who </a:t>
            </a:r>
            <a:r>
              <a:rPr sz="500" spc="4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has  </a:t>
            </a:r>
            <a:r>
              <a:rPr sz="500" spc="54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,1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68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,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153,153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?     </a:t>
            </a:r>
            <a:r>
              <a:rPr sz="750" spc="29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Te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l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l    </a:t>
            </a:r>
            <a:r>
              <a:rPr sz="750" spc="-54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92.168</a:t>
            </a:r>
            <a:r>
              <a:rPr sz="750" spc="0" baseline="5797" dirty="0">
                <a:solidFill>
                  <a:srgbClr val="504B36"/>
                </a:solidFill>
                <a:latin typeface="Times New Roman"/>
                <a:cs typeface="Times New Roman"/>
              </a:rPr>
              <a:t>.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153.2</a:t>
            </a:r>
            <a:endParaRPr sz="500">
              <a:latin typeface="Times New Roman"/>
              <a:cs typeface="Times New Roman"/>
            </a:endParaRPr>
          </a:p>
          <a:p>
            <a:pPr marL="57258">
              <a:lnSpc>
                <a:spcPts val="535"/>
              </a:lnSpc>
              <a:spcBef>
                <a:spcPts val="141"/>
              </a:spcBef>
            </a:pP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Who </a:t>
            </a:r>
            <a:r>
              <a:rPr sz="750" spc="85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ha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750" spc="77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.1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68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.1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5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?     </a:t>
            </a:r>
            <a:r>
              <a:rPr sz="750" spc="84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Te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l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l    </a:t>
            </a:r>
            <a:r>
              <a:rPr sz="750" spc="-54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92.</a:t>
            </a:r>
            <a:r>
              <a:rPr sz="750" spc="0" baseline="-5797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68.15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.2</a:t>
            </a:r>
            <a:endParaRPr sz="500">
              <a:latin typeface="Times New Roman"/>
              <a:cs typeface="Times New Roman"/>
            </a:endParaRPr>
          </a:p>
          <a:p>
            <a:pPr marL="57263">
              <a:lnSpc>
                <a:spcPts val="790"/>
              </a:lnSpc>
              <a:spcBef>
                <a:spcPts val="12"/>
              </a:spcBef>
            </a:pPr>
            <a:r>
              <a:rPr sz="1050" spc="0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~    </a:t>
            </a:r>
            <a:r>
              <a:rPr sz="1050" spc="57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1050" spc="0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bil~</a:t>
            </a:r>
            <a:r>
              <a:rPr sz="1050" spc="-48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1050" spc="0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J</a:t>
            </a:r>
            <a:r>
              <a:rPr sz="1050" spc="0" baseline="-4141" dirty="0">
                <a:solidFill>
                  <a:srgbClr val="979585"/>
                </a:solidFill>
                <a:latin typeface="Times New Roman"/>
                <a:cs typeface="Times New Roman"/>
              </a:rPr>
              <a:t>Q</a:t>
            </a:r>
            <a:r>
              <a:rPr sz="1050" spc="0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Z </a:t>
            </a:r>
            <a:r>
              <a:rPr sz="1050" spc="14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50" spc="0" baseline="-5797" dirty="0">
                <a:solidFill>
                  <a:srgbClr val="A1645D"/>
                </a:solidFill>
                <a:latin typeface="Arial"/>
                <a:cs typeface="Arial"/>
              </a:rPr>
              <a:t>J~§  </a:t>
            </a:r>
            <a:r>
              <a:rPr sz="750" spc="8" baseline="-5797" dirty="0">
                <a:solidFill>
                  <a:srgbClr val="A1645D"/>
                </a:solidFill>
                <a:latin typeface="Arial"/>
                <a:cs typeface="Arial"/>
              </a:rPr>
              <a:t> </a:t>
            </a:r>
            <a:r>
              <a:rPr sz="1050" spc="0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l~l </a:t>
            </a:r>
            <a:r>
              <a:rPr sz="1050" spc="156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1050" spc="0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J:i</a:t>
            </a:r>
            <a:r>
              <a:rPr sz="1050" spc="0" baseline="-4141" dirty="0">
                <a:solidFill>
                  <a:srgbClr val="BA4846"/>
                </a:solidFill>
                <a:latin typeface="Times New Roman"/>
                <a:cs typeface="Times New Roman"/>
              </a:rPr>
              <a:t>;</a:t>
            </a:r>
            <a:r>
              <a:rPr sz="1050" spc="0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H</a:t>
            </a:r>
            <a:r>
              <a:rPr sz="1050" spc="69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1050" spc="0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!i:ll  </a:t>
            </a:r>
            <a:r>
              <a:rPr sz="1050" spc="65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1050" spc="0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J22</a:t>
            </a:r>
            <a:r>
              <a:rPr sz="1050" spc="98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1050" spc="0" baseline="-4141" dirty="0">
                <a:solidFill>
                  <a:srgbClr val="A1645D"/>
                </a:solidFill>
                <a:latin typeface="Times New Roman"/>
                <a:cs typeface="Times New Roman"/>
              </a:rPr>
              <a:t>J2§</a:t>
            </a:r>
            <a:r>
              <a:rPr sz="1350" spc="0" baseline="-3220" dirty="0">
                <a:solidFill>
                  <a:srgbClr val="BA4846"/>
                </a:solidFill>
                <a:latin typeface="Times New Roman"/>
                <a:cs typeface="Times New Roman"/>
              </a:rPr>
              <a:t>1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15</a:t>
            </a:r>
            <a:r>
              <a:rPr sz="750" spc="0" baseline="-5797" dirty="0">
                <a:solidFill>
                  <a:srgbClr val="979585"/>
                </a:solidFill>
                <a:latin typeface="Times New Roman"/>
                <a:cs typeface="Times New Roman"/>
              </a:rPr>
              <a:t>3.</a:t>
            </a:r>
            <a:r>
              <a:rPr sz="750" spc="0" baseline="-5797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80000" y="3695700"/>
            <a:ext cx="1803907" cy="101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750"/>
              </a:lnSpc>
              <a:spcBef>
                <a:spcPts val="49"/>
              </a:spcBef>
            </a:pPr>
            <a:endParaRPr sz="750"/>
          </a:p>
        </p:txBody>
      </p:sp>
      <p:sp>
        <p:nvSpPr>
          <p:cNvPr id="17" name="object 17"/>
          <p:cNvSpPr txBox="1"/>
          <p:nvPr/>
        </p:nvSpPr>
        <p:spPr>
          <a:xfrm>
            <a:off x="5080000" y="3797300"/>
            <a:ext cx="1803907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7258">
              <a:lnSpc>
                <a:spcPts val="565"/>
              </a:lnSpc>
              <a:spcBef>
                <a:spcPts val="28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600" spc="-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as   </a:t>
            </a:r>
            <a:r>
              <a:rPr sz="500" spc="106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92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,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168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.135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?     </a:t>
            </a:r>
            <a:r>
              <a:rPr sz="900" spc="46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Tell   </a:t>
            </a:r>
            <a:r>
              <a:rPr sz="900" spc="36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,1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68,15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,2</a:t>
            </a:r>
            <a:endParaRPr sz="600">
              <a:latin typeface="Times New Roman"/>
              <a:cs typeface="Times New Roman"/>
            </a:endParaRPr>
          </a:p>
          <a:p>
            <a:pPr marL="57262">
              <a:lnSpc>
                <a:spcPts val="685"/>
              </a:lnSpc>
              <a:spcBef>
                <a:spcPts val="6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600" spc="-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as   </a:t>
            </a:r>
            <a:r>
              <a:rPr sz="500" spc="106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168.1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3.153?      </a:t>
            </a:r>
            <a:r>
              <a:rPr sz="500" spc="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ll     </a:t>
            </a:r>
            <a:r>
              <a:rPr sz="500" spc="51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68.153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61427" marR="96632" indent="-3">
              <a:lnSpc>
                <a:spcPts val="574"/>
              </a:lnSpc>
              <a:spcBef>
                <a:spcPts val="85"/>
              </a:spcBef>
            </a:pPr>
            <a:r>
              <a:rPr sz="50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500" spc="-6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108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68.153.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35?      </a:t>
            </a:r>
            <a:r>
              <a:rPr sz="500" spc="2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   </a:t>
            </a:r>
            <a:r>
              <a:rPr sz="500" spc="1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68.153.2 </a:t>
            </a:r>
            <a:endParaRPr sz="500">
              <a:latin typeface="Times New Roman"/>
              <a:cs typeface="Times New Roman"/>
            </a:endParaRPr>
          </a:p>
          <a:p>
            <a:pPr marL="61427" marR="96632">
              <a:lnSpc>
                <a:spcPts val="574"/>
              </a:lnSpc>
              <a:spcBef>
                <a:spcPts val="112"/>
              </a:spcBef>
            </a:pP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500" spc="4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78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92.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?        </a:t>
            </a:r>
            <a:r>
              <a:rPr sz="500" spc="-5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   </a:t>
            </a:r>
            <a:r>
              <a:rPr sz="500" spc="5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15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.2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0000" y="4127500"/>
            <a:ext cx="1803907" cy="114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8181">
              <a:lnSpc>
                <a:spcPts val="850"/>
              </a:lnSpc>
              <a:spcBef>
                <a:spcPts val="42"/>
              </a:spcBef>
            </a:pPr>
            <a:r>
              <a:rPr sz="900" baseline="4831" dirty="0">
                <a:solidFill>
                  <a:srgbClr val="CD3436"/>
                </a:solidFill>
                <a:latin typeface="Times New Roman"/>
                <a:cs typeface="Times New Roman"/>
              </a:rPr>
              <a:t>1</a:t>
            </a:r>
            <a:r>
              <a:rPr sz="90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19</a:t>
            </a:r>
            <a:r>
              <a:rPr sz="90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2</a:t>
            </a:r>
            <a:r>
              <a:rPr sz="90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168,1</a:t>
            </a:r>
            <a:r>
              <a:rPr sz="90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90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,</a:t>
            </a:r>
            <a:r>
              <a:rPr sz="90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2     </a:t>
            </a:r>
            <a:r>
              <a:rPr sz="900" spc="19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i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s </a:t>
            </a:r>
            <a:r>
              <a:rPr sz="750" spc="154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at   </a:t>
            </a:r>
            <a:r>
              <a:rPr sz="750" spc="55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00:0c:29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20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b</a:t>
            </a:r>
            <a:r>
              <a:rPr sz="750" spc="0" baseline="5797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750" spc="0" baseline="5797" dirty="0">
                <a:solidFill>
                  <a:srgbClr val="706E60"/>
                </a:solidFill>
                <a:latin typeface="Times New Roman"/>
                <a:cs typeface="Times New Roman"/>
              </a:rPr>
              <a:t>t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4        </a:t>
            </a:r>
            <a:r>
              <a:rPr sz="750" spc="39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1650" spc="0" baseline="2635" dirty="0">
                <a:solidFill>
                  <a:srgbClr val="CD3436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0000" y="4241800"/>
            <a:ext cx="1803907" cy="4688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1433">
              <a:lnSpc>
                <a:spcPts val="509"/>
              </a:lnSpc>
              <a:spcBef>
                <a:spcPts val="25"/>
              </a:spcBef>
            </a:pPr>
            <a:r>
              <a:rPr sz="50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500" spc="-6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h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as   </a:t>
            </a:r>
            <a:r>
              <a:rPr sz="500" spc="7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6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8.15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,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5?         </a:t>
            </a:r>
            <a:r>
              <a:rPr sz="500" spc="1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   </a:t>
            </a:r>
            <a:r>
              <a:rPr sz="500" spc="1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</a:t>
            </a:r>
            <a:r>
              <a:rPr sz="500" spc="0" dirty="0">
                <a:solidFill>
                  <a:srgbClr val="504B36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68.153</a:t>
            </a:r>
            <a:r>
              <a:rPr sz="500" spc="0" dirty="0">
                <a:solidFill>
                  <a:srgbClr val="504B36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61440" marR="4119" indent="-2">
              <a:lnSpc>
                <a:spcPts val="720"/>
              </a:lnSpc>
              <a:spcBef>
                <a:spcPts val="45"/>
              </a:spcBef>
            </a:pPr>
            <a:r>
              <a:rPr sz="500" dirty="0">
                <a:solidFill>
                  <a:srgbClr val="828277"/>
                </a:solidFill>
                <a:latin typeface="Times New Roman"/>
                <a:cs typeface="Times New Roman"/>
              </a:rPr>
              <a:t>Who</a:t>
            </a:r>
            <a:r>
              <a:rPr sz="500" spc="-6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ha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s   </a:t>
            </a:r>
            <a:r>
              <a:rPr sz="500" spc="108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92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6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8.15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,  </a:t>
            </a:r>
            <a:r>
              <a:rPr sz="600" spc="4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? </a:t>
            </a:r>
            <a:r>
              <a:rPr sz="600" spc="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Tell   </a:t>
            </a:r>
            <a:r>
              <a:rPr sz="600" spc="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192.168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.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3.2 </a:t>
            </a:r>
            <a:r>
              <a:rPr sz="600" spc="0" dirty="0">
                <a:solidFill>
                  <a:srgbClr val="828277"/>
                </a:solidFill>
                <a:latin typeface="Arial"/>
                <a:cs typeface="Arial"/>
              </a:rPr>
              <a:t>who</a:t>
            </a:r>
            <a:r>
              <a:rPr sz="600" spc="7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h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as  </a:t>
            </a:r>
            <a:r>
              <a:rPr sz="600" spc="24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2.168.15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3 </a:t>
            </a:r>
            <a:r>
              <a:rPr sz="500" spc="-4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.13</a:t>
            </a:r>
            <a:r>
              <a:rPr sz="500" spc="0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? </a:t>
            </a:r>
            <a:r>
              <a:rPr sz="500" spc="13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Tell   </a:t>
            </a:r>
            <a:r>
              <a:rPr sz="900" spc="6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9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r>
              <a:rPr sz="900" spc="0" baseline="4831" dirty="0">
                <a:solidFill>
                  <a:srgbClr val="504B36"/>
                </a:solidFill>
                <a:latin typeface="Times New Roman"/>
                <a:cs typeface="Times New Roman"/>
              </a:rPr>
              <a:t>,</a:t>
            </a:r>
            <a:r>
              <a:rPr sz="900" spc="33" baseline="4831" dirty="0">
                <a:solidFill>
                  <a:srgbClr val="504B36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168,</a:t>
            </a:r>
            <a:r>
              <a:rPr sz="900" spc="6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153.</a:t>
            </a:r>
            <a:r>
              <a:rPr sz="900" spc="6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2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kllbs2</a:t>
            </a:r>
            <a:r>
              <a:rPr sz="700" spc="1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bi:i    </a:t>
            </a:r>
            <a:r>
              <a:rPr sz="700" spc="66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122</a:t>
            </a:r>
            <a:r>
              <a:rPr sz="700" spc="0" dirty="0">
                <a:solidFill>
                  <a:srgbClr val="9E4642"/>
                </a:solidFill>
                <a:latin typeface="Times New Roman"/>
                <a:cs typeface="Times New Roman"/>
              </a:rPr>
              <a:t>1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IAII  </a:t>
            </a:r>
            <a:r>
              <a:rPr sz="700" spc="19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,~~  </a:t>
            </a:r>
            <a:r>
              <a:rPr sz="700" spc="91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l::ZH </a:t>
            </a:r>
            <a:r>
              <a:rPr sz="700" spc="93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A1645D"/>
                </a:solidFill>
                <a:latin typeface="Times New Roman"/>
                <a:cs typeface="Times New Roman"/>
              </a:rPr>
              <a:t>Ii:ll  </a:t>
            </a:r>
            <a:r>
              <a:rPr sz="700" spc="35" dirty="0">
                <a:solidFill>
                  <a:srgbClr val="A1645D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91  </a:t>
            </a:r>
            <a:r>
              <a:rPr sz="500" spc="11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500" spc="0" dirty="0">
                <a:solidFill>
                  <a:srgbClr val="828277"/>
                </a:solidFill>
                <a:latin typeface="Times New Roman"/>
                <a:cs typeface="Times New Roman"/>
              </a:rPr>
              <a:t>6s   </a:t>
            </a:r>
            <a:r>
              <a:rPr sz="500" spc="7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A1645D"/>
                </a:solidFill>
                <a:latin typeface="Times New Roman"/>
                <a:cs typeface="Times New Roman"/>
              </a:rPr>
              <a:t>J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53.</a:t>
            </a:r>
            <a:r>
              <a:rPr sz="750" spc="99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750" spc="0" baseline="5797" dirty="0">
                <a:solidFill>
                  <a:srgbClr val="828277"/>
                </a:solidFill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5019" y="2535935"/>
            <a:ext cx="4818887" cy="5943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328">
              <a:lnSpc>
                <a:spcPts val="1335"/>
              </a:lnSpc>
              <a:spcBef>
                <a:spcPts val="66"/>
              </a:spcBef>
            </a:pPr>
            <a:r>
              <a:rPr sz="1650" spc="0" baseline="5270" dirty="0">
                <a:solidFill>
                  <a:srgbClr val="979585"/>
                </a:solidFill>
                <a:latin typeface="Times New Roman"/>
                <a:cs typeface="Times New Roman"/>
              </a:rPr>
              <a:t>..,.  </a:t>
            </a:r>
            <a:r>
              <a:rPr sz="1650" spc="11" baseline="5270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3270</a:t>
            </a:r>
            <a:r>
              <a:rPr sz="900" spc="-85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-14493" dirty="0">
                <a:solidFill>
                  <a:srgbClr val="979585"/>
                </a:solidFill>
                <a:latin typeface="Times New Roman"/>
                <a:cs typeface="Times New Roman"/>
              </a:rPr>
              <a:t>3- </a:t>
            </a:r>
            <a:r>
              <a:rPr sz="900" spc="114" baseline="-14493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vmw</a:t>
            </a:r>
            <a:r>
              <a:rPr sz="900" spc="0" baseline="-14493" dirty="0">
                <a:solidFill>
                  <a:srgbClr val="979585"/>
                </a:solidFill>
                <a:latin typeface="Times New Roman"/>
                <a:cs typeface="Times New Roman"/>
              </a:rPr>
              <a:t>are_</a:t>
            </a:r>
            <a:r>
              <a:rPr sz="900" spc="0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eb</a:t>
            </a:r>
            <a:r>
              <a:rPr sz="900" spc="0" baseline="-14493" dirty="0">
                <a:solidFill>
                  <a:srgbClr val="706E60"/>
                </a:solidFill>
                <a:latin typeface="Times New Roman"/>
                <a:cs typeface="Times New Roman"/>
              </a:rPr>
              <a:t>:</a:t>
            </a:r>
            <a:r>
              <a:rPr sz="900" spc="0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f7:91                           </a:t>
            </a:r>
            <a:r>
              <a:rPr sz="900" spc="4" baseline="-1449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-9662" dirty="0">
                <a:solidFill>
                  <a:srgbClr val="828277"/>
                </a:solidFill>
                <a:latin typeface="Times New Roman"/>
                <a:cs typeface="Times New Roman"/>
              </a:rPr>
              <a:t>v.ware</a:t>
            </a:r>
            <a:r>
              <a:rPr sz="900" spc="0" baseline="-9662" dirty="0">
                <a:solidFill>
                  <a:srgbClr val="979585"/>
                </a:solidFill>
                <a:latin typeface="Times New Roman"/>
                <a:cs typeface="Times New Roman"/>
              </a:rPr>
              <a:t>_</a:t>
            </a:r>
            <a:r>
              <a:rPr sz="900" spc="0" baseline="-9662" dirty="0">
                <a:solidFill>
                  <a:srgbClr val="828277"/>
                </a:solidFill>
                <a:latin typeface="Times New Roman"/>
                <a:cs typeface="Times New Roman"/>
              </a:rPr>
              <a:t>cd:e3</a:t>
            </a:r>
            <a:r>
              <a:rPr sz="900" spc="-6" baseline="-9662" dirty="0">
                <a:solidFill>
                  <a:srgbClr val="828277"/>
                </a:solidFill>
                <a:latin typeface="Times New Roman"/>
                <a:cs typeface="Times New Roman"/>
              </a:rPr>
              <a:t>:</a:t>
            </a:r>
            <a:r>
              <a:rPr sz="900" spc="0" baseline="-9662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900" spc="0" baseline="-9662" dirty="0">
                <a:solidFill>
                  <a:srgbClr val="828277"/>
                </a:solidFill>
                <a:latin typeface="Times New Roman"/>
                <a:cs typeface="Times New Roman"/>
              </a:rPr>
              <a:t>e               </a:t>
            </a:r>
            <a:r>
              <a:rPr sz="900" spc="24" baseline="-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ARP           </a:t>
            </a:r>
            <a:r>
              <a:rPr sz="900" spc="13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42            </a:t>
            </a:r>
            <a:r>
              <a:rPr sz="900" spc="96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192.168.15</a:t>
            </a:r>
            <a:r>
              <a:rPr sz="900" spc="0" baseline="-4831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900" spc="0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.2  </a:t>
            </a:r>
            <a:r>
              <a:rPr sz="900" spc="34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i</a:t>
            </a:r>
            <a:r>
              <a:rPr sz="900" spc="0" baseline="-4831" dirty="0">
                <a:solidFill>
                  <a:srgbClr val="979585"/>
                </a:solidFill>
                <a:latin typeface="Times New Roman"/>
                <a:cs typeface="Times New Roman"/>
              </a:rPr>
              <a:t>s </a:t>
            </a:r>
            <a:r>
              <a:rPr sz="900" spc="87" baseline="-4831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at  </a:t>
            </a:r>
            <a:r>
              <a:rPr sz="900" spc="68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00:50:56:eb:f</a:t>
            </a:r>
            <a:r>
              <a:rPr sz="900" spc="-4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7</a:t>
            </a:r>
            <a:r>
              <a:rPr sz="900" spc="0" baseline="-4831" dirty="0">
                <a:solidFill>
                  <a:srgbClr val="979585"/>
                </a:solidFill>
                <a:latin typeface="Times New Roman"/>
                <a:cs typeface="Times New Roman"/>
              </a:rPr>
              <a:t>:</a:t>
            </a:r>
            <a:r>
              <a:rPr sz="900" spc="0" baseline="-4831" dirty="0">
                <a:solidFill>
                  <a:srgbClr val="828277"/>
                </a:solidFill>
                <a:latin typeface="Times New Roman"/>
                <a:cs typeface="Times New Roman"/>
              </a:rPr>
              <a:t>9</a:t>
            </a:r>
            <a:r>
              <a:rPr sz="900" spc="0" baseline="-4831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  <a:p>
            <a:pPr marL="104604">
              <a:lnSpc>
                <a:spcPct val="95825"/>
              </a:lnSpc>
              <a:spcBef>
                <a:spcPts val="1010"/>
              </a:spcBef>
            </a:pPr>
            <a:r>
              <a:rPr sz="600" dirty="0">
                <a:solidFill>
                  <a:srgbClr val="646E77"/>
                </a:solidFill>
                <a:latin typeface="Times New Roman"/>
                <a:cs typeface="Times New Roman"/>
              </a:rPr>
              <a:t>F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ra11e</a:t>
            </a:r>
            <a:r>
              <a:rPr sz="600" spc="-5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327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0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:   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2 </a:t>
            </a:r>
            <a:r>
              <a:rPr sz="600" spc="108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ytes   </a:t>
            </a:r>
            <a:r>
              <a:rPr sz="600" spc="2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on </a:t>
            </a:r>
            <a:r>
              <a:rPr sz="600" spc="4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wire   </a:t>
            </a:r>
            <a:r>
              <a:rPr sz="600" spc="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(3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6  </a:t>
            </a:r>
            <a:r>
              <a:rPr sz="600" spc="1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bit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),  </a:t>
            </a:r>
            <a:r>
              <a:rPr sz="600" spc="4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5D5956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2 </a:t>
            </a:r>
            <a:r>
              <a:rPr sz="600" spc="7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bytes   </a:t>
            </a:r>
            <a:r>
              <a:rPr sz="600" spc="96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captured  </a:t>
            </a:r>
            <a:r>
              <a:rPr sz="600" spc="14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(336  </a:t>
            </a:r>
            <a:r>
              <a:rPr sz="600" spc="1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bit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s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) </a:t>
            </a:r>
            <a:r>
              <a:rPr sz="600" spc="8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on </a:t>
            </a:r>
            <a:r>
              <a:rPr sz="600" spc="7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!nterf~ce   </a:t>
            </a:r>
            <a:r>
              <a:rPr sz="600" spc="13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104609">
              <a:lnSpc>
                <a:spcPct val="95825"/>
              </a:lnSpc>
              <a:spcBef>
                <a:spcPts val="95"/>
              </a:spcBef>
            </a:pP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Et</a:t>
            </a:r>
            <a:r>
              <a:rPr sz="600" dirty="0">
                <a:solidFill>
                  <a:srgbClr val="646E77"/>
                </a:solidFill>
                <a:latin typeface="Times New Roman"/>
                <a:cs typeface="Times New Roman"/>
              </a:rPr>
              <a:t>h</a:t>
            </a:r>
            <a:r>
              <a:rPr sz="600" dirty="0">
                <a:solidFill>
                  <a:srgbClr val="706E60"/>
                </a:solidFill>
                <a:latin typeface="Times New Roman"/>
                <a:cs typeface="Times New Roman"/>
              </a:rPr>
              <a:t>e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r</a:t>
            </a:r>
            <a:r>
              <a:rPr sz="600" dirty="0">
                <a:solidFill>
                  <a:srgbClr val="706E60"/>
                </a:solidFill>
                <a:latin typeface="Times New Roman"/>
                <a:cs typeface="Times New Roman"/>
              </a:rPr>
              <a:t>ne</a:t>
            </a:r>
            <a:r>
              <a:rPr sz="600" dirty="0">
                <a:solidFill>
                  <a:srgbClr val="828277"/>
                </a:solidFill>
                <a:latin typeface="Times New Roman"/>
                <a:cs typeface="Times New Roman"/>
              </a:rPr>
              <a:t>t   </a:t>
            </a:r>
            <a:r>
              <a:rPr sz="600" spc="-5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11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,  </a:t>
            </a:r>
            <a:r>
              <a:rPr sz="600" spc="37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s-c.    </a:t>
            </a:r>
            <a:r>
              <a:rPr sz="600" spc="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VIIIWar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e </a:t>
            </a:r>
            <a:r>
              <a:rPr sz="600" spc="44" dirty="0">
                <a:solidFill>
                  <a:srgbClr val="706E60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b:f7:9</a:t>
            </a:r>
            <a:r>
              <a:rPr sz="600" spc="0" dirty="0">
                <a:solidFill>
                  <a:srgbClr val="646E77"/>
                </a:solidFill>
                <a:latin typeface="Times New Roman"/>
                <a:cs typeface="Times New Roman"/>
              </a:rPr>
              <a:t>1  </a:t>
            </a:r>
            <a:r>
              <a:rPr sz="600" spc="-4" dirty="0">
                <a:solidFill>
                  <a:srgbClr val="646E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(00:5e:s6:eb:f7:91),       </a:t>
            </a:r>
            <a:r>
              <a:rPr sz="600" spc="129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Ost:   </a:t>
            </a:r>
            <a:r>
              <a:rPr sz="600" spc="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v..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re</a:t>
            </a:r>
            <a:r>
              <a:rPr sz="600" spc="0" dirty="0">
                <a:solidFill>
                  <a:srgbClr val="AFACA0"/>
                </a:solidFill>
                <a:latin typeface="Times New Roman"/>
                <a:cs typeface="Times New Roman"/>
              </a:rPr>
              <a:t>.</a:t>
            </a:r>
            <a:r>
              <a:rPr sz="600" spc="54" dirty="0">
                <a:solidFill>
                  <a:srgbClr val="AFACA0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d: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3:ce   </a:t>
            </a:r>
            <a:r>
              <a:rPr sz="600" spc="34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(00:0c:29:cd:e3:c0)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83907" y="2535935"/>
            <a:ext cx="41147" cy="5943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6925055" y="2535935"/>
            <a:ext cx="1379219" cy="5943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74"/>
              </a:spcBef>
            </a:pPr>
            <a:endParaRPr sz="1400"/>
          </a:p>
          <a:p>
            <a:pPr marL="240791">
              <a:lnSpc>
                <a:spcPct val="95825"/>
              </a:lnSpc>
            </a:pP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1500" b="1" spc="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Reply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36000" y="2032000"/>
            <a:ext cx="495300" cy="1790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228599" y="2043681"/>
            <a:ext cx="1580387" cy="5989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439">
              <a:lnSpc>
                <a:spcPct val="95825"/>
              </a:lnSpc>
              <a:spcBef>
                <a:spcPts val="375"/>
              </a:spcBef>
            </a:pP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2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uter</a:t>
            </a:r>
            <a:r>
              <a:rPr sz="1100" spc="-5" dirty="0">
                <a:latin typeface="Times New Roman"/>
                <a:cs typeface="Times New Roman"/>
              </a:rPr>
              <a:t>’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4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endParaRPr sz="1100">
              <a:latin typeface="Times New Roman"/>
              <a:cs typeface="Times New Roman"/>
            </a:endParaRPr>
          </a:p>
          <a:p>
            <a:pPr marL="91439">
              <a:lnSpc>
                <a:spcPct val="95825"/>
              </a:lnSpc>
              <a:spcBef>
                <a:spcPts val="1377"/>
              </a:spcBef>
            </a:pPr>
            <a:r>
              <a:rPr sz="1100" b="1" dirty="0">
                <a:latin typeface="Times New Roman"/>
                <a:cs typeface="Times New Roman"/>
              </a:rPr>
              <a:t>0</a:t>
            </a:r>
            <a:r>
              <a:rPr sz="1100" b="1" spc="4" dirty="0">
                <a:latin typeface="Times New Roman"/>
                <a:cs typeface="Times New Roman"/>
              </a:rPr>
              <a:t>0</a:t>
            </a:r>
            <a:r>
              <a:rPr sz="1100" b="1" spc="0" dirty="0">
                <a:latin typeface="Times New Roman"/>
                <a:cs typeface="Times New Roman"/>
              </a:rPr>
              <a:t>:5</a:t>
            </a:r>
            <a:r>
              <a:rPr sz="1100" b="1" spc="-4" dirty="0">
                <a:latin typeface="Times New Roman"/>
                <a:cs typeface="Times New Roman"/>
              </a:rPr>
              <a:t>0</a:t>
            </a:r>
            <a:r>
              <a:rPr sz="1100" b="1" spc="0" dirty="0">
                <a:latin typeface="Times New Roman"/>
                <a:cs typeface="Times New Roman"/>
              </a:rPr>
              <a:t>:</a:t>
            </a:r>
            <a:r>
              <a:rPr sz="1100" b="1" spc="-9" dirty="0">
                <a:latin typeface="Times New Roman"/>
                <a:cs typeface="Times New Roman"/>
              </a:rPr>
              <a:t>5</a:t>
            </a:r>
            <a:r>
              <a:rPr sz="1100" b="1" spc="0" dirty="0">
                <a:latin typeface="Times New Roman"/>
                <a:cs typeface="Times New Roman"/>
              </a:rPr>
              <a:t>6:</a:t>
            </a:r>
            <a:r>
              <a:rPr sz="1100" b="1" spc="4" dirty="0">
                <a:latin typeface="Times New Roman"/>
                <a:cs typeface="Times New Roman"/>
              </a:rPr>
              <a:t>e</a:t>
            </a:r>
            <a:r>
              <a:rPr sz="1100" b="1" spc="0" dirty="0">
                <a:latin typeface="Times New Roman"/>
                <a:cs typeface="Times New Roman"/>
              </a:rPr>
              <a:t>b:</a:t>
            </a:r>
            <a:r>
              <a:rPr sz="1100" b="1" spc="4" dirty="0">
                <a:latin typeface="Times New Roman"/>
                <a:cs typeface="Times New Roman"/>
              </a:rPr>
              <a:t>f</a:t>
            </a:r>
            <a:r>
              <a:rPr sz="1100" b="1" spc="-9" dirty="0">
                <a:latin typeface="Times New Roman"/>
                <a:cs typeface="Times New Roman"/>
              </a:rPr>
              <a:t>7</a:t>
            </a:r>
            <a:r>
              <a:rPr sz="1100" b="1" spc="0" dirty="0">
                <a:latin typeface="Times New Roman"/>
                <a:cs typeface="Times New Roman"/>
              </a:rPr>
              <a:t>:</a:t>
            </a:r>
            <a:r>
              <a:rPr sz="1100" b="1" spc="-9" dirty="0">
                <a:latin typeface="Times New Roman"/>
                <a:cs typeface="Times New Roman"/>
              </a:rPr>
              <a:t>9</a:t>
            </a:r>
            <a:r>
              <a:rPr sz="1100" b="1" spc="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5020" y="1996438"/>
            <a:ext cx="4818888" cy="4709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300"/>
              </a:lnSpc>
              <a:spcBef>
                <a:spcPts val="23"/>
              </a:spcBef>
            </a:pPr>
            <a:endParaRPr sz="1300"/>
          </a:p>
          <a:p>
            <a:pPr marL="254226">
              <a:lnSpc>
                <a:spcPct val="95825"/>
              </a:lnSpc>
            </a:pPr>
            <a:r>
              <a:rPr sz="500" i="1" spc="0" dirty="0">
                <a:solidFill>
                  <a:srgbClr val="828277"/>
                </a:solidFill>
                <a:latin typeface="Arial"/>
                <a:cs typeface="Arial"/>
              </a:rPr>
              <a:t>J</a:t>
            </a:r>
            <a:r>
              <a:rPr sz="500" i="1" spc="100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0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_ </a:t>
            </a:r>
            <a:r>
              <a:rPr sz="500" spc="85" dirty="0">
                <a:solidFill>
                  <a:srgbClr val="979585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828277"/>
                </a:solidFill>
                <a:latin typeface="Arial"/>
                <a:cs typeface="Arial"/>
              </a:rPr>
              <a:t>VIIW.lre_eb:f7</a:t>
            </a:r>
            <a:r>
              <a:rPr sz="500" spc="-4" dirty="0">
                <a:solidFill>
                  <a:srgbClr val="828277"/>
                </a:solidFill>
                <a:latin typeface="Arial"/>
                <a:cs typeface="Arial"/>
              </a:rPr>
              <a:t>:</a:t>
            </a:r>
            <a:r>
              <a:rPr sz="500" spc="0" dirty="0">
                <a:solidFill>
                  <a:srgbClr val="979585"/>
                </a:solidFill>
                <a:latin typeface="Arial"/>
                <a:cs typeface="Arial"/>
              </a:rPr>
              <a:t>9</a:t>
            </a:r>
            <a:r>
              <a:rPr sz="500" spc="0" dirty="0">
                <a:solidFill>
                  <a:srgbClr val="706E60"/>
                </a:solidFill>
                <a:latin typeface="Arial"/>
                <a:cs typeface="Arial"/>
              </a:rPr>
              <a:t>1                             </a:t>
            </a:r>
            <a:r>
              <a:rPr sz="500" spc="-44" dirty="0">
                <a:solidFill>
                  <a:srgbClr val="706E60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r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oa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cia~t</a:t>
            </a:r>
            <a:endParaRPr sz="600">
              <a:latin typeface="Times New Roman"/>
              <a:cs typeface="Times New Roman"/>
            </a:endParaRPr>
          </a:p>
          <a:p>
            <a:pPr marL="254226">
              <a:lnSpc>
                <a:spcPts val="789"/>
              </a:lnSpc>
              <a:spcBef>
                <a:spcPts val="25"/>
              </a:spcBef>
            </a:pP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900" spc="7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-  </a:t>
            </a:r>
            <a:r>
              <a:rPr sz="900" spc="25" baseline="4831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-3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v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...</a:t>
            </a:r>
            <a:r>
              <a:rPr sz="900" spc="42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are  </a:t>
            </a:r>
            <a:r>
              <a:rPr sz="900" spc="28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eb:f7:91                      </a:t>
            </a:r>
            <a:r>
              <a:rPr sz="900" spc="95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eroadc•sl                            </a:t>
            </a:r>
            <a:r>
              <a:rPr sz="900" spc="84" baseline="4831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14493" dirty="0">
                <a:solidFill>
                  <a:srgbClr val="828277"/>
                </a:solidFill>
                <a:latin typeface="Arial"/>
                <a:cs typeface="Arial"/>
              </a:rPr>
              <a:t>ARP                </a:t>
            </a:r>
            <a:r>
              <a:rPr sz="600" spc="75" baseline="14493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•2           </a:t>
            </a:r>
            <a:r>
              <a:rPr sz="600" spc="14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Wh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o </a:t>
            </a:r>
            <a:r>
              <a:rPr sz="900" spc="97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hct~  </a:t>
            </a:r>
            <a:r>
              <a:rPr sz="900" spc="66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192,168.1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53.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13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5?</a:t>
            </a:r>
            <a:r>
              <a:rPr sz="900" spc="154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Tell  </a:t>
            </a:r>
            <a:r>
              <a:rPr sz="900" spc="121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92.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6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8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.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53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,2</a:t>
            </a:r>
            <a:endParaRPr sz="600">
              <a:latin typeface="Times New Roman"/>
              <a:cs typeface="Times New Roman"/>
            </a:endParaRPr>
          </a:p>
          <a:p>
            <a:pPr marL="254226">
              <a:lnSpc>
                <a:spcPts val="720"/>
              </a:lnSpc>
              <a:spcBef>
                <a:spcPts val="36"/>
              </a:spcBef>
            </a:pP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6</a:t>
            </a:r>
            <a:r>
              <a:rPr sz="600" spc="70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979585"/>
                </a:solidFill>
                <a:latin typeface="Times New Roman"/>
                <a:cs typeface="Times New Roman"/>
              </a:rPr>
              <a:t>-  </a:t>
            </a:r>
            <a:r>
              <a:rPr sz="600" spc="37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vwwarc_cb:f7:9J                      </a:t>
            </a:r>
            <a:r>
              <a:rPr sz="600" spc="23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Broa</a:t>
            </a:r>
            <a:r>
              <a:rPr sz="600" spc="0" dirty="0">
                <a:solidFill>
                  <a:srgbClr val="706E60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828277"/>
                </a:solidFill>
                <a:latin typeface="Times New Roman"/>
                <a:cs typeface="Times New Roman"/>
              </a:rPr>
              <a:t>cast                               </a:t>
            </a:r>
            <a:r>
              <a:rPr sz="600" spc="65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600" spc="0" baseline="7246" dirty="0">
                <a:solidFill>
                  <a:srgbClr val="828277"/>
                </a:solidFill>
                <a:latin typeface="Arial"/>
                <a:cs typeface="Arial"/>
              </a:rPr>
              <a:t>AltP                 </a:t>
            </a:r>
            <a:r>
              <a:rPr sz="600" spc="53" baseline="7246" dirty="0">
                <a:solidFill>
                  <a:srgbClr val="828277"/>
                </a:solidFill>
                <a:latin typeface="Arial"/>
                <a:cs typeface="Arial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42           </a:t>
            </a:r>
            <a:r>
              <a:rPr sz="900" spc="82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Who </a:t>
            </a:r>
            <a:r>
              <a:rPr sz="900" spc="82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has </a:t>
            </a:r>
            <a:r>
              <a:rPr sz="900" spc="144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192.168.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1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5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3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.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153</a:t>
            </a:r>
            <a:r>
              <a:rPr sz="900" spc="0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?    </a:t>
            </a:r>
            <a:r>
              <a:rPr sz="900" spc="19" baseline="9662" dirty="0">
                <a:solidFill>
                  <a:srgbClr val="979585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T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ell  </a:t>
            </a:r>
            <a:r>
              <a:rPr sz="900" spc="101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 </a:t>
            </a:r>
            <a:r>
              <a:rPr sz="900" spc="0" baseline="9662" dirty="0">
                <a:solidFill>
                  <a:srgbClr val="828277"/>
                </a:solidFill>
                <a:latin typeface="Times New Roman"/>
                <a:cs typeface="Times New Roman"/>
              </a:rPr>
              <a:t>192.168.153.</a:t>
            </a:r>
            <a:r>
              <a:rPr sz="900" spc="0" baseline="9662" dirty="0">
                <a:solidFill>
                  <a:srgbClr val="706E60"/>
                </a:solidFill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908" y="1996438"/>
            <a:ext cx="41147" cy="4709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6925055" y="1996438"/>
            <a:ext cx="1379219" cy="4709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0"/>
              </a:lnSpc>
              <a:spcBef>
                <a:spcPts val="37"/>
              </a:spcBef>
            </a:pPr>
            <a:endParaRPr sz="950"/>
          </a:p>
          <a:p>
            <a:pPr marL="126491">
              <a:lnSpc>
                <a:spcPct val="95825"/>
              </a:lnSpc>
            </a:pP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1500" b="1" spc="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15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q</a:t>
            </a:r>
            <a:r>
              <a:rPr sz="15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15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est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1002" y="4506648"/>
            <a:ext cx="12154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5749137" y="4506648"/>
            <a:ext cx="7394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873491" y="4506648"/>
            <a:ext cx="6596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558759" y="4506648"/>
            <a:ext cx="833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8153400" y="4978399"/>
            <a:ext cx="44450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6637" y="2078738"/>
            <a:ext cx="7789164" cy="431289"/>
          </a:xfrm>
          <a:custGeom>
            <a:avLst/>
            <a:gdLst/>
            <a:ahLst/>
            <a:cxnLst/>
            <a:rect l="l" t="t" r="r" b="b"/>
            <a:pathLst>
              <a:path w="7789164" h="431289">
                <a:moveTo>
                  <a:pt x="0" y="431289"/>
                </a:moveTo>
                <a:lnTo>
                  <a:pt x="7789164" y="431289"/>
                </a:lnTo>
                <a:lnTo>
                  <a:pt x="7789164" y="0"/>
                </a:lnTo>
                <a:lnTo>
                  <a:pt x="0" y="0"/>
                </a:lnTo>
                <a:lnTo>
                  <a:pt x="0" y="43128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2062" y="2639566"/>
            <a:ext cx="7912606" cy="1309116"/>
          </a:xfrm>
          <a:custGeom>
            <a:avLst/>
            <a:gdLst/>
            <a:ahLst/>
            <a:cxnLst/>
            <a:rect l="l" t="t" r="r" b="b"/>
            <a:pathLst>
              <a:path w="7912606" h="1309116">
                <a:moveTo>
                  <a:pt x="0" y="1309116"/>
                </a:moveTo>
                <a:lnTo>
                  <a:pt x="7912606" y="1309116"/>
                </a:lnTo>
                <a:lnTo>
                  <a:pt x="7912606" y="0"/>
                </a:lnTo>
                <a:lnTo>
                  <a:pt x="0" y="0"/>
                </a:lnTo>
                <a:lnTo>
                  <a:pt x="0" y="130911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16637" y="2644139"/>
            <a:ext cx="2150363" cy="121920"/>
          </a:xfrm>
          <a:custGeom>
            <a:avLst/>
            <a:gdLst/>
            <a:ahLst/>
            <a:cxnLst/>
            <a:rect l="l" t="t" r="r" b="b"/>
            <a:pathLst>
              <a:path w="2150363" h="121920">
                <a:moveTo>
                  <a:pt x="0" y="121920"/>
                </a:moveTo>
                <a:lnTo>
                  <a:pt x="2150363" y="121920"/>
                </a:lnTo>
                <a:lnTo>
                  <a:pt x="2150363" y="0"/>
                </a:lnTo>
                <a:lnTo>
                  <a:pt x="0" y="0"/>
                </a:lnTo>
                <a:lnTo>
                  <a:pt x="0" y="121920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133599" y="2509900"/>
            <a:ext cx="2283967" cy="1393915"/>
          </a:xfrm>
          <a:custGeom>
            <a:avLst/>
            <a:gdLst/>
            <a:ahLst/>
            <a:cxnLst/>
            <a:rect l="l" t="t" r="r" b="b"/>
            <a:pathLst>
              <a:path w="2283967" h="1393915">
                <a:moveTo>
                  <a:pt x="76961" y="1393915"/>
                </a:moveTo>
                <a:lnTo>
                  <a:pt x="76327" y="1362196"/>
                </a:lnTo>
                <a:lnTo>
                  <a:pt x="107060" y="1361567"/>
                </a:lnTo>
                <a:lnTo>
                  <a:pt x="213867" y="1355725"/>
                </a:lnTo>
                <a:lnTo>
                  <a:pt x="320166" y="1346200"/>
                </a:lnTo>
                <a:lnTo>
                  <a:pt x="425830" y="1332992"/>
                </a:lnTo>
                <a:lnTo>
                  <a:pt x="530732" y="1316355"/>
                </a:lnTo>
                <a:lnTo>
                  <a:pt x="634491" y="1296416"/>
                </a:lnTo>
                <a:lnTo>
                  <a:pt x="736980" y="1273048"/>
                </a:lnTo>
                <a:lnTo>
                  <a:pt x="838072" y="1246759"/>
                </a:lnTo>
                <a:lnTo>
                  <a:pt x="937513" y="1217295"/>
                </a:lnTo>
                <a:lnTo>
                  <a:pt x="1035049" y="1185037"/>
                </a:lnTo>
                <a:lnTo>
                  <a:pt x="1130553" y="1150112"/>
                </a:lnTo>
                <a:lnTo>
                  <a:pt x="1223644" y="1112520"/>
                </a:lnTo>
                <a:lnTo>
                  <a:pt x="1314322" y="1072515"/>
                </a:lnTo>
                <a:lnTo>
                  <a:pt x="1402333" y="1030097"/>
                </a:lnTo>
                <a:lnTo>
                  <a:pt x="1487296" y="985393"/>
                </a:lnTo>
                <a:lnTo>
                  <a:pt x="1569211" y="938530"/>
                </a:lnTo>
                <a:lnTo>
                  <a:pt x="1647697" y="889635"/>
                </a:lnTo>
                <a:lnTo>
                  <a:pt x="1722881" y="839089"/>
                </a:lnTo>
                <a:lnTo>
                  <a:pt x="1794128" y="786638"/>
                </a:lnTo>
                <a:lnTo>
                  <a:pt x="1861438" y="732536"/>
                </a:lnTo>
                <a:lnTo>
                  <a:pt x="1924557" y="676910"/>
                </a:lnTo>
                <a:lnTo>
                  <a:pt x="1983358" y="619887"/>
                </a:lnTo>
                <a:lnTo>
                  <a:pt x="2037587" y="561594"/>
                </a:lnTo>
                <a:lnTo>
                  <a:pt x="2086990" y="502285"/>
                </a:lnTo>
                <a:lnTo>
                  <a:pt x="2131440" y="441833"/>
                </a:lnTo>
                <a:lnTo>
                  <a:pt x="2170556" y="380365"/>
                </a:lnTo>
                <a:lnTo>
                  <a:pt x="2204338" y="318135"/>
                </a:lnTo>
                <a:lnTo>
                  <a:pt x="2232405" y="255397"/>
                </a:lnTo>
                <a:lnTo>
                  <a:pt x="2254630" y="192151"/>
                </a:lnTo>
                <a:lnTo>
                  <a:pt x="2270759" y="128270"/>
                </a:lnTo>
                <a:lnTo>
                  <a:pt x="2280665" y="64262"/>
                </a:lnTo>
                <a:lnTo>
                  <a:pt x="2283967" y="254"/>
                </a:lnTo>
                <a:lnTo>
                  <a:pt x="2271267" y="0"/>
                </a:lnTo>
                <a:lnTo>
                  <a:pt x="2270378" y="31750"/>
                </a:lnTo>
                <a:lnTo>
                  <a:pt x="2267965" y="63246"/>
                </a:lnTo>
                <a:lnTo>
                  <a:pt x="2258313" y="126111"/>
                </a:lnTo>
                <a:lnTo>
                  <a:pt x="2242438" y="188722"/>
                </a:lnTo>
                <a:lnTo>
                  <a:pt x="2220467" y="251206"/>
                </a:lnTo>
                <a:lnTo>
                  <a:pt x="2192781" y="313055"/>
                </a:lnTo>
                <a:lnTo>
                  <a:pt x="2159507" y="374269"/>
                </a:lnTo>
                <a:lnTo>
                  <a:pt x="2120772" y="434975"/>
                </a:lnTo>
                <a:lnTo>
                  <a:pt x="2076703" y="494665"/>
                </a:lnTo>
                <a:lnTo>
                  <a:pt x="2027808" y="553466"/>
                </a:lnTo>
                <a:lnTo>
                  <a:pt x="1974087" y="611251"/>
                </a:lnTo>
                <a:lnTo>
                  <a:pt x="1915667" y="667766"/>
                </a:lnTo>
                <a:lnTo>
                  <a:pt x="1853056" y="723011"/>
                </a:lnTo>
                <a:lnTo>
                  <a:pt x="1786127" y="776732"/>
                </a:lnTo>
                <a:lnTo>
                  <a:pt x="1715261" y="828802"/>
                </a:lnTo>
                <a:lnTo>
                  <a:pt x="1640712" y="879221"/>
                </a:lnTo>
                <a:lnTo>
                  <a:pt x="1562607" y="927862"/>
                </a:lnTo>
                <a:lnTo>
                  <a:pt x="1481073" y="974344"/>
                </a:lnTo>
                <a:lnTo>
                  <a:pt x="1396364" y="1018794"/>
                </a:lnTo>
                <a:lnTo>
                  <a:pt x="1308861" y="1060958"/>
                </a:lnTo>
                <a:lnTo>
                  <a:pt x="1218564" y="1100963"/>
                </a:lnTo>
                <a:lnTo>
                  <a:pt x="1125727" y="1138428"/>
                </a:lnTo>
                <a:lnTo>
                  <a:pt x="1030731" y="1173226"/>
                </a:lnTo>
                <a:lnTo>
                  <a:pt x="933576" y="1205357"/>
                </a:lnTo>
                <a:lnTo>
                  <a:pt x="834516" y="1234567"/>
                </a:lnTo>
                <a:lnTo>
                  <a:pt x="733805" y="1260856"/>
                </a:lnTo>
                <a:lnTo>
                  <a:pt x="631570" y="1283970"/>
                </a:lnTo>
                <a:lnTo>
                  <a:pt x="528319" y="1303909"/>
                </a:lnTo>
                <a:lnTo>
                  <a:pt x="423798" y="1320546"/>
                </a:lnTo>
                <a:lnTo>
                  <a:pt x="318642" y="1333627"/>
                </a:lnTo>
                <a:lnTo>
                  <a:pt x="212724" y="1343152"/>
                </a:lnTo>
                <a:lnTo>
                  <a:pt x="106425" y="1348867"/>
                </a:lnTo>
                <a:lnTo>
                  <a:pt x="76073" y="1349493"/>
                </a:lnTo>
                <a:lnTo>
                  <a:pt x="75437" y="1317752"/>
                </a:lnTo>
                <a:lnTo>
                  <a:pt x="0" y="1357249"/>
                </a:lnTo>
                <a:lnTo>
                  <a:pt x="63372" y="1349756"/>
                </a:lnTo>
                <a:lnTo>
                  <a:pt x="63626" y="1362456"/>
                </a:lnTo>
                <a:lnTo>
                  <a:pt x="76961" y="1393915"/>
                </a:lnTo>
                <a:close/>
              </a:path>
              <a:path w="2283967" h="1393915">
                <a:moveTo>
                  <a:pt x="63626" y="1362456"/>
                </a:moveTo>
                <a:lnTo>
                  <a:pt x="63372" y="1349756"/>
                </a:lnTo>
                <a:lnTo>
                  <a:pt x="0" y="1357249"/>
                </a:lnTo>
                <a:lnTo>
                  <a:pt x="76961" y="1393915"/>
                </a:lnTo>
                <a:lnTo>
                  <a:pt x="63626" y="13624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133599" y="2968751"/>
            <a:ext cx="169163" cy="774192"/>
          </a:xfrm>
          <a:custGeom>
            <a:avLst/>
            <a:gdLst/>
            <a:ahLst/>
            <a:cxnLst/>
            <a:rect l="l" t="t" r="r" b="b"/>
            <a:pathLst>
              <a:path w="169163" h="774192">
                <a:moveTo>
                  <a:pt x="0" y="0"/>
                </a:moveTo>
                <a:lnTo>
                  <a:pt x="20086" y="401"/>
                </a:lnTo>
                <a:lnTo>
                  <a:pt x="38438" y="1542"/>
                </a:lnTo>
                <a:lnTo>
                  <a:pt x="54492" y="3326"/>
                </a:lnTo>
                <a:lnTo>
                  <a:pt x="67682" y="5656"/>
                </a:lnTo>
                <a:lnTo>
                  <a:pt x="83214" y="11567"/>
                </a:lnTo>
                <a:lnTo>
                  <a:pt x="84581" y="14097"/>
                </a:lnTo>
                <a:lnTo>
                  <a:pt x="84581" y="372999"/>
                </a:lnTo>
                <a:lnTo>
                  <a:pt x="86978" y="376333"/>
                </a:lnTo>
                <a:lnTo>
                  <a:pt x="93791" y="379386"/>
                </a:lnTo>
                <a:lnTo>
                  <a:pt x="104456" y="382063"/>
                </a:lnTo>
                <a:lnTo>
                  <a:pt x="118409" y="384266"/>
                </a:lnTo>
                <a:lnTo>
                  <a:pt x="135086" y="385900"/>
                </a:lnTo>
                <a:lnTo>
                  <a:pt x="153921" y="386866"/>
                </a:lnTo>
                <a:lnTo>
                  <a:pt x="169163" y="387096"/>
                </a:lnTo>
                <a:lnTo>
                  <a:pt x="149077" y="387497"/>
                </a:lnTo>
                <a:lnTo>
                  <a:pt x="130725" y="388638"/>
                </a:lnTo>
                <a:lnTo>
                  <a:pt x="114671" y="390422"/>
                </a:lnTo>
                <a:lnTo>
                  <a:pt x="101481" y="392752"/>
                </a:lnTo>
                <a:lnTo>
                  <a:pt x="85949" y="398663"/>
                </a:lnTo>
                <a:lnTo>
                  <a:pt x="84581" y="401193"/>
                </a:lnTo>
                <a:lnTo>
                  <a:pt x="84581" y="760095"/>
                </a:lnTo>
                <a:lnTo>
                  <a:pt x="82185" y="763429"/>
                </a:lnTo>
                <a:lnTo>
                  <a:pt x="75372" y="766482"/>
                </a:lnTo>
                <a:lnTo>
                  <a:pt x="64707" y="769159"/>
                </a:lnTo>
                <a:lnTo>
                  <a:pt x="50754" y="771362"/>
                </a:lnTo>
                <a:lnTo>
                  <a:pt x="34077" y="772996"/>
                </a:lnTo>
                <a:lnTo>
                  <a:pt x="15242" y="773962"/>
                </a:lnTo>
                <a:lnTo>
                  <a:pt x="0" y="774192"/>
                </a:lnTo>
              </a:path>
            </a:pathLst>
          </a:custGeom>
          <a:ln w="9143">
            <a:solidFill>
              <a:srgbClr val="4662A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02763" y="2509773"/>
            <a:ext cx="2115057" cy="892937"/>
          </a:xfrm>
          <a:custGeom>
            <a:avLst/>
            <a:gdLst/>
            <a:ahLst/>
            <a:cxnLst/>
            <a:rect l="l" t="t" r="r" b="b"/>
            <a:pathLst>
              <a:path w="2115057" h="892937">
                <a:moveTo>
                  <a:pt x="76707" y="892937"/>
                </a:moveTo>
                <a:lnTo>
                  <a:pt x="76284" y="861177"/>
                </a:lnTo>
                <a:lnTo>
                  <a:pt x="99059" y="860933"/>
                </a:lnTo>
                <a:lnTo>
                  <a:pt x="197865" y="857123"/>
                </a:lnTo>
                <a:lnTo>
                  <a:pt x="296163" y="851154"/>
                </a:lnTo>
                <a:lnTo>
                  <a:pt x="394080" y="842899"/>
                </a:lnTo>
                <a:lnTo>
                  <a:pt x="491108" y="832358"/>
                </a:lnTo>
                <a:lnTo>
                  <a:pt x="587120" y="819785"/>
                </a:lnTo>
                <a:lnTo>
                  <a:pt x="681989" y="805053"/>
                </a:lnTo>
                <a:lnTo>
                  <a:pt x="775588" y="788543"/>
                </a:lnTo>
                <a:lnTo>
                  <a:pt x="867536" y="770001"/>
                </a:lnTo>
                <a:lnTo>
                  <a:pt x="957833" y="749681"/>
                </a:lnTo>
                <a:lnTo>
                  <a:pt x="1046225" y="727583"/>
                </a:lnTo>
                <a:lnTo>
                  <a:pt x="1132458" y="703961"/>
                </a:lnTo>
                <a:lnTo>
                  <a:pt x="1216278" y="678688"/>
                </a:lnTo>
                <a:lnTo>
                  <a:pt x="1297685" y="651891"/>
                </a:lnTo>
                <a:lnTo>
                  <a:pt x="1376425" y="623824"/>
                </a:lnTo>
                <a:lnTo>
                  <a:pt x="1452244" y="594233"/>
                </a:lnTo>
                <a:lnTo>
                  <a:pt x="1525015" y="563499"/>
                </a:lnTo>
                <a:lnTo>
                  <a:pt x="1594484" y="531495"/>
                </a:lnTo>
                <a:lnTo>
                  <a:pt x="1660524" y="498475"/>
                </a:lnTo>
                <a:lnTo>
                  <a:pt x="1722754" y="464439"/>
                </a:lnTo>
                <a:lnTo>
                  <a:pt x="1781301" y="429260"/>
                </a:lnTo>
                <a:lnTo>
                  <a:pt x="1835784" y="393319"/>
                </a:lnTo>
                <a:lnTo>
                  <a:pt x="1886076" y="356489"/>
                </a:lnTo>
                <a:lnTo>
                  <a:pt x="1931923" y="319024"/>
                </a:lnTo>
                <a:lnTo>
                  <a:pt x="1973071" y="280797"/>
                </a:lnTo>
                <a:lnTo>
                  <a:pt x="2009520" y="242062"/>
                </a:lnTo>
                <a:lnTo>
                  <a:pt x="2040889" y="202565"/>
                </a:lnTo>
                <a:lnTo>
                  <a:pt x="2067051" y="162687"/>
                </a:lnTo>
                <a:lnTo>
                  <a:pt x="2087752" y="122428"/>
                </a:lnTo>
                <a:lnTo>
                  <a:pt x="2102865" y="81788"/>
                </a:lnTo>
                <a:lnTo>
                  <a:pt x="2112009" y="41021"/>
                </a:lnTo>
                <a:lnTo>
                  <a:pt x="2115057" y="508"/>
                </a:lnTo>
                <a:lnTo>
                  <a:pt x="2102357" y="0"/>
                </a:lnTo>
                <a:lnTo>
                  <a:pt x="2101595" y="20066"/>
                </a:lnTo>
                <a:lnTo>
                  <a:pt x="2099436" y="39624"/>
                </a:lnTo>
                <a:lnTo>
                  <a:pt x="2090419" y="78994"/>
                </a:lnTo>
                <a:lnTo>
                  <a:pt x="2075814" y="117983"/>
                </a:lnTo>
                <a:lnTo>
                  <a:pt x="2055748" y="156845"/>
                </a:lnTo>
                <a:lnTo>
                  <a:pt x="2030221" y="195707"/>
                </a:lnTo>
                <a:lnTo>
                  <a:pt x="1999614" y="234188"/>
                </a:lnTo>
                <a:lnTo>
                  <a:pt x="1963800" y="272161"/>
                </a:lnTo>
                <a:lnTo>
                  <a:pt x="1923287" y="309753"/>
                </a:lnTo>
                <a:lnTo>
                  <a:pt x="1878075" y="346710"/>
                </a:lnTo>
                <a:lnTo>
                  <a:pt x="1828291" y="383032"/>
                </a:lnTo>
                <a:lnTo>
                  <a:pt x="1774316" y="418719"/>
                </a:lnTo>
                <a:lnTo>
                  <a:pt x="1716277" y="453517"/>
                </a:lnTo>
                <a:lnTo>
                  <a:pt x="1654428" y="487299"/>
                </a:lnTo>
                <a:lnTo>
                  <a:pt x="1588769" y="520192"/>
                </a:lnTo>
                <a:lnTo>
                  <a:pt x="1519681" y="551942"/>
                </a:lnTo>
                <a:lnTo>
                  <a:pt x="1447291" y="582549"/>
                </a:lnTo>
                <a:lnTo>
                  <a:pt x="1371853" y="611886"/>
                </a:lnTo>
                <a:lnTo>
                  <a:pt x="1293494" y="639953"/>
                </a:lnTo>
                <a:lnTo>
                  <a:pt x="1212341" y="666750"/>
                </a:lnTo>
                <a:lnTo>
                  <a:pt x="1128775" y="691769"/>
                </a:lnTo>
                <a:lnTo>
                  <a:pt x="1042796" y="715391"/>
                </a:lnTo>
                <a:lnTo>
                  <a:pt x="954785" y="737362"/>
                </a:lnTo>
                <a:lnTo>
                  <a:pt x="864869" y="757555"/>
                </a:lnTo>
                <a:lnTo>
                  <a:pt x="773048" y="775970"/>
                </a:lnTo>
                <a:lnTo>
                  <a:pt x="679830" y="792607"/>
                </a:lnTo>
                <a:lnTo>
                  <a:pt x="585215" y="807212"/>
                </a:lnTo>
                <a:lnTo>
                  <a:pt x="489457" y="819785"/>
                </a:lnTo>
                <a:lnTo>
                  <a:pt x="392683" y="830199"/>
                </a:lnTo>
                <a:lnTo>
                  <a:pt x="295147" y="838454"/>
                </a:lnTo>
                <a:lnTo>
                  <a:pt x="197103" y="844550"/>
                </a:lnTo>
                <a:lnTo>
                  <a:pt x="98551" y="848233"/>
                </a:lnTo>
                <a:lnTo>
                  <a:pt x="76115" y="848476"/>
                </a:lnTo>
                <a:lnTo>
                  <a:pt x="75691" y="816737"/>
                </a:lnTo>
                <a:lnTo>
                  <a:pt x="0" y="855726"/>
                </a:lnTo>
                <a:lnTo>
                  <a:pt x="63372" y="848614"/>
                </a:lnTo>
                <a:lnTo>
                  <a:pt x="63626" y="861314"/>
                </a:lnTo>
                <a:lnTo>
                  <a:pt x="76707" y="892937"/>
                </a:lnTo>
                <a:close/>
              </a:path>
              <a:path w="2115057" h="892937">
                <a:moveTo>
                  <a:pt x="63626" y="861314"/>
                </a:moveTo>
                <a:lnTo>
                  <a:pt x="63372" y="848614"/>
                </a:lnTo>
                <a:lnTo>
                  <a:pt x="0" y="855726"/>
                </a:lnTo>
                <a:lnTo>
                  <a:pt x="76707" y="892937"/>
                </a:lnTo>
                <a:lnTo>
                  <a:pt x="63626" y="8613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82460" y="2581401"/>
            <a:ext cx="926845" cy="1758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94299" y="2895600"/>
            <a:ext cx="914399" cy="0"/>
          </a:xfrm>
          <a:custGeom>
            <a:avLst/>
            <a:gdLst/>
            <a:ahLst/>
            <a:cxnLst/>
            <a:rect l="l" t="t" r="r" b="b"/>
            <a:pathLst>
              <a:path w="914399">
                <a:moveTo>
                  <a:pt x="0" y="0"/>
                </a:moveTo>
                <a:lnTo>
                  <a:pt x="914399" y="0"/>
                </a:lnTo>
              </a:path>
            </a:pathLst>
          </a:custGeom>
          <a:ln w="12699">
            <a:solidFill>
              <a:srgbClr val="C82A3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407399" y="2768600"/>
            <a:ext cx="0" cy="126999"/>
          </a:xfrm>
          <a:custGeom>
            <a:avLst/>
            <a:gdLst/>
            <a:ahLst/>
            <a:cxnLst/>
            <a:rect l="l" t="t" r="r" b="b"/>
            <a:pathLst>
              <a:path h="126999">
                <a:moveTo>
                  <a:pt x="0" y="126999"/>
                </a:moveTo>
                <a:lnTo>
                  <a:pt x="0" y="0"/>
                </a:lnTo>
              </a:path>
            </a:pathLst>
          </a:custGeom>
          <a:ln w="12699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407399" y="2768600"/>
            <a:ext cx="0" cy="126999"/>
          </a:xfrm>
          <a:custGeom>
            <a:avLst/>
            <a:gdLst/>
            <a:ahLst/>
            <a:cxnLst/>
            <a:rect l="l" t="t" r="r" b="b"/>
            <a:pathLst>
              <a:path h="126999">
                <a:moveTo>
                  <a:pt x="0" y="126999"/>
                </a:moveTo>
                <a:lnTo>
                  <a:pt x="0" y="0"/>
                </a:lnTo>
              </a:path>
            </a:pathLst>
          </a:custGeom>
          <a:ln w="12699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194299" y="2895600"/>
            <a:ext cx="1117599" cy="0"/>
          </a:xfrm>
          <a:custGeom>
            <a:avLst/>
            <a:gdLst/>
            <a:ahLst/>
            <a:cxnLst/>
            <a:rect l="l" t="t" r="r" b="b"/>
            <a:pathLst>
              <a:path w="1117599">
                <a:moveTo>
                  <a:pt x="0" y="0"/>
                </a:moveTo>
                <a:lnTo>
                  <a:pt x="1117599" y="0"/>
                </a:lnTo>
              </a:path>
            </a:pathLst>
          </a:custGeom>
          <a:ln w="12699">
            <a:solidFill>
              <a:srgbClr val="B83D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94299" y="3035300"/>
            <a:ext cx="1117599" cy="0"/>
          </a:xfrm>
          <a:custGeom>
            <a:avLst/>
            <a:gdLst/>
            <a:ahLst/>
            <a:cxnLst/>
            <a:rect l="l" t="t" r="r" b="b"/>
            <a:pathLst>
              <a:path w="1117599">
                <a:moveTo>
                  <a:pt x="0" y="0"/>
                </a:moveTo>
                <a:lnTo>
                  <a:pt x="1117599" y="0"/>
                </a:lnTo>
              </a:path>
            </a:pathLst>
          </a:custGeom>
          <a:ln w="12699">
            <a:solidFill>
              <a:srgbClr val="B83D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407399" y="28956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699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407399" y="28956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699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194299" y="3035300"/>
            <a:ext cx="800099" cy="0"/>
          </a:xfrm>
          <a:custGeom>
            <a:avLst/>
            <a:gdLst/>
            <a:ahLst/>
            <a:cxnLst/>
            <a:rect l="l" t="t" r="r" b="b"/>
            <a:pathLst>
              <a:path w="800099">
                <a:moveTo>
                  <a:pt x="0" y="0"/>
                </a:moveTo>
                <a:lnTo>
                  <a:pt x="800099" y="0"/>
                </a:lnTo>
              </a:path>
            </a:pathLst>
          </a:custGeom>
          <a:ln w="25399">
            <a:solidFill>
              <a:srgbClr val="B83D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94399" y="3035300"/>
            <a:ext cx="114299" cy="0"/>
          </a:xfrm>
          <a:custGeom>
            <a:avLst/>
            <a:gdLst/>
            <a:ahLst/>
            <a:cxnLst/>
            <a:rect l="l" t="t" r="r" b="b"/>
            <a:pathLst>
              <a:path w="114299">
                <a:moveTo>
                  <a:pt x="0" y="0"/>
                </a:moveTo>
                <a:lnTo>
                  <a:pt x="114299" y="0"/>
                </a:lnTo>
              </a:path>
            </a:pathLst>
          </a:custGeom>
          <a:ln w="25399">
            <a:solidFill>
              <a:srgbClr val="B83D4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407399" y="3035300"/>
            <a:ext cx="0" cy="50799"/>
          </a:xfrm>
          <a:custGeom>
            <a:avLst/>
            <a:gdLst/>
            <a:ahLst/>
            <a:cxnLst/>
            <a:rect l="l" t="t" r="r" b="b"/>
            <a:pathLst>
              <a:path h="50799">
                <a:moveTo>
                  <a:pt x="0" y="50799"/>
                </a:moveTo>
                <a:lnTo>
                  <a:pt x="0" y="0"/>
                </a:lnTo>
              </a:path>
            </a:pathLst>
          </a:custGeom>
          <a:ln w="12699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407399" y="3035300"/>
            <a:ext cx="0" cy="50799"/>
          </a:xfrm>
          <a:custGeom>
            <a:avLst/>
            <a:gdLst/>
            <a:ahLst/>
            <a:cxnLst/>
            <a:rect l="l" t="t" r="r" b="b"/>
            <a:pathLst>
              <a:path h="50799">
                <a:moveTo>
                  <a:pt x="0" y="50799"/>
                </a:moveTo>
                <a:lnTo>
                  <a:pt x="0" y="0"/>
                </a:lnTo>
              </a:path>
            </a:pathLst>
          </a:custGeom>
          <a:ln w="12699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407399" y="30861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699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407399" y="3086100"/>
            <a:ext cx="0" cy="139699"/>
          </a:xfrm>
          <a:custGeom>
            <a:avLst/>
            <a:gdLst/>
            <a:ahLst/>
            <a:cxnLst/>
            <a:rect l="l" t="t" r="r" b="b"/>
            <a:pathLst>
              <a:path h="139699">
                <a:moveTo>
                  <a:pt x="0" y="139699"/>
                </a:moveTo>
                <a:lnTo>
                  <a:pt x="0" y="0"/>
                </a:lnTo>
              </a:path>
            </a:pathLst>
          </a:custGeom>
          <a:ln w="12699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20700" y="2641600"/>
            <a:ext cx="3619499" cy="0"/>
          </a:xfrm>
          <a:custGeom>
            <a:avLst/>
            <a:gdLst/>
            <a:ahLst/>
            <a:cxnLst/>
            <a:rect l="l" t="t" r="r" b="b"/>
            <a:pathLst>
              <a:path w="3619499">
                <a:moveTo>
                  <a:pt x="0" y="0"/>
                </a:moveTo>
                <a:lnTo>
                  <a:pt x="3619499" y="0"/>
                </a:lnTo>
              </a:path>
            </a:pathLst>
          </a:custGeom>
          <a:ln w="12699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610099" y="2641600"/>
            <a:ext cx="1828799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0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08000" y="2781300"/>
            <a:ext cx="469899" cy="0"/>
          </a:xfrm>
          <a:custGeom>
            <a:avLst/>
            <a:gdLst/>
            <a:ahLst/>
            <a:cxnLst/>
            <a:rect l="l" t="t" r="r" b="b"/>
            <a:pathLst>
              <a:path w="469899">
                <a:moveTo>
                  <a:pt x="0" y="0"/>
                </a:moveTo>
                <a:lnTo>
                  <a:pt x="469899" y="0"/>
                </a:lnTo>
              </a:path>
            </a:pathLst>
          </a:custGeom>
          <a:ln w="12699">
            <a:solidFill>
              <a:srgbClr val="BF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8000" y="3924300"/>
            <a:ext cx="7912099" cy="0"/>
          </a:xfrm>
          <a:custGeom>
            <a:avLst/>
            <a:gdLst/>
            <a:ahLst/>
            <a:cxnLst/>
            <a:rect l="l" t="t" r="r" b="b"/>
            <a:pathLst>
              <a:path w="7912099">
                <a:moveTo>
                  <a:pt x="0" y="0"/>
                </a:moveTo>
                <a:lnTo>
                  <a:pt x="7912099" y="0"/>
                </a:lnTo>
              </a:path>
            </a:pathLst>
          </a:custGeom>
          <a:ln w="0">
            <a:solidFill>
              <a:srgbClr val="75414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-10414"/>
            <a:ext cx="9138285" cy="10963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05393" y="2605658"/>
            <a:ext cx="436245" cy="2485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23299" y="2044700"/>
            <a:ext cx="507999" cy="0"/>
          </a:xfrm>
          <a:custGeom>
            <a:avLst/>
            <a:gdLst/>
            <a:ahLst/>
            <a:cxnLst/>
            <a:rect l="l" t="t" r="r" b="b"/>
            <a:pathLst>
              <a:path w="507999">
                <a:moveTo>
                  <a:pt x="0" y="0"/>
                </a:moveTo>
                <a:lnTo>
                  <a:pt x="507999" y="0"/>
                </a:lnTo>
              </a:path>
            </a:pathLst>
          </a:custGeom>
          <a:ln w="12699">
            <a:solidFill>
              <a:srgbClr val="A09E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23299" y="2044700"/>
            <a:ext cx="0" cy="1803399"/>
          </a:xfrm>
          <a:custGeom>
            <a:avLst/>
            <a:gdLst/>
            <a:ahLst/>
            <a:cxnLst/>
            <a:rect l="l" t="t" r="r" b="b"/>
            <a:pathLst>
              <a:path h="1803399">
                <a:moveTo>
                  <a:pt x="0" y="1803399"/>
                </a:moveTo>
                <a:lnTo>
                  <a:pt x="0" y="0"/>
                </a:lnTo>
              </a:path>
            </a:pathLst>
          </a:custGeom>
          <a:ln w="12699">
            <a:solidFill>
              <a:srgbClr val="A09E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23299" y="3835400"/>
            <a:ext cx="507999" cy="0"/>
          </a:xfrm>
          <a:custGeom>
            <a:avLst/>
            <a:gdLst/>
            <a:ahLst/>
            <a:cxnLst/>
            <a:rect l="l" t="t" r="r" b="b"/>
            <a:pathLst>
              <a:path w="507999">
                <a:moveTo>
                  <a:pt x="0" y="0"/>
                </a:moveTo>
                <a:lnTo>
                  <a:pt x="507999" y="0"/>
                </a:lnTo>
              </a:path>
            </a:pathLst>
          </a:custGeom>
          <a:ln w="12699">
            <a:solidFill>
              <a:srgbClr val="A09E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10665" y="1336992"/>
            <a:ext cx="7901105" cy="584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20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2000" spc="4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actu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 </a:t>
            </a:r>
            <a:r>
              <a:rPr sz="2000" spc="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identify</a:t>
            </a:r>
            <a:r>
              <a:rPr sz="2000" spc="3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mal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cious</a:t>
            </a:r>
            <a:r>
              <a:rPr sz="2000" spc="-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ce </a:t>
            </a:r>
            <a:r>
              <a:rPr sz="20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000" spc="2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ork </a:t>
            </a:r>
            <a:r>
              <a:rPr sz="2000" spc="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since</a:t>
            </a:r>
            <a:r>
              <a:rPr sz="2000" spc="-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know</a:t>
            </a:r>
            <a:r>
              <a:rPr sz="2000" spc="2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AC</a:t>
            </a:r>
            <a:r>
              <a:rPr sz="2000" spc="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address</a:t>
            </a:r>
            <a:r>
              <a:rPr sz="2000" spc="-1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0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000" spc="-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000" spc="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doing</a:t>
            </a:r>
            <a:r>
              <a:rPr sz="2000" spc="3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fol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ow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ng: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92038" y="2796352"/>
            <a:ext cx="137691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89897C"/>
                </a:solidFill>
                <a:latin typeface="Times New Roman"/>
                <a:cs typeface="Times New Roman"/>
              </a:rPr>
              <a:t>It,fo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0422" y="2802408"/>
            <a:ext cx="409591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500" spc="0" dirty="0">
                <a:solidFill>
                  <a:srgbClr val="89897C"/>
                </a:solidFill>
                <a:latin typeface="Arial"/>
                <a:cs typeface="Arial"/>
              </a:rPr>
              <a:t>T1r,,e </a:t>
            </a:r>
            <a:r>
              <a:rPr sz="500" spc="67" dirty="0">
                <a:solidFill>
                  <a:srgbClr val="89897C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9897C"/>
                </a:solidFill>
                <a:latin typeface="Times New Roman"/>
                <a:cs typeface="Times New Roman"/>
              </a:rPr>
              <a:t>So&lt;.rc.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44414" y="2801978"/>
            <a:ext cx="959446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89897C"/>
                </a:solidFill>
                <a:latin typeface="Arial"/>
                <a:cs typeface="Arial"/>
              </a:rPr>
              <a:t>Pro!OCGI          </a:t>
            </a:r>
            <a:r>
              <a:rPr sz="600" spc="78" dirty="0">
                <a:solidFill>
                  <a:srgbClr val="89897C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89897C"/>
                </a:solidFill>
                <a:latin typeface="Arial"/>
                <a:cs typeface="Arial"/>
              </a:rPr>
              <a:t>w,gth    </a:t>
            </a:r>
            <a:r>
              <a:rPr sz="600" spc="25" dirty="0">
                <a:solidFill>
                  <a:srgbClr val="89897C"/>
                </a:solidFill>
                <a:latin typeface="Arial"/>
                <a:cs typeface="Arial"/>
              </a:rPr>
              <a:t> </a:t>
            </a:r>
            <a:r>
              <a:rPr sz="500" spc="0" dirty="0">
                <a:solidFill>
                  <a:srgbClr val="A09E91"/>
                </a:solidFill>
                <a:latin typeface="Arial"/>
                <a:cs typeface="Arial"/>
              </a:rPr>
              <a:t>V</a:t>
            </a:r>
            <a:r>
              <a:rPr sz="500" spc="0" dirty="0">
                <a:solidFill>
                  <a:srgbClr val="89897C"/>
                </a:solidFill>
                <a:latin typeface="Arial"/>
                <a:cs typeface="Arial"/>
              </a:rPr>
              <a:t>trlllOn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97112" y="2808034"/>
            <a:ext cx="336212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89897C"/>
                </a:solidFill>
                <a:latin typeface="Arial"/>
                <a:cs typeface="Arial"/>
              </a:rPr>
              <a:t>OHIIN</a:t>
            </a:r>
            <a:r>
              <a:rPr sz="600" spc="-4" dirty="0">
                <a:solidFill>
                  <a:srgbClr val="89897C"/>
                </a:solidFill>
                <a:latin typeface="Arial"/>
                <a:cs typeface="Arial"/>
              </a:rPr>
              <a:t>&gt;</a:t>
            </a:r>
            <a:r>
              <a:rPr sz="600" spc="0" dirty="0">
                <a:solidFill>
                  <a:srgbClr val="89897C"/>
                </a:solidFill>
                <a:latin typeface="Arial"/>
                <a:cs typeface="Arial"/>
              </a:rPr>
              <a:t>•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2027" y="2812269"/>
            <a:ext cx="127823" cy="88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35"/>
              </a:spcBef>
            </a:pPr>
            <a:r>
              <a:rPr sz="500" dirty="0">
                <a:solidFill>
                  <a:srgbClr val="89897C"/>
                </a:solidFill>
                <a:latin typeface="Arial"/>
                <a:cs typeface="Arial"/>
              </a:rPr>
              <a:t>NO</a:t>
            </a:r>
            <a:r>
              <a:rPr sz="500" dirty="0">
                <a:solidFill>
                  <a:srgbClr val="A09E91"/>
                </a:solidFill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7919" y="3056365"/>
            <a:ext cx="1399005" cy="1476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95"/>
              </a:lnSpc>
              <a:spcBef>
                <a:spcPts val="54"/>
              </a:spcBef>
            </a:pPr>
            <a:r>
              <a:rPr sz="1350" spc="0" baseline="3269" dirty="0">
                <a:solidFill>
                  <a:srgbClr val="A09E91"/>
                </a:solidFill>
                <a:latin typeface="Courier New"/>
                <a:cs typeface="Courier New"/>
              </a:rPr>
              <a:t>3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620</a:t>
            </a:r>
            <a:r>
              <a:rPr sz="1350" spc="-47" baseline="3269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1350" spc="0" baseline="3220" dirty="0">
                <a:solidFill>
                  <a:srgbClr val="A09E91"/>
                </a:solidFill>
                <a:latin typeface="Times New Roman"/>
                <a:cs typeface="Times New Roman"/>
              </a:rPr>
              <a:t>5-.</a:t>
            </a:r>
            <a:r>
              <a:rPr sz="1350" spc="184" baseline="3220" dirty="0">
                <a:solidFill>
                  <a:srgbClr val="A09E91"/>
                </a:solidFill>
                <a:latin typeface="Times New Roman"/>
                <a:cs typeface="Times New Roman"/>
              </a:rPr>
              <a:t> 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are</a:t>
            </a:r>
            <a:r>
              <a:rPr sz="1350" spc="0" baseline="3269" dirty="0">
                <a:solidFill>
                  <a:srgbClr val="A09E91"/>
                </a:solidFill>
                <a:latin typeface="Courier New"/>
                <a:cs typeface="Courier New"/>
              </a:rPr>
              <a:t>_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20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1350" spc="-184" baseline="3269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be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1350" spc="-144" baseline="3269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14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91057" y="3064338"/>
            <a:ext cx="838767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10"/>
              </a:spcBef>
            </a:pPr>
            <a:r>
              <a:rPr sz="900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900" dirty="0">
                <a:solidFill>
                  <a:srgbClr val="89897C"/>
                </a:solidFill>
                <a:latin typeface="Courier New"/>
                <a:cs typeface="Courier New"/>
              </a:rPr>
              <a:t>are</a:t>
            </a:r>
            <a:r>
              <a:rPr sz="900" dirty="0">
                <a:solidFill>
                  <a:srgbClr val="A09E91"/>
                </a:solidFill>
                <a:latin typeface="Courier New"/>
                <a:cs typeface="Courier New"/>
              </a:rPr>
              <a:t>_</a:t>
            </a:r>
            <a:r>
              <a:rPr sz="900" dirty="0">
                <a:solidFill>
                  <a:srgbClr val="89897C"/>
                </a:solidFill>
                <a:latin typeface="Courier New"/>
                <a:cs typeface="Courier New"/>
              </a:rPr>
              <a:t>ed</a:t>
            </a:r>
            <a:r>
              <a:rPr sz="90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dirty="0">
                <a:solidFill>
                  <a:srgbClr val="89897C"/>
                </a:solidFill>
                <a:latin typeface="Courier New"/>
                <a:cs typeface="Courier New"/>
              </a:rPr>
              <a:t>e3</a:t>
            </a:r>
            <a:r>
              <a:rPr sz="90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dirty="0">
                <a:solidFill>
                  <a:srgbClr val="89897C"/>
                </a:solidFill>
                <a:latin typeface="Courier New"/>
                <a:cs typeface="Courier New"/>
              </a:rPr>
              <a:t>e</a:t>
            </a:r>
            <a:r>
              <a:rPr sz="900" dirty="0">
                <a:solidFill>
                  <a:srgbClr val="757467"/>
                </a:solidFill>
                <a:latin typeface="Courier New"/>
                <a:cs typeface="Courier New"/>
              </a:rPr>
              <a:t>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44413" y="3064337"/>
            <a:ext cx="216756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10"/>
              </a:spcBef>
            </a:pPr>
            <a:r>
              <a:rPr sz="900" dirty="0">
                <a:solidFill>
                  <a:srgbClr val="89897C"/>
                </a:solidFill>
                <a:latin typeface="Courier New"/>
                <a:cs typeface="Courier New"/>
              </a:rPr>
              <a:t>A</a:t>
            </a:r>
            <a:r>
              <a:rPr sz="900" dirty="0">
                <a:solidFill>
                  <a:srgbClr val="757467"/>
                </a:solidFill>
                <a:latin typeface="Courier New"/>
                <a:cs typeface="Courier New"/>
              </a:rPr>
              <a:t>RP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95475" y="3064337"/>
            <a:ext cx="163265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10"/>
              </a:spcBef>
            </a:pP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92036" y="3064337"/>
            <a:ext cx="691319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10"/>
              </a:spcBef>
            </a:pPr>
            <a:r>
              <a:rPr sz="900" dirty="0">
                <a:solidFill>
                  <a:srgbClr val="757467"/>
                </a:solidFill>
                <a:latin typeface="Courier New"/>
                <a:cs typeface="Courier New"/>
              </a:rPr>
              <a:t>1</a:t>
            </a:r>
            <a:r>
              <a:rPr sz="900" dirty="0">
                <a:solidFill>
                  <a:srgbClr val="89897C"/>
                </a:solidFill>
                <a:latin typeface="Courier New"/>
                <a:cs typeface="Courier New"/>
              </a:rPr>
              <a:t>92</a:t>
            </a:r>
            <a:r>
              <a:rPr sz="900" dirty="0">
                <a:solidFill>
                  <a:srgbClr val="757467"/>
                </a:solidFill>
                <a:latin typeface="Courier New"/>
                <a:cs typeface="Courier New"/>
              </a:rPr>
              <a:t>.</a:t>
            </a:r>
            <a:r>
              <a:rPr sz="900" dirty="0">
                <a:solidFill>
                  <a:srgbClr val="89897C"/>
                </a:solidFill>
                <a:latin typeface="Courier New"/>
                <a:cs typeface="Courier New"/>
              </a:rPr>
              <a:t>168</a:t>
            </a:r>
            <a:r>
              <a:rPr sz="900" dirty="0">
                <a:solidFill>
                  <a:srgbClr val="757467"/>
                </a:solidFill>
                <a:latin typeface="Courier New"/>
                <a:cs typeface="Courier New"/>
              </a:rPr>
              <a:t>.1</a:t>
            </a:r>
            <a:r>
              <a:rPr sz="900" dirty="0">
                <a:solidFill>
                  <a:srgbClr val="89897C"/>
                </a:solidFill>
                <a:latin typeface="Courier New"/>
                <a:cs typeface="Courier New"/>
              </a:rPr>
              <a:t>53</a:t>
            </a:r>
            <a:r>
              <a:rPr sz="900" dirty="0">
                <a:solidFill>
                  <a:srgbClr val="595644"/>
                </a:solidFill>
                <a:latin typeface="Courier New"/>
                <a:cs typeface="Courier New"/>
              </a:rPr>
              <a:t>.</a:t>
            </a:r>
            <a:r>
              <a:rPr sz="900" dirty="0">
                <a:solidFill>
                  <a:srgbClr val="89897C"/>
                </a:solidFill>
                <a:latin typeface="Courier New"/>
                <a:cs typeface="Courier New"/>
              </a:rPr>
              <a:t>2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39825" y="3064337"/>
            <a:ext cx="150919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10"/>
              </a:spcBef>
            </a:pP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is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15438" y="3064337"/>
            <a:ext cx="1078862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4401"/>
              </a:lnSpc>
              <a:spcBef>
                <a:spcPts val="10"/>
              </a:spcBef>
            </a:pP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at</a:t>
            </a:r>
            <a:r>
              <a:rPr sz="900" spc="36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00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0e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29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20:b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e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:14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73235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82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062" y="2639566"/>
            <a:ext cx="2154938" cy="1264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7722">
              <a:lnSpc>
                <a:spcPct val="95825"/>
              </a:lnSpc>
              <a:spcBef>
                <a:spcPts val="160"/>
              </a:spcBef>
            </a:pPr>
            <a:r>
              <a:rPr sz="400" spc="0" dirty="0">
                <a:solidFill>
                  <a:srgbClr val="5D975E"/>
                </a:solidFill>
                <a:latin typeface="Arial"/>
                <a:cs typeface="Arial"/>
              </a:rPr>
              <a:t>t!h   </a:t>
            </a:r>
            <a:r>
              <a:rPr sz="400" spc="64" dirty="0">
                <a:solidFill>
                  <a:srgbClr val="5D975E"/>
                </a:solidFill>
                <a:latin typeface="Arial"/>
                <a:cs typeface="Arial"/>
              </a:rPr>
              <a:t> </a:t>
            </a:r>
            <a:r>
              <a:rPr sz="700" spc="0" dirty="0">
                <a:solidFill>
                  <a:srgbClr val="5D975E"/>
                </a:solidFill>
                <a:latin typeface="Times New Roman"/>
                <a:cs typeface="Times New Roman"/>
              </a:rPr>
              <a:t>---oo,Oc:29:20:b</a:t>
            </a:r>
            <a:r>
              <a:rPr sz="700" spc="-159" dirty="0">
                <a:solidFill>
                  <a:srgbClr val="5D975E"/>
                </a:solidFill>
                <a:latin typeface="Times New Roman"/>
                <a:cs typeface="Times New Roman"/>
              </a:rPr>
              <a:t>c</a:t>
            </a:r>
            <a:r>
              <a:rPr sz="700" spc="-34" dirty="0">
                <a:solidFill>
                  <a:srgbClr val="5D975E"/>
                </a:solidFill>
                <a:latin typeface="Times New Roman"/>
                <a:cs typeface="Times New Roman"/>
              </a:rPr>
              <a:t>·</a:t>
            </a:r>
            <a:r>
              <a:rPr sz="700" spc="-159" dirty="0">
                <a:solidFill>
                  <a:srgbClr val="72B670"/>
                </a:solidFill>
                <a:latin typeface="Times New Roman"/>
                <a:cs typeface="Times New Roman"/>
              </a:rPr>
              <a:t>,</a:t>
            </a:r>
            <a:r>
              <a:rPr sz="700" spc="0" dirty="0">
                <a:solidFill>
                  <a:srgbClr val="5D975E"/>
                </a:solidFill>
                <a:latin typeface="Times New Roman"/>
                <a:cs typeface="Times New Roman"/>
              </a:rPr>
              <a:t>~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7000" y="2639566"/>
            <a:ext cx="5757668" cy="1264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052" algn="r">
              <a:lnSpc>
                <a:spcPts val="919"/>
              </a:lnSpc>
              <a:spcBef>
                <a:spcPts val="65"/>
              </a:spcBef>
            </a:pPr>
            <a:r>
              <a:rPr sz="800" spc="0" dirty="0">
                <a:solidFill>
                  <a:srgbClr val="757467"/>
                </a:solidFill>
                <a:latin typeface="Arial"/>
                <a:cs typeface="Arial"/>
              </a:rPr>
              <a:t>+ </a:t>
            </a:r>
            <a:r>
              <a:rPr sz="800" spc="136" dirty="0">
                <a:solidFill>
                  <a:srgbClr val="757467"/>
                </a:solidFill>
                <a:latin typeface="Arial"/>
                <a:cs typeface="Arial"/>
              </a:rPr>
              <a:t> </a:t>
            </a:r>
            <a:r>
              <a:rPr sz="900" b="1" spc="0" baseline="9662" dirty="0">
                <a:solidFill>
                  <a:srgbClr val="89897C"/>
                </a:solidFill>
                <a:latin typeface="Times New Roman"/>
                <a:cs typeface="Times New Roman"/>
              </a:rPr>
              <a:t>Ac,dy</a:t>
            </a:r>
            <a:r>
              <a:rPr sz="900" b="1" spc="91" baseline="9662" dirty="0">
                <a:solidFill>
                  <a:srgbClr val="89897C"/>
                </a:solidFill>
                <a:latin typeface="Times New Roman"/>
                <a:cs typeface="Times New Roman"/>
              </a:rPr>
              <a:t> </a:t>
            </a:r>
            <a:r>
              <a:rPr sz="900" b="1" i="1" spc="0" baseline="9662" dirty="0">
                <a:solidFill>
                  <a:srgbClr val="89897C"/>
                </a:solidFill>
                <a:latin typeface="Times New Roman"/>
                <a:cs typeface="Times New Roman"/>
              </a:rPr>
              <a:t>d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062" y="2766059"/>
            <a:ext cx="7912606" cy="11727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100"/>
              </a:lnSpc>
              <a:spcBef>
                <a:spcPts val="45"/>
              </a:spcBef>
            </a:pPr>
            <a:endParaRPr sz="1100"/>
          </a:p>
          <a:p>
            <a:pPr marL="208557">
              <a:lnSpc>
                <a:spcPts val="1246"/>
              </a:lnSpc>
            </a:pP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36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1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4</a:t>
            </a:r>
            <a:r>
              <a:rPr sz="1350" spc="7" baseline="6538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1350" spc="50" baseline="6538" dirty="0">
                <a:solidFill>
                  <a:srgbClr val="89897C"/>
                </a:solidFill>
                <a:latin typeface="Courier New"/>
                <a:cs typeface="Courier New"/>
              </a:rPr>
              <a:t>5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...</a:t>
            </a:r>
            <a:r>
              <a:rPr sz="1350" spc="-54" baseline="6538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are</a:t>
            </a:r>
            <a:r>
              <a:rPr sz="1350" spc="0" baseline="6538" dirty="0">
                <a:solidFill>
                  <a:srgbClr val="A09E91"/>
                </a:solidFill>
                <a:latin typeface="Courier New"/>
                <a:cs typeface="Courier New"/>
              </a:rPr>
              <a:t>_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20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1350" spc="-184" baseline="6538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b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e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1350" spc="-104" baseline="6538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14            </a:t>
            </a:r>
            <a:r>
              <a:rPr sz="1350" spc="229" baseline="6538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6D7285"/>
                </a:solidFill>
                <a:latin typeface="Courier New"/>
                <a:cs typeface="Courier New"/>
              </a:rPr>
              <a:t>V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mw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are</a:t>
            </a:r>
            <a:r>
              <a:rPr sz="1350" spc="0" baseline="6538" dirty="0">
                <a:solidFill>
                  <a:srgbClr val="A09E91"/>
                </a:solidFill>
                <a:latin typeface="Courier New"/>
                <a:cs typeface="Courier New"/>
              </a:rPr>
              <a:t>_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ed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e3</a:t>
            </a:r>
            <a:r>
              <a:rPr sz="1350" spc="0" baseline="6538" dirty="0">
                <a:solidFill>
                  <a:srgbClr val="6D7285"/>
                </a:solidFill>
                <a:latin typeface="Courier New"/>
                <a:cs typeface="Courier New"/>
              </a:rPr>
              <a:t>: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e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0         </a:t>
            </a:r>
            <a:r>
              <a:rPr sz="1350" spc="-244" baseline="6538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A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R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P     </a:t>
            </a:r>
            <a:r>
              <a:rPr sz="1350" spc="353" baseline="6538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60   </a:t>
            </a:r>
            <a:r>
              <a:rPr sz="1350" spc="385" baseline="6538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1100" b="1" spc="0" dirty="0">
                <a:solidFill>
                  <a:srgbClr val="C82A31"/>
                </a:solidFill>
                <a:latin typeface="Courier New"/>
                <a:cs typeface="Courier New"/>
              </a:rPr>
              <a:t>1</a:t>
            </a:r>
            <a:r>
              <a:rPr sz="1100" b="1" spc="0" dirty="0">
                <a:solidFill>
                  <a:srgbClr val="A16262"/>
                </a:solidFill>
                <a:latin typeface="Courier New"/>
                <a:cs typeface="Courier New"/>
              </a:rPr>
              <a:t>122</a:t>
            </a:r>
            <a:r>
              <a:rPr sz="1100" b="1" spc="0" dirty="0">
                <a:solidFill>
                  <a:srgbClr val="B83D42"/>
                </a:solidFill>
                <a:latin typeface="Courier New"/>
                <a:cs typeface="Courier New"/>
              </a:rPr>
              <a:t>,</a:t>
            </a:r>
            <a:r>
              <a:rPr sz="1100" b="1" spc="0" dirty="0">
                <a:solidFill>
                  <a:srgbClr val="A16262"/>
                </a:solidFill>
                <a:latin typeface="Courier New"/>
                <a:cs typeface="Courier New"/>
              </a:rPr>
              <a:t>1§§</a:t>
            </a:r>
            <a:r>
              <a:rPr sz="1100" b="1" spc="0" dirty="0">
                <a:solidFill>
                  <a:srgbClr val="757467"/>
                </a:solidFill>
                <a:latin typeface="Courier New"/>
                <a:cs typeface="Courier New"/>
              </a:rPr>
              <a:t>,</a:t>
            </a:r>
            <a:r>
              <a:rPr sz="1100" b="1" spc="0" dirty="0">
                <a:solidFill>
                  <a:srgbClr val="A16262"/>
                </a:solidFill>
                <a:latin typeface="Courier New"/>
                <a:cs typeface="Courier New"/>
              </a:rPr>
              <a:t>1~~</a:t>
            </a:r>
            <a:r>
              <a:rPr sz="1100" b="1" spc="0" dirty="0">
                <a:solidFill>
                  <a:srgbClr val="757467"/>
                </a:solidFill>
                <a:latin typeface="Courier New"/>
                <a:cs typeface="Courier New"/>
              </a:rPr>
              <a:t>·</a:t>
            </a:r>
            <a:r>
              <a:rPr sz="1100" b="1" spc="0" dirty="0">
                <a:solidFill>
                  <a:srgbClr val="A16262"/>
                </a:solidFill>
                <a:latin typeface="Courier New"/>
                <a:cs typeface="Courier New"/>
              </a:rPr>
              <a:t>2</a:t>
            </a:r>
            <a:r>
              <a:rPr sz="1100" b="1" spc="0" dirty="0">
                <a:solidFill>
                  <a:srgbClr val="C82A31"/>
                </a:solidFill>
                <a:latin typeface="Courier New"/>
                <a:cs typeface="Courier New"/>
              </a:rPr>
              <a:t>1 </a:t>
            </a:r>
            <a:r>
              <a:rPr sz="1100" b="1" spc="154" dirty="0">
                <a:solidFill>
                  <a:srgbClr val="C82A31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is</a:t>
            </a:r>
            <a:r>
              <a:rPr sz="900" spc="103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at</a:t>
            </a:r>
            <a:r>
              <a:rPr sz="1350" spc="103" baseline="6538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00</a:t>
            </a:r>
            <a:r>
              <a:rPr sz="1350" spc="0" baseline="6538" dirty="0">
                <a:solidFill>
                  <a:srgbClr val="6D7285"/>
                </a:solidFill>
                <a:latin typeface="Courier New"/>
                <a:cs typeface="Courier New"/>
              </a:rPr>
              <a:t>: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0e</a:t>
            </a:r>
            <a:r>
              <a:rPr sz="1350" spc="0" baseline="6538" dirty="0">
                <a:solidFill>
                  <a:srgbClr val="6D7285"/>
                </a:solidFill>
                <a:latin typeface="Courier New"/>
                <a:cs typeface="Courier New"/>
              </a:rPr>
              <a:t>: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29:20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1350" spc="0" baseline="6538" dirty="0">
                <a:solidFill>
                  <a:srgbClr val="89897C"/>
                </a:solidFill>
                <a:latin typeface="Courier New"/>
                <a:cs typeface="Courier New"/>
              </a:rPr>
              <a:t>be:</a:t>
            </a:r>
            <a:r>
              <a:rPr sz="1350" spc="0" baseline="6538" dirty="0">
                <a:solidFill>
                  <a:srgbClr val="757467"/>
                </a:solidFill>
                <a:latin typeface="Courier New"/>
                <a:cs typeface="Courier New"/>
              </a:rPr>
              <a:t>14</a:t>
            </a:r>
            <a:endParaRPr sz="900">
              <a:latin typeface="Courier New"/>
              <a:cs typeface="Courier New"/>
            </a:endParaRPr>
          </a:p>
          <a:p>
            <a:pPr marL="208557">
              <a:lnSpc>
                <a:spcPct val="94401"/>
              </a:lnSpc>
              <a:spcBef>
                <a:spcPts val="1113"/>
              </a:spcBef>
            </a:pP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3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625</a:t>
            </a:r>
            <a:r>
              <a:rPr sz="900" spc="-102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50" dirty="0">
                <a:solidFill>
                  <a:srgbClr val="89897C"/>
                </a:solidFill>
                <a:latin typeface="Courier New"/>
                <a:cs typeface="Courier New"/>
              </a:rPr>
              <a:t>5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.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.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.</a:t>
            </a:r>
            <a:r>
              <a:rPr sz="900" spc="-104" dirty="0">
                <a:solidFill>
                  <a:srgbClr val="A09E91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are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_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20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-134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be</a:t>
            </a:r>
            <a:r>
              <a:rPr sz="900" spc="0" dirty="0">
                <a:solidFill>
                  <a:srgbClr val="595644"/>
                </a:solidFill>
                <a:latin typeface="Courier New"/>
                <a:cs typeface="Courier New"/>
              </a:rPr>
              <a:t>:</a:t>
            </a:r>
            <a:r>
              <a:rPr sz="900" spc="-144" dirty="0">
                <a:solidFill>
                  <a:srgbClr val="595644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14           </a:t>
            </a:r>
            <a:r>
              <a:rPr sz="900" spc="351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are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_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ed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e3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e0        </a:t>
            </a:r>
            <a:r>
              <a:rPr sz="900" spc="234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ARP    </a:t>
            </a:r>
            <a:r>
              <a:rPr sz="900" spc="20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60    </a:t>
            </a:r>
            <a:r>
              <a:rPr sz="900" spc="130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1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92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.1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68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.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153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.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2  </a:t>
            </a:r>
            <a:r>
              <a:rPr sz="900" spc="-204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is</a:t>
            </a:r>
            <a:r>
              <a:rPr sz="900" spc="86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at</a:t>
            </a:r>
            <a:r>
              <a:rPr sz="900" spc="36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00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0e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29:20:b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e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:1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4</a:t>
            </a:r>
            <a:endParaRPr sz="900">
              <a:latin typeface="Courier New"/>
              <a:cs typeface="Courier New"/>
            </a:endParaRPr>
          </a:p>
          <a:p>
            <a:pPr marL="208557">
              <a:lnSpc>
                <a:spcPts val="1069"/>
              </a:lnSpc>
              <a:spcBef>
                <a:spcPts val="75"/>
              </a:spcBef>
            </a:pP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3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3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1</a:t>
            </a:r>
            <a:r>
              <a:rPr sz="900" spc="151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-.</a:t>
            </a:r>
            <a:r>
              <a:rPr sz="900" spc="-59" dirty="0">
                <a:solidFill>
                  <a:srgbClr val="A09E91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are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_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20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-134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be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-144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14            </a:t>
            </a:r>
            <a:r>
              <a:rPr sz="900" spc="229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are</a:t>
            </a:r>
            <a:r>
              <a:rPr sz="1350" spc="0" baseline="3269" dirty="0">
                <a:solidFill>
                  <a:srgbClr val="A09E91"/>
                </a:solidFill>
                <a:latin typeface="Courier New"/>
                <a:cs typeface="Courier New"/>
              </a:rPr>
              <a:t>_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ed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e3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e0        </a:t>
            </a:r>
            <a:r>
              <a:rPr sz="1350" spc="184" baseline="3269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A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RP     </a:t>
            </a:r>
            <a:r>
              <a:rPr sz="1350" spc="352" baseline="3269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60     </a:t>
            </a:r>
            <a:r>
              <a:rPr sz="900" spc="325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192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.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168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.1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53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.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2  </a:t>
            </a:r>
            <a:r>
              <a:rPr sz="1350" spc="-104" baseline="3269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is</a:t>
            </a:r>
            <a:r>
              <a:rPr sz="900" spc="70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at</a:t>
            </a:r>
            <a:r>
              <a:rPr sz="900" spc="69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00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0e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29:20:b</a:t>
            </a:r>
            <a:r>
              <a:rPr sz="1350" spc="0" baseline="3269" dirty="0">
                <a:solidFill>
                  <a:srgbClr val="A09E91"/>
                </a:solidFill>
                <a:latin typeface="Courier New"/>
                <a:cs typeface="Courier New"/>
              </a:rPr>
              <a:t>e</a:t>
            </a:r>
            <a:r>
              <a:rPr sz="1350" spc="0" baseline="3269" dirty="0">
                <a:solidFill>
                  <a:srgbClr val="89897C"/>
                </a:solidFill>
                <a:latin typeface="Courier New"/>
                <a:cs typeface="Courier New"/>
              </a:rPr>
              <a:t>:1</a:t>
            </a:r>
            <a:r>
              <a:rPr sz="1350" spc="0" baseline="3269" dirty="0">
                <a:solidFill>
                  <a:srgbClr val="757467"/>
                </a:solidFill>
                <a:latin typeface="Courier New"/>
                <a:cs typeface="Courier New"/>
              </a:rPr>
              <a:t>4</a:t>
            </a:r>
            <a:endParaRPr sz="900">
              <a:latin typeface="Courier New"/>
              <a:cs typeface="Courier New"/>
            </a:endParaRPr>
          </a:p>
          <a:p>
            <a:pPr marL="208557">
              <a:lnSpc>
                <a:spcPct val="94401"/>
              </a:lnSpc>
              <a:spcBef>
                <a:spcPts val="75"/>
              </a:spcBef>
            </a:pP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3637</a:t>
            </a:r>
            <a:r>
              <a:rPr sz="900" spc="-93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6-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.</a:t>
            </a:r>
            <a:r>
              <a:rPr sz="900" spc="-54" dirty="0">
                <a:solidFill>
                  <a:srgbClr val="A09E91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ar</a:t>
            </a:r>
            <a:r>
              <a:rPr sz="900" spc="9" dirty="0">
                <a:solidFill>
                  <a:srgbClr val="89897C"/>
                </a:solidFill>
                <a:latin typeface="Courier New"/>
                <a:cs typeface="Courier New"/>
              </a:rPr>
              <a:t>e</a:t>
            </a:r>
            <a:r>
              <a:rPr sz="900" spc="50" dirty="0">
                <a:solidFill>
                  <a:srgbClr val="89897C"/>
                </a:solidFill>
                <a:latin typeface="Courier New"/>
                <a:cs typeface="Courier New"/>
              </a:rPr>
              <a:t>_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2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0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-150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be</a:t>
            </a:r>
            <a:r>
              <a:rPr sz="900" spc="-339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-344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14            </a:t>
            </a:r>
            <a:r>
              <a:rPr sz="900" spc="229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are_ed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e3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e0        </a:t>
            </a:r>
            <a:r>
              <a:rPr sz="900" spc="179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ARP    </a:t>
            </a:r>
            <a:r>
              <a:rPr sz="900" spc="65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60     </a:t>
            </a:r>
            <a:r>
              <a:rPr sz="900" spc="325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1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92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.1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68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.1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53</a:t>
            </a:r>
            <a:r>
              <a:rPr sz="900" spc="0" dirty="0">
                <a:solidFill>
                  <a:srgbClr val="595644"/>
                </a:solidFill>
                <a:latin typeface="Courier New"/>
                <a:cs typeface="Courier New"/>
              </a:rPr>
              <a:t>.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2  </a:t>
            </a:r>
            <a:r>
              <a:rPr sz="900" spc="-189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is</a:t>
            </a:r>
            <a:r>
              <a:rPr sz="900" spc="70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at</a:t>
            </a:r>
            <a:r>
              <a:rPr sz="900" spc="69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00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0e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29:20: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b</a:t>
            </a:r>
            <a:r>
              <a:rPr sz="900" spc="0" dirty="0">
                <a:solidFill>
                  <a:srgbClr val="A09E91"/>
                </a:solidFill>
                <a:latin typeface="Courier New"/>
                <a:cs typeface="Courier New"/>
              </a:rPr>
              <a:t>c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:14</a:t>
            </a:r>
            <a:endParaRPr sz="900">
              <a:latin typeface="Courier New"/>
              <a:cs typeface="Courier New"/>
            </a:endParaRPr>
          </a:p>
          <a:p>
            <a:pPr marL="208558">
              <a:lnSpc>
                <a:spcPct val="94401"/>
              </a:lnSpc>
              <a:spcBef>
                <a:spcPts val="125"/>
              </a:spcBef>
            </a:pPr>
            <a:r>
              <a:rPr sz="900" dirty="0">
                <a:solidFill>
                  <a:srgbClr val="89897C"/>
                </a:solidFill>
                <a:latin typeface="Courier New"/>
                <a:cs typeface="Courier New"/>
              </a:rPr>
              <a:t>3643</a:t>
            </a:r>
            <a:r>
              <a:rPr sz="900" spc="-250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6_.</a:t>
            </a:r>
            <a:r>
              <a:rPr sz="900" spc="176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ar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e</a:t>
            </a:r>
            <a:r>
              <a:rPr sz="900" spc="47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20:</a:t>
            </a:r>
            <a:r>
              <a:rPr sz="900" spc="-339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be:</a:t>
            </a:r>
            <a:r>
              <a:rPr sz="900" spc="-339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95644"/>
                </a:solidFill>
                <a:latin typeface="Courier New"/>
                <a:cs typeface="Courier New"/>
              </a:rPr>
              <a:t>1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4           </a:t>
            </a:r>
            <a:r>
              <a:rPr sz="900" spc="427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Vmw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ar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e</a:t>
            </a:r>
            <a:r>
              <a:rPr sz="900" spc="237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cd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:e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3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:c0         </a:t>
            </a:r>
            <a:r>
              <a:rPr sz="900" spc="137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ARP    </a:t>
            </a:r>
            <a:r>
              <a:rPr sz="900" spc="65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60     </a:t>
            </a:r>
            <a:r>
              <a:rPr sz="900" spc="325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1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9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2.1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6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8</a:t>
            </a:r>
            <a:r>
              <a:rPr sz="900" spc="0" dirty="0">
                <a:solidFill>
                  <a:srgbClr val="595644"/>
                </a:solidFill>
                <a:latin typeface="Courier New"/>
                <a:cs typeface="Courier New"/>
              </a:rPr>
              <a:t>.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153</a:t>
            </a:r>
            <a:r>
              <a:rPr sz="900" spc="0" dirty="0">
                <a:solidFill>
                  <a:srgbClr val="595644"/>
                </a:solidFill>
                <a:latin typeface="Courier New"/>
                <a:cs typeface="Courier New"/>
              </a:rPr>
              <a:t>.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2  </a:t>
            </a:r>
            <a:r>
              <a:rPr sz="900" spc="-254" dirty="0">
                <a:solidFill>
                  <a:srgbClr val="757467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i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s</a:t>
            </a:r>
            <a:r>
              <a:rPr sz="900" spc="153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a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t</a:t>
            </a:r>
            <a:r>
              <a:rPr sz="900" spc="151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0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0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:0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c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:2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9: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2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0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bc</a:t>
            </a:r>
            <a:r>
              <a:rPr sz="900" spc="0" dirty="0">
                <a:solidFill>
                  <a:srgbClr val="757467"/>
                </a:solidFill>
                <a:latin typeface="Courier New"/>
                <a:cs typeface="Courier New"/>
              </a:rPr>
              <a:t>:14</a:t>
            </a:r>
            <a:endParaRPr sz="900">
              <a:latin typeface="Courier New"/>
              <a:cs typeface="Courier New"/>
            </a:endParaRPr>
          </a:p>
          <a:p>
            <a:pPr marL="208558">
              <a:lnSpc>
                <a:spcPts val="1071"/>
              </a:lnSpc>
              <a:spcBef>
                <a:spcPts val="120"/>
              </a:spcBef>
            </a:pPr>
            <a:r>
              <a:rPr sz="900" dirty="0">
                <a:solidFill>
                  <a:srgbClr val="6D7285"/>
                </a:solidFill>
                <a:latin typeface="Courier New"/>
                <a:cs typeface="Courier New"/>
              </a:rPr>
              <a:t>3647</a:t>
            </a:r>
            <a:r>
              <a:rPr sz="900" spc="-250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6D7285"/>
                </a:solidFill>
                <a:latin typeface="Courier New"/>
                <a:cs typeface="Courier New"/>
              </a:rPr>
              <a:t>6</a:t>
            </a:r>
            <a:r>
              <a:rPr sz="900" spc="0" dirty="0">
                <a:solidFill>
                  <a:srgbClr val="89897C"/>
                </a:solidFill>
                <a:latin typeface="Courier New"/>
                <a:cs typeface="Courier New"/>
              </a:rPr>
              <a:t>-</a:t>
            </a:r>
            <a:r>
              <a:rPr sz="900" spc="-250" dirty="0">
                <a:solidFill>
                  <a:srgbClr val="89897C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B83D42"/>
                </a:solidFill>
                <a:latin typeface="Courier New"/>
                <a:cs typeface="Courier New"/>
              </a:rPr>
              <a:t>!1</a:t>
            </a:r>
            <a:r>
              <a:rPr sz="900" spc="0" dirty="0">
                <a:solidFill>
                  <a:srgbClr val="6D7285"/>
                </a:solidFill>
                <a:latin typeface="Courier New"/>
                <a:cs typeface="Courier New"/>
              </a:rPr>
              <a:t>92</a:t>
            </a:r>
            <a:r>
              <a:rPr sz="900" spc="-284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2576B"/>
                </a:solidFill>
                <a:latin typeface="Courier New"/>
                <a:cs typeface="Courier New"/>
              </a:rPr>
              <a:t>.</a:t>
            </a:r>
            <a:r>
              <a:rPr sz="900" spc="0" dirty="0">
                <a:solidFill>
                  <a:srgbClr val="6D7285"/>
                </a:solidFill>
                <a:latin typeface="Courier New"/>
                <a:cs typeface="Courier New"/>
              </a:rPr>
              <a:t>168</a:t>
            </a:r>
            <a:r>
              <a:rPr sz="900" spc="-244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6D7285"/>
                </a:solidFill>
                <a:latin typeface="Courier New"/>
                <a:cs typeface="Courier New"/>
              </a:rPr>
              <a:t>.153</a:t>
            </a:r>
            <a:r>
              <a:rPr sz="900" spc="-33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52576B"/>
                </a:solidFill>
                <a:latin typeface="Courier New"/>
                <a:cs typeface="Courier New"/>
              </a:rPr>
              <a:t>.</a:t>
            </a:r>
            <a:r>
              <a:rPr sz="900" spc="0" dirty="0">
                <a:solidFill>
                  <a:srgbClr val="6D7285"/>
                </a:solidFill>
                <a:latin typeface="Courier New"/>
                <a:cs typeface="Courier New"/>
              </a:rPr>
              <a:t>154</a:t>
            </a:r>
            <a:r>
              <a:rPr sz="900" spc="0" dirty="0">
                <a:solidFill>
                  <a:srgbClr val="C82A31"/>
                </a:solidFill>
                <a:latin typeface="Courier New"/>
                <a:cs typeface="Courier New"/>
              </a:rPr>
              <a:t>1          </a:t>
            </a:r>
            <a:r>
              <a:rPr sz="900" spc="-209" dirty="0">
                <a:solidFill>
                  <a:srgbClr val="C82A31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8</a:t>
            </a:r>
            <a:r>
              <a:rPr sz="1350" spc="-344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52576B"/>
                </a:solidFill>
                <a:latin typeface="Courier New"/>
                <a:cs typeface="Courier New"/>
              </a:rPr>
              <a:t>.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41.</a:t>
            </a:r>
            <a:r>
              <a:rPr sz="1350" spc="-244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222.</a:t>
            </a:r>
            <a:r>
              <a:rPr sz="1350" spc="-384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241         </a:t>
            </a:r>
            <a:r>
              <a:rPr sz="1350" spc="132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TCP    </a:t>
            </a:r>
            <a:r>
              <a:rPr sz="1350" spc="65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54   </a:t>
            </a:r>
            <a:r>
              <a:rPr sz="1350" spc="412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52576B"/>
                </a:solidFill>
                <a:latin typeface="Courier New"/>
                <a:cs typeface="Courier New"/>
              </a:rPr>
              <a:t>4</a:t>
            </a:r>
            <a:r>
              <a:rPr sz="1350" spc="-300" baseline="3269" dirty="0">
                <a:solidFill>
                  <a:srgbClr val="52576B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49530</a:t>
            </a:r>
            <a:r>
              <a:rPr sz="1350" spc="56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050" spc="0" baseline="4141" dirty="0">
                <a:solidFill>
                  <a:srgbClr val="6D7285"/>
                </a:solidFill>
                <a:latin typeface="Arial"/>
                <a:cs typeface="Arial"/>
              </a:rPr>
              <a:t>-+ </a:t>
            </a:r>
            <a:r>
              <a:rPr sz="1050" spc="123" baseline="4141" dirty="0">
                <a:solidFill>
                  <a:srgbClr val="6D7285"/>
                </a:solidFill>
                <a:latin typeface="Arial"/>
                <a:cs typeface="Arial"/>
              </a:rPr>
              <a:t> </a:t>
            </a:r>
            <a:r>
              <a:rPr sz="1350" spc="0" baseline="3269" dirty="0">
                <a:solidFill>
                  <a:srgbClr val="52576B"/>
                </a:solidFill>
                <a:latin typeface="Courier New"/>
                <a:cs typeface="Courier New"/>
              </a:rPr>
              <a:t>44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3</a:t>
            </a:r>
            <a:r>
              <a:rPr sz="1350" spc="-159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6D7285"/>
                </a:solidFill>
                <a:latin typeface="Courier New"/>
                <a:cs typeface="Courier New"/>
              </a:rPr>
              <a:t>[ACK]</a:t>
            </a:r>
            <a:r>
              <a:rPr sz="900" spc="-36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Seq=1736</a:t>
            </a:r>
            <a:r>
              <a:rPr sz="1350" spc="110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Ack=5874</a:t>
            </a:r>
            <a:r>
              <a:rPr sz="1350" spc="110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Win=64240</a:t>
            </a:r>
            <a:r>
              <a:rPr sz="1350" spc="226" baseline="3269" dirty="0">
                <a:solidFill>
                  <a:srgbClr val="6D7285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D7285"/>
                </a:solidFill>
                <a:latin typeface="Courier New"/>
                <a:cs typeface="Courier New"/>
              </a:rPr>
              <a:t>Len=0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637" y="2078738"/>
            <a:ext cx="7789164" cy="4312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440">
              <a:lnSpc>
                <a:spcPct val="95825"/>
              </a:lnSpc>
              <a:spcBef>
                <a:spcPts val="385"/>
              </a:spcBef>
            </a:pPr>
            <a:r>
              <a:rPr sz="1100" spc="4" dirty="0">
                <a:latin typeface="Times New Roman"/>
                <a:cs typeface="Times New Roman"/>
              </a:rPr>
              <a:t>L</a:t>
            </a:r>
            <a:r>
              <a:rPr sz="1100" spc="0" dirty="0">
                <a:latin typeface="Times New Roman"/>
                <a:cs typeface="Times New Roman"/>
              </a:rPr>
              <a:t>et's</a:t>
            </a:r>
            <a:r>
              <a:rPr sz="1100" spc="18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f</a:t>
            </a:r>
            <a:r>
              <a:rPr sz="1100" spc="-4" dirty="0">
                <a:latin typeface="Times New Roman"/>
                <a:cs typeface="Times New Roman"/>
              </a:rPr>
              <a:t>il</a:t>
            </a:r>
            <a:r>
              <a:rPr sz="1100" spc="0" dirty="0">
                <a:latin typeface="Times New Roman"/>
                <a:cs typeface="Times New Roman"/>
              </a:rPr>
              <a:t>ter</a:t>
            </a:r>
            <a:r>
              <a:rPr sz="1100" spc="9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9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traff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c</a:t>
            </a:r>
            <a:r>
              <a:rPr sz="1100" spc="251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loo</a:t>
            </a:r>
            <a:r>
              <a:rPr sz="1100" spc="4" dirty="0">
                <a:latin typeface="Times New Roman"/>
                <a:cs typeface="Times New Roman"/>
              </a:rPr>
              <a:t>k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ng</a:t>
            </a:r>
            <a:r>
              <a:rPr sz="1100" spc="20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f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fra</a:t>
            </a:r>
            <a:r>
              <a:rPr sz="1100" spc="5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es</a:t>
            </a:r>
            <a:r>
              <a:rPr sz="1100" spc="-3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that</a:t>
            </a:r>
            <a:r>
              <a:rPr sz="1100" spc="26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h</a:t>
            </a:r>
            <a:r>
              <a:rPr sz="1100" spc="-4" dirty="0">
                <a:latin typeface="Times New Roman"/>
                <a:cs typeface="Times New Roman"/>
              </a:rPr>
              <a:t>ol</a:t>
            </a:r>
            <a:r>
              <a:rPr sz="1100" spc="0" dirty="0">
                <a:latin typeface="Times New Roman"/>
                <a:cs typeface="Times New Roman"/>
              </a:rPr>
              <a:t>d</a:t>
            </a:r>
            <a:r>
              <a:rPr sz="1100" spc="15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atta</a:t>
            </a:r>
            <a:r>
              <a:rPr sz="1100" spc="-5" dirty="0">
                <a:latin typeface="Times New Roman"/>
                <a:cs typeface="Times New Roman"/>
              </a:rPr>
              <a:t>c</a:t>
            </a:r>
            <a:r>
              <a:rPr sz="1100" spc="5" dirty="0">
                <a:latin typeface="Times New Roman"/>
                <a:cs typeface="Times New Roman"/>
              </a:rPr>
              <a:t>k</a:t>
            </a:r>
            <a:r>
              <a:rPr sz="1100" spc="0" dirty="0">
                <a:latin typeface="Times New Roman"/>
                <a:cs typeface="Times New Roman"/>
              </a:rPr>
              <a:t>er’s</a:t>
            </a:r>
            <a:r>
              <a:rPr sz="1100" spc="-21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r>
              <a:rPr sz="1100" spc="1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addre</a:t>
            </a:r>
            <a:r>
              <a:rPr sz="1100" spc="-5" dirty="0">
                <a:latin typeface="Times New Roman"/>
                <a:cs typeface="Times New Roman"/>
              </a:rPr>
              <a:t>ss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W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can</a:t>
            </a:r>
            <a:r>
              <a:rPr sz="1100" spc="25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see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the</a:t>
            </a:r>
            <a:r>
              <a:rPr sz="1100" spc="196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</a:t>
            </a:r>
            <a:r>
              <a:rPr sz="1100" spc="4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P</a:t>
            </a:r>
            <a:r>
              <a:rPr sz="1100" spc="-8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re</a:t>
            </a:r>
            <a:r>
              <a:rPr sz="1100" spc="4" dirty="0">
                <a:latin typeface="Times New Roman"/>
                <a:cs typeface="Times New Roman"/>
              </a:rPr>
              <a:t>p</a:t>
            </a:r>
            <a:r>
              <a:rPr sz="1100" spc="-4" dirty="0">
                <a:latin typeface="Times New Roman"/>
                <a:cs typeface="Times New Roman"/>
              </a:rPr>
              <a:t>li</a:t>
            </a:r>
            <a:r>
              <a:rPr sz="1100" spc="0" dirty="0">
                <a:latin typeface="Times New Roman"/>
                <a:cs typeface="Times New Roman"/>
              </a:rPr>
              <a:t>es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we</a:t>
            </a:r>
            <a:r>
              <a:rPr sz="1100" spc="128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aw</a:t>
            </a:r>
            <a:r>
              <a:rPr sz="1100" spc="-4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earl</a:t>
            </a:r>
            <a:r>
              <a:rPr sz="1100" spc="-9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er</a:t>
            </a:r>
            <a:r>
              <a:rPr sz="1100" spc="238" dirty="0">
                <a:latin typeface="Times New Roman"/>
                <a:cs typeface="Times New Roman"/>
              </a:rPr>
              <a:t> </a:t>
            </a:r>
            <a:r>
              <a:rPr sz="1100" spc="19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  <a:p>
            <a:pPr marL="91440">
              <a:lnSpc>
                <a:spcPct val="95825"/>
              </a:lnSpc>
              <a:spcBef>
                <a:spcPts val="55"/>
              </a:spcBef>
            </a:pPr>
            <a:r>
              <a:rPr sz="1100" spc="0" dirty="0">
                <a:latin typeface="Times New Roman"/>
                <a:cs typeface="Times New Roman"/>
              </a:rPr>
              <a:t>addit</a:t>
            </a:r>
            <a:r>
              <a:rPr sz="1100" spc="-10" dirty="0">
                <a:latin typeface="Times New Roman"/>
                <a:cs typeface="Times New Roman"/>
              </a:rPr>
              <a:t>i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</a:t>
            </a:r>
            <a:r>
              <a:rPr sz="1100" spc="9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to</a:t>
            </a:r>
            <a:r>
              <a:rPr sz="1100" spc="11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ACK</a:t>
            </a:r>
            <a:r>
              <a:rPr sz="1100" spc="18" dirty="0">
                <a:latin typeface="Times New Roman"/>
                <a:cs typeface="Times New Roman"/>
              </a:rPr>
              <a:t> 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5" dirty="0">
                <a:latin typeface="Times New Roman"/>
                <a:cs typeface="Times New Roman"/>
              </a:rPr>
              <a:t>gm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5" dirty="0">
                <a:latin typeface="Times New Roman"/>
                <a:cs typeface="Times New Roman"/>
              </a:rPr>
              <a:t>n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-5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4" dirty="0">
                <a:latin typeface="Times New Roman"/>
                <a:cs typeface="Times New Roman"/>
              </a:rPr>
              <a:t>m</a:t>
            </a:r>
            <a:r>
              <a:rPr sz="1100" spc="-4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ng</a:t>
            </a:r>
            <a:r>
              <a:rPr sz="1100" spc="-14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fr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m</a:t>
            </a:r>
            <a:r>
              <a:rPr sz="1100" spc="20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192.</a:t>
            </a:r>
            <a:r>
              <a:rPr sz="1100" spc="-11" dirty="0">
                <a:latin typeface="Times New Roman"/>
                <a:cs typeface="Times New Roman"/>
              </a:rPr>
              <a:t>1</a:t>
            </a:r>
            <a:r>
              <a:rPr sz="1100" spc="0" dirty="0">
                <a:latin typeface="Times New Roman"/>
                <a:cs typeface="Times New Roman"/>
              </a:rPr>
              <a:t>6</a:t>
            </a:r>
            <a:r>
              <a:rPr sz="1100" spc="-11" dirty="0">
                <a:latin typeface="Times New Roman"/>
                <a:cs typeface="Times New Roman"/>
              </a:rPr>
              <a:t>8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r>
              <a:rPr sz="1100" spc="-11" dirty="0">
                <a:latin typeface="Times New Roman"/>
                <a:cs typeface="Times New Roman"/>
              </a:rPr>
              <a:t>153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r>
              <a:rPr sz="1100" spc="-11" dirty="0">
                <a:latin typeface="Times New Roman"/>
                <a:cs typeface="Times New Roman"/>
              </a:rPr>
              <a:t>15</a:t>
            </a:r>
            <a:r>
              <a:rPr sz="1100" spc="0" dirty="0">
                <a:latin typeface="Times New Roman"/>
                <a:cs typeface="Times New Roman"/>
              </a:rPr>
              <a:t>4</a:t>
            </a:r>
            <a:r>
              <a:rPr sz="1100" spc="-4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which</a:t>
            </a:r>
            <a:r>
              <a:rPr sz="1100" spc="153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c</a:t>
            </a:r>
            <a:r>
              <a:rPr sz="1100" spc="-5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ntains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4" dirty="0">
                <a:latin typeface="Times New Roman"/>
                <a:cs typeface="Times New Roman"/>
              </a:rPr>
              <a:t>h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198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atta</a:t>
            </a:r>
            <a:r>
              <a:rPr sz="1100" spc="-5" dirty="0">
                <a:latin typeface="Times New Roman"/>
                <a:cs typeface="Times New Roman"/>
              </a:rPr>
              <a:t>c</a:t>
            </a:r>
            <a:r>
              <a:rPr sz="1100" spc="5" dirty="0">
                <a:latin typeface="Times New Roman"/>
                <a:cs typeface="Times New Roman"/>
              </a:rPr>
              <a:t>k</a:t>
            </a:r>
            <a:r>
              <a:rPr sz="1100" spc="0" dirty="0">
                <a:latin typeface="Times New Roman"/>
                <a:cs typeface="Times New Roman"/>
              </a:rPr>
              <a:t>er’s</a:t>
            </a:r>
            <a:r>
              <a:rPr sz="1100" spc="-21" dirty="0">
                <a:latin typeface="Times New Roman"/>
                <a:cs typeface="Times New Roman"/>
              </a:rPr>
              <a:t> </a:t>
            </a:r>
            <a:r>
              <a:rPr sz="1100" spc="-4" dirty="0">
                <a:latin typeface="Times New Roman"/>
                <a:cs typeface="Times New Roman"/>
              </a:rPr>
              <a:t>M</a:t>
            </a:r>
            <a:r>
              <a:rPr sz="1100" spc="0" dirty="0">
                <a:latin typeface="Times New Roman"/>
                <a:cs typeface="Times New Roman"/>
              </a:rPr>
              <a:t>AC</a:t>
            </a:r>
            <a:r>
              <a:rPr sz="1100" spc="1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addre</a:t>
            </a:r>
            <a:r>
              <a:rPr sz="1100" spc="-5" dirty="0">
                <a:latin typeface="Times New Roman"/>
                <a:cs typeface="Times New Roman"/>
              </a:rPr>
              <a:t>s</a:t>
            </a:r>
            <a:r>
              <a:rPr sz="1100" spc="0" dirty="0">
                <a:latin typeface="Times New Roman"/>
                <a:cs typeface="Times New Roman"/>
              </a:rPr>
              <a:t>s</a:t>
            </a:r>
            <a:r>
              <a:rPr sz="1100" spc="-22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we</a:t>
            </a:r>
            <a:r>
              <a:rPr sz="1100" spc="128" dirty="0">
                <a:latin typeface="Times New Roman"/>
                <a:cs typeface="Times New Roman"/>
              </a:rPr>
              <a:t> </a:t>
            </a:r>
            <a:r>
              <a:rPr sz="1100" spc="4" dirty="0">
                <a:latin typeface="Times New Roman"/>
                <a:cs typeface="Times New Roman"/>
              </a:rPr>
              <a:t>g</a:t>
            </a:r>
            <a:r>
              <a:rPr sz="1100" spc="-4" dirty="0">
                <a:latin typeface="Times New Roman"/>
                <a:cs typeface="Times New Roman"/>
              </a:rPr>
              <a:t>o</a:t>
            </a:r>
            <a:r>
              <a:rPr sz="1100" spc="0" dirty="0">
                <a:latin typeface="Times New Roman"/>
                <a:cs typeface="Times New Roman"/>
              </a:rPr>
              <a:t>t</a:t>
            </a:r>
            <a:r>
              <a:rPr sz="1100" spc="187" dirty="0">
                <a:latin typeface="Times New Roman"/>
                <a:cs typeface="Times New Roman"/>
              </a:rPr>
              <a:t> </a:t>
            </a:r>
            <a:r>
              <a:rPr sz="1100" spc="0" dirty="0">
                <a:latin typeface="Times New Roman"/>
                <a:cs typeface="Times New Roman"/>
              </a:rPr>
              <a:t>earl</a:t>
            </a:r>
            <a:r>
              <a:rPr sz="1100" spc="-9" dirty="0">
                <a:latin typeface="Times New Roman"/>
                <a:cs typeface="Times New Roman"/>
              </a:rPr>
              <a:t>i</a:t>
            </a:r>
            <a:r>
              <a:rPr sz="1100" spc="0" dirty="0">
                <a:latin typeface="Times New Roman"/>
                <a:cs typeface="Times New Roman"/>
              </a:rPr>
              <a:t>e</a:t>
            </a:r>
            <a:r>
              <a:rPr sz="1100" spc="39" dirty="0">
                <a:latin typeface="Times New Roman"/>
                <a:cs typeface="Times New Roman"/>
              </a:rPr>
              <a:t>r</a:t>
            </a:r>
            <a:r>
              <a:rPr sz="1100" spc="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23299" y="2044700"/>
            <a:ext cx="565785" cy="1790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57785">
              <a:lnSpc>
                <a:spcPts val="1000"/>
              </a:lnSpc>
              <a:spcBef>
                <a:spcPts val="4"/>
              </a:spcBef>
            </a:pPr>
            <a:endParaRPr sz="1000"/>
          </a:p>
          <a:p>
            <a:pPr marL="181579" marR="57785">
              <a:lnSpc>
                <a:spcPts val="1021"/>
              </a:lnSpc>
            </a:pPr>
            <a:r>
              <a:rPr sz="1200" b="1" i="1" spc="-244" baseline="25364" dirty="0">
                <a:solidFill>
                  <a:srgbClr val="A09E91"/>
                </a:solidFill>
                <a:latin typeface="Arial"/>
                <a:cs typeface="Arial"/>
              </a:rPr>
              <a:t>i</a:t>
            </a:r>
            <a:r>
              <a:rPr sz="1700" spc="-50" dirty="0">
                <a:solidFill>
                  <a:srgbClr val="A09E91"/>
                </a:solidFill>
                <a:latin typeface="Times New Roman"/>
                <a:cs typeface="Times New Roman"/>
              </a:rPr>
              <a:t>,</a:t>
            </a:r>
            <a:r>
              <a:rPr sz="1200" b="1" i="1" spc="-204" baseline="25364" dirty="0">
                <a:solidFill>
                  <a:srgbClr val="A09E91"/>
                </a:solidFill>
                <a:latin typeface="Arial"/>
                <a:cs typeface="Arial"/>
              </a:rPr>
              <a:t>l</a:t>
            </a:r>
            <a:r>
              <a:rPr sz="1700" spc="-75" dirty="0">
                <a:solidFill>
                  <a:srgbClr val="A09E91"/>
                </a:solidFill>
                <a:latin typeface="Times New Roman"/>
                <a:cs typeface="Times New Roman"/>
              </a:rPr>
              <a:t>.</a:t>
            </a:r>
            <a:r>
              <a:rPr sz="1200" b="1" i="1" spc="-464" baseline="25364" dirty="0">
                <a:solidFill>
                  <a:srgbClr val="A09E91"/>
                </a:solidFill>
                <a:latin typeface="Arial"/>
                <a:cs typeface="Arial"/>
              </a:rPr>
              <a:t>h</a:t>
            </a:r>
            <a:r>
              <a:rPr sz="1700" spc="0" dirty="0">
                <a:solidFill>
                  <a:srgbClr val="A09E91"/>
                </a:solidFill>
                <a:latin typeface="Times New Roman"/>
                <a:cs typeface="Times New Roman"/>
              </a:rPr>
              <a:t>,,.</a:t>
            </a:r>
            <a:endParaRPr sz="1700">
              <a:latin typeface="Times New Roman"/>
              <a:cs typeface="Times New Roman"/>
            </a:endParaRPr>
          </a:p>
          <a:p>
            <a:pPr marL="181589" marR="57785">
              <a:lnSpc>
                <a:spcPts val="2770"/>
              </a:lnSpc>
              <a:spcBef>
                <a:spcPts val="2590"/>
              </a:spcBef>
            </a:pPr>
            <a:r>
              <a:rPr sz="3450" baseline="-7562" dirty="0">
                <a:solidFill>
                  <a:srgbClr val="89897C"/>
                </a:solidFill>
                <a:latin typeface="Arial"/>
                <a:cs typeface="Arial"/>
              </a:rPr>
              <a:t>.</a:t>
            </a:r>
            <a:r>
              <a:rPr sz="3450" spc="-79" baseline="-7562" dirty="0">
                <a:solidFill>
                  <a:srgbClr val="89897C"/>
                </a:solidFill>
                <a:latin typeface="Arial"/>
                <a:cs typeface="Arial"/>
              </a:rPr>
              <a:t>.</a:t>
            </a:r>
            <a:r>
              <a:rPr sz="4050" spc="0" baseline="-6441" dirty="0">
                <a:solidFill>
                  <a:srgbClr val="89897C"/>
                </a:solidFill>
                <a:latin typeface="Times New Roman"/>
                <a:cs typeface="Times New Roman"/>
              </a:rPr>
              <a:t>_.</a:t>
            </a:r>
            <a:endParaRPr sz="2700">
              <a:latin typeface="Times New Roman"/>
              <a:cs typeface="Times New Roman"/>
            </a:endParaRPr>
          </a:p>
          <a:p>
            <a:pPr marL="139700">
              <a:lnSpc>
                <a:spcPts val="1400"/>
              </a:lnSpc>
              <a:tabLst>
                <a:tab pos="520700" algn="l"/>
              </a:tabLst>
            </a:pPr>
            <a:r>
              <a:rPr sz="2550" b="1" spc="-139" baseline="3410" dirty="0">
                <a:solidFill>
                  <a:srgbClr val="89897C"/>
                </a:solidFill>
                <a:latin typeface="Arial"/>
                <a:cs typeface="Arial"/>
              </a:rPr>
              <a:t> </a:t>
            </a:r>
            <a:r>
              <a:rPr sz="2550" b="1" spc="0" baseline="3410" dirty="0">
                <a:solidFill>
                  <a:srgbClr val="89897C"/>
                </a:solidFill>
                <a:latin typeface="Arial"/>
                <a:cs typeface="Arial"/>
              </a:rPr>
              <a:t>a 	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1276" y="359537"/>
            <a:ext cx="45921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1.2.2.2</a:t>
            </a:r>
            <a:r>
              <a:rPr sz="2400" b="1" spc="-8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ARP</a:t>
            </a:r>
            <a:r>
              <a:rPr sz="2400" b="1" spc="2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oofing </a:t>
            </a:r>
            <a:r>
              <a:rPr sz="240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Prevention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0665" y="1513204"/>
            <a:ext cx="4722370" cy="696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How you</a:t>
            </a:r>
            <a:r>
              <a:rPr sz="2400" b="1" spc="1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b="1" spc="2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pre</a:t>
            </a:r>
            <a:r>
              <a:rPr sz="2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b="1" spc="1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ainst  A</a:t>
            </a:r>
            <a:r>
              <a:rPr sz="2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400" b="1" spc="1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sk.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37805" y="1513204"/>
            <a:ext cx="301638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oofing</a:t>
            </a:r>
            <a:r>
              <a:rPr sz="2400" b="1" spc="-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acks,</a:t>
            </a:r>
            <a:r>
              <a:rPr sz="2400" b="1" spc="5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you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665" y="2751486"/>
            <a:ext cx="17782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solidFill>
                  <a:srgbClr val="595959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3565" y="2757170"/>
            <a:ext cx="440323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Using</a:t>
            </a:r>
            <a:r>
              <a:rPr sz="2400" spc="29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Static </a:t>
            </a:r>
            <a:r>
              <a:rPr sz="2400" spc="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ARP</a:t>
            </a:r>
            <a:r>
              <a:rPr sz="2400" spc="-1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ould</a:t>
            </a:r>
            <a:r>
              <a:rPr sz="2400" spc="5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help,</a:t>
            </a:r>
            <a:r>
              <a:rPr sz="2400" spc="2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63416" y="2757170"/>
            <a:ext cx="245877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400" spc="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 not</a:t>
            </a:r>
            <a:r>
              <a:rPr sz="2400" spc="4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easible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565" y="3122688"/>
            <a:ext cx="7740702" cy="7696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approach</a:t>
            </a:r>
            <a:r>
              <a:rPr sz="2400" spc="-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3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ge</a:t>
            </a:r>
            <a:r>
              <a:rPr sz="2400" spc="4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alway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chan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ing 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orks.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572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Tools</a:t>
            </a:r>
            <a:r>
              <a:rPr sz="2400" spc="5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ke</a:t>
            </a:r>
            <a:r>
              <a:rPr sz="2400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arpwatch</a:t>
            </a:r>
            <a:r>
              <a:rPr sz="2400" b="1" spc="1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2400" spc="5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etect</a:t>
            </a:r>
            <a:r>
              <a:rPr sz="2400" spc="-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6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but</a:t>
            </a:r>
            <a:r>
              <a:rPr sz="2400" u="heavy" spc="3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not</a:t>
            </a:r>
            <a:r>
              <a:rPr sz="2400" u="heavy" spc="4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stop </a:t>
            </a:r>
            <a:r>
              <a:rPr sz="2400" u="heavy" spc="1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such </a:t>
            </a:r>
            <a:r>
              <a:rPr sz="2400" u="heavy" spc="1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u="heavy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u="heavy" spc="0" dirty="0">
                <a:solidFill>
                  <a:srgbClr val="595959"/>
                </a:solidFill>
                <a:latin typeface="Times New Roman"/>
                <a:cs typeface="Times New Roman"/>
              </a:rPr>
              <a:t>acks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665" y="3556413"/>
            <a:ext cx="177982" cy="7691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52">
              <a:lnSpc>
                <a:spcPts val="2555"/>
              </a:lnSpc>
              <a:spcBef>
                <a:spcPts val="127"/>
              </a:spcBef>
            </a:pPr>
            <a:r>
              <a:rPr sz="2400" spc="0" dirty="0">
                <a:solidFill>
                  <a:srgbClr val="595959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68"/>
              </a:spcBef>
            </a:pPr>
            <a:r>
              <a:rPr sz="2400" spc="0" dirty="0">
                <a:solidFill>
                  <a:srgbClr val="595959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3565" y="4000764"/>
            <a:ext cx="6728811" cy="696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Switches</a:t>
            </a:r>
            <a:r>
              <a:rPr sz="24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ually</a:t>
            </a:r>
            <a:r>
              <a:rPr sz="2400" spc="5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feat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400" spc="-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prot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ctions</a:t>
            </a:r>
            <a:r>
              <a:rPr sz="2400" spc="-10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against</a:t>
            </a:r>
            <a:r>
              <a:rPr sz="2400" spc="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  <a:p>
            <a:pPr marL="12700" marR="45765">
              <a:lnSpc>
                <a:spcPct val="95825"/>
              </a:lnSpc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spoo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3235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83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9947" y="3676397"/>
            <a:ext cx="7621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5947730" y="3676397"/>
            <a:ext cx="7780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6627101" y="3676397"/>
            <a:ext cx="7783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7357549" y="3676397"/>
            <a:ext cx="7707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1276" y="359537"/>
            <a:ext cx="556966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1.2.3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400" b="1" spc="-18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Sni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fing</a:t>
            </a:r>
            <a:r>
              <a:rPr sz="2400" b="1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tacks</a:t>
            </a:r>
            <a:r>
              <a:rPr sz="2400" b="1" spc="40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65" y="1769237"/>
            <a:ext cx="5744799" cy="696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With hardwa</a:t>
            </a:r>
            <a:r>
              <a:rPr sz="2400" spc="11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switches,</a:t>
            </a:r>
            <a:r>
              <a:rPr sz="2400" spc="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traffic</a:t>
            </a:r>
            <a:r>
              <a:rPr sz="2400" spc="5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snif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ing,</a:t>
            </a:r>
            <a:r>
              <a:rPr sz="2400" spc="4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difficult.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0108" y="1769237"/>
            <a:ext cx="222725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genera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more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012960"/>
            <a:ext cx="8024903" cy="14280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-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ormal </a:t>
            </a:r>
            <a:r>
              <a:rPr sz="2400" spc="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0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ressed</a:t>
            </a:r>
            <a:r>
              <a:rPr sz="2400" spc="3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itched</a:t>
            </a:r>
            <a:r>
              <a:rPr sz="2400" spc="-2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ork,</a:t>
            </a:r>
            <a:r>
              <a:rPr sz="2400" spc="5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iffi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  for</a:t>
            </a:r>
            <a:endParaRPr sz="2400">
              <a:latin typeface="Times New Roman"/>
              <a:cs typeface="Times New Roman"/>
            </a:endParaRPr>
          </a:p>
          <a:p>
            <a:pPr marL="12700" marR="217160">
              <a:lnSpc>
                <a:spcPct val="100041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data </a:t>
            </a:r>
            <a:r>
              <a:rPr sz="2400" spc="1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impossible,</a:t>
            </a:r>
            <a:r>
              <a:rPr sz="2400" spc="-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due</a:t>
            </a:r>
            <a:r>
              <a:rPr sz="2400" spc="4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fact</a:t>
            </a:r>
            <a:r>
              <a:rPr sz="2400" spc="5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5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switches</a:t>
            </a:r>
            <a:r>
              <a:rPr sz="2400" spc="-1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store</a:t>
            </a:r>
            <a:r>
              <a:rPr sz="2400" spc="-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 MAC</a:t>
            </a:r>
            <a:r>
              <a:rPr sz="24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dr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2400" spc="-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physic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 </a:t>
            </a:r>
            <a:r>
              <a:rPr sz="2400" spc="1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switch </a:t>
            </a:r>
            <a:r>
              <a:rPr sz="2400" spc="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port</a:t>
            </a:r>
            <a:r>
              <a:rPr sz="2400" spc="4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pai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ing</a:t>
            </a:r>
            <a:r>
              <a:rPr sz="2400" spc="4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their Co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te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Addres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able</a:t>
            </a:r>
            <a:r>
              <a:rPr sz="2400" spc="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Memory</a:t>
            </a:r>
            <a:r>
              <a:rPr sz="2400" spc="4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(C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M)</a:t>
            </a:r>
            <a:r>
              <a:rPr sz="2400" spc="-2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ta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6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84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11276" y="359537"/>
            <a:ext cx="77284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8516" y="359537"/>
            <a:ext cx="831036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24583" y="359537"/>
            <a:ext cx="115480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Sni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fing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87392" y="359537"/>
            <a:ext cx="112507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tacks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17588" y="359537"/>
            <a:ext cx="27114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3432" y="359537"/>
            <a:ext cx="138750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0665" y="2493518"/>
            <a:ext cx="667193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Effic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ent</a:t>
            </a:r>
            <a:r>
              <a:rPr sz="2400" spc="40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ack</a:t>
            </a:r>
            <a:r>
              <a:rPr sz="2400" spc="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techni</a:t>
            </a:r>
            <a:r>
              <a:rPr sz="2400" spc="11" dirty="0">
                <a:solidFill>
                  <a:srgbClr val="595959"/>
                </a:solidFill>
                <a:latin typeface="Times New Roman"/>
                <a:cs typeface="Times New Roman"/>
              </a:rPr>
              <a:t>q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ues</a:t>
            </a:r>
            <a:r>
              <a:rPr sz="2400" spc="-4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have</a:t>
            </a:r>
            <a:r>
              <a:rPr sz="2400" spc="4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been </a:t>
            </a:r>
            <a:r>
              <a:rPr sz="2400" spc="7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introduced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89748" y="2493518"/>
            <a:ext cx="107735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oug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77577" y="2493518"/>
            <a:ext cx="34451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0665" y="2859036"/>
            <a:ext cx="3462441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force 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itches</a:t>
            </a:r>
            <a:r>
              <a:rPr sz="2400" spc="-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ave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9407" y="2859036"/>
            <a:ext cx="536638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19744" y="2859036"/>
            <a:ext cx="237126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62302" y="2859036"/>
            <a:ext cx="577649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45664" y="2859036"/>
            <a:ext cx="577538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26278" y="2859036"/>
            <a:ext cx="66781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01169" y="2859036"/>
            <a:ext cx="1123557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65" y="3225295"/>
            <a:ext cx="1031656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frames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6681" y="3225295"/>
            <a:ext cx="41312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5783" y="3225295"/>
            <a:ext cx="38484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5623" y="3225295"/>
            <a:ext cx="49929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2809" y="3225295"/>
            <a:ext cx="85603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ports.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15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85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1276" y="359537"/>
            <a:ext cx="77284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8516" y="359537"/>
            <a:ext cx="199086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400" b="1" spc="-18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Sni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fing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87392" y="359537"/>
            <a:ext cx="279354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tacks</a:t>
            </a:r>
            <a:r>
              <a:rPr sz="2400" b="1" spc="40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0665" y="2054606"/>
            <a:ext cx="74739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Such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4743" y="2054606"/>
            <a:ext cx="493603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echnique</a:t>
            </a:r>
            <a:r>
              <a:rPr sz="2400" spc="-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led </a:t>
            </a:r>
            <a:r>
              <a:rPr sz="2400" spc="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2400" b="1" spc="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Flooding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9763" y="2054606"/>
            <a:ext cx="223630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24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fl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di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ng </a:t>
            </a:r>
            <a:r>
              <a:rPr sz="2400" spc="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665" y="2420366"/>
            <a:ext cx="6628369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meant</a:t>
            </a:r>
            <a:r>
              <a:rPr sz="2400" spc="-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stress</a:t>
            </a:r>
            <a:r>
              <a:rPr sz="2400" spc="-1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switch </a:t>
            </a:r>
            <a:r>
              <a:rPr sz="2400" spc="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5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fi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-2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its</a:t>
            </a:r>
            <a:r>
              <a:rPr sz="2400" spc="3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CAM</a:t>
            </a:r>
            <a:r>
              <a:rPr sz="24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table.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665" y="3298441"/>
            <a:ext cx="2639081" cy="69291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-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spc="1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table 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keeps</a:t>
            </a:r>
            <a:endParaRPr sz="2400">
              <a:latin typeface="Times New Roman"/>
              <a:cs typeface="Times New Roman"/>
            </a:endParaRPr>
          </a:p>
          <a:p>
            <a:pPr marL="12700" marR="45719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1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port: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5723" y="3298441"/>
            <a:ext cx="384849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46477" y="3298441"/>
            <a:ext cx="50004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2749" y="3298441"/>
            <a:ext cx="59291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info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2899" y="3298441"/>
            <a:ext cx="118874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re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q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6190" y="3298441"/>
            <a:ext cx="34340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5800" y="3298441"/>
            <a:ext cx="2160488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forward </a:t>
            </a:r>
            <a:r>
              <a:rPr sz="2400" spc="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7866" y="3661155"/>
            <a:ext cx="4483781" cy="33416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00"/>
              </a:lnSpc>
              <a:spcBef>
                <a:spcPts val="130"/>
              </a:spcBef>
            </a:pPr>
            <a:r>
              <a:rPr sz="3000" spc="0" baseline="2942" dirty="0">
                <a:solidFill>
                  <a:srgbClr val="595959"/>
                </a:solidFill>
                <a:latin typeface="Courier New"/>
                <a:cs typeface="Courier New"/>
              </a:rPr>
              <a:t>&lt;MAC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942" dirty="0">
                <a:solidFill>
                  <a:srgbClr val="595959"/>
                </a:solidFill>
                <a:latin typeface="Courier New"/>
                <a:cs typeface="Courier New"/>
              </a:rPr>
              <a:t>address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-</a:t>
            </a:r>
            <a:r>
              <a:rPr sz="3000" spc="75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942" dirty="0">
                <a:solidFill>
                  <a:srgbClr val="595959"/>
                </a:solidFill>
                <a:latin typeface="Courier New"/>
                <a:cs typeface="Courier New"/>
              </a:rPr>
              <a:t>port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942" dirty="0">
                <a:solidFill>
                  <a:srgbClr val="595959"/>
                </a:solidFill>
                <a:latin typeface="Courier New"/>
                <a:cs typeface="Courier New"/>
              </a:rPr>
              <a:t>number</a:t>
            </a:r>
            <a:r>
              <a:rPr sz="3000" spc="-9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3000" spc="84" baseline="28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3000" spc="0" baseline="2942" dirty="0">
                <a:solidFill>
                  <a:srgbClr val="595959"/>
                </a:solidFill>
                <a:latin typeface="Courier New"/>
                <a:cs typeface="Courier New"/>
              </a:rPr>
              <a:t>TTL</a:t>
            </a:r>
            <a:r>
              <a:rPr sz="3000" spc="-4" baseline="2942" dirty="0">
                <a:solidFill>
                  <a:srgbClr val="595959"/>
                </a:solidFill>
                <a:latin typeface="Courier New"/>
                <a:cs typeface="Courier New"/>
              </a:rPr>
              <a:t>&gt;</a:t>
            </a:r>
            <a:r>
              <a:rPr sz="3600" spc="0" baseline="2415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42" y="4855307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86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1276" y="359537"/>
            <a:ext cx="556966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1.2.3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400" b="1" spc="-18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Sni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fing</a:t>
            </a:r>
            <a:r>
              <a:rPr sz="2400" b="1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tacks</a:t>
            </a:r>
            <a:r>
              <a:rPr sz="2400" b="1" spc="40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1724799"/>
            <a:ext cx="7707941" cy="6965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2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en</a:t>
            </a:r>
            <a:r>
              <a:rPr sz="24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ace</a:t>
            </a:r>
            <a:r>
              <a:rPr sz="2400" spc="-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400" spc="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spc="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 fil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r>
              <a:rPr sz="2400" spc="1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sz="2400" spc="2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fa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add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esse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400" spc="-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switch </a:t>
            </a:r>
            <a:r>
              <a:rPr sz="2400" spc="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cannot</a:t>
            </a:r>
            <a:r>
              <a:rPr sz="24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lea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46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new</a:t>
            </a:r>
            <a:r>
              <a:rPr sz="2400" spc="3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24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sse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2895611"/>
            <a:ext cx="8135165" cy="14280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72417" algn="just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29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ly</a:t>
            </a:r>
            <a:r>
              <a:rPr sz="2400" spc="1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way</a:t>
            </a:r>
            <a:r>
              <a:rPr sz="2400" spc="2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ep</a:t>
            </a:r>
            <a:r>
              <a:rPr sz="2400" spc="5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ork </a:t>
            </a:r>
            <a:r>
              <a:rPr sz="2400" spc="1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ve</a:t>
            </a:r>
            <a:r>
              <a:rPr sz="2400" spc="2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ard </a:t>
            </a:r>
            <a:r>
              <a:rPr sz="2400" spc="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41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frames</a:t>
            </a:r>
            <a:r>
              <a:rPr sz="2400" spc="-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meant</a:t>
            </a:r>
            <a:r>
              <a:rPr sz="2400" spc="-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iv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red </a:t>
            </a:r>
            <a:r>
              <a:rPr sz="2400" spc="10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un</a:t>
            </a:r>
            <a:r>
              <a:rPr sz="2400" spc="-10" dirty="0">
                <a:solidFill>
                  <a:srgbClr val="595959"/>
                </a:solidFill>
                <a:latin typeface="Times New Roman"/>
                <a:cs typeface="Times New Roman"/>
              </a:rPr>
              <a:t>k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nown</a:t>
            </a:r>
            <a:r>
              <a:rPr sz="2400" spc="-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2400" spc="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dr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ss on</a:t>
            </a:r>
            <a:r>
              <a:rPr sz="2400" spc="2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all</a:t>
            </a:r>
            <a:r>
              <a:rPr sz="2400" spc="7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ports </a:t>
            </a:r>
            <a:r>
              <a:rPr sz="2400" spc="1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switch,</a:t>
            </a:r>
            <a:r>
              <a:rPr sz="2400" spc="56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us </a:t>
            </a:r>
            <a:r>
              <a:rPr sz="2400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making </a:t>
            </a:r>
            <a:r>
              <a:rPr sz="2400" spc="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400" spc="2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fa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9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ope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400" spc="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400" spc="19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act 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ke</a:t>
            </a:r>
            <a:r>
              <a:rPr sz="2400" spc="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Hub.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87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1276" y="359537"/>
            <a:ext cx="276810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1.2.3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400" b="1" spc="-18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Sni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fing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87392" y="359537"/>
            <a:ext cx="279354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tacks</a:t>
            </a:r>
            <a:r>
              <a:rPr sz="2400" b="1" spc="40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665" y="1871103"/>
            <a:ext cx="6124552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4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being</a:t>
            </a:r>
            <a:r>
              <a:rPr sz="2400" spc="5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said,</a:t>
            </a:r>
            <a:r>
              <a:rPr sz="2400" spc="4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port</a:t>
            </a:r>
            <a:r>
              <a:rPr sz="2400" spc="4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security</a:t>
            </a:r>
            <a:r>
              <a:rPr sz="2400" spc="-2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mea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ures</a:t>
            </a:r>
            <a:r>
              <a:rPr sz="2400" spc="38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exist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831" y="1871103"/>
            <a:ext cx="1174465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 </a:t>
            </a:r>
            <a:r>
              <a:rPr sz="24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665" y="2237487"/>
            <a:ext cx="7921623" cy="695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restri</a:t>
            </a:r>
            <a:r>
              <a:rPr sz="2400" spc="11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assoc</a:t>
            </a:r>
            <a:r>
              <a:rPr sz="24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ation</a:t>
            </a:r>
            <a:r>
              <a:rPr sz="2400" spc="-2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19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ort</a:t>
            </a:r>
            <a:r>
              <a:rPr sz="2400" spc="45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sz="2400" spc="21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ingle</a:t>
            </a:r>
            <a:r>
              <a:rPr sz="2400" spc="-2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source</a:t>
            </a:r>
            <a:r>
              <a:rPr sz="2400" spc="1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add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ess.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665" y="3481322"/>
            <a:ext cx="7728132" cy="6960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Additional</a:t>
            </a:r>
            <a:r>
              <a:rPr sz="2400" spc="1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y,</a:t>
            </a:r>
            <a:r>
              <a:rPr sz="2400" spc="2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ere </a:t>
            </a:r>
            <a:r>
              <a:rPr sz="2400" spc="5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400" spc="4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switches</a:t>
            </a:r>
            <a:r>
              <a:rPr sz="2400" spc="-7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r>
              <a:rPr sz="2400" spc="5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2400" spc="5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400" spc="33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configured</a:t>
            </a:r>
            <a:r>
              <a:rPr sz="2400" spc="4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5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ch</a:t>
            </a:r>
            <a:r>
              <a:rPr sz="2400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1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ay</a:t>
            </a:r>
            <a:r>
              <a:rPr sz="2400" spc="2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so</a:t>
            </a:r>
            <a:r>
              <a:rPr sz="2400" spc="46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 </a:t>
            </a:r>
            <a:r>
              <a:rPr sz="240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acting </a:t>
            </a:r>
            <a:r>
              <a:rPr sz="2400" spc="1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ke</a:t>
            </a:r>
            <a:r>
              <a:rPr sz="2400" spc="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ub</a:t>
            </a:r>
            <a:r>
              <a:rPr sz="2400" spc="38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400" spc="20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prohibited.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5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88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39112" y="2340862"/>
            <a:ext cx="4858512" cy="2369820"/>
          </a:xfrm>
          <a:custGeom>
            <a:avLst/>
            <a:gdLst/>
            <a:ahLst/>
            <a:cxnLst/>
            <a:rect l="l" t="t" r="r" b="b"/>
            <a:pathLst>
              <a:path w="4858512" h="2369820">
                <a:moveTo>
                  <a:pt x="0" y="2369820"/>
                </a:moveTo>
                <a:lnTo>
                  <a:pt x="4858512" y="2369820"/>
                </a:lnTo>
                <a:lnTo>
                  <a:pt x="4858512" y="0"/>
                </a:lnTo>
                <a:lnTo>
                  <a:pt x="0" y="0"/>
                </a:lnTo>
                <a:lnTo>
                  <a:pt x="0" y="236982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58034" y="2310257"/>
            <a:ext cx="1048130" cy="2565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91634" y="2323973"/>
            <a:ext cx="684148" cy="2519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79388" y="2296541"/>
            <a:ext cx="1157350" cy="2929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85339" y="3138170"/>
            <a:ext cx="1020825" cy="3430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91634" y="3138297"/>
            <a:ext cx="743330" cy="3520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98800" y="2349500"/>
            <a:ext cx="1054100" cy="0"/>
          </a:xfrm>
          <a:custGeom>
            <a:avLst/>
            <a:gdLst/>
            <a:ahLst/>
            <a:cxnLst/>
            <a:rect l="l" t="t" r="r" b="b"/>
            <a:pathLst>
              <a:path w="1054100">
                <a:moveTo>
                  <a:pt x="0" y="0"/>
                </a:moveTo>
                <a:lnTo>
                  <a:pt x="1054100" y="0"/>
                </a:lnTo>
              </a:path>
            </a:pathLst>
          </a:custGeom>
          <a:ln w="0">
            <a:solidFill>
              <a:srgbClr val="A0BFE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-28066"/>
            <a:ext cx="9143999" cy="11163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618092" y="2615057"/>
            <a:ext cx="424941" cy="2429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36000" y="2057400"/>
            <a:ext cx="508000" cy="0"/>
          </a:xfrm>
          <a:custGeom>
            <a:avLst/>
            <a:gdLst/>
            <a:ahLst/>
            <a:cxnLst/>
            <a:rect l="l" t="t" r="r" b="b"/>
            <a:pathLst>
              <a:path w="508000">
                <a:moveTo>
                  <a:pt x="507999" y="0"/>
                </a:moveTo>
                <a:lnTo>
                  <a:pt x="0" y="0"/>
                </a:lnTo>
              </a:path>
              <a:path w="508000">
                <a:moveTo>
                  <a:pt x="0" y="1"/>
                </a:moveTo>
                <a:lnTo>
                  <a:pt x="507999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48700" y="2044700"/>
            <a:ext cx="0" cy="1803399"/>
          </a:xfrm>
          <a:custGeom>
            <a:avLst/>
            <a:gdLst/>
            <a:ahLst/>
            <a:cxnLst/>
            <a:rect l="l" t="t" r="r" b="b"/>
            <a:pathLst>
              <a:path h="1803399">
                <a:moveTo>
                  <a:pt x="0" y="18033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23300" y="38481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520699" y="0"/>
                </a:moveTo>
                <a:lnTo>
                  <a:pt x="0" y="0"/>
                </a:lnTo>
              </a:path>
              <a:path w="520700">
                <a:moveTo>
                  <a:pt x="0" y="1"/>
                </a:moveTo>
                <a:lnTo>
                  <a:pt x="520699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131300" y="4660900"/>
            <a:ext cx="0" cy="406399"/>
          </a:xfrm>
          <a:custGeom>
            <a:avLst/>
            <a:gdLst/>
            <a:ahLst/>
            <a:cxnLst/>
            <a:rect l="l" t="t" r="r" b="b"/>
            <a:pathLst>
              <a:path h="406399">
                <a:moveTo>
                  <a:pt x="0" y="406399"/>
                </a:moveTo>
                <a:lnTo>
                  <a:pt x="0" y="0"/>
                </a:lnTo>
              </a:path>
            </a:pathLst>
          </a:custGeom>
          <a:ln w="12700">
            <a:solidFill>
              <a:srgbClr val="BFC1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0665" y="1092517"/>
            <a:ext cx="7749030" cy="584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Consid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ma</a:t>
            </a:r>
            <a:r>
              <a:rPr sz="20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_floo</a:t>
            </a:r>
            <a:r>
              <a:rPr sz="2000" i="1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.pca</a:t>
            </a:r>
            <a:r>
              <a:rPr sz="20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i="1" spc="-16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i="1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found </a:t>
            </a:r>
            <a:r>
              <a:rPr sz="2000" spc="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000" spc="2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mo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ule's</a:t>
            </a:r>
            <a:r>
              <a:rPr sz="2000" spc="-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sourc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assu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-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2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000" spc="3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ing </a:t>
            </a:r>
            <a:r>
              <a:rPr sz="2000" spc="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sw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tched</a:t>
            </a:r>
            <a:r>
              <a:rPr sz="2000" spc="-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nvi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665" y="2007175"/>
            <a:ext cx="7830836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000" spc="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about</a:t>
            </a:r>
            <a:r>
              <a:rPr sz="2000" spc="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aff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c? </a:t>
            </a:r>
            <a:r>
              <a:rPr sz="2000" spc="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Would</a:t>
            </a:r>
            <a:r>
              <a:rPr sz="2000" spc="1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000" spc="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consid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susp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cious</a:t>
            </a:r>
            <a:r>
              <a:rPr sz="2000" spc="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000" spc="1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normal?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3237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89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9112" y="2340862"/>
            <a:ext cx="4858512" cy="2369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94488">
              <a:lnSpc>
                <a:spcPts val="1051"/>
              </a:lnSpc>
              <a:spcBef>
                <a:spcPts val="2161"/>
              </a:spcBef>
            </a:pPr>
            <a:r>
              <a:rPr sz="1200" spc="0" baseline="7356" dirty="0">
                <a:solidFill>
                  <a:srgbClr val="625D69"/>
                </a:solidFill>
                <a:latin typeface="Courier New"/>
                <a:cs typeface="Courier New"/>
              </a:rPr>
              <a:t>7</a:t>
            </a:r>
            <a:r>
              <a:rPr sz="1200" spc="34" baseline="735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25D69"/>
                </a:solidFill>
                <a:latin typeface="Courier New"/>
                <a:cs typeface="Courier New"/>
              </a:rPr>
              <a:t>5</a:t>
            </a:r>
            <a:r>
              <a:rPr sz="1200" spc="-319" baseline="735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7356" dirty="0">
                <a:solidFill>
                  <a:srgbClr val="625D69"/>
                </a:solidFill>
                <a:latin typeface="Courier New"/>
                <a:cs typeface="Courier New"/>
              </a:rPr>
              <a:t>.</a:t>
            </a:r>
            <a:r>
              <a:rPr sz="1200" spc="-319" baseline="735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77727C"/>
                </a:solidFill>
                <a:latin typeface="Courier New"/>
                <a:cs typeface="Courier New"/>
              </a:rPr>
              <a:t>_</a:t>
            </a:r>
            <a:r>
              <a:rPr sz="1200" spc="96" baseline="7356" dirty="0">
                <a:solidFill>
                  <a:srgbClr val="77727C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25D69"/>
                </a:solidFill>
                <a:latin typeface="Courier New"/>
                <a:cs typeface="Courier New"/>
              </a:rPr>
              <a:t>44</a:t>
            </a:r>
            <a:r>
              <a:rPr sz="1200" spc="0" baseline="7356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7356" dirty="0">
                <a:solidFill>
                  <a:srgbClr val="625D69"/>
                </a:solidFill>
                <a:latin typeface="Courier New"/>
                <a:cs typeface="Courier New"/>
              </a:rPr>
              <a:t>156.190.13                  </a:t>
            </a:r>
            <a:r>
              <a:rPr sz="1200" spc="-34" baseline="735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179.</a:t>
            </a:r>
            <a:r>
              <a:rPr sz="1200" spc="-23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23</a:t>
            </a:r>
            <a:r>
              <a:rPr sz="1200" spc="0" baseline="3678" dirty="0">
                <a:solidFill>
                  <a:srgbClr val="77727C"/>
                </a:solidFill>
                <a:latin typeface="Courier New"/>
                <a:cs typeface="Courier New"/>
              </a:rPr>
              <a:t>7</a:t>
            </a:r>
            <a:r>
              <a:rPr sz="1200" spc="-254" baseline="3678" dirty="0">
                <a:solidFill>
                  <a:srgbClr val="77727C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231D42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15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1.</a:t>
            </a:r>
            <a:r>
              <a:rPr sz="1200" spc="-125" baseline="3678" dirty="0">
                <a:solidFill>
                  <a:srgbClr val="4F465B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                  </a:t>
            </a:r>
            <a:r>
              <a:rPr sz="1200" spc="36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1P</a:t>
            </a:r>
            <a:r>
              <a:rPr sz="900" spc="0" dirty="0">
                <a:solidFill>
                  <a:srgbClr val="77727C"/>
                </a:solidFill>
                <a:latin typeface="Courier New"/>
                <a:cs typeface="Courier New"/>
              </a:rPr>
              <a:t>v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4      </a:t>
            </a:r>
            <a:r>
              <a:rPr sz="900" spc="27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800" spc="263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25D69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  <a:p>
            <a:pPr marL="89938">
              <a:lnSpc>
                <a:spcPts val="1010"/>
              </a:lnSpc>
              <a:spcBef>
                <a:spcPts val="50"/>
              </a:spcBef>
            </a:pPr>
            <a:r>
              <a:rPr sz="1200" spc="0" baseline="11034" dirty="0">
                <a:solidFill>
                  <a:srgbClr val="625D69"/>
                </a:solidFill>
                <a:latin typeface="Courier New"/>
                <a:cs typeface="Courier New"/>
              </a:rPr>
              <a:t>8</a:t>
            </a:r>
            <a:r>
              <a:rPr sz="1200" spc="-4" baseline="11034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11034" dirty="0">
                <a:solidFill>
                  <a:srgbClr val="625D69"/>
                </a:solidFill>
                <a:latin typeface="Courier New"/>
                <a:cs typeface="Courier New"/>
              </a:rPr>
              <a:t>5</a:t>
            </a:r>
            <a:r>
              <a:rPr sz="1200" spc="0" baseline="11034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11034" dirty="0">
                <a:solidFill>
                  <a:srgbClr val="77727C"/>
                </a:solidFill>
                <a:latin typeface="Courier New"/>
                <a:cs typeface="Courier New"/>
              </a:rPr>
              <a:t>_ </a:t>
            </a:r>
            <a:r>
              <a:rPr sz="1200" spc="-239" baseline="11034" dirty="0">
                <a:solidFill>
                  <a:srgbClr val="77727C"/>
                </a:solidFill>
                <a:latin typeface="Courier New"/>
                <a:cs typeface="Courier New"/>
              </a:rPr>
              <a:t> </a:t>
            </a:r>
            <a:r>
              <a:rPr sz="1200" spc="0" baseline="11034" dirty="0">
                <a:solidFill>
                  <a:srgbClr val="625D69"/>
                </a:solidFill>
                <a:latin typeface="Courier New"/>
                <a:cs typeface="Courier New"/>
              </a:rPr>
              <a:t>59</a:t>
            </a:r>
            <a:r>
              <a:rPr sz="1200" spc="0" baseline="11034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11034" dirty="0">
                <a:solidFill>
                  <a:srgbClr val="625D69"/>
                </a:solidFill>
                <a:latin typeface="Courier New"/>
                <a:cs typeface="Courier New"/>
              </a:rPr>
              <a:t>13</a:t>
            </a:r>
            <a:r>
              <a:rPr sz="1200" spc="0" baseline="11034" dirty="0">
                <a:solidFill>
                  <a:srgbClr val="150D2D"/>
                </a:solidFill>
                <a:latin typeface="Courier New"/>
                <a:cs typeface="Courier New"/>
              </a:rPr>
              <a:t>.</a:t>
            </a:r>
            <a:r>
              <a:rPr sz="1200" spc="0" baseline="11034" dirty="0">
                <a:solidFill>
                  <a:srgbClr val="625D69"/>
                </a:solidFill>
                <a:latin typeface="Courier New"/>
                <a:cs typeface="Courier New"/>
              </a:rPr>
              <a:t>56.57                    </a:t>
            </a:r>
            <a:r>
              <a:rPr sz="1200" spc="134" baseline="11034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7727C"/>
                </a:solidFill>
                <a:latin typeface="Courier New"/>
                <a:cs typeface="Courier New"/>
              </a:rPr>
              <a:t>6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9.243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240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42               </a:t>
            </a:r>
            <a:r>
              <a:rPr sz="1200" spc="229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25D69"/>
                </a:solidFill>
                <a:latin typeface="Courier New"/>
                <a:cs typeface="Courier New"/>
              </a:rPr>
              <a:t>1P</a:t>
            </a:r>
            <a:r>
              <a:rPr sz="1350" spc="0" baseline="3269" dirty="0">
                <a:solidFill>
                  <a:srgbClr val="77727C"/>
                </a:solidFill>
                <a:latin typeface="Courier New"/>
                <a:cs typeface="Courier New"/>
              </a:rPr>
              <a:t>v</a:t>
            </a:r>
            <a:r>
              <a:rPr sz="1350" spc="0" baseline="3269" dirty="0">
                <a:solidFill>
                  <a:srgbClr val="625D69"/>
                </a:solidFill>
                <a:latin typeface="Courier New"/>
                <a:cs typeface="Courier New"/>
              </a:rPr>
              <a:t>4      </a:t>
            </a:r>
            <a:r>
              <a:rPr sz="1350" spc="214" baseline="3269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1200" spc="22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050" spc="0" baseline="4141" dirty="0">
                <a:solidFill>
                  <a:srgbClr val="625D69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  <a:p>
            <a:pPr marL="35356">
              <a:lnSpc>
                <a:spcPts val="1118"/>
              </a:lnSpc>
              <a:spcBef>
                <a:spcPts val="5121"/>
              </a:spcBef>
            </a:pP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4</a:t>
            </a:r>
            <a:r>
              <a:rPr sz="1200" spc="1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77727C"/>
                </a:solidFill>
                <a:latin typeface="Courier New"/>
                <a:cs typeface="Courier New"/>
              </a:rPr>
              <a:t>_</a:t>
            </a:r>
            <a:r>
              <a:rPr sz="1200" spc="209" baseline="3678" dirty="0">
                <a:solidFill>
                  <a:srgbClr val="77727C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251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89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14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49                   </a:t>
            </a:r>
            <a:r>
              <a:rPr sz="1200" spc="-50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243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77727C"/>
                </a:solidFill>
                <a:latin typeface="Courier New"/>
                <a:cs typeface="Courier New"/>
              </a:rPr>
              <a:t>3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</a:t>
            </a:r>
            <a:r>
              <a:rPr sz="1200" spc="0" baseline="3678" dirty="0">
                <a:solidFill>
                  <a:srgbClr val="150D2D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72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83                </a:t>
            </a:r>
            <a:r>
              <a:rPr sz="1200" spc="8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1</a:t>
            </a:r>
            <a:r>
              <a:rPr sz="900" spc="0" dirty="0">
                <a:solidFill>
                  <a:srgbClr val="77727C"/>
                </a:solidFill>
                <a:latin typeface="Courier New"/>
                <a:cs typeface="Courier New"/>
              </a:rPr>
              <a:t>Pv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4      </a:t>
            </a:r>
            <a:r>
              <a:rPr sz="900" spc="367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800" spc="301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  <a:p>
            <a:pPr marL="35355">
              <a:lnSpc>
                <a:spcPts val="1029"/>
              </a:lnSpc>
              <a:spcBef>
                <a:spcPts val="1022"/>
              </a:spcBef>
            </a:pP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6</a:t>
            </a:r>
            <a:r>
              <a:rPr sz="1200" spc="100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</a:t>
            </a:r>
            <a:r>
              <a:rPr sz="1200" spc="0" baseline="3678" dirty="0">
                <a:solidFill>
                  <a:srgbClr val="382B42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_.</a:t>
            </a:r>
            <a:r>
              <a:rPr sz="1200" spc="20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67</a:t>
            </a:r>
            <a:r>
              <a:rPr sz="1200" spc="0" baseline="3678" dirty="0">
                <a:solidFill>
                  <a:srgbClr val="382B42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70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73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06                    </a:t>
            </a:r>
            <a:r>
              <a:rPr sz="1200" spc="-19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96.63.103</a:t>
            </a:r>
            <a:r>
              <a:rPr sz="800" spc="0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53                </a:t>
            </a:r>
            <a:r>
              <a:rPr sz="800" spc="-114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1Pv4      </a:t>
            </a:r>
            <a:r>
              <a:rPr sz="900" spc="152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800" spc="225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25D69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  <a:p>
            <a:pPr marL="35351">
              <a:lnSpc>
                <a:spcPts val="1072"/>
              </a:lnSpc>
              <a:spcBef>
                <a:spcPts val="2046"/>
              </a:spcBef>
            </a:pP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19</a:t>
            </a:r>
            <a:r>
              <a:rPr sz="1200" spc="160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  </a:t>
            </a:r>
            <a:r>
              <a:rPr sz="1200" spc="179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3F3B62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00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155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50</a:t>
            </a:r>
            <a:r>
              <a:rPr sz="1200" spc="0" baseline="3678" dirty="0">
                <a:solidFill>
                  <a:srgbClr val="3F3B62"/>
                </a:solidFill>
                <a:latin typeface="Courier New"/>
                <a:cs typeface="Courier New"/>
              </a:rPr>
              <a:t>.1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4                  </a:t>
            </a:r>
            <a:r>
              <a:rPr sz="1200" spc="89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19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1.</a:t>
            </a:r>
            <a:r>
              <a:rPr sz="1200" spc="-244" baseline="3678" dirty="0">
                <a:solidFill>
                  <a:srgbClr val="4F465B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0.</a:t>
            </a:r>
            <a:r>
              <a:rPr sz="1200" spc="-254" baseline="3678" dirty="0">
                <a:solidFill>
                  <a:srgbClr val="4F465B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228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-139" baseline="3678" dirty="0">
                <a:solidFill>
                  <a:srgbClr val="4F465B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                   </a:t>
            </a:r>
            <a:r>
              <a:rPr sz="1200" spc="25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350" spc="0" baseline="3269" dirty="0">
                <a:solidFill>
                  <a:srgbClr val="625D69"/>
                </a:solidFill>
                <a:latin typeface="Courier New"/>
                <a:cs typeface="Courier New"/>
              </a:rPr>
              <a:t>P</a:t>
            </a:r>
            <a:r>
              <a:rPr sz="1350" spc="0" baseline="3269" dirty="0">
                <a:solidFill>
                  <a:srgbClr val="77727C"/>
                </a:solidFill>
                <a:latin typeface="Courier New"/>
                <a:cs typeface="Courier New"/>
              </a:rPr>
              <a:t>v</a:t>
            </a:r>
            <a:r>
              <a:rPr sz="1350" spc="0" baseline="3269" dirty="0">
                <a:solidFill>
                  <a:srgbClr val="625D69"/>
                </a:solidFill>
                <a:latin typeface="Courier New"/>
                <a:cs typeface="Courier New"/>
              </a:rPr>
              <a:t>4      </a:t>
            </a:r>
            <a:r>
              <a:rPr sz="1350" spc="392" baseline="3269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800" spc="33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  <a:p>
            <a:pPr marL="35351">
              <a:lnSpc>
                <a:spcPts val="1029"/>
              </a:lnSpc>
              <a:spcBef>
                <a:spcPts val="10"/>
              </a:spcBef>
            </a:pP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20</a:t>
            </a:r>
            <a:r>
              <a:rPr sz="1200" spc="146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  </a:t>
            </a:r>
            <a:r>
              <a:rPr sz="1200" spc="159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58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.11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1.8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4.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82                          </a:t>
            </a:r>
            <a:r>
              <a:rPr sz="1200" spc="111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58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25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77</a:t>
            </a:r>
            <a:r>
              <a:rPr sz="1200" spc="0" baseline="3678" dirty="0">
                <a:solidFill>
                  <a:srgbClr val="382B42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6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2                 </a:t>
            </a:r>
            <a:r>
              <a:rPr sz="1200" spc="-84" baseline="3678" dirty="0">
                <a:solidFill>
                  <a:srgbClr val="4F465B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P</a:t>
            </a:r>
            <a:r>
              <a:rPr sz="900" spc="0" dirty="0">
                <a:solidFill>
                  <a:srgbClr val="77727C"/>
                </a:solidFill>
                <a:latin typeface="Courier New"/>
                <a:cs typeface="Courier New"/>
              </a:rPr>
              <a:t>v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4      </a:t>
            </a:r>
            <a:r>
              <a:rPr sz="900" spc="21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800" spc="263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4F465B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48700" y="2057400"/>
            <a:ext cx="542289" cy="1790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46990">
              <a:lnSpc>
                <a:spcPts val="1000"/>
              </a:lnSpc>
            </a:pPr>
            <a:endParaRPr sz="1000"/>
          </a:p>
          <a:p>
            <a:pPr marL="114300">
              <a:lnSpc>
                <a:spcPct val="100000"/>
              </a:lnSpc>
              <a:spcBef>
                <a:spcPts val="6480"/>
              </a:spcBef>
              <a:tabLst>
                <a:tab pos="482600" algn="l"/>
              </a:tabLst>
            </a:pPr>
            <a:r>
              <a:rPr sz="1800" spc="-114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1800" spc="0" dirty="0">
                <a:solidFill>
                  <a:srgbClr val="898989"/>
                </a:solidFill>
                <a:latin typeface="Arial"/>
                <a:cs typeface="Arial"/>
              </a:rPr>
              <a:t>ii 	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3400" y="2494787"/>
            <a:ext cx="1277112" cy="2061972"/>
          </a:xfrm>
          <a:custGeom>
            <a:avLst/>
            <a:gdLst/>
            <a:ahLst/>
            <a:cxnLst/>
            <a:rect l="l" t="t" r="r" b="b"/>
            <a:pathLst>
              <a:path w="1277112" h="2061972">
                <a:moveTo>
                  <a:pt x="0" y="2061972"/>
                </a:moveTo>
                <a:lnTo>
                  <a:pt x="1277112" y="2061972"/>
                </a:lnTo>
                <a:lnTo>
                  <a:pt x="1277112" y="0"/>
                </a:lnTo>
                <a:lnTo>
                  <a:pt x="0" y="0"/>
                </a:lnTo>
                <a:lnTo>
                  <a:pt x="0" y="20619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39112" y="2340862"/>
            <a:ext cx="4858512" cy="2369820"/>
          </a:xfrm>
          <a:custGeom>
            <a:avLst/>
            <a:gdLst/>
            <a:ahLst/>
            <a:cxnLst/>
            <a:rect l="l" t="t" r="r" b="b"/>
            <a:pathLst>
              <a:path w="4858512" h="2369820">
                <a:moveTo>
                  <a:pt x="0" y="2369820"/>
                </a:moveTo>
                <a:lnTo>
                  <a:pt x="4858512" y="2369820"/>
                </a:lnTo>
                <a:lnTo>
                  <a:pt x="4858512" y="0"/>
                </a:lnTo>
                <a:lnTo>
                  <a:pt x="0" y="0"/>
                </a:lnTo>
                <a:lnTo>
                  <a:pt x="0" y="236982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58034" y="2310257"/>
            <a:ext cx="1048130" cy="2565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91634" y="2323973"/>
            <a:ext cx="684149" cy="2519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79388" y="2296541"/>
            <a:ext cx="1157351" cy="2929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085339" y="3138169"/>
            <a:ext cx="1020825" cy="3430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91634" y="3138297"/>
            <a:ext cx="743330" cy="3520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8800" y="2349500"/>
            <a:ext cx="1054100" cy="0"/>
          </a:xfrm>
          <a:custGeom>
            <a:avLst/>
            <a:gdLst/>
            <a:ahLst/>
            <a:cxnLst/>
            <a:rect l="l" t="t" r="r" b="b"/>
            <a:pathLst>
              <a:path w="1054100">
                <a:moveTo>
                  <a:pt x="0" y="0"/>
                </a:moveTo>
                <a:lnTo>
                  <a:pt x="1054100" y="0"/>
                </a:lnTo>
              </a:path>
            </a:pathLst>
          </a:custGeom>
          <a:ln w="0">
            <a:solidFill>
              <a:srgbClr val="A0BFE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0" y="-28067"/>
            <a:ext cx="9143999" cy="11163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18092" y="2615057"/>
            <a:ext cx="424941" cy="2429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36000" y="2057400"/>
            <a:ext cx="508000" cy="0"/>
          </a:xfrm>
          <a:custGeom>
            <a:avLst/>
            <a:gdLst/>
            <a:ahLst/>
            <a:cxnLst/>
            <a:rect l="l" t="t" r="r" b="b"/>
            <a:pathLst>
              <a:path w="508000">
                <a:moveTo>
                  <a:pt x="507999" y="0"/>
                </a:moveTo>
                <a:lnTo>
                  <a:pt x="0" y="0"/>
                </a:lnTo>
              </a:path>
              <a:path w="508000">
                <a:moveTo>
                  <a:pt x="0" y="1"/>
                </a:moveTo>
                <a:lnTo>
                  <a:pt x="507999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48700" y="2044700"/>
            <a:ext cx="0" cy="1803399"/>
          </a:xfrm>
          <a:custGeom>
            <a:avLst/>
            <a:gdLst/>
            <a:ahLst/>
            <a:cxnLst/>
            <a:rect l="l" t="t" r="r" b="b"/>
            <a:pathLst>
              <a:path h="1803399">
                <a:moveTo>
                  <a:pt x="0" y="1803399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23300" y="38481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520699" y="0"/>
                </a:moveTo>
                <a:lnTo>
                  <a:pt x="0" y="0"/>
                </a:lnTo>
              </a:path>
              <a:path w="520700">
                <a:moveTo>
                  <a:pt x="0" y="1"/>
                </a:moveTo>
                <a:lnTo>
                  <a:pt x="520699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31300" y="4660900"/>
            <a:ext cx="0" cy="406399"/>
          </a:xfrm>
          <a:custGeom>
            <a:avLst/>
            <a:gdLst/>
            <a:ahLst/>
            <a:cxnLst/>
            <a:rect l="l" t="t" r="r" b="b"/>
            <a:pathLst>
              <a:path h="406399">
                <a:moveTo>
                  <a:pt x="0" y="406399"/>
                </a:moveTo>
                <a:lnTo>
                  <a:pt x="0" y="0"/>
                </a:lnTo>
              </a:path>
            </a:pathLst>
          </a:custGeom>
          <a:ln w="12700">
            <a:solidFill>
              <a:srgbClr val="BFC1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0665" y="1092517"/>
            <a:ext cx="7750349" cy="584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Consid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ma</a:t>
            </a:r>
            <a:r>
              <a:rPr sz="20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_floo</a:t>
            </a:r>
            <a:r>
              <a:rPr sz="2000" i="1" spc="-5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.pca</a:t>
            </a:r>
            <a:r>
              <a:rPr sz="20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i="1" spc="-16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i="1" spc="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und</a:t>
            </a:r>
            <a:r>
              <a:rPr sz="2000" spc="48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2000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mo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ule's</a:t>
            </a:r>
            <a:r>
              <a:rPr sz="2000" spc="-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sourc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assu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-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2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2000" spc="38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ing </a:t>
            </a:r>
            <a:r>
              <a:rPr sz="2000" spc="8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5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sw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tched</a:t>
            </a:r>
            <a:r>
              <a:rPr sz="2000" spc="-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nvi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665" y="2007175"/>
            <a:ext cx="7830836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How</a:t>
            </a:r>
            <a:r>
              <a:rPr sz="2000" spc="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about</a:t>
            </a:r>
            <a:r>
              <a:rPr sz="2000" spc="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8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aff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c? </a:t>
            </a:r>
            <a:r>
              <a:rPr sz="2000" spc="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Would</a:t>
            </a:r>
            <a:r>
              <a:rPr sz="2000" spc="15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it</a:t>
            </a:r>
            <a:r>
              <a:rPr sz="2000" spc="1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consid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susp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cious</a:t>
            </a:r>
            <a:r>
              <a:rPr sz="2000" spc="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or</a:t>
            </a:r>
            <a:r>
              <a:rPr sz="2000" spc="14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normal?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140" y="2787459"/>
            <a:ext cx="1107805" cy="127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10"/>
              </a:lnSpc>
              <a:spcBef>
                <a:spcPts val="45"/>
              </a:spcBef>
            </a:pPr>
            <a:r>
              <a:rPr sz="800" spc="4" dirty="0">
                <a:latin typeface="Times New Roman"/>
                <a:cs typeface="Times New Roman"/>
              </a:rPr>
              <a:t>1</a:t>
            </a:r>
            <a:r>
              <a:rPr sz="800" spc="0" dirty="0">
                <a:latin typeface="Times New Roman"/>
                <a:cs typeface="Times New Roman"/>
              </a:rPr>
              <a:t>.    </a:t>
            </a:r>
            <a:r>
              <a:rPr sz="800" spc="195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The</a:t>
            </a:r>
            <a:r>
              <a:rPr sz="800" spc="84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t</a:t>
            </a:r>
            <a:r>
              <a:rPr sz="800" spc="4" dirty="0">
                <a:latin typeface="Times New Roman"/>
                <a:cs typeface="Times New Roman"/>
              </a:rPr>
              <a:t>r</a:t>
            </a:r>
            <a:r>
              <a:rPr sz="800" spc="-4" dirty="0">
                <a:latin typeface="Times New Roman"/>
                <a:cs typeface="Times New Roman"/>
              </a:rPr>
              <a:t>affi</a:t>
            </a:r>
            <a:r>
              <a:rPr sz="800" spc="0" dirty="0">
                <a:latin typeface="Times New Roman"/>
                <a:cs typeface="Times New Roman"/>
              </a:rPr>
              <a:t>c</a:t>
            </a:r>
            <a:r>
              <a:rPr sz="800" spc="198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c</a:t>
            </a:r>
            <a:r>
              <a:rPr sz="800" spc="-4" dirty="0">
                <a:latin typeface="Times New Roman"/>
                <a:cs typeface="Times New Roman"/>
              </a:rPr>
              <a:t>a</a:t>
            </a:r>
            <a:r>
              <a:rPr sz="800" spc="4" dirty="0">
                <a:latin typeface="Times New Roman"/>
                <a:cs typeface="Times New Roman"/>
              </a:rPr>
              <a:t>p</a:t>
            </a:r>
            <a:r>
              <a:rPr sz="800" spc="0" dirty="0">
                <a:latin typeface="Times New Roman"/>
                <a:cs typeface="Times New Roman"/>
              </a:rPr>
              <a:t>tu</a:t>
            </a:r>
            <a:r>
              <a:rPr sz="800" spc="4" dirty="0">
                <a:latin typeface="Times New Roman"/>
                <a:cs typeface="Times New Roman"/>
              </a:rPr>
              <a:t>r</a:t>
            </a:r>
            <a:r>
              <a:rPr sz="800" spc="0" dirty="0">
                <a:latin typeface="Times New Roman"/>
                <a:cs typeface="Times New Roman"/>
              </a:rPr>
              <a:t>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0740" y="3153472"/>
            <a:ext cx="426910" cy="127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10"/>
              </a:lnSpc>
              <a:spcBef>
                <a:spcPts val="45"/>
              </a:spcBef>
            </a:pPr>
            <a:r>
              <a:rPr sz="800" spc="4" dirty="0">
                <a:latin typeface="Times New Roman"/>
                <a:cs typeface="Times New Roman"/>
              </a:rPr>
              <a:t>p</a:t>
            </a:r>
            <a:r>
              <a:rPr sz="800" spc="-4" dirty="0">
                <a:latin typeface="Times New Roman"/>
                <a:cs typeface="Times New Roman"/>
              </a:rPr>
              <a:t>a</a:t>
            </a:r>
            <a:r>
              <a:rPr sz="800" spc="0" dirty="0">
                <a:latin typeface="Times New Roman"/>
                <a:cs typeface="Times New Roman"/>
              </a:rPr>
              <a:t>ck</a:t>
            </a:r>
            <a:r>
              <a:rPr sz="800" spc="4" dirty="0">
                <a:latin typeface="Times New Roman"/>
                <a:cs typeface="Times New Roman"/>
              </a:rPr>
              <a:t>e</a:t>
            </a:r>
            <a:r>
              <a:rPr sz="800" spc="0" dirty="0">
                <a:latin typeface="Times New Roman"/>
                <a:cs typeface="Times New Roman"/>
              </a:rPr>
              <a:t>t</a:t>
            </a:r>
            <a:r>
              <a:rPr sz="800" spc="4" dirty="0">
                <a:latin typeface="Times New Roman"/>
                <a:cs typeface="Times New Roman"/>
              </a:rPr>
              <a:t>s</a:t>
            </a:r>
            <a:r>
              <a:rPr sz="800" spc="0" dirty="0">
                <a:latin typeface="Times New Roman"/>
                <a:cs typeface="Times New Roman"/>
              </a:rPr>
              <a:t>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0740" y="3763072"/>
            <a:ext cx="662816" cy="127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10"/>
              </a:lnSpc>
              <a:spcBef>
                <a:spcPts val="45"/>
              </a:spcBef>
            </a:pPr>
            <a:r>
              <a:rPr sz="800" spc="0" dirty="0">
                <a:latin typeface="Times New Roman"/>
                <a:cs typeface="Times New Roman"/>
              </a:rPr>
              <a:t>(t</a:t>
            </a:r>
            <a:r>
              <a:rPr sz="800" spc="4" dirty="0">
                <a:latin typeface="Times New Roman"/>
                <a:cs typeface="Times New Roman"/>
              </a:rPr>
              <a:t>he</a:t>
            </a:r>
            <a:r>
              <a:rPr sz="800" spc="-4" dirty="0">
                <a:latin typeface="Times New Roman"/>
                <a:cs typeface="Times New Roman"/>
              </a:rPr>
              <a:t>i</a:t>
            </a:r>
            <a:r>
              <a:rPr sz="800" spc="0" dirty="0">
                <a:latin typeface="Times New Roman"/>
                <a:cs typeface="Times New Roman"/>
              </a:rPr>
              <a:t>r</a:t>
            </a:r>
            <a:r>
              <a:rPr sz="800" spc="133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orig</a:t>
            </a:r>
            <a:r>
              <a:rPr sz="800" spc="-4" dirty="0">
                <a:latin typeface="Times New Roman"/>
                <a:cs typeface="Times New Roman"/>
              </a:rPr>
              <a:t>i</a:t>
            </a:r>
            <a:r>
              <a:rPr sz="800" spc="0" dirty="0">
                <a:latin typeface="Times New Roman"/>
                <a:cs typeface="Times New Roman"/>
              </a:rPr>
              <a:t>n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r>
              <a:rPr sz="800" spc="-4" dirty="0">
                <a:latin typeface="Times New Roman"/>
                <a:cs typeface="Times New Roman"/>
              </a:rPr>
              <a:t>i</a:t>
            </a:r>
            <a:r>
              <a:rPr sz="800" spc="0" dirty="0">
                <a:latin typeface="Times New Roman"/>
                <a:cs typeface="Times New Roman"/>
              </a:rPr>
              <a:t>s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740" y="4006937"/>
            <a:ext cx="453049" cy="127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10"/>
              </a:lnSpc>
              <a:spcBef>
                <a:spcPts val="45"/>
              </a:spcBef>
            </a:pPr>
            <a:r>
              <a:rPr sz="800" spc="-4" dirty="0">
                <a:latin typeface="Times New Roman"/>
                <a:cs typeface="Times New Roman"/>
              </a:rPr>
              <a:t>a</a:t>
            </a:r>
            <a:r>
              <a:rPr sz="800" spc="0" dirty="0">
                <a:latin typeface="Times New Roman"/>
                <a:cs typeface="Times New Roman"/>
              </a:rPr>
              <a:t>ctu</a:t>
            </a:r>
            <a:r>
              <a:rPr sz="800" spc="-4" dirty="0">
                <a:latin typeface="Times New Roman"/>
                <a:cs typeface="Times New Roman"/>
              </a:rPr>
              <a:t>all</a:t>
            </a:r>
            <a:r>
              <a:rPr sz="800" spc="4" dirty="0">
                <a:latin typeface="Times New Roman"/>
                <a:cs typeface="Times New Roman"/>
              </a:rPr>
              <a:t>y</a:t>
            </a:r>
            <a:r>
              <a:rPr sz="800" spc="-4" dirty="0">
                <a:latin typeface="Times New Roman"/>
                <a:cs typeface="Times New Roman"/>
              </a:rPr>
              <a:t>)</a:t>
            </a:r>
            <a:r>
              <a:rPr sz="800" spc="0" dirty="0">
                <a:latin typeface="Times New Roman"/>
                <a:cs typeface="Times New Roman"/>
              </a:rPr>
              <a:t>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4373004"/>
            <a:ext cx="982404" cy="1275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10"/>
              </a:lnSpc>
              <a:spcBef>
                <a:spcPts val="45"/>
              </a:spcBef>
            </a:pPr>
            <a:r>
              <a:rPr sz="800" b="1" u="sng" spc="-5" dirty="0">
                <a:latin typeface="Times New Roman"/>
                <a:cs typeface="Times New Roman"/>
              </a:rPr>
              <a:t>s</a:t>
            </a:r>
            <a:r>
              <a:rPr sz="800" b="1" u="sng" spc="0" dirty="0">
                <a:latin typeface="Times New Roman"/>
                <a:cs typeface="Times New Roman"/>
              </a:rPr>
              <a:t>omet</a:t>
            </a:r>
            <a:r>
              <a:rPr sz="800" b="1" u="sng" spc="-5" dirty="0">
                <a:latin typeface="Times New Roman"/>
                <a:cs typeface="Times New Roman"/>
              </a:rPr>
              <a:t>h</a:t>
            </a:r>
            <a:r>
              <a:rPr sz="800" b="1" u="sng" spc="0" dirty="0">
                <a:latin typeface="Times New Roman"/>
                <a:cs typeface="Times New Roman"/>
              </a:rPr>
              <a:t>i</a:t>
            </a:r>
            <a:r>
              <a:rPr sz="800" b="1" u="sng" spc="5" dirty="0">
                <a:latin typeface="Times New Roman"/>
                <a:cs typeface="Times New Roman"/>
              </a:rPr>
              <a:t>n</a:t>
            </a:r>
            <a:r>
              <a:rPr sz="800" b="1" u="sng" spc="0" dirty="0">
                <a:latin typeface="Times New Roman"/>
                <a:cs typeface="Times New Roman"/>
              </a:rPr>
              <a:t>g</a:t>
            </a:r>
            <a:r>
              <a:rPr sz="800" b="1" u="sng" spc="-18" dirty="0">
                <a:latin typeface="Times New Roman"/>
                <a:cs typeface="Times New Roman"/>
              </a:rPr>
              <a:t> </a:t>
            </a:r>
            <a:r>
              <a:rPr sz="800" b="1" u="sng" spc="-4" dirty="0">
                <a:latin typeface="Times New Roman"/>
                <a:cs typeface="Times New Roman"/>
              </a:rPr>
              <a:t>g</a:t>
            </a:r>
            <a:r>
              <a:rPr sz="800" b="1" u="sng" spc="0" dirty="0">
                <a:latin typeface="Times New Roman"/>
                <a:cs typeface="Times New Roman"/>
              </a:rPr>
              <a:t>o</a:t>
            </a:r>
            <a:r>
              <a:rPr sz="800" b="1" u="sng" spc="4" dirty="0">
                <a:latin typeface="Times New Roman"/>
                <a:cs typeface="Times New Roman"/>
              </a:rPr>
              <a:t>in</a:t>
            </a:r>
            <a:r>
              <a:rPr sz="800" b="1" u="sng" spc="0" dirty="0">
                <a:latin typeface="Times New Roman"/>
                <a:cs typeface="Times New Roman"/>
              </a:rPr>
              <a:t>g</a:t>
            </a:r>
            <a:r>
              <a:rPr sz="800" b="1" u="sng" spc="159" dirty="0">
                <a:latin typeface="Times New Roman"/>
                <a:cs typeface="Times New Roman"/>
              </a:rPr>
              <a:t> </a:t>
            </a:r>
            <a:r>
              <a:rPr sz="800" b="1" u="sng" spc="0" dirty="0">
                <a:latin typeface="Times New Roman"/>
                <a:cs typeface="Times New Roman"/>
              </a:rPr>
              <a:t>o</a:t>
            </a:r>
            <a:r>
              <a:rPr sz="800" b="1" u="sng" spc="4" dirty="0">
                <a:latin typeface="Times New Roman"/>
                <a:cs typeface="Times New Roman"/>
              </a:rPr>
              <a:t>n</a:t>
            </a:r>
            <a:r>
              <a:rPr sz="800" b="1" u="sng" spc="0" dirty="0">
                <a:latin typeface="Times New Roman"/>
                <a:cs typeface="Times New Roman"/>
              </a:rPr>
              <a:t>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73236" y="4855315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90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2494787"/>
            <a:ext cx="1277112" cy="20619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440" marR="301960">
              <a:lnSpc>
                <a:spcPct val="100041"/>
              </a:lnSpc>
              <a:spcBef>
                <a:spcPts val="375"/>
              </a:spcBef>
            </a:pPr>
            <a:r>
              <a:rPr sz="800" spc="-4" dirty="0">
                <a:latin typeface="Times New Roman"/>
                <a:cs typeface="Times New Roman"/>
              </a:rPr>
              <a:t>W</a:t>
            </a:r>
            <a:r>
              <a:rPr sz="800" spc="0" dirty="0">
                <a:latin typeface="Times New Roman"/>
                <a:cs typeface="Times New Roman"/>
              </a:rPr>
              <a:t>h</a:t>
            </a:r>
            <a:r>
              <a:rPr sz="800" spc="-4" dirty="0">
                <a:latin typeface="Times New Roman"/>
                <a:cs typeface="Times New Roman"/>
              </a:rPr>
              <a:t>a</a:t>
            </a:r>
            <a:r>
              <a:rPr sz="800" spc="0" dirty="0">
                <a:latin typeface="Times New Roman"/>
                <a:cs typeface="Times New Roman"/>
              </a:rPr>
              <a:t>t</a:t>
            </a:r>
            <a:r>
              <a:rPr sz="800" spc="120" dirty="0">
                <a:latin typeface="Times New Roman"/>
                <a:cs typeface="Times New Roman"/>
              </a:rPr>
              <a:t> </a:t>
            </a:r>
            <a:r>
              <a:rPr sz="800" spc="-4" dirty="0">
                <a:latin typeface="Times New Roman"/>
                <a:cs typeface="Times New Roman"/>
              </a:rPr>
              <a:t>w</a:t>
            </a:r>
            <a:r>
              <a:rPr sz="800" spc="0" dirty="0">
                <a:latin typeface="Times New Roman"/>
                <a:cs typeface="Times New Roman"/>
              </a:rPr>
              <a:t>e</a:t>
            </a:r>
            <a:r>
              <a:rPr sz="800" spc="88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c</a:t>
            </a:r>
            <a:r>
              <a:rPr sz="800" spc="-4" dirty="0">
                <a:latin typeface="Times New Roman"/>
                <a:cs typeface="Times New Roman"/>
              </a:rPr>
              <a:t>a</a:t>
            </a:r>
            <a:r>
              <a:rPr sz="800" spc="0" dirty="0">
                <a:latin typeface="Times New Roman"/>
                <a:cs typeface="Times New Roman"/>
              </a:rPr>
              <a:t>n</a:t>
            </a:r>
            <a:r>
              <a:rPr sz="800" spc="193" dirty="0">
                <a:latin typeface="Times New Roman"/>
                <a:cs typeface="Times New Roman"/>
              </a:rPr>
              <a:t> </a:t>
            </a:r>
            <a:r>
              <a:rPr sz="800" spc="4" dirty="0">
                <a:latin typeface="Times New Roman"/>
                <a:cs typeface="Times New Roman"/>
              </a:rPr>
              <a:t>e</a:t>
            </a:r>
            <a:r>
              <a:rPr sz="800" spc="-4" dirty="0">
                <a:latin typeface="Times New Roman"/>
                <a:cs typeface="Times New Roman"/>
              </a:rPr>
              <a:t>a</a:t>
            </a:r>
            <a:r>
              <a:rPr sz="800" spc="4" dirty="0">
                <a:latin typeface="Times New Roman"/>
                <a:cs typeface="Times New Roman"/>
              </a:rPr>
              <a:t>s</a:t>
            </a:r>
            <a:r>
              <a:rPr sz="800" spc="-4" dirty="0">
                <a:latin typeface="Times New Roman"/>
                <a:cs typeface="Times New Roman"/>
              </a:rPr>
              <a:t>il</a:t>
            </a:r>
            <a:r>
              <a:rPr sz="800" spc="0" dirty="0">
                <a:latin typeface="Times New Roman"/>
                <a:cs typeface="Times New Roman"/>
              </a:rPr>
              <a:t>y </a:t>
            </a:r>
            <a:r>
              <a:rPr sz="800" spc="-4" dirty="0">
                <a:latin typeface="Times New Roman"/>
                <a:cs typeface="Times New Roman"/>
              </a:rPr>
              <a:t>i</a:t>
            </a:r>
            <a:r>
              <a:rPr sz="800" spc="0" dirty="0">
                <a:latin typeface="Times New Roman"/>
                <a:cs typeface="Times New Roman"/>
              </a:rPr>
              <a:t>d</a:t>
            </a:r>
            <a:r>
              <a:rPr sz="800" spc="4" dirty="0">
                <a:latin typeface="Times New Roman"/>
                <a:cs typeface="Times New Roman"/>
              </a:rPr>
              <a:t>e</a:t>
            </a:r>
            <a:r>
              <a:rPr sz="800" spc="0" dirty="0">
                <a:latin typeface="Times New Roman"/>
                <a:cs typeface="Times New Roman"/>
              </a:rPr>
              <a:t>nti</a:t>
            </a:r>
            <a:r>
              <a:rPr sz="800" spc="-4" dirty="0">
                <a:latin typeface="Times New Roman"/>
                <a:cs typeface="Times New Roman"/>
              </a:rPr>
              <a:t>f</a:t>
            </a:r>
            <a:r>
              <a:rPr sz="800" spc="4" dirty="0">
                <a:latin typeface="Times New Roman"/>
                <a:cs typeface="Times New Roman"/>
              </a:rPr>
              <a:t>y</a:t>
            </a:r>
            <a:r>
              <a:rPr sz="800" spc="0" dirty="0">
                <a:latin typeface="Times New Roman"/>
                <a:cs typeface="Times New Roman"/>
              </a:rPr>
              <a:t>,</a:t>
            </a:r>
            <a:r>
              <a:rPr sz="800" spc="-9" dirty="0">
                <a:latin typeface="Times New Roman"/>
                <a:cs typeface="Times New Roman"/>
              </a:rPr>
              <a:t> </a:t>
            </a:r>
            <a:r>
              <a:rPr sz="800" spc="-4" dirty="0">
                <a:latin typeface="Times New Roman"/>
                <a:cs typeface="Times New Roman"/>
              </a:rPr>
              <a:t>i</a:t>
            </a:r>
            <a:r>
              <a:rPr sz="800" spc="0" dirty="0">
                <a:latin typeface="Times New Roman"/>
                <a:cs typeface="Times New Roman"/>
              </a:rPr>
              <a:t>s</a:t>
            </a:r>
            <a:r>
              <a:rPr sz="800" spc="9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th</a:t>
            </a:r>
            <a:r>
              <a:rPr sz="800" spc="-4" dirty="0">
                <a:latin typeface="Times New Roman"/>
                <a:cs typeface="Times New Roman"/>
              </a:rPr>
              <a:t>a</a:t>
            </a:r>
            <a:r>
              <a:rPr sz="800" spc="0" dirty="0">
                <a:latin typeface="Times New Roman"/>
                <a:cs typeface="Times New Roman"/>
              </a:rPr>
              <a:t>t:</a:t>
            </a:r>
            <a:endParaRPr sz="800">
              <a:latin typeface="Times New Roman"/>
              <a:cs typeface="Times New Roman"/>
            </a:endParaRPr>
          </a:p>
          <a:p>
            <a:pPr marL="320040">
              <a:lnSpc>
                <a:spcPct val="95825"/>
              </a:lnSpc>
              <a:spcBef>
                <a:spcPts val="961"/>
              </a:spcBef>
            </a:pPr>
            <a:r>
              <a:rPr sz="800" spc="-4" dirty="0">
                <a:latin typeface="Times New Roman"/>
                <a:cs typeface="Times New Roman"/>
              </a:rPr>
              <a:t>fil</a:t>
            </a:r>
            <a:r>
              <a:rPr sz="800" spc="0" dirty="0">
                <a:latin typeface="Times New Roman"/>
                <a:cs typeface="Times New Roman"/>
              </a:rPr>
              <a:t>e</a:t>
            </a:r>
            <a:r>
              <a:rPr sz="800" spc="38" dirty="0">
                <a:latin typeface="Times New Roman"/>
                <a:cs typeface="Times New Roman"/>
              </a:rPr>
              <a:t> </a:t>
            </a:r>
            <a:r>
              <a:rPr sz="800" spc="-4" dirty="0">
                <a:latin typeface="Times New Roman"/>
                <a:cs typeface="Times New Roman"/>
              </a:rPr>
              <a:t>i</a:t>
            </a:r>
            <a:r>
              <a:rPr sz="800" spc="0" dirty="0">
                <a:latin typeface="Times New Roman"/>
                <a:cs typeface="Times New Roman"/>
              </a:rPr>
              <a:t>s</a:t>
            </a:r>
            <a:r>
              <a:rPr sz="800" spc="9" dirty="0">
                <a:latin typeface="Times New Roman"/>
                <a:cs typeface="Times New Roman"/>
              </a:rPr>
              <a:t> </a:t>
            </a:r>
            <a:r>
              <a:rPr sz="800" spc="-4" dirty="0">
                <a:latin typeface="Times New Roman"/>
                <a:cs typeface="Times New Roman"/>
              </a:rPr>
              <a:t>f</a:t>
            </a:r>
            <a:r>
              <a:rPr sz="800" spc="0" dirty="0">
                <a:latin typeface="Times New Roman"/>
                <a:cs typeface="Times New Roman"/>
              </a:rPr>
              <a:t>ull</a:t>
            </a:r>
            <a:r>
              <a:rPr sz="800" spc="-6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of</a:t>
            </a:r>
            <a:endParaRPr sz="800">
              <a:latin typeface="Times New Roman"/>
              <a:cs typeface="Times New Roman"/>
            </a:endParaRPr>
          </a:p>
          <a:p>
            <a:pPr marL="320040">
              <a:lnSpc>
                <a:spcPct val="95825"/>
              </a:lnSpc>
              <a:spcBef>
                <a:spcPts val="40"/>
              </a:spcBef>
            </a:pPr>
            <a:r>
              <a:rPr sz="800" spc="4" dirty="0">
                <a:latin typeface="Times New Roman"/>
                <a:cs typeface="Times New Roman"/>
              </a:rPr>
              <a:t>m</a:t>
            </a:r>
            <a:r>
              <a:rPr sz="800" spc="-4" dirty="0">
                <a:latin typeface="Times New Roman"/>
                <a:cs typeface="Times New Roman"/>
              </a:rPr>
              <a:t>alfo</a:t>
            </a:r>
            <a:r>
              <a:rPr sz="800" spc="0" dirty="0">
                <a:latin typeface="Times New Roman"/>
                <a:cs typeface="Times New Roman"/>
              </a:rPr>
              <a:t>r</a:t>
            </a:r>
            <a:r>
              <a:rPr sz="800" spc="4" dirty="0">
                <a:latin typeface="Times New Roman"/>
                <a:cs typeface="Times New Roman"/>
              </a:rPr>
              <a:t>me</a:t>
            </a:r>
            <a:r>
              <a:rPr sz="800" spc="0" dirty="0">
                <a:latin typeface="Times New Roman"/>
                <a:cs typeface="Times New Roman"/>
              </a:rPr>
              <a:t>d</a:t>
            </a:r>
            <a:endParaRPr sz="800">
              <a:latin typeface="Times New Roman"/>
              <a:cs typeface="Times New Roman"/>
            </a:endParaRPr>
          </a:p>
          <a:p>
            <a:pPr marL="320040" marR="88254" indent="-228600">
              <a:lnSpc>
                <a:spcPct val="100041"/>
              </a:lnSpc>
              <a:spcBef>
                <a:spcPts val="1002"/>
              </a:spcBef>
              <a:tabLst>
                <a:tab pos="317500" algn="l"/>
              </a:tabLst>
            </a:pPr>
            <a:r>
              <a:rPr sz="800" spc="4" dirty="0">
                <a:latin typeface="Times New Roman"/>
                <a:cs typeface="Times New Roman"/>
              </a:rPr>
              <a:t>2</a:t>
            </a:r>
            <a:r>
              <a:rPr sz="800" spc="0" dirty="0">
                <a:latin typeface="Times New Roman"/>
                <a:cs typeface="Times New Roman"/>
              </a:rPr>
              <a:t>.</a:t>
            </a:r>
            <a:r>
              <a:rPr sz="800" spc="-139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	</a:t>
            </a:r>
            <a:r>
              <a:rPr sz="800" spc="-5" dirty="0">
                <a:latin typeface="Times New Roman"/>
                <a:cs typeface="Times New Roman"/>
              </a:rPr>
              <a:t>Pa</a:t>
            </a:r>
            <a:r>
              <a:rPr sz="800" spc="0" dirty="0">
                <a:latin typeface="Times New Roman"/>
                <a:cs typeface="Times New Roman"/>
              </a:rPr>
              <a:t>ck</a:t>
            </a:r>
            <a:r>
              <a:rPr sz="800" spc="5" dirty="0">
                <a:latin typeface="Times New Roman"/>
                <a:cs typeface="Times New Roman"/>
              </a:rPr>
              <a:t>e</a:t>
            </a:r>
            <a:r>
              <a:rPr sz="800" spc="0" dirty="0">
                <a:latin typeface="Times New Roman"/>
                <a:cs typeface="Times New Roman"/>
              </a:rPr>
              <a:t>ts</a:t>
            </a:r>
            <a:r>
              <a:rPr sz="800" spc="-31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don</a:t>
            </a:r>
            <a:r>
              <a:rPr sz="800" spc="-4" dirty="0">
                <a:latin typeface="Times New Roman"/>
                <a:cs typeface="Times New Roman"/>
              </a:rPr>
              <a:t>’</a:t>
            </a:r>
            <a:r>
              <a:rPr sz="800" spc="0" dirty="0">
                <a:latin typeface="Times New Roman"/>
                <a:cs typeface="Times New Roman"/>
              </a:rPr>
              <a:t>t </a:t>
            </a:r>
            <a:r>
              <a:rPr sz="800" spc="4" dirty="0">
                <a:latin typeface="Times New Roman"/>
                <a:cs typeface="Times New Roman"/>
              </a:rPr>
              <a:t>be</a:t>
            </a:r>
            <a:r>
              <a:rPr sz="800" spc="-4" dirty="0">
                <a:latin typeface="Times New Roman"/>
                <a:cs typeface="Times New Roman"/>
              </a:rPr>
              <a:t>l</a:t>
            </a:r>
            <a:r>
              <a:rPr sz="800" spc="0" dirty="0">
                <a:latin typeface="Times New Roman"/>
                <a:cs typeface="Times New Roman"/>
              </a:rPr>
              <a:t>ong </a:t>
            </a:r>
            <a:r>
              <a:rPr sz="800" spc="31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to</a:t>
            </a:r>
            <a:r>
              <a:rPr sz="800" spc="99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the </a:t>
            </a:r>
            <a:r>
              <a:rPr sz="800" spc="5" dirty="0">
                <a:latin typeface="Times New Roman"/>
                <a:cs typeface="Times New Roman"/>
              </a:rPr>
              <a:t>segme</a:t>
            </a:r>
            <a:r>
              <a:rPr sz="800" spc="-11" dirty="0">
                <a:latin typeface="Times New Roman"/>
                <a:cs typeface="Times New Roman"/>
              </a:rPr>
              <a:t>n</a:t>
            </a:r>
            <a:r>
              <a:rPr sz="800" spc="0" dirty="0">
                <a:latin typeface="Times New Roman"/>
                <a:cs typeface="Times New Roman"/>
              </a:rPr>
              <a:t>t</a:t>
            </a:r>
            <a:r>
              <a:rPr sz="800" spc="-37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wh</a:t>
            </a:r>
            <a:r>
              <a:rPr sz="800" spc="4" dirty="0">
                <a:latin typeface="Times New Roman"/>
                <a:cs typeface="Times New Roman"/>
              </a:rPr>
              <a:t>er</a:t>
            </a:r>
            <a:r>
              <a:rPr sz="800" spc="0" dirty="0">
                <a:latin typeface="Times New Roman"/>
                <a:cs typeface="Times New Roman"/>
              </a:rPr>
              <a:t>e</a:t>
            </a:r>
            <a:r>
              <a:rPr sz="800" spc="194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we </a:t>
            </a:r>
            <a:r>
              <a:rPr sz="800" spc="5" dirty="0">
                <a:latin typeface="Times New Roman"/>
                <a:cs typeface="Times New Roman"/>
              </a:rPr>
              <a:t>s</a:t>
            </a:r>
            <a:r>
              <a:rPr sz="800" spc="0" dirty="0">
                <a:latin typeface="Times New Roman"/>
                <a:cs typeface="Times New Roman"/>
              </a:rPr>
              <a:t>n</a:t>
            </a:r>
            <a:r>
              <a:rPr sz="800" spc="-5" dirty="0">
                <a:latin typeface="Times New Roman"/>
                <a:cs typeface="Times New Roman"/>
              </a:rPr>
              <a:t>iff</a:t>
            </a:r>
            <a:r>
              <a:rPr sz="800" spc="5" dirty="0">
                <a:latin typeface="Times New Roman"/>
                <a:cs typeface="Times New Roman"/>
              </a:rPr>
              <a:t>e</a:t>
            </a:r>
            <a:r>
              <a:rPr sz="800" spc="0" dirty="0">
                <a:latin typeface="Times New Roman"/>
                <a:cs typeface="Times New Roman"/>
              </a:rPr>
              <a:t>d</a:t>
            </a:r>
            <a:r>
              <a:rPr sz="800" spc="-26" dirty="0">
                <a:latin typeface="Times New Roman"/>
                <a:cs typeface="Times New Roman"/>
              </a:rPr>
              <a:t> </a:t>
            </a:r>
            <a:r>
              <a:rPr sz="800" spc="0" dirty="0">
                <a:latin typeface="Times New Roman"/>
                <a:cs typeface="Times New Roman"/>
              </a:rPr>
              <a:t>t</a:t>
            </a:r>
            <a:r>
              <a:rPr sz="800" spc="4" dirty="0">
                <a:latin typeface="Times New Roman"/>
                <a:cs typeface="Times New Roman"/>
              </a:rPr>
              <a:t>r</a:t>
            </a:r>
            <a:r>
              <a:rPr sz="800" spc="-4" dirty="0">
                <a:latin typeface="Times New Roman"/>
                <a:cs typeface="Times New Roman"/>
              </a:rPr>
              <a:t>affi</a:t>
            </a:r>
            <a:r>
              <a:rPr sz="800" spc="0" dirty="0">
                <a:latin typeface="Times New Roman"/>
                <a:cs typeface="Times New Roman"/>
              </a:rPr>
              <a:t>c</a:t>
            </a:r>
            <a:endParaRPr sz="800">
              <a:latin typeface="Times New Roman"/>
              <a:cs typeface="Times New Roman"/>
            </a:endParaRPr>
          </a:p>
          <a:p>
            <a:pPr marL="320040">
              <a:lnSpc>
                <a:spcPct val="95825"/>
              </a:lnSpc>
              <a:spcBef>
                <a:spcPts val="961"/>
              </a:spcBef>
            </a:pPr>
            <a:r>
              <a:rPr sz="800" spc="0" dirty="0">
                <a:latin typeface="Times New Roman"/>
                <a:cs typeface="Times New Roman"/>
              </a:rPr>
              <a:t>qu</a:t>
            </a:r>
            <a:r>
              <a:rPr sz="800" spc="-4" dirty="0">
                <a:latin typeface="Times New Roman"/>
                <a:cs typeface="Times New Roman"/>
              </a:rPr>
              <a:t>i</a:t>
            </a:r>
            <a:r>
              <a:rPr sz="800" spc="0" dirty="0">
                <a:latin typeface="Times New Roman"/>
                <a:cs typeface="Times New Roman"/>
              </a:rPr>
              <a:t>te</a:t>
            </a:r>
            <a:r>
              <a:rPr sz="800" spc="180" dirty="0">
                <a:latin typeface="Times New Roman"/>
                <a:cs typeface="Times New Roman"/>
              </a:rPr>
              <a:t> </a:t>
            </a:r>
            <a:r>
              <a:rPr sz="800" spc="4" dirty="0">
                <a:latin typeface="Times New Roman"/>
                <a:cs typeface="Times New Roman"/>
              </a:rPr>
              <a:t>sp</a:t>
            </a:r>
            <a:r>
              <a:rPr sz="800" spc="-4" dirty="0">
                <a:latin typeface="Times New Roman"/>
                <a:cs typeface="Times New Roman"/>
              </a:rPr>
              <a:t>a</a:t>
            </a:r>
            <a:r>
              <a:rPr sz="800" spc="4" dirty="0">
                <a:latin typeface="Times New Roman"/>
                <a:cs typeface="Times New Roman"/>
              </a:rPr>
              <a:t>rs</a:t>
            </a:r>
            <a:r>
              <a:rPr sz="800" spc="0" dirty="0">
                <a:latin typeface="Times New Roman"/>
                <a:cs typeface="Times New Roman"/>
              </a:rPr>
              <a:t>e</a:t>
            </a:r>
            <a:endParaRPr sz="800">
              <a:latin typeface="Times New Roman"/>
              <a:cs typeface="Times New Roman"/>
            </a:endParaRPr>
          </a:p>
          <a:p>
            <a:pPr marL="91440">
              <a:lnSpc>
                <a:spcPct val="95825"/>
              </a:lnSpc>
              <a:spcBef>
                <a:spcPts val="1962"/>
              </a:spcBef>
            </a:pPr>
            <a:r>
              <a:rPr sz="800" b="1" u="sng" spc="-4" dirty="0">
                <a:latin typeface="Times New Roman"/>
                <a:cs typeface="Times New Roman"/>
              </a:rPr>
              <a:t>Ther</a:t>
            </a:r>
            <a:r>
              <a:rPr sz="800" b="1" u="sng" spc="0" dirty="0">
                <a:latin typeface="Times New Roman"/>
                <a:cs typeface="Times New Roman"/>
              </a:rPr>
              <a:t>e</a:t>
            </a:r>
            <a:r>
              <a:rPr sz="800" b="1" u="sng" spc="25" dirty="0">
                <a:latin typeface="Times New Roman"/>
                <a:cs typeface="Times New Roman"/>
              </a:rPr>
              <a:t> </a:t>
            </a:r>
            <a:r>
              <a:rPr sz="800" b="1" u="sng" spc="0" dirty="0">
                <a:latin typeface="Times New Roman"/>
                <a:cs typeface="Times New Roman"/>
              </a:rPr>
              <a:t>m</a:t>
            </a:r>
            <a:r>
              <a:rPr sz="800" b="1" u="sng" spc="-5" dirty="0">
                <a:latin typeface="Times New Roman"/>
                <a:cs typeface="Times New Roman"/>
              </a:rPr>
              <a:t>us</a:t>
            </a:r>
            <a:r>
              <a:rPr sz="800" b="1" u="sng" spc="0" dirty="0">
                <a:latin typeface="Times New Roman"/>
                <a:cs typeface="Times New Roman"/>
              </a:rPr>
              <a:t>t</a:t>
            </a:r>
            <a:r>
              <a:rPr sz="800" b="1" u="sng" spc="-19" dirty="0">
                <a:latin typeface="Times New Roman"/>
                <a:cs typeface="Times New Roman"/>
              </a:rPr>
              <a:t> </a:t>
            </a:r>
            <a:r>
              <a:rPr sz="800" b="1" u="sng" spc="0" dirty="0">
                <a:latin typeface="Times New Roman"/>
                <a:cs typeface="Times New Roman"/>
              </a:rPr>
              <a:t>be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9112" y="2340862"/>
            <a:ext cx="4858512" cy="2369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94488">
              <a:lnSpc>
                <a:spcPts val="1051"/>
              </a:lnSpc>
              <a:spcBef>
                <a:spcPts val="2161"/>
              </a:spcBef>
            </a:pPr>
            <a:r>
              <a:rPr sz="1200" spc="0" baseline="7356" dirty="0">
                <a:solidFill>
                  <a:srgbClr val="625D69"/>
                </a:solidFill>
                <a:latin typeface="Courier New"/>
                <a:cs typeface="Courier New"/>
              </a:rPr>
              <a:t>7</a:t>
            </a:r>
            <a:r>
              <a:rPr sz="1200" spc="34" baseline="735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25D69"/>
                </a:solidFill>
                <a:latin typeface="Courier New"/>
                <a:cs typeface="Courier New"/>
              </a:rPr>
              <a:t>5</a:t>
            </a:r>
            <a:r>
              <a:rPr sz="1200" spc="-319" baseline="735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7356" dirty="0">
                <a:solidFill>
                  <a:srgbClr val="625D69"/>
                </a:solidFill>
                <a:latin typeface="Courier New"/>
                <a:cs typeface="Courier New"/>
              </a:rPr>
              <a:t>.</a:t>
            </a:r>
            <a:r>
              <a:rPr sz="1200" spc="-319" baseline="735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77727C"/>
                </a:solidFill>
                <a:latin typeface="Courier New"/>
                <a:cs typeface="Courier New"/>
              </a:rPr>
              <a:t>_</a:t>
            </a:r>
            <a:r>
              <a:rPr sz="1200" spc="96" baseline="7356" dirty="0">
                <a:solidFill>
                  <a:srgbClr val="77727C"/>
                </a:solidFill>
                <a:latin typeface="Courier New"/>
                <a:cs typeface="Courier New"/>
              </a:rPr>
              <a:t> </a:t>
            </a:r>
            <a:r>
              <a:rPr sz="1200" spc="0" baseline="7356" dirty="0">
                <a:solidFill>
                  <a:srgbClr val="625D69"/>
                </a:solidFill>
                <a:latin typeface="Courier New"/>
                <a:cs typeface="Courier New"/>
              </a:rPr>
              <a:t>44</a:t>
            </a:r>
            <a:r>
              <a:rPr sz="1200" spc="0" baseline="7356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7356" dirty="0">
                <a:solidFill>
                  <a:srgbClr val="625D69"/>
                </a:solidFill>
                <a:latin typeface="Courier New"/>
                <a:cs typeface="Courier New"/>
              </a:rPr>
              <a:t>156.190.13                  </a:t>
            </a:r>
            <a:r>
              <a:rPr sz="1200" spc="-34" baseline="735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179.</a:t>
            </a:r>
            <a:r>
              <a:rPr sz="1200" spc="-23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23</a:t>
            </a:r>
            <a:r>
              <a:rPr sz="1200" spc="0" baseline="3678" dirty="0">
                <a:solidFill>
                  <a:srgbClr val="77727C"/>
                </a:solidFill>
                <a:latin typeface="Courier New"/>
                <a:cs typeface="Courier New"/>
              </a:rPr>
              <a:t>7</a:t>
            </a:r>
            <a:r>
              <a:rPr sz="1200" spc="-254" baseline="3678" dirty="0">
                <a:solidFill>
                  <a:srgbClr val="77727C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231D42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15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1.</a:t>
            </a:r>
            <a:r>
              <a:rPr sz="1200" spc="-125" baseline="3678" dirty="0">
                <a:solidFill>
                  <a:srgbClr val="4F465B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                  </a:t>
            </a:r>
            <a:r>
              <a:rPr sz="1200" spc="36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1P</a:t>
            </a:r>
            <a:r>
              <a:rPr sz="900" spc="0" dirty="0">
                <a:solidFill>
                  <a:srgbClr val="77727C"/>
                </a:solidFill>
                <a:latin typeface="Courier New"/>
                <a:cs typeface="Courier New"/>
              </a:rPr>
              <a:t>v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4      </a:t>
            </a:r>
            <a:r>
              <a:rPr sz="900" spc="27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800" spc="263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25D69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  <a:p>
            <a:pPr marL="89938">
              <a:lnSpc>
                <a:spcPts val="1010"/>
              </a:lnSpc>
              <a:spcBef>
                <a:spcPts val="50"/>
              </a:spcBef>
            </a:pPr>
            <a:r>
              <a:rPr sz="1200" spc="0" baseline="11034" dirty="0">
                <a:solidFill>
                  <a:srgbClr val="625D69"/>
                </a:solidFill>
                <a:latin typeface="Courier New"/>
                <a:cs typeface="Courier New"/>
              </a:rPr>
              <a:t>8</a:t>
            </a:r>
            <a:r>
              <a:rPr sz="1200" spc="-4" baseline="11034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11034" dirty="0">
                <a:solidFill>
                  <a:srgbClr val="625D69"/>
                </a:solidFill>
                <a:latin typeface="Courier New"/>
                <a:cs typeface="Courier New"/>
              </a:rPr>
              <a:t>5</a:t>
            </a:r>
            <a:r>
              <a:rPr sz="1200" spc="0" baseline="11034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11034" dirty="0">
                <a:solidFill>
                  <a:srgbClr val="77727C"/>
                </a:solidFill>
                <a:latin typeface="Courier New"/>
                <a:cs typeface="Courier New"/>
              </a:rPr>
              <a:t>_ </a:t>
            </a:r>
            <a:r>
              <a:rPr sz="1200" spc="-239" baseline="11034" dirty="0">
                <a:solidFill>
                  <a:srgbClr val="77727C"/>
                </a:solidFill>
                <a:latin typeface="Courier New"/>
                <a:cs typeface="Courier New"/>
              </a:rPr>
              <a:t> </a:t>
            </a:r>
            <a:r>
              <a:rPr sz="1200" spc="0" baseline="11034" dirty="0">
                <a:solidFill>
                  <a:srgbClr val="625D69"/>
                </a:solidFill>
                <a:latin typeface="Courier New"/>
                <a:cs typeface="Courier New"/>
              </a:rPr>
              <a:t>59</a:t>
            </a:r>
            <a:r>
              <a:rPr sz="1200" spc="0" baseline="11034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11034" dirty="0">
                <a:solidFill>
                  <a:srgbClr val="625D69"/>
                </a:solidFill>
                <a:latin typeface="Courier New"/>
                <a:cs typeface="Courier New"/>
              </a:rPr>
              <a:t>13</a:t>
            </a:r>
            <a:r>
              <a:rPr sz="1200" spc="0" baseline="11034" dirty="0">
                <a:solidFill>
                  <a:srgbClr val="150D2D"/>
                </a:solidFill>
                <a:latin typeface="Courier New"/>
                <a:cs typeface="Courier New"/>
              </a:rPr>
              <a:t>.</a:t>
            </a:r>
            <a:r>
              <a:rPr sz="1200" spc="0" baseline="11034" dirty="0">
                <a:solidFill>
                  <a:srgbClr val="625D69"/>
                </a:solidFill>
                <a:latin typeface="Courier New"/>
                <a:cs typeface="Courier New"/>
              </a:rPr>
              <a:t>56.57                    </a:t>
            </a:r>
            <a:r>
              <a:rPr sz="1200" spc="134" baseline="11034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77727C"/>
                </a:solidFill>
                <a:latin typeface="Courier New"/>
                <a:cs typeface="Courier New"/>
              </a:rPr>
              <a:t>6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9.243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240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42               </a:t>
            </a:r>
            <a:r>
              <a:rPr sz="1200" spc="229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625D69"/>
                </a:solidFill>
                <a:latin typeface="Courier New"/>
                <a:cs typeface="Courier New"/>
              </a:rPr>
              <a:t>1P</a:t>
            </a:r>
            <a:r>
              <a:rPr sz="1350" spc="0" baseline="3269" dirty="0">
                <a:solidFill>
                  <a:srgbClr val="77727C"/>
                </a:solidFill>
                <a:latin typeface="Courier New"/>
                <a:cs typeface="Courier New"/>
              </a:rPr>
              <a:t>v</a:t>
            </a:r>
            <a:r>
              <a:rPr sz="1350" spc="0" baseline="3269" dirty="0">
                <a:solidFill>
                  <a:srgbClr val="625D69"/>
                </a:solidFill>
                <a:latin typeface="Courier New"/>
                <a:cs typeface="Courier New"/>
              </a:rPr>
              <a:t>4      </a:t>
            </a:r>
            <a:r>
              <a:rPr sz="1350" spc="214" baseline="3269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1200" spc="22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050" spc="0" baseline="4141" dirty="0">
                <a:solidFill>
                  <a:srgbClr val="625D69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  <a:p>
            <a:pPr marL="35356">
              <a:lnSpc>
                <a:spcPts val="1118"/>
              </a:lnSpc>
              <a:spcBef>
                <a:spcPts val="5121"/>
              </a:spcBef>
            </a:pP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4</a:t>
            </a:r>
            <a:r>
              <a:rPr sz="1200" spc="1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77727C"/>
                </a:solidFill>
                <a:latin typeface="Courier New"/>
                <a:cs typeface="Courier New"/>
              </a:rPr>
              <a:t>_</a:t>
            </a:r>
            <a:r>
              <a:rPr sz="1200" spc="209" baseline="3678" dirty="0">
                <a:solidFill>
                  <a:srgbClr val="77727C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251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89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14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49                   </a:t>
            </a:r>
            <a:r>
              <a:rPr sz="1200" spc="-50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243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77727C"/>
                </a:solidFill>
                <a:latin typeface="Courier New"/>
                <a:cs typeface="Courier New"/>
              </a:rPr>
              <a:t>3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</a:t>
            </a:r>
            <a:r>
              <a:rPr sz="1200" spc="0" baseline="3678" dirty="0">
                <a:solidFill>
                  <a:srgbClr val="150D2D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72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83                </a:t>
            </a:r>
            <a:r>
              <a:rPr sz="1200" spc="8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1</a:t>
            </a:r>
            <a:r>
              <a:rPr sz="900" spc="0" dirty="0">
                <a:solidFill>
                  <a:srgbClr val="77727C"/>
                </a:solidFill>
                <a:latin typeface="Courier New"/>
                <a:cs typeface="Courier New"/>
              </a:rPr>
              <a:t>Pv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4      </a:t>
            </a:r>
            <a:r>
              <a:rPr sz="900" spc="367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800" spc="301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  <a:p>
            <a:pPr marL="35355">
              <a:lnSpc>
                <a:spcPts val="1029"/>
              </a:lnSpc>
              <a:spcBef>
                <a:spcPts val="1022"/>
              </a:spcBef>
            </a:pP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6</a:t>
            </a:r>
            <a:r>
              <a:rPr sz="1200" spc="100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</a:t>
            </a:r>
            <a:r>
              <a:rPr sz="1200" spc="0" baseline="3678" dirty="0">
                <a:solidFill>
                  <a:srgbClr val="382B42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_.</a:t>
            </a:r>
            <a:r>
              <a:rPr sz="1200" spc="20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67</a:t>
            </a:r>
            <a:r>
              <a:rPr sz="1200" spc="0" baseline="3678" dirty="0">
                <a:solidFill>
                  <a:srgbClr val="382B42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70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73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06                    </a:t>
            </a:r>
            <a:r>
              <a:rPr sz="1200" spc="-19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96.63.103</a:t>
            </a:r>
            <a:r>
              <a:rPr sz="800" spc="0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53                </a:t>
            </a:r>
            <a:r>
              <a:rPr sz="800" spc="-114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1Pv4      </a:t>
            </a:r>
            <a:r>
              <a:rPr sz="900" spc="152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800" spc="225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625D69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  <a:p>
            <a:pPr marL="35351">
              <a:lnSpc>
                <a:spcPts val="1072"/>
              </a:lnSpc>
              <a:spcBef>
                <a:spcPts val="2046"/>
              </a:spcBef>
            </a:pP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19</a:t>
            </a:r>
            <a:r>
              <a:rPr sz="1200" spc="160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  </a:t>
            </a:r>
            <a:r>
              <a:rPr sz="1200" spc="179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3F3B62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00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155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50</a:t>
            </a:r>
            <a:r>
              <a:rPr sz="1200" spc="0" baseline="3678" dirty="0">
                <a:solidFill>
                  <a:srgbClr val="3F3B62"/>
                </a:solidFill>
                <a:latin typeface="Courier New"/>
                <a:cs typeface="Courier New"/>
              </a:rPr>
              <a:t>.1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4                  </a:t>
            </a:r>
            <a:r>
              <a:rPr sz="1200" spc="89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19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1.</a:t>
            </a:r>
            <a:r>
              <a:rPr sz="1200" spc="-244" baseline="3678" dirty="0">
                <a:solidFill>
                  <a:srgbClr val="4F465B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0.</a:t>
            </a:r>
            <a:r>
              <a:rPr sz="1200" spc="-254" baseline="3678" dirty="0">
                <a:solidFill>
                  <a:srgbClr val="4F465B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228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-139" baseline="3678" dirty="0">
                <a:solidFill>
                  <a:srgbClr val="4F465B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                   </a:t>
            </a:r>
            <a:r>
              <a:rPr sz="1200" spc="254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350" spc="0" baseline="3269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350" spc="0" baseline="3269" dirty="0">
                <a:solidFill>
                  <a:srgbClr val="625D69"/>
                </a:solidFill>
                <a:latin typeface="Courier New"/>
                <a:cs typeface="Courier New"/>
              </a:rPr>
              <a:t>P</a:t>
            </a:r>
            <a:r>
              <a:rPr sz="1350" spc="0" baseline="3269" dirty="0">
                <a:solidFill>
                  <a:srgbClr val="77727C"/>
                </a:solidFill>
                <a:latin typeface="Courier New"/>
                <a:cs typeface="Courier New"/>
              </a:rPr>
              <a:t>v</a:t>
            </a:r>
            <a:r>
              <a:rPr sz="1350" spc="0" baseline="3269" dirty="0">
                <a:solidFill>
                  <a:srgbClr val="625D69"/>
                </a:solidFill>
                <a:latin typeface="Courier New"/>
                <a:cs typeface="Courier New"/>
              </a:rPr>
              <a:t>4      </a:t>
            </a:r>
            <a:r>
              <a:rPr sz="1350" spc="392" baseline="3269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800" spc="33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  <a:p>
            <a:pPr marL="35351">
              <a:lnSpc>
                <a:spcPts val="1029"/>
              </a:lnSpc>
              <a:spcBef>
                <a:spcPts val="10"/>
              </a:spcBef>
            </a:pP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20</a:t>
            </a:r>
            <a:r>
              <a:rPr sz="1200" spc="146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  </a:t>
            </a:r>
            <a:r>
              <a:rPr sz="1200" spc="159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58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.11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1.8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4.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82                          </a:t>
            </a:r>
            <a:r>
              <a:rPr sz="1200" spc="111" baseline="3678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58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25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.1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77</a:t>
            </a:r>
            <a:r>
              <a:rPr sz="1200" spc="0" baseline="3678" dirty="0">
                <a:solidFill>
                  <a:srgbClr val="382B42"/>
                </a:solidFill>
                <a:latin typeface="Courier New"/>
                <a:cs typeface="Courier New"/>
              </a:rPr>
              <a:t>.</a:t>
            </a:r>
            <a:r>
              <a:rPr sz="1200" spc="0" baseline="3678" dirty="0">
                <a:solidFill>
                  <a:srgbClr val="625D69"/>
                </a:solidFill>
                <a:latin typeface="Courier New"/>
                <a:cs typeface="Courier New"/>
              </a:rPr>
              <a:t>6</a:t>
            </a:r>
            <a:r>
              <a:rPr sz="1200" spc="0" baseline="3678" dirty="0">
                <a:solidFill>
                  <a:srgbClr val="4F465B"/>
                </a:solidFill>
                <a:latin typeface="Courier New"/>
                <a:cs typeface="Courier New"/>
              </a:rPr>
              <a:t>2                 </a:t>
            </a:r>
            <a:r>
              <a:rPr sz="1200" spc="-84" baseline="3678" dirty="0">
                <a:solidFill>
                  <a:srgbClr val="4F465B"/>
                </a:solidFill>
                <a:latin typeface="Courier New"/>
                <a:cs typeface="Courier New"/>
              </a:rPr>
              <a:t> </a:t>
            </a:r>
            <a:r>
              <a:rPr sz="900" spc="0" dirty="0">
                <a:solidFill>
                  <a:srgbClr val="4F465B"/>
                </a:solidFill>
                <a:latin typeface="Courier New"/>
                <a:cs typeface="Courier New"/>
              </a:rPr>
              <a:t>1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P</a:t>
            </a:r>
            <a:r>
              <a:rPr sz="900" spc="0" dirty="0">
                <a:solidFill>
                  <a:srgbClr val="77727C"/>
                </a:solidFill>
                <a:latin typeface="Courier New"/>
                <a:cs typeface="Courier New"/>
              </a:rPr>
              <a:t>v</a:t>
            </a:r>
            <a:r>
              <a:rPr sz="900" spc="0" dirty="0">
                <a:solidFill>
                  <a:srgbClr val="625D69"/>
                </a:solidFill>
                <a:latin typeface="Courier New"/>
                <a:cs typeface="Courier New"/>
              </a:rPr>
              <a:t>4      </a:t>
            </a:r>
            <a:r>
              <a:rPr sz="900" spc="216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800" spc="0" dirty="0">
                <a:solidFill>
                  <a:srgbClr val="625D69"/>
                </a:solidFill>
                <a:latin typeface="Courier New"/>
                <a:cs typeface="Courier New"/>
              </a:rPr>
              <a:t>60     </a:t>
            </a:r>
            <a:r>
              <a:rPr sz="800" spc="263" dirty="0">
                <a:solidFill>
                  <a:srgbClr val="625D69"/>
                </a:solidFill>
                <a:latin typeface="Courier New"/>
                <a:cs typeface="Courier New"/>
              </a:rPr>
              <a:t> </a:t>
            </a:r>
            <a:r>
              <a:rPr sz="700" spc="0" dirty="0">
                <a:solidFill>
                  <a:srgbClr val="4F465B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48700" y="2057400"/>
            <a:ext cx="542289" cy="17906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46990">
              <a:lnSpc>
                <a:spcPts val="1000"/>
              </a:lnSpc>
            </a:pPr>
            <a:endParaRPr sz="1000"/>
          </a:p>
          <a:p>
            <a:pPr marL="114300">
              <a:lnSpc>
                <a:spcPct val="100000"/>
              </a:lnSpc>
              <a:spcBef>
                <a:spcPts val="6480"/>
              </a:spcBef>
              <a:tabLst>
                <a:tab pos="482600" algn="l"/>
              </a:tabLst>
            </a:pPr>
            <a:r>
              <a:rPr sz="1800" spc="-114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1800" spc="0" dirty="0">
                <a:solidFill>
                  <a:srgbClr val="898989"/>
                </a:solidFill>
                <a:latin typeface="Arial"/>
                <a:cs typeface="Arial"/>
              </a:rPr>
              <a:t>ii 	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2734" y="3148585"/>
            <a:ext cx="7891272" cy="702562"/>
          </a:xfrm>
          <a:custGeom>
            <a:avLst/>
            <a:gdLst/>
            <a:ahLst/>
            <a:cxnLst/>
            <a:rect l="l" t="t" r="r" b="b"/>
            <a:pathLst>
              <a:path w="7891272" h="702562">
                <a:moveTo>
                  <a:pt x="0" y="702562"/>
                </a:moveTo>
                <a:lnTo>
                  <a:pt x="7891272" y="702562"/>
                </a:lnTo>
                <a:lnTo>
                  <a:pt x="7891272" y="0"/>
                </a:lnTo>
                <a:lnTo>
                  <a:pt x="0" y="0"/>
                </a:lnTo>
                <a:lnTo>
                  <a:pt x="0" y="70256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21476" y="2630423"/>
            <a:ext cx="935101" cy="520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58800" y="355600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12700">
            <a:solidFill>
              <a:srgbClr val="BAC1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58800" y="355600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12700">
            <a:solidFill>
              <a:srgbClr val="BAC1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0" y="-12700"/>
            <a:ext cx="9136126" cy="1092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07425" y="2608198"/>
            <a:ext cx="434974" cy="2493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10600" y="2057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4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36000" y="2044700"/>
            <a:ext cx="0" cy="939800"/>
          </a:xfrm>
          <a:custGeom>
            <a:avLst/>
            <a:gdLst/>
            <a:ahLst/>
            <a:cxnLst/>
            <a:rect l="l" t="t" r="r" b="b"/>
            <a:pathLst>
              <a:path h="939800">
                <a:moveTo>
                  <a:pt x="0" y="9398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21476" y="3901947"/>
            <a:ext cx="457199" cy="778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623300" y="30480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900"/>
                </a:moveTo>
                <a:lnTo>
                  <a:pt x="0" y="0"/>
                </a:lnTo>
              </a:path>
            </a:pathLst>
          </a:custGeom>
          <a:ln w="12700">
            <a:solidFill>
              <a:srgbClr val="8985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23300" y="30480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900"/>
                </a:moveTo>
                <a:lnTo>
                  <a:pt x="0" y="0"/>
                </a:lnTo>
              </a:path>
            </a:pathLst>
          </a:custGeom>
          <a:ln w="12700">
            <a:solidFill>
              <a:srgbClr val="8985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23300" y="3136900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ln w="12700">
            <a:solidFill>
              <a:srgbClr val="8985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23300" y="3136900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ln w="12700">
            <a:solidFill>
              <a:srgbClr val="8985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23300" y="3289300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23300" y="3289300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23300" y="3429000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23300" y="3429000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23300" y="3556000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23300" y="3556000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23300" y="3695700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23300" y="3695700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10600" y="3835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4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10666" y="1336989"/>
            <a:ext cx="7990153" cy="5847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176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Let’s</a:t>
            </a:r>
            <a:r>
              <a:rPr sz="2000" spc="1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make </a:t>
            </a:r>
            <a:r>
              <a:rPr sz="2000" spc="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sure </a:t>
            </a:r>
            <a:r>
              <a:rPr sz="2000" spc="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000" spc="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z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1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spc="2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sta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ical</a:t>
            </a:r>
            <a:r>
              <a:rPr sz="2000" spc="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ysis.</a:t>
            </a:r>
            <a:r>
              <a:rPr sz="2000" spc="-1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st,</a:t>
            </a:r>
            <a:r>
              <a:rPr sz="2000" spc="1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download</a:t>
            </a:r>
            <a:r>
              <a:rPr sz="2000" spc="-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inst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ll</a:t>
            </a:r>
            <a:r>
              <a:rPr sz="2000" spc="4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1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1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480" dirty="0">
                <a:solidFill>
                  <a:srgbClr val="4965AC"/>
                </a:solidFill>
                <a:latin typeface="Times New Roman"/>
                <a:cs typeface="Times New Roman"/>
              </a:rPr>
              <a:t> </a:t>
            </a:r>
            <a:r>
              <a:rPr sz="2000" u="heavy" spc="0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Co</a:t>
            </a:r>
            <a:r>
              <a:rPr sz="2000" u="heavy" spc="5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l</a:t>
            </a:r>
            <a:r>
              <a:rPr sz="2000" u="heavy" spc="0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asoft’s</a:t>
            </a:r>
            <a:r>
              <a:rPr sz="2000" u="heavy" spc="-175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 </a:t>
            </a:r>
            <a:r>
              <a:rPr sz="2000" u="heavy" spc="0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Ca</a:t>
            </a:r>
            <a:r>
              <a:rPr sz="2000" u="heavy" spc="5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sz="2000" u="heavy" spc="0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s</a:t>
            </a:r>
            <a:r>
              <a:rPr sz="2000" u="heavy" spc="10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sz="2000" spc="1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Now</a:t>
            </a:r>
            <a:r>
              <a:rPr sz="200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open </a:t>
            </a:r>
            <a:r>
              <a:rPr sz="2000" spc="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Capsa</a:t>
            </a:r>
            <a:r>
              <a:rPr sz="2000" spc="-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nav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ga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-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667" y="1946350"/>
            <a:ext cx="7737859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Rep</a:t>
            </a:r>
            <a:r>
              <a:rPr sz="20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ay</a:t>
            </a:r>
            <a:r>
              <a:rPr sz="2000" b="1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2000" spc="4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From</a:t>
            </a:r>
            <a:r>
              <a:rPr sz="2000" spc="3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000" spc="-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add</a:t>
            </a:r>
            <a:r>
              <a:rPr sz="2000" spc="4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mac_flo</a:t>
            </a:r>
            <a:r>
              <a:rPr sz="2000" i="1" spc="-1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i="1" spc="-1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pca</a:t>
            </a:r>
            <a:r>
              <a:rPr sz="20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i="1" spc="-16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g,</a:t>
            </a:r>
            <a:r>
              <a:rPr sz="2000" i="1" spc="-2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se</a:t>
            </a:r>
            <a:r>
              <a:rPr sz="2000" spc="4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0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ll</a:t>
            </a:r>
            <a:r>
              <a:rPr sz="2000" b="1" spc="-1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lysis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0671" y="2251650"/>
            <a:ext cx="6162052" cy="584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Start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2000" i="1" spc="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Once</a:t>
            </a:r>
            <a:r>
              <a:rPr sz="2000" spc="3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ysis</a:t>
            </a:r>
            <a:r>
              <a:rPr sz="2000" spc="-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7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do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, navi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-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2" marR="38176">
              <a:lnSpc>
                <a:spcPct val="95825"/>
              </a:lnSpc>
            </a:pP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spc="1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ll</a:t>
            </a:r>
            <a:r>
              <a:rPr sz="2000" spc="-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find</a:t>
            </a:r>
            <a:r>
              <a:rPr sz="2000" spc="1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below</a:t>
            </a:r>
            <a:r>
              <a:rPr sz="2000" spc="3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info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mat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-1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73145" y="2251650"/>
            <a:ext cx="1636746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Sum</a:t>
            </a:r>
            <a:r>
              <a:rPr sz="20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b="1" spc="1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95550" y="2949781"/>
            <a:ext cx="23495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spc="0" dirty="0">
                <a:solidFill>
                  <a:srgbClr val="89858C"/>
                </a:solidFill>
                <a:latin typeface="Times New Roman"/>
                <a:cs typeface="Times New Roman"/>
              </a:rPr>
              <a:t>.,,,,.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50300" y="3027046"/>
            <a:ext cx="438784" cy="241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9"/>
              </a:lnSpc>
              <a:tabLst>
                <a:tab pos="381000" algn="l"/>
              </a:tabLst>
            </a:pPr>
            <a:r>
              <a:rPr sz="1700" spc="-114" dirty="0">
                <a:solidFill>
                  <a:srgbClr val="89858C"/>
                </a:solidFill>
                <a:latin typeface="Arial"/>
                <a:cs typeface="Arial"/>
              </a:rPr>
              <a:t> </a:t>
            </a:r>
            <a:r>
              <a:rPr sz="1700" spc="0" dirty="0">
                <a:solidFill>
                  <a:srgbClr val="89858C"/>
                </a:solidFill>
                <a:latin typeface="Arial"/>
                <a:cs typeface="Arial"/>
              </a:rPr>
              <a:t>a 	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3237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91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436" y="4880594"/>
            <a:ext cx="3551803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05"/>
              </a:lnSpc>
              <a:spcBef>
                <a:spcPts val="50"/>
              </a:spcBef>
            </a:pP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</a:rPr>
              <a:t>tt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</a:rPr>
              <a:t>ps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://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www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.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ola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of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t.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om/do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wn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load/p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duc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ts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/do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wn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load_cap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.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p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h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p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2734" y="3148585"/>
            <a:ext cx="7891272" cy="7025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4477">
              <a:lnSpc>
                <a:spcPts val="1120"/>
              </a:lnSpc>
              <a:spcBef>
                <a:spcPts val="55"/>
              </a:spcBef>
            </a:pPr>
            <a:r>
              <a:rPr sz="1000" spc="0" dirty="0">
                <a:solidFill>
                  <a:srgbClr val="9C9EA0"/>
                </a:solidFill>
                <a:latin typeface="Times New Roman"/>
                <a:cs typeface="Times New Roman"/>
              </a:rPr>
              <a:t>$ </a:t>
            </a:r>
            <a:r>
              <a:rPr sz="1000" spc="69" dirty="0">
                <a:solidFill>
                  <a:srgbClr val="9C9EA0"/>
                </a:solidFill>
                <a:latin typeface="Times New Roman"/>
                <a:cs typeface="Times New Roman"/>
              </a:rPr>
              <a:t> </a:t>
            </a:r>
            <a:r>
              <a:rPr sz="1050" spc="0" baseline="8282" dirty="0">
                <a:solidFill>
                  <a:srgbClr val="796E7B"/>
                </a:solidFill>
                <a:latin typeface="Times New Roman"/>
                <a:cs typeface="Times New Roman"/>
              </a:rPr>
              <a:t>Addres</a:t>
            </a:r>
            <a:r>
              <a:rPr sz="1050" spc="0" baseline="8282" dirty="0">
                <a:solidFill>
                  <a:srgbClr val="89858C"/>
                </a:solidFill>
                <a:latin typeface="Times New Roman"/>
                <a:cs typeface="Times New Roman"/>
              </a:rPr>
              <a:t>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1050" spc="30" baseline="8282" dirty="0">
                <a:solidFill>
                  <a:srgbClr val="89858C"/>
                </a:solidFill>
                <a:latin typeface="Times New Roman"/>
                <a:cs typeface="Times New Roman"/>
              </a:rPr>
              <a:t> </a:t>
            </a:r>
            <a:r>
              <a:rPr sz="1050" spc="0" baseline="8282" dirty="0">
                <a:solidFill>
                  <a:srgbClr val="89858C"/>
                </a:solidFill>
                <a:latin typeface="Times New Roman"/>
                <a:cs typeface="Times New Roman"/>
              </a:rPr>
              <a:t>C</a:t>
            </a:r>
            <a:r>
              <a:rPr sz="1050" spc="0" baseline="8282" dirty="0">
                <a:solidFill>
                  <a:srgbClr val="796E7B"/>
                </a:solidFill>
                <a:latin typeface="Times New Roman"/>
                <a:cs typeface="Times New Roman"/>
              </a:rPr>
              <a:t>o</a:t>
            </a:r>
            <a:r>
              <a:rPr sz="1050" spc="0" baseline="8282" dirty="0">
                <a:solidFill>
                  <a:srgbClr val="754F64"/>
                </a:solidFill>
                <a:latin typeface="Times New Roman"/>
                <a:cs typeface="Times New Roman"/>
              </a:rPr>
              <a:t>u</a:t>
            </a:r>
            <a:r>
              <a:rPr sz="1050" spc="0" baseline="8282" dirty="0">
                <a:solidFill>
                  <a:srgbClr val="59425B"/>
                </a:solidFill>
                <a:latin typeface="Times New Roman"/>
                <a:cs typeface="Times New Roman"/>
              </a:rPr>
              <a:t>n</a:t>
            </a:r>
            <a:r>
              <a:rPr sz="1050" spc="0" baseline="8282" dirty="0">
                <a:solidFill>
                  <a:srgbClr val="625D6B"/>
                </a:solidFill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  <a:p>
            <a:pPr marL="298796">
              <a:lnSpc>
                <a:spcPct val="95825"/>
              </a:lnSpc>
            </a:pPr>
            <a:r>
              <a:rPr sz="700" dirty="0">
                <a:solidFill>
                  <a:srgbClr val="796E7B"/>
                </a:solidFill>
                <a:latin typeface="Times New Roman"/>
                <a:cs typeface="Times New Roman"/>
              </a:rPr>
              <a:t>MA</a:t>
            </a:r>
            <a:r>
              <a:rPr sz="700" dirty="0">
                <a:solidFill>
                  <a:srgbClr val="89858C"/>
                </a:solidFill>
                <a:latin typeface="Times New Roman"/>
                <a:cs typeface="Times New Roman"/>
              </a:rPr>
              <a:t>C</a:t>
            </a:r>
            <a:r>
              <a:rPr sz="700" spc="-94" dirty="0">
                <a:solidFill>
                  <a:srgbClr val="89858C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A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dd</a:t>
            </a:r>
            <a:r>
              <a:rPr sz="700" spc="0" dirty="0">
                <a:solidFill>
                  <a:srgbClr val="5B284B"/>
                </a:solidFill>
                <a:latin typeface="Times New Roman"/>
                <a:cs typeface="Times New Roman"/>
              </a:rPr>
              <a:t>r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e</a:t>
            </a:r>
            <a:r>
              <a:rPr sz="700" spc="0" dirty="0">
                <a:solidFill>
                  <a:srgbClr val="625D6B"/>
                </a:solidFill>
                <a:latin typeface="Times New Roman"/>
                <a:cs typeface="Times New Roman"/>
              </a:rPr>
              <a:t>ss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spc="89" dirty="0">
                <a:solidFill>
                  <a:srgbClr val="625D6B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89858C"/>
                </a:solidFill>
                <a:latin typeface="Times New Roman"/>
                <a:cs typeface="Times New Roman"/>
              </a:rPr>
              <a:t>6</a:t>
            </a:r>
            <a:r>
              <a:rPr sz="800" spc="0" dirty="0">
                <a:solidFill>
                  <a:srgbClr val="796E7B"/>
                </a:solidFill>
                <a:latin typeface="Times New Roman"/>
                <a:cs typeface="Times New Roman"/>
              </a:rPr>
              <a:t>33,</a:t>
            </a:r>
            <a:r>
              <a:rPr sz="800" spc="0" dirty="0">
                <a:solidFill>
                  <a:srgbClr val="625D6B"/>
                </a:solidFill>
                <a:latin typeface="Times New Roman"/>
                <a:cs typeface="Times New Roman"/>
              </a:rPr>
              <a:t>426</a:t>
            </a:r>
            <a:endParaRPr sz="800">
              <a:latin typeface="Times New Roman"/>
              <a:cs typeface="Times New Roman"/>
            </a:endParaRPr>
          </a:p>
          <a:p>
            <a:pPr marL="298796">
              <a:lnSpc>
                <a:spcPct val="95825"/>
              </a:lnSpc>
              <a:spcBef>
                <a:spcPts val="145"/>
              </a:spcBef>
            </a:pPr>
            <a:r>
              <a:rPr sz="700" spc="0" dirty="0">
                <a:solidFill>
                  <a:srgbClr val="89858C"/>
                </a:solidFill>
                <a:latin typeface="Times New Roman"/>
                <a:cs typeface="Times New Roman"/>
              </a:rPr>
              <a:t>I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P</a:t>
            </a:r>
            <a:r>
              <a:rPr sz="700" spc="82" dirty="0">
                <a:solidFill>
                  <a:srgbClr val="796E7B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Ad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dr</a:t>
            </a:r>
            <a:r>
              <a:rPr sz="700" spc="0" dirty="0">
                <a:solidFill>
                  <a:srgbClr val="31334F"/>
                </a:solidFill>
                <a:latin typeface="Times New Roman"/>
                <a:cs typeface="Times New Roman"/>
              </a:rPr>
              <a:t>e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ss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spc="166" dirty="0">
                <a:solidFill>
                  <a:srgbClr val="59425B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796E7B"/>
                </a:solidFill>
                <a:latin typeface="Times New Roman"/>
                <a:cs typeface="Times New Roman"/>
              </a:rPr>
              <a:t>6</a:t>
            </a:r>
            <a:r>
              <a:rPr sz="800" spc="0" dirty="0">
                <a:solidFill>
                  <a:srgbClr val="625D6B"/>
                </a:solidFill>
                <a:latin typeface="Times New Roman"/>
                <a:cs typeface="Times New Roman"/>
              </a:rPr>
              <a:t>3</a:t>
            </a:r>
            <a:r>
              <a:rPr sz="800" spc="0" dirty="0">
                <a:solidFill>
                  <a:srgbClr val="59425B"/>
                </a:solidFill>
                <a:latin typeface="Times New Roman"/>
                <a:cs typeface="Times New Roman"/>
              </a:rPr>
              <a:t>3</a:t>
            </a:r>
            <a:r>
              <a:rPr sz="800" spc="0" dirty="0">
                <a:solidFill>
                  <a:srgbClr val="757799"/>
                </a:solidFill>
                <a:latin typeface="Times New Roman"/>
                <a:cs typeface="Times New Roman"/>
              </a:rPr>
              <a:t>,</a:t>
            </a:r>
            <a:r>
              <a:rPr sz="800" spc="0" dirty="0">
                <a:solidFill>
                  <a:srgbClr val="59425B"/>
                </a:solidFill>
                <a:latin typeface="Times New Roman"/>
                <a:cs typeface="Times New Roman"/>
              </a:rPr>
              <a:t>424</a:t>
            </a:r>
            <a:endParaRPr sz="800">
              <a:latin typeface="Times New Roman"/>
              <a:cs typeface="Times New Roman"/>
            </a:endParaRPr>
          </a:p>
          <a:p>
            <a:pPr marL="298790">
              <a:lnSpc>
                <a:spcPct val="95825"/>
              </a:lnSpc>
              <a:spcBef>
                <a:spcPts val="204"/>
              </a:spcBef>
            </a:pPr>
            <a:r>
              <a:rPr sz="700" dirty="0">
                <a:solidFill>
                  <a:srgbClr val="796E7B"/>
                </a:solidFill>
                <a:latin typeface="Times New Roman"/>
                <a:cs typeface="Times New Roman"/>
              </a:rPr>
              <a:t>loc</a:t>
            </a:r>
            <a:r>
              <a:rPr sz="700" dirty="0">
                <a:solidFill>
                  <a:srgbClr val="625D6B"/>
                </a:solidFill>
                <a:latin typeface="Times New Roman"/>
                <a:cs typeface="Times New Roman"/>
              </a:rPr>
              <a:t>a</a:t>
            </a:r>
            <a:r>
              <a:rPr sz="700" dirty="0">
                <a:solidFill>
                  <a:srgbClr val="796E7B"/>
                </a:solidFill>
                <a:latin typeface="Times New Roman"/>
                <a:cs typeface="Times New Roman"/>
              </a:rPr>
              <a:t>l </a:t>
            </a:r>
            <a:r>
              <a:rPr sz="700" spc="-79" dirty="0">
                <a:solidFill>
                  <a:srgbClr val="796E7B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94B89"/>
                </a:solidFill>
                <a:latin typeface="Times New Roman"/>
                <a:cs typeface="Times New Roman"/>
              </a:rPr>
              <a:t>I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P</a:t>
            </a:r>
            <a:r>
              <a:rPr sz="700" spc="50" dirty="0">
                <a:solidFill>
                  <a:srgbClr val="59425B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625D6B"/>
                </a:solidFill>
                <a:latin typeface="Times New Roman"/>
                <a:cs typeface="Times New Roman"/>
              </a:rPr>
              <a:t>A</a:t>
            </a:r>
            <a:r>
              <a:rPr sz="700" spc="0" dirty="0">
                <a:solidFill>
                  <a:srgbClr val="5B284B"/>
                </a:solidFill>
                <a:latin typeface="Times New Roman"/>
                <a:cs typeface="Times New Roman"/>
              </a:rPr>
              <a:t>d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dre</a:t>
            </a:r>
            <a:r>
              <a:rPr sz="700" spc="0" dirty="0">
                <a:solidFill>
                  <a:srgbClr val="625D6B"/>
                </a:solidFill>
                <a:latin typeface="Times New Roman"/>
                <a:cs typeface="Times New Roman"/>
              </a:rPr>
              <a:t>s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spc="161" dirty="0">
                <a:solidFill>
                  <a:srgbClr val="796E7B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796E7B"/>
                </a:solidFill>
                <a:latin typeface="Times New Roman"/>
                <a:cs typeface="Times New Roman"/>
              </a:rPr>
              <a:t>4</a:t>
            </a:r>
            <a:r>
              <a:rPr sz="800" spc="0" dirty="0">
                <a:solidFill>
                  <a:srgbClr val="625D6B"/>
                </a:solidFill>
                <a:latin typeface="Times New Roman"/>
                <a:cs typeface="Times New Roman"/>
              </a:rPr>
              <a:t>2</a:t>
            </a:r>
            <a:r>
              <a:rPr sz="800" spc="0" dirty="0">
                <a:solidFill>
                  <a:srgbClr val="757799"/>
                </a:solidFill>
                <a:latin typeface="Times New Roman"/>
                <a:cs typeface="Times New Roman"/>
              </a:rPr>
              <a:t>,</a:t>
            </a:r>
            <a:r>
              <a:rPr sz="800" spc="0" dirty="0">
                <a:solidFill>
                  <a:srgbClr val="622167"/>
                </a:solidFill>
                <a:latin typeface="Times New Roman"/>
                <a:cs typeface="Times New Roman"/>
              </a:rPr>
              <a:t>1</a:t>
            </a:r>
            <a:r>
              <a:rPr sz="800" spc="0" dirty="0">
                <a:solidFill>
                  <a:srgbClr val="625D6B"/>
                </a:solidFill>
                <a:latin typeface="Times New Roman"/>
                <a:cs typeface="Times New Roman"/>
              </a:rPr>
              <a:t>9</a:t>
            </a:r>
            <a:r>
              <a:rPr sz="800" spc="0" dirty="0">
                <a:solidFill>
                  <a:srgbClr val="622167"/>
                </a:solidFill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  <a:p>
            <a:pPr marL="298790">
              <a:lnSpc>
                <a:spcPct val="95825"/>
              </a:lnSpc>
              <a:spcBef>
                <a:spcPts val="145"/>
              </a:spcBef>
            </a:pP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Remo</a:t>
            </a:r>
            <a:r>
              <a:rPr sz="700" spc="0" dirty="0">
                <a:solidFill>
                  <a:srgbClr val="625D6B"/>
                </a:solidFill>
                <a:latin typeface="Times New Roman"/>
                <a:cs typeface="Times New Roman"/>
              </a:rPr>
              <a:t>t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e </a:t>
            </a:r>
            <a:r>
              <a:rPr sz="700" spc="6" dirty="0">
                <a:solidFill>
                  <a:srgbClr val="796E7B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5287E"/>
                </a:solidFill>
                <a:latin typeface="Times New Roman"/>
                <a:cs typeface="Times New Roman"/>
              </a:rPr>
              <a:t>I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P </a:t>
            </a:r>
            <a:r>
              <a:rPr sz="700" spc="-69" dirty="0">
                <a:solidFill>
                  <a:srgbClr val="59425B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A</a:t>
            </a:r>
            <a:r>
              <a:rPr sz="700" spc="0" dirty="0">
                <a:solidFill>
                  <a:srgbClr val="754F64"/>
                </a:solidFill>
                <a:latin typeface="Times New Roman"/>
                <a:cs typeface="Times New Roman"/>
              </a:rPr>
              <a:t>d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dres</a:t>
            </a:r>
            <a:r>
              <a:rPr sz="700" spc="0" dirty="0">
                <a:solidFill>
                  <a:srgbClr val="89858C"/>
                </a:solidFill>
                <a:latin typeface="Times New Roman"/>
                <a:cs typeface="Times New Roman"/>
              </a:rPr>
              <a:t>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spc="145" dirty="0">
                <a:solidFill>
                  <a:srgbClr val="89858C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796E7B"/>
                </a:solidFill>
                <a:latin typeface="Times New Roman"/>
                <a:cs typeface="Times New Roman"/>
              </a:rPr>
              <a:t>S</a:t>
            </a:r>
            <a:r>
              <a:rPr sz="800" spc="0" dirty="0">
                <a:solidFill>
                  <a:srgbClr val="89858C"/>
                </a:solidFill>
                <a:latin typeface="Times New Roman"/>
                <a:cs typeface="Times New Roman"/>
              </a:rPr>
              <a:t>9</a:t>
            </a:r>
            <a:r>
              <a:rPr sz="800" spc="0" dirty="0">
                <a:solidFill>
                  <a:srgbClr val="794B89"/>
                </a:solidFill>
                <a:latin typeface="Times New Roman"/>
                <a:cs typeface="Times New Roman"/>
              </a:rPr>
              <a:t>1</a:t>
            </a:r>
            <a:r>
              <a:rPr sz="800" spc="0" dirty="0">
                <a:solidFill>
                  <a:srgbClr val="89858C"/>
                </a:solidFill>
                <a:latin typeface="Times New Roman"/>
                <a:cs typeface="Times New Roman"/>
              </a:rPr>
              <a:t>,</a:t>
            </a:r>
            <a:r>
              <a:rPr sz="800" spc="0" dirty="0">
                <a:solidFill>
                  <a:srgbClr val="796E7B"/>
                </a:solidFill>
                <a:latin typeface="Times New Roman"/>
                <a:cs typeface="Times New Roman"/>
              </a:rPr>
              <a:t>233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6000" y="2057400"/>
            <a:ext cx="507999" cy="927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299706" y="1716277"/>
            <a:ext cx="6032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2734" y="3148585"/>
            <a:ext cx="7891272" cy="702562"/>
          </a:xfrm>
          <a:custGeom>
            <a:avLst/>
            <a:gdLst/>
            <a:ahLst/>
            <a:cxnLst/>
            <a:rect l="l" t="t" r="r" b="b"/>
            <a:pathLst>
              <a:path w="7891272" h="702562">
                <a:moveTo>
                  <a:pt x="0" y="702562"/>
                </a:moveTo>
                <a:lnTo>
                  <a:pt x="7891272" y="702562"/>
                </a:lnTo>
                <a:lnTo>
                  <a:pt x="7891272" y="0"/>
                </a:lnTo>
                <a:lnTo>
                  <a:pt x="0" y="0"/>
                </a:lnTo>
                <a:lnTo>
                  <a:pt x="0" y="70256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27302" y="4207762"/>
            <a:ext cx="3130296" cy="230122"/>
          </a:xfrm>
          <a:custGeom>
            <a:avLst/>
            <a:gdLst/>
            <a:ahLst/>
            <a:cxnLst/>
            <a:rect l="l" t="t" r="r" b="b"/>
            <a:pathLst>
              <a:path w="3130296" h="230122">
                <a:moveTo>
                  <a:pt x="0" y="230122"/>
                </a:moveTo>
                <a:lnTo>
                  <a:pt x="3130296" y="230122"/>
                </a:lnTo>
                <a:lnTo>
                  <a:pt x="3130296" y="0"/>
                </a:lnTo>
                <a:lnTo>
                  <a:pt x="0" y="0"/>
                </a:lnTo>
                <a:lnTo>
                  <a:pt x="0" y="23012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086102" y="3296792"/>
            <a:ext cx="5915025" cy="912403"/>
          </a:xfrm>
          <a:custGeom>
            <a:avLst/>
            <a:gdLst/>
            <a:ahLst/>
            <a:cxnLst/>
            <a:rect l="l" t="t" r="r" b="b"/>
            <a:pathLst>
              <a:path w="5915025" h="912403">
                <a:moveTo>
                  <a:pt x="5838952" y="76200"/>
                </a:moveTo>
                <a:lnTo>
                  <a:pt x="5915025" y="37719"/>
                </a:lnTo>
                <a:lnTo>
                  <a:pt x="5851525" y="31623"/>
                </a:lnTo>
                <a:lnTo>
                  <a:pt x="5838729" y="31683"/>
                </a:lnTo>
                <a:lnTo>
                  <a:pt x="5638038" y="32639"/>
                </a:lnTo>
                <a:lnTo>
                  <a:pt x="5361686" y="36449"/>
                </a:lnTo>
                <a:lnTo>
                  <a:pt x="5086350" y="42545"/>
                </a:lnTo>
                <a:lnTo>
                  <a:pt x="4812665" y="51054"/>
                </a:lnTo>
                <a:lnTo>
                  <a:pt x="4541139" y="61722"/>
                </a:lnTo>
                <a:lnTo>
                  <a:pt x="4272280" y="74676"/>
                </a:lnTo>
                <a:lnTo>
                  <a:pt x="4006723" y="89535"/>
                </a:lnTo>
                <a:lnTo>
                  <a:pt x="3744976" y="106553"/>
                </a:lnTo>
                <a:lnTo>
                  <a:pt x="3487547" y="125349"/>
                </a:lnTo>
                <a:lnTo>
                  <a:pt x="3234944" y="146050"/>
                </a:lnTo>
                <a:lnTo>
                  <a:pt x="2987675" y="168529"/>
                </a:lnTo>
                <a:lnTo>
                  <a:pt x="2866390" y="180467"/>
                </a:lnTo>
                <a:lnTo>
                  <a:pt x="2746502" y="192786"/>
                </a:lnTo>
                <a:lnTo>
                  <a:pt x="2628265" y="205486"/>
                </a:lnTo>
                <a:lnTo>
                  <a:pt x="2511679" y="218440"/>
                </a:lnTo>
                <a:lnTo>
                  <a:pt x="2396998" y="231902"/>
                </a:lnTo>
                <a:lnTo>
                  <a:pt x="2283968" y="245745"/>
                </a:lnTo>
                <a:lnTo>
                  <a:pt x="2172970" y="259969"/>
                </a:lnTo>
                <a:lnTo>
                  <a:pt x="2063877" y="274447"/>
                </a:lnTo>
                <a:lnTo>
                  <a:pt x="1956816" y="289433"/>
                </a:lnTo>
                <a:lnTo>
                  <a:pt x="1851914" y="304673"/>
                </a:lnTo>
                <a:lnTo>
                  <a:pt x="1749044" y="320040"/>
                </a:lnTo>
                <a:lnTo>
                  <a:pt x="1648460" y="335915"/>
                </a:lnTo>
                <a:lnTo>
                  <a:pt x="1550289" y="352044"/>
                </a:lnTo>
                <a:lnTo>
                  <a:pt x="1454277" y="368427"/>
                </a:lnTo>
                <a:lnTo>
                  <a:pt x="1360805" y="385191"/>
                </a:lnTo>
                <a:lnTo>
                  <a:pt x="1269746" y="402209"/>
                </a:lnTo>
                <a:lnTo>
                  <a:pt x="1181481" y="419481"/>
                </a:lnTo>
                <a:lnTo>
                  <a:pt x="1095629" y="436880"/>
                </a:lnTo>
                <a:lnTo>
                  <a:pt x="1012571" y="454660"/>
                </a:lnTo>
                <a:lnTo>
                  <a:pt x="932180" y="472694"/>
                </a:lnTo>
                <a:lnTo>
                  <a:pt x="854710" y="490855"/>
                </a:lnTo>
                <a:lnTo>
                  <a:pt x="780034" y="509270"/>
                </a:lnTo>
                <a:lnTo>
                  <a:pt x="708533" y="527812"/>
                </a:lnTo>
                <a:lnTo>
                  <a:pt x="639953" y="546608"/>
                </a:lnTo>
                <a:lnTo>
                  <a:pt x="574421" y="565658"/>
                </a:lnTo>
                <a:lnTo>
                  <a:pt x="512191" y="584798"/>
                </a:lnTo>
                <a:lnTo>
                  <a:pt x="453136" y="604086"/>
                </a:lnTo>
                <a:lnTo>
                  <a:pt x="397256" y="623558"/>
                </a:lnTo>
                <a:lnTo>
                  <a:pt x="344932" y="643243"/>
                </a:lnTo>
                <a:lnTo>
                  <a:pt x="295910" y="662937"/>
                </a:lnTo>
                <a:lnTo>
                  <a:pt x="250444" y="682931"/>
                </a:lnTo>
                <a:lnTo>
                  <a:pt x="208407" y="702942"/>
                </a:lnTo>
                <a:lnTo>
                  <a:pt x="170180" y="723089"/>
                </a:lnTo>
                <a:lnTo>
                  <a:pt x="135509" y="743379"/>
                </a:lnTo>
                <a:lnTo>
                  <a:pt x="77597" y="784416"/>
                </a:lnTo>
                <a:lnTo>
                  <a:pt x="35179" y="826187"/>
                </a:lnTo>
                <a:lnTo>
                  <a:pt x="31115" y="853210"/>
                </a:lnTo>
                <a:lnTo>
                  <a:pt x="45339" y="833639"/>
                </a:lnTo>
                <a:lnTo>
                  <a:pt x="63754" y="813830"/>
                </a:lnTo>
                <a:lnTo>
                  <a:pt x="112395" y="774028"/>
                </a:lnTo>
                <a:lnTo>
                  <a:pt x="176657" y="734048"/>
                </a:lnTo>
                <a:lnTo>
                  <a:pt x="214376" y="714184"/>
                </a:lnTo>
                <a:lnTo>
                  <a:pt x="255905" y="694385"/>
                </a:lnTo>
                <a:lnTo>
                  <a:pt x="300990" y="674561"/>
                </a:lnTo>
                <a:lnTo>
                  <a:pt x="349631" y="655015"/>
                </a:lnTo>
                <a:lnTo>
                  <a:pt x="401828" y="635459"/>
                </a:lnTo>
                <a:lnTo>
                  <a:pt x="457200" y="616077"/>
                </a:lnTo>
                <a:lnTo>
                  <a:pt x="516128" y="596873"/>
                </a:lnTo>
                <a:lnTo>
                  <a:pt x="578231" y="577758"/>
                </a:lnTo>
                <a:lnTo>
                  <a:pt x="643382" y="558800"/>
                </a:lnTo>
                <a:lnTo>
                  <a:pt x="711835" y="540131"/>
                </a:lnTo>
                <a:lnTo>
                  <a:pt x="783336" y="521589"/>
                </a:lnTo>
                <a:lnTo>
                  <a:pt x="857758" y="503174"/>
                </a:lnTo>
                <a:lnTo>
                  <a:pt x="935101" y="485013"/>
                </a:lnTo>
                <a:lnTo>
                  <a:pt x="1015238" y="467106"/>
                </a:lnTo>
                <a:lnTo>
                  <a:pt x="1098296" y="449326"/>
                </a:lnTo>
                <a:lnTo>
                  <a:pt x="1183894" y="431927"/>
                </a:lnTo>
                <a:lnTo>
                  <a:pt x="1272159" y="414655"/>
                </a:lnTo>
                <a:lnTo>
                  <a:pt x="1363091" y="397764"/>
                </a:lnTo>
                <a:lnTo>
                  <a:pt x="1456563" y="381000"/>
                </a:lnTo>
                <a:lnTo>
                  <a:pt x="1552321" y="364617"/>
                </a:lnTo>
                <a:lnTo>
                  <a:pt x="1650492" y="348488"/>
                </a:lnTo>
                <a:lnTo>
                  <a:pt x="1751076" y="332613"/>
                </a:lnTo>
                <a:lnTo>
                  <a:pt x="1853819" y="317119"/>
                </a:lnTo>
                <a:lnTo>
                  <a:pt x="1958594" y="301879"/>
                </a:lnTo>
                <a:lnTo>
                  <a:pt x="2065655" y="287147"/>
                </a:lnTo>
                <a:lnTo>
                  <a:pt x="2174748" y="272542"/>
                </a:lnTo>
                <a:lnTo>
                  <a:pt x="2285619" y="258318"/>
                </a:lnTo>
                <a:lnTo>
                  <a:pt x="2398522" y="244475"/>
                </a:lnTo>
                <a:lnTo>
                  <a:pt x="2513203" y="231140"/>
                </a:lnTo>
                <a:lnTo>
                  <a:pt x="2629662" y="218059"/>
                </a:lnTo>
                <a:lnTo>
                  <a:pt x="2747899" y="205359"/>
                </a:lnTo>
                <a:lnTo>
                  <a:pt x="2867660" y="193040"/>
                </a:lnTo>
                <a:lnTo>
                  <a:pt x="2988945" y="181229"/>
                </a:lnTo>
                <a:lnTo>
                  <a:pt x="3236087" y="158750"/>
                </a:lnTo>
                <a:lnTo>
                  <a:pt x="3488563" y="138049"/>
                </a:lnTo>
                <a:lnTo>
                  <a:pt x="3745865" y="119253"/>
                </a:lnTo>
                <a:lnTo>
                  <a:pt x="4007485" y="102235"/>
                </a:lnTo>
                <a:lnTo>
                  <a:pt x="4273042" y="87249"/>
                </a:lnTo>
                <a:lnTo>
                  <a:pt x="4541774" y="74422"/>
                </a:lnTo>
                <a:lnTo>
                  <a:pt x="4813173" y="63627"/>
                </a:lnTo>
                <a:lnTo>
                  <a:pt x="5086731" y="55245"/>
                </a:lnTo>
                <a:lnTo>
                  <a:pt x="5361940" y="49149"/>
                </a:lnTo>
                <a:lnTo>
                  <a:pt x="5638165" y="45339"/>
                </a:lnTo>
                <a:lnTo>
                  <a:pt x="5838793" y="44383"/>
                </a:lnTo>
                <a:lnTo>
                  <a:pt x="5851525" y="44323"/>
                </a:lnTo>
                <a:lnTo>
                  <a:pt x="5838952" y="76200"/>
                </a:lnTo>
                <a:close/>
              </a:path>
              <a:path w="5915025" h="912403">
                <a:moveTo>
                  <a:pt x="5851525" y="31623"/>
                </a:moveTo>
                <a:lnTo>
                  <a:pt x="5915025" y="37719"/>
                </a:lnTo>
                <a:lnTo>
                  <a:pt x="5838571" y="0"/>
                </a:lnTo>
                <a:lnTo>
                  <a:pt x="5838729" y="31683"/>
                </a:lnTo>
                <a:lnTo>
                  <a:pt x="5851525" y="31623"/>
                </a:lnTo>
                <a:close/>
              </a:path>
              <a:path w="5915025" h="912403">
                <a:moveTo>
                  <a:pt x="5838952" y="76200"/>
                </a:moveTo>
                <a:lnTo>
                  <a:pt x="5851525" y="44323"/>
                </a:lnTo>
                <a:lnTo>
                  <a:pt x="5838793" y="44383"/>
                </a:lnTo>
                <a:lnTo>
                  <a:pt x="5838952" y="76200"/>
                </a:lnTo>
                <a:close/>
              </a:path>
              <a:path w="5915025" h="912403">
                <a:moveTo>
                  <a:pt x="30918" y="853592"/>
                </a:moveTo>
                <a:lnTo>
                  <a:pt x="45339" y="833639"/>
                </a:lnTo>
                <a:lnTo>
                  <a:pt x="31115" y="853210"/>
                </a:lnTo>
                <a:lnTo>
                  <a:pt x="35179" y="826187"/>
                </a:lnTo>
                <a:lnTo>
                  <a:pt x="20320" y="846566"/>
                </a:lnTo>
                <a:lnTo>
                  <a:pt x="20193" y="846834"/>
                </a:lnTo>
                <a:lnTo>
                  <a:pt x="19939" y="847102"/>
                </a:lnTo>
                <a:lnTo>
                  <a:pt x="20574" y="873683"/>
                </a:lnTo>
                <a:lnTo>
                  <a:pt x="14859" y="891935"/>
                </a:lnTo>
                <a:lnTo>
                  <a:pt x="14605" y="893140"/>
                </a:lnTo>
                <a:lnTo>
                  <a:pt x="9271" y="867869"/>
                </a:lnTo>
                <a:lnTo>
                  <a:pt x="9144" y="868197"/>
                </a:lnTo>
                <a:lnTo>
                  <a:pt x="9017" y="868539"/>
                </a:lnTo>
                <a:lnTo>
                  <a:pt x="8890" y="868881"/>
                </a:lnTo>
                <a:lnTo>
                  <a:pt x="2540" y="889369"/>
                </a:lnTo>
                <a:lnTo>
                  <a:pt x="2413" y="889762"/>
                </a:lnTo>
                <a:lnTo>
                  <a:pt x="2286" y="890168"/>
                </a:lnTo>
                <a:lnTo>
                  <a:pt x="2286" y="890576"/>
                </a:lnTo>
                <a:lnTo>
                  <a:pt x="0" y="911059"/>
                </a:lnTo>
                <a:lnTo>
                  <a:pt x="12700" y="912403"/>
                </a:lnTo>
                <a:lnTo>
                  <a:pt x="14797" y="892520"/>
                </a:lnTo>
                <a:lnTo>
                  <a:pt x="20738" y="873363"/>
                </a:lnTo>
                <a:lnTo>
                  <a:pt x="20955" y="872666"/>
                </a:lnTo>
                <a:lnTo>
                  <a:pt x="30607" y="854022"/>
                </a:lnTo>
                <a:lnTo>
                  <a:pt x="30918" y="853592"/>
                </a:lnTo>
                <a:close/>
              </a:path>
              <a:path w="5915025" h="912403">
                <a:moveTo>
                  <a:pt x="19812" y="847380"/>
                </a:moveTo>
                <a:lnTo>
                  <a:pt x="9271" y="867869"/>
                </a:lnTo>
                <a:lnTo>
                  <a:pt x="14605" y="893140"/>
                </a:lnTo>
                <a:lnTo>
                  <a:pt x="14859" y="891935"/>
                </a:lnTo>
                <a:lnTo>
                  <a:pt x="20574" y="873683"/>
                </a:lnTo>
                <a:lnTo>
                  <a:pt x="19939" y="847102"/>
                </a:lnTo>
                <a:lnTo>
                  <a:pt x="19812" y="847380"/>
                </a:lnTo>
                <a:close/>
              </a:path>
              <a:path w="5915025" h="912403">
                <a:moveTo>
                  <a:pt x="20955" y="872666"/>
                </a:moveTo>
                <a:lnTo>
                  <a:pt x="20738" y="873363"/>
                </a:lnTo>
                <a:lnTo>
                  <a:pt x="30918" y="853592"/>
                </a:lnTo>
                <a:lnTo>
                  <a:pt x="30607" y="854022"/>
                </a:lnTo>
                <a:lnTo>
                  <a:pt x="20955" y="8726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21476" y="2630423"/>
            <a:ext cx="935101" cy="520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21476" y="3901947"/>
            <a:ext cx="457199" cy="778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58800" y="355600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12700">
            <a:solidFill>
              <a:srgbClr val="BAC1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8800" y="3556000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12700">
            <a:solidFill>
              <a:srgbClr val="BAC1C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0" y="-12700"/>
            <a:ext cx="9136126" cy="1092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07425" y="2608198"/>
            <a:ext cx="434974" cy="2493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610600" y="2057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4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36000" y="2044700"/>
            <a:ext cx="0" cy="939800"/>
          </a:xfrm>
          <a:custGeom>
            <a:avLst/>
            <a:gdLst/>
            <a:ahLst/>
            <a:cxnLst/>
            <a:rect l="l" t="t" r="r" b="b"/>
            <a:pathLst>
              <a:path h="939800">
                <a:moveTo>
                  <a:pt x="0" y="9398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23300" y="30480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900"/>
                </a:moveTo>
                <a:lnTo>
                  <a:pt x="0" y="0"/>
                </a:lnTo>
              </a:path>
            </a:pathLst>
          </a:custGeom>
          <a:ln w="12700">
            <a:solidFill>
              <a:srgbClr val="8985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23300" y="3048000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900"/>
                </a:moveTo>
                <a:lnTo>
                  <a:pt x="0" y="0"/>
                </a:lnTo>
              </a:path>
            </a:pathLst>
          </a:custGeom>
          <a:ln w="12700">
            <a:solidFill>
              <a:srgbClr val="8985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23300" y="3136900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ln w="12700">
            <a:solidFill>
              <a:srgbClr val="8985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23300" y="3136900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152400"/>
                </a:moveTo>
                <a:lnTo>
                  <a:pt x="0" y="0"/>
                </a:lnTo>
              </a:path>
            </a:pathLst>
          </a:custGeom>
          <a:ln w="12700">
            <a:solidFill>
              <a:srgbClr val="89858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23300" y="3289300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623300" y="3289300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623300" y="3429000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623300" y="3429000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127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23300" y="3556000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623300" y="3556000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23300" y="3695700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23300" y="3695700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7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610600" y="3835400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533399" y="0"/>
                </a:moveTo>
                <a:lnTo>
                  <a:pt x="0" y="0"/>
                </a:lnTo>
              </a:path>
              <a:path w="533400">
                <a:moveTo>
                  <a:pt x="0" y="1"/>
                </a:moveTo>
                <a:lnTo>
                  <a:pt x="533399" y="0"/>
                </a:lnTo>
              </a:path>
            </a:pathLst>
          </a:custGeom>
          <a:ln w="25400">
            <a:solidFill>
              <a:srgbClr val="9C9EA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0666" y="1336989"/>
            <a:ext cx="7990153" cy="5847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176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Let’s</a:t>
            </a:r>
            <a:r>
              <a:rPr sz="2000" spc="1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make </a:t>
            </a:r>
            <a:r>
              <a:rPr sz="2000" spc="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sure </a:t>
            </a:r>
            <a:r>
              <a:rPr sz="2000" spc="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2000" spc="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z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-1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spc="2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sta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ical</a:t>
            </a:r>
            <a:r>
              <a:rPr sz="2000" spc="6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ysis.</a:t>
            </a:r>
            <a:r>
              <a:rPr sz="2000" spc="-1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st,</a:t>
            </a:r>
            <a:r>
              <a:rPr sz="2000" spc="1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download</a:t>
            </a:r>
            <a:r>
              <a:rPr sz="2000" spc="-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inst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ll</a:t>
            </a:r>
            <a:r>
              <a:rPr sz="2000" spc="4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2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1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1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-480" dirty="0">
                <a:solidFill>
                  <a:srgbClr val="4965AC"/>
                </a:solidFill>
                <a:latin typeface="Times New Roman"/>
                <a:cs typeface="Times New Roman"/>
              </a:rPr>
              <a:t> </a:t>
            </a:r>
            <a:r>
              <a:rPr sz="2000" u="heavy" spc="0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Co</a:t>
            </a:r>
            <a:r>
              <a:rPr sz="2000" u="heavy" spc="5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l</a:t>
            </a:r>
            <a:r>
              <a:rPr sz="2000" u="heavy" spc="0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asoft’s</a:t>
            </a:r>
            <a:r>
              <a:rPr sz="2000" u="heavy" spc="-170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 </a:t>
            </a:r>
            <a:r>
              <a:rPr sz="2000" u="heavy" spc="0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Ca</a:t>
            </a:r>
            <a:r>
              <a:rPr sz="2000" u="heavy" spc="5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sz="2000" u="heavy" spc="0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s</a:t>
            </a:r>
            <a:r>
              <a:rPr sz="2000" u="heavy" spc="5" dirty="0">
                <a:solidFill>
                  <a:srgbClr val="4965AC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sz="2000" spc="15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Now</a:t>
            </a:r>
            <a:r>
              <a:rPr sz="2000" spc="1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open </a:t>
            </a:r>
            <a:r>
              <a:rPr sz="2000" spc="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Capsa</a:t>
            </a:r>
            <a:r>
              <a:rPr sz="2000" spc="-8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nav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ga</a:t>
            </a:r>
            <a:r>
              <a:rPr sz="2000" spc="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-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667" y="1946350"/>
            <a:ext cx="7737859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Rep</a:t>
            </a:r>
            <a:r>
              <a:rPr sz="20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ay</a:t>
            </a:r>
            <a:r>
              <a:rPr sz="2000" b="1" spc="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2000" spc="4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From</a:t>
            </a:r>
            <a:r>
              <a:rPr sz="2000" spc="31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000" spc="-1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add</a:t>
            </a:r>
            <a:r>
              <a:rPr sz="2000" spc="45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mac_flo</a:t>
            </a:r>
            <a:r>
              <a:rPr sz="2000" i="1" spc="-1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r>
              <a:rPr sz="2000" i="1" spc="-1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pca</a:t>
            </a:r>
            <a:r>
              <a:rPr sz="2000" i="1" spc="5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i="1" spc="-16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g,</a:t>
            </a:r>
            <a:r>
              <a:rPr sz="2000" i="1" spc="-2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-1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se</a:t>
            </a:r>
            <a:r>
              <a:rPr sz="2000" spc="4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0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ll</a:t>
            </a:r>
            <a:r>
              <a:rPr sz="2000" b="1" spc="-16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lysis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0671" y="2251650"/>
            <a:ext cx="6162052" cy="584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000" spc="42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ss</a:t>
            </a:r>
            <a:r>
              <a:rPr sz="2000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Start</a:t>
            </a:r>
            <a:r>
              <a:rPr sz="2000" i="1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2000" i="1" spc="3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Once</a:t>
            </a:r>
            <a:r>
              <a:rPr sz="2000" spc="3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ana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ysis</a:t>
            </a:r>
            <a:r>
              <a:rPr sz="2000" spc="-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2000" spc="17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do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ne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, navi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g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-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2" marR="38176">
              <a:lnSpc>
                <a:spcPct val="95825"/>
              </a:lnSpc>
            </a:pP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4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-9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000" spc="1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ll</a:t>
            </a:r>
            <a:r>
              <a:rPr sz="2000" spc="-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find</a:t>
            </a:r>
            <a:r>
              <a:rPr sz="2000" spc="19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5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below</a:t>
            </a:r>
            <a:r>
              <a:rPr sz="2000" spc="3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info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mat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-14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73145" y="2251650"/>
            <a:ext cx="1636746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Sum</a:t>
            </a:r>
            <a:r>
              <a:rPr sz="20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b="1" spc="1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5550" y="2949781"/>
            <a:ext cx="23495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120"/>
              </a:lnSpc>
              <a:spcBef>
                <a:spcPts val="55"/>
              </a:spcBef>
            </a:pPr>
            <a:r>
              <a:rPr sz="1000" spc="0" dirty="0">
                <a:solidFill>
                  <a:srgbClr val="89858C"/>
                </a:solidFill>
                <a:latin typeface="Times New Roman"/>
                <a:cs typeface="Times New Roman"/>
              </a:rPr>
              <a:t>.,,,,.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50300" y="3027046"/>
            <a:ext cx="438784" cy="241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9"/>
              </a:lnSpc>
              <a:tabLst>
                <a:tab pos="381000" algn="l"/>
              </a:tabLst>
            </a:pPr>
            <a:r>
              <a:rPr sz="1700" spc="-114" dirty="0">
                <a:solidFill>
                  <a:srgbClr val="89858C"/>
                </a:solidFill>
                <a:latin typeface="Arial"/>
                <a:cs typeface="Arial"/>
              </a:rPr>
              <a:t> </a:t>
            </a:r>
            <a:r>
              <a:rPr sz="1700" spc="0" dirty="0">
                <a:solidFill>
                  <a:srgbClr val="89858C"/>
                </a:solidFill>
                <a:latin typeface="Arial"/>
                <a:cs typeface="Arial"/>
              </a:rPr>
              <a:t>a 	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73237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92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436" y="4880594"/>
            <a:ext cx="3551803" cy="139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05"/>
              </a:lnSpc>
              <a:spcBef>
                <a:spcPts val="50"/>
              </a:spcBef>
            </a:pP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</a:rPr>
              <a:t>tt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</a:rPr>
              <a:t>ps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://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www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.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ola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of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t.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om/do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wn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load/p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duc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ts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/do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wn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load_cap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s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900" spc="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.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p</a:t>
            </a:r>
            <a:r>
              <a:rPr sz="900" spc="-4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h</a:t>
            </a:r>
            <a:r>
              <a:rPr sz="900" spc="0" dirty="0">
                <a:solidFill>
                  <a:srgbClr val="595959"/>
                </a:solidFill>
                <a:latin typeface="Times New Roman"/>
                <a:cs typeface="Times New Roman"/>
                <a:hlinkClick r:id="rId7"/>
              </a:rPr>
              <a:t>p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302" y="4207762"/>
            <a:ext cx="3130296" cy="2301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440">
              <a:lnSpc>
                <a:spcPct val="95825"/>
              </a:lnSpc>
              <a:spcBef>
                <a:spcPts val="380"/>
              </a:spcBef>
            </a:pPr>
            <a:r>
              <a:rPr sz="900" spc="0" dirty="0">
                <a:latin typeface="Times New Roman"/>
                <a:cs typeface="Times New Roman"/>
              </a:rPr>
              <a:t>T</a:t>
            </a:r>
            <a:r>
              <a:rPr sz="900" spc="-4" dirty="0">
                <a:latin typeface="Times New Roman"/>
                <a:cs typeface="Times New Roman"/>
              </a:rPr>
              <a:t>h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109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a</a:t>
            </a:r>
            <a:r>
              <a:rPr sz="900" spc="5" dirty="0">
                <a:latin typeface="Times New Roman"/>
                <a:cs typeface="Times New Roman"/>
              </a:rPr>
              <a:t>m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-5" dirty="0">
                <a:latin typeface="Times New Roman"/>
                <a:cs typeface="Times New Roman"/>
              </a:rPr>
              <a:t>un</a:t>
            </a:r>
            <a:r>
              <a:rPr sz="900" spc="0" dirty="0">
                <a:latin typeface="Times New Roman"/>
                <a:cs typeface="Times New Roman"/>
              </a:rPr>
              <a:t>t</a:t>
            </a:r>
            <a:r>
              <a:rPr sz="900" spc="-3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of</a:t>
            </a:r>
            <a:r>
              <a:rPr sz="900" spc="64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un</a:t>
            </a:r>
            <a:r>
              <a:rPr sz="900" spc="0" dirty="0">
                <a:latin typeface="Times New Roman"/>
                <a:cs typeface="Times New Roman"/>
              </a:rPr>
              <a:t>i</a:t>
            </a:r>
            <a:r>
              <a:rPr sz="900" spc="4" dirty="0">
                <a:latin typeface="Times New Roman"/>
                <a:cs typeface="Times New Roman"/>
              </a:rPr>
              <a:t>q</a:t>
            </a:r>
            <a:r>
              <a:rPr sz="900" spc="-4" dirty="0">
                <a:latin typeface="Times New Roman"/>
                <a:cs typeface="Times New Roman"/>
              </a:rPr>
              <a:t>u</a:t>
            </a:r>
            <a:r>
              <a:rPr sz="900" spc="0" dirty="0">
                <a:latin typeface="Times New Roman"/>
                <a:cs typeface="Times New Roman"/>
              </a:rPr>
              <a:t>e </a:t>
            </a:r>
            <a:r>
              <a:rPr sz="900" spc="26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M</a:t>
            </a:r>
            <a:r>
              <a:rPr sz="900" spc="0" dirty="0">
                <a:latin typeface="Times New Roman"/>
                <a:cs typeface="Times New Roman"/>
              </a:rPr>
              <a:t>AC</a:t>
            </a:r>
            <a:r>
              <a:rPr sz="900" spc="37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ad</a:t>
            </a:r>
            <a:r>
              <a:rPr sz="900" spc="-5" dirty="0">
                <a:latin typeface="Times New Roman"/>
                <a:cs typeface="Times New Roman"/>
              </a:rPr>
              <a:t>dr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5" dirty="0">
                <a:latin typeface="Times New Roman"/>
                <a:cs typeface="Times New Roman"/>
              </a:rPr>
              <a:t>ss</a:t>
            </a:r>
            <a:r>
              <a:rPr sz="900" spc="0" dirty="0">
                <a:latin typeface="Times New Roman"/>
                <a:cs typeface="Times New Roman"/>
              </a:rPr>
              <a:t>es</a:t>
            </a:r>
            <a:r>
              <a:rPr sz="900" spc="-16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is</a:t>
            </a:r>
            <a:r>
              <a:rPr sz="900" spc="-4" dirty="0">
                <a:latin typeface="Times New Roman"/>
                <a:cs typeface="Times New Roman"/>
              </a:rPr>
              <a:t> </a:t>
            </a:r>
            <a:r>
              <a:rPr sz="900" spc="-5" dirty="0">
                <a:latin typeface="Times New Roman"/>
                <a:cs typeface="Times New Roman"/>
              </a:rPr>
              <a:t>unu</a:t>
            </a:r>
            <a:r>
              <a:rPr sz="900" spc="5" dirty="0">
                <a:latin typeface="Times New Roman"/>
                <a:cs typeface="Times New Roman"/>
              </a:rPr>
              <a:t>s</a:t>
            </a:r>
            <a:r>
              <a:rPr sz="900" spc="-5" dirty="0">
                <a:latin typeface="Times New Roman"/>
                <a:cs typeface="Times New Roman"/>
              </a:rPr>
              <a:t>u</a:t>
            </a:r>
            <a:r>
              <a:rPr sz="900" spc="0" dirty="0">
                <a:latin typeface="Times New Roman"/>
                <a:cs typeface="Times New Roman"/>
              </a:rPr>
              <a:t>ally</a:t>
            </a:r>
            <a:r>
              <a:rPr sz="900" spc="5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h</a:t>
            </a:r>
            <a:r>
              <a:rPr sz="900" spc="0" dirty="0">
                <a:latin typeface="Times New Roman"/>
                <a:cs typeface="Times New Roman"/>
              </a:rPr>
              <a:t>igh</a:t>
            </a:r>
            <a:r>
              <a:rPr sz="900" spc="121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!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2734" y="3148585"/>
            <a:ext cx="7891272" cy="7025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4477">
              <a:lnSpc>
                <a:spcPts val="1120"/>
              </a:lnSpc>
              <a:spcBef>
                <a:spcPts val="55"/>
              </a:spcBef>
            </a:pPr>
            <a:r>
              <a:rPr sz="1000" spc="0" dirty="0">
                <a:solidFill>
                  <a:srgbClr val="9C9EA0"/>
                </a:solidFill>
                <a:latin typeface="Times New Roman"/>
                <a:cs typeface="Times New Roman"/>
              </a:rPr>
              <a:t>$ </a:t>
            </a:r>
            <a:r>
              <a:rPr sz="1000" spc="69" dirty="0">
                <a:solidFill>
                  <a:srgbClr val="9C9EA0"/>
                </a:solidFill>
                <a:latin typeface="Times New Roman"/>
                <a:cs typeface="Times New Roman"/>
              </a:rPr>
              <a:t> </a:t>
            </a:r>
            <a:r>
              <a:rPr sz="1050" spc="0" baseline="8282" dirty="0">
                <a:solidFill>
                  <a:srgbClr val="796E7B"/>
                </a:solidFill>
                <a:latin typeface="Times New Roman"/>
                <a:cs typeface="Times New Roman"/>
              </a:rPr>
              <a:t>Addres</a:t>
            </a:r>
            <a:r>
              <a:rPr sz="1050" spc="0" baseline="8282" dirty="0">
                <a:solidFill>
                  <a:srgbClr val="89858C"/>
                </a:solidFill>
                <a:latin typeface="Times New Roman"/>
                <a:cs typeface="Times New Roman"/>
              </a:rPr>
              <a:t>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1050" spc="30" baseline="8282" dirty="0">
                <a:solidFill>
                  <a:srgbClr val="89858C"/>
                </a:solidFill>
                <a:latin typeface="Times New Roman"/>
                <a:cs typeface="Times New Roman"/>
              </a:rPr>
              <a:t> </a:t>
            </a:r>
            <a:r>
              <a:rPr sz="1050" spc="0" baseline="8282" dirty="0">
                <a:solidFill>
                  <a:srgbClr val="89858C"/>
                </a:solidFill>
                <a:latin typeface="Times New Roman"/>
                <a:cs typeface="Times New Roman"/>
              </a:rPr>
              <a:t>C</a:t>
            </a:r>
            <a:r>
              <a:rPr sz="1050" spc="0" baseline="8282" dirty="0">
                <a:solidFill>
                  <a:srgbClr val="796E7B"/>
                </a:solidFill>
                <a:latin typeface="Times New Roman"/>
                <a:cs typeface="Times New Roman"/>
              </a:rPr>
              <a:t>o</a:t>
            </a:r>
            <a:r>
              <a:rPr sz="1050" spc="0" baseline="8282" dirty="0">
                <a:solidFill>
                  <a:srgbClr val="754F64"/>
                </a:solidFill>
                <a:latin typeface="Times New Roman"/>
                <a:cs typeface="Times New Roman"/>
              </a:rPr>
              <a:t>u</a:t>
            </a:r>
            <a:r>
              <a:rPr sz="1050" spc="0" baseline="8282" dirty="0">
                <a:solidFill>
                  <a:srgbClr val="59425B"/>
                </a:solidFill>
                <a:latin typeface="Times New Roman"/>
                <a:cs typeface="Times New Roman"/>
              </a:rPr>
              <a:t>n</a:t>
            </a:r>
            <a:r>
              <a:rPr sz="1050" spc="0" baseline="8282" dirty="0">
                <a:solidFill>
                  <a:srgbClr val="625D6B"/>
                </a:solidFill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  <a:p>
            <a:pPr marL="298796">
              <a:lnSpc>
                <a:spcPct val="95825"/>
              </a:lnSpc>
            </a:pPr>
            <a:r>
              <a:rPr sz="700" dirty="0">
                <a:solidFill>
                  <a:srgbClr val="796E7B"/>
                </a:solidFill>
                <a:latin typeface="Times New Roman"/>
                <a:cs typeface="Times New Roman"/>
              </a:rPr>
              <a:t>MA</a:t>
            </a:r>
            <a:r>
              <a:rPr sz="700" dirty="0">
                <a:solidFill>
                  <a:srgbClr val="89858C"/>
                </a:solidFill>
                <a:latin typeface="Times New Roman"/>
                <a:cs typeface="Times New Roman"/>
              </a:rPr>
              <a:t>C</a:t>
            </a:r>
            <a:r>
              <a:rPr sz="700" spc="-94" dirty="0">
                <a:solidFill>
                  <a:srgbClr val="89858C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A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dd</a:t>
            </a:r>
            <a:r>
              <a:rPr sz="700" spc="0" dirty="0">
                <a:solidFill>
                  <a:srgbClr val="5B284B"/>
                </a:solidFill>
                <a:latin typeface="Times New Roman"/>
                <a:cs typeface="Times New Roman"/>
              </a:rPr>
              <a:t>r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e</a:t>
            </a:r>
            <a:r>
              <a:rPr sz="700" spc="0" dirty="0">
                <a:solidFill>
                  <a:srgbClr val="625D6B"/>
                </a:solidFill>
                <a:latin typeface="Times New Roman"/>
                <a:cs typeface="Times New Roman"/>
              </a:rPr>
              <a:t>ss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spc="89" dirty="0">
                <a:solidFill>
                  <a:srgbClr val="625D6B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89858C"/>
                </a:solidFill>
                <a:latin typeface="Times New Roman"/>
                <a:cs typeface="Times New Roman"/>
              </a:rPr>
              <a:t>6</a:t>
            </a:r>
            <a:r>
              <a:rPr sz="800" spc="0" dirty="0">
                <a:solidFill>
                  <a:srgbClr val="796E7B"/>
                </a:solidFill>
                <a:latin typeface="Times New Roman"/>
                <a:cs typeface="Times New Roman"/>
              </a:rPr>
              <a:t>33,</a:t>
            </a:r>
            <a:r>
              <a:rPr sz="800" spc="0" dirty="0">
                <a:solidFill>
                  <a:srgbClr val="625D6B"/>
                </a:solidFill>
                <a:latin typeface="Times New Roman"/>
                <a:cs typeface="Times New Roman"/>
              </a:rPr>
              <a:t>426</a:t>
            </a:r>
            <a:endParaRPr sz="800">
              <a:latin typeface="Times New Roman"/>
              <a:cs typeface="Times New Roman"/>
            </a:endParaRPr>
          </a:p>
          <a:p>
            <a:pPr marL="298796">
              <a:lnSpc>
                <a:spcPct val="95825"/>
              </a:lnSpc>
              <a:spcBef>
                <a:spcPts val="145"/>
              </a:spcBef>
            </a:pPr>
            <a:r>
              <a:rPr sz="700" spc="0" dirty="0">
                <a:solidFill>
                  <a:srgbClr val="89858C"/>
                </a:solidFill>
                <a:latin typeface="Times New Roman"/>
                <a:cs typeface="Times New Roman"/>
              </a:rPr>
              <a:t>I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P</a:t>
            </a:r>
            <a:r>
              <a:rPr sz="700" spc="82" dirty="0">
                <a:solidFill>
                  <a:srgbClr val="796E7B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Ad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dr</a:t>
            </a:r>
            <a:r>
              <a:rPr sz="700" spc="0" dirty="0">
                <a:solidFill>
                  <a:srgbClr val="31334F"/>
                </a:solidFill>
                <a:latin typeface="Times New Roman"/>
                <a:cs typeface="Times New Roman"/>
              </a:rPr>
              <a:t>e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ss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spc="166" dirty="0">
                <a:solidFill>
                  <a:srgbClr val="59425B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796E7B"/>
                </a:solidFill>
                <a:latin typeface="Times New Roman"/>
                <a:cs typeface="Times New Roman"/>
              </a:rPr>
              <a:t>6</a:t>
            </a:r>
            <a:r>
              <a:rPr sz="800" spc="0" dirty="0">
                <a:solidFill>
                  <a:srgbClr val="625D6B"/>
                </a:solidFill>
                <a:latin typeface="Times New Roman"/>
                <a:cs typeface="Times New Roman"/>
              </a:rPr>
              <a:t>3</a:t>
            </a:r>
            <a:r>
              <a:rPr sz="800" spc="0" dirty="0">
                <a:solidFill>
                  <a:srgbClr val="59425B"/>
                </a:solidFill>
                <a:latin typeface="Times New Roman"/>
                <a:cs typeface="Times New Roman"/>
              </a:rPr>
              <a:t>3</a:t>
            </a:r>
            <a:r>
              <a:rPr sz="800" spc="0" dirty="0">
                <a:solidFill>
                  <a:srgbClr val="757799"/>
                </a:solidFill>
                <a:latin typeface="Times New Roman"/>
                <a:cs typeface="Times New Roman"/>
              </a:rPr>
              <a:t>,</a:t>
            </a:r>
            <a:r>
              <a:rPr sz="800" spc="0" dirty="0">
                <a:solidFill>
                  <a:srgbClr val="59425B"/>
                </a:solidFill>
                <a:latin typeface="Times New Roman"/>
                <a:cs typeface="Times New Roman"/>
              </a:rPr>
              <a:t>424</a:t>
            </a:r>
            <a:endParaRPr sz="800">
              <a:latin typeface="Times New Roman"/>
              <a:cs typeface="Times New Roman"/>
            </a:endParaRPr>
          </a:p>
          <a:p>
            <a:pPr marL="298790">
              <a:lnSpc>
                <a:spcPct val="95825"/>
              </a:lnSpc>
              <a:spcBef>
                <a:spcPts val="204"/>
              </a:spcBef>
            </a:pPr>
            <a:r>
              <a:rPr sz="700" dirty="0">
                <a:solidFill>
                  <a:srgbClr val="796E7B"/>
                </a:solidFill>
                <a:latin typeface="Times New Roman"/>
                <a:cs typeface="Times New Roman"/>
              </a:rPr>
              <a:t>loc</a:t>
            </a:r>
            <a:r>
              <a:rPr sz="700" dirty="0">
                <a:solidFill>
                  <a:srgbClr val="625D6B"/>
                </a:solidFill>
                <a:latin typeface="Times New Roman"/>
                <a:cs typeface="Times New Roman"/>
              </a:rPr>
              <a:t>a</a:t>
            </a:r>
            <a:r>
              <a:rPr sz="700" dirty="0">
                <a:solidFill>
                  <a:srgbClr val="796E7B"/>
                </a:solidFill>
                <a:latin typeface="Times New Roman"/>
                <a:cs typeface="Times New Roman"/>
              </a:rPr>
              <a:t>l </a:t>
            </a:r>
            <a:r>
              <a:rPr sz="700" spc="-79" dirty="0">
                <a:solidFill>
                  <a:srgbClr val="796E7B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94B89"/>
                </a:solidFill>
                <a:latin typeface="Times New Roman"/>
                <a:cs typeface="Times New Roman"/>
              </a:rPr>
              <a:t>I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P</a:t>
            </a:r>
            <a:r>
              <a:rPr sz="700" spc="50" dirty="0">
                <a:solidFill>
                  <a:srgbClr val="59425B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625D6B"/>
                </a:solidFill>
                <a:latin typeface="Times New Roman"/>
                <a:cs typeface="Times New Roman"/>
              </a:rPr>
              <a:t>A</a:t>
            </a:r>
            <a:r>
              <a:rPr sz="700" spc="0" dirty="0">
                <a:solidFill>
                  <a:srgbClr val="5B284B"/>
                </a:solidFill>
                <a:latin typeface="Times New Roman"/>
                <a:cs typeface="Times New Roman"/>
              </a:rPr>
              <a:t>d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dre</a:t>
            </a:r>
            <a:r>
              <a:rPr sz="700" spc="0" dirty="0">
                <a:solidFill>
                  <a:srgbClr val="625D6B"/>
                </a:solidFill>
                <a:latin typeface="Times New Roman"/>
                <a:cs typeface="Times New Roman"/>
              </a:rPr>
              <a:t>s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spc="161" dirty="0">
                <a:solidFill>
                  <a:srgbClr val="796E7B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796E7B"/>
                </a:solidFill>
                <a:latin typeface="Times New Roman"/>
                <a:cs typeface="Times New Roman"/>
              </a:rPr>
              <a:t>4</a:t>
            </a:r>
            <a:r>
              <a:rPr sz="800" spc="0" dirty="0">
                <a:solidFill>
                  <a:srgbClr val="625D6B"/>
                </a:solidFill>
                <a:latin typeface="Times New Roman"/>
                <a:cs typeface="Times New Roman"/>
              </a:rPr>
              <a:t>2</a:t>
            </a:r>
            <a:r>
              <a:rPr sz="800" spc="0" dirty="0">
                <a:solidFill>
                  <a:srgbClr val="757799"/>
                </a:solidFill>
                <a:latin typeface="Times New Roman"/>
                <a:cs typeface="Times New Roman"/>
              </a:rPr>
              <a:t>,</a:t>
            </a:r>
            <a:r>
              <a:rPr sz="800" spc="0" dirty="0">
                <a:solidFill>
                  <a:srgbClr val="622167"/>
                </a:solidFill>
                <a:latin typeface="Times New Roman"/>
                <a:cs typeface="Times New Roman"/>
              </a:rPr>
              <a:t>1</a:t>
            </a:r>
            <a:r>
              <a:rPr sz="800" spc="0" dirty="0">
                <a:solidFill>
                  <a:srgbClr val="625D6B"/>
                </a:solidFill>
                <a:latin typeface="Times New Roman"/>
                <a:cs typeface="Times New Roman"/>
              </a:rPr>
              <a:t>9</a:t>
            </a:r>
            <a:r>
              <a:rPr sz="800" spc="0" dirty="0">
                <a:solidFill>
                  <a:srgbClr val="622167"/>
                </a:solidFill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  <a:p>
            <a:pPr marL="298790">
              <a:lnSpc>
                <a:spcPct val="95825"/>
              </a:lnSpc>
              <a:spcBef>
                <a:spcPts val="145"/>
              </a:spcBef>
            </a:pP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Remo</a:t>
            </a:r>
            <a:r>
              <a:rPr sz="700" spc="0" dirty="0">
                <a:solidFill>
                  <a:srgbClr val="625D6B"/>
                </a:solidFill>
                <a:latin typeface="Times New Roman"/>
                <a:cs typeface="Times New Roman"/>
              </a:rPr>
              <a:t>t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e </a:t>
            </a:r>
            <a:r>
              <a:rPr sz="700" spc="6" dirty="0">
                <a:solidFill>
                  <a:srgbClr val="796E7B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5287E"/>
                </a:solidFill>
                <a:latin typeface="Times New Roman"/>
                <a:cs typeface="Times New Roman"/>
              </a:rPr>
              <a:t>I</a:t>
            </a:r>
            <a:r>
              <a:rPr sz="700" spc="0" dirty="0">
                <a:solidFill>
                  <a:srgbClr val="59425B"/>
                </a:solidFill>
                <a:latin typeface="Times New Roman"/>
                <a:cs typeface="Times New Roman"/>
              </a:rPr>
              <a:t>P </a:t>
            </a:r>
            <a:r>
              <a:rPr sz="700" spc="-69" dirty="0">
                <a:solidFill>
                  <a:srgbClr val="59425B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A</a:t>
            </a:r>
            <a:r>
              <a:rPr sz="700" spc="0" dirty="0">
                <a:solidFill>
                  <a:srgbClr val="754F64"/>
                </a:solidFill>
                <a:latin typeface="Times New Roman"/>
                <a:cs typeface="Times New Roman"/>
              </a:rPr>
              <a:t>d</a:t>
            </a:r>
            <a:r>
              <a:rPr sz="700" spc="0" dirty="0">
                <a:solidFill>
                  <a:srgbClr val="796E7B"/>
                </a:solidFill>
                <a:latin typeface="Times New Roman"/>
                <a:cs typeface="Times New Roman"/>
              </a:rPr>
              <a:t>dres</a:t>
            </a:r>
            <a:r>
              <a:rPr sz="700" spc="0" dirty="0">
                <a:solidFill>
                  <a:srgbClr val="89858C"/>
                </a:solidFill>
                <a:latin typeface="Times New Roman"/>
                <a:cs typeface="Times New Roman"/>
              </a:rPr>
              <a:t>s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spc="145" dirty="0">
                <a:solidFill>
                  <a:srgbClr val="89858C"/>
                </a:solidFill>
                <a:latin typeface="Times New Roman"/>
                <a:cs typeface="Times New Roman"/>
              </a:rPr>
              <a:t> </a:t>
            </a:r>
            <a:r>
              <a:rPr sz="800" spc="0" dirty="0">
                <a:solidFill>
                  <a:srgbClr val="796E7B"/>
                </a:solidFill>
                <a:latin typeface="Times New Roman"/>
                <a:cs typeface="Times New Roman"/>
              </a:rPr>
              <a:t>S</a:t>
            </a:r>
            <a:r>
              <a:rPr sz="800" spc="0" dirty="0">
                <a:solidFill>
                  <a:srgbClr val="89858C"/>
                </a:solidFill>
                <a:latin typeface="Times New Roman"/>
                <a:cs typeface="Times New Roman"/>
              </a:rPr>
              <a:t>9</a:t>
            </a:r>
            <a:r>
              <a:rPr sz="800" spc="0" dirty="0">
                <a:solidFill>
                  <a:srgbClr val="794B89"/>
                </a:solidFill>
                <a:latin typeface="Times New Roman"/>
                <a:cs typeface="Times New Roman"/>
              </a:rPr>
              <a:t>1</a:t>
            </a:r>
            <a:r>
              <a:rPr sz="800" spc="0" dirty="0">
                <a:solidFill>
                  <a:srgbClr val="89858C"/>
                </a:solidFill>
                <a:latin typeface="Times New Roman"/>
                <a:cs typeface="Times New Roman"/>
              </a:rPr>
              <a:t>,</a:t>
            </a:r>
            <a:r>
              <a:rPr sz="800" spc="0" dirty="0">
                <a:solidFill>
                  <a:srgbClr val="796E7B"/>
                </a:solidFill>
                <a:latin typeface="Times New Roman"/>
                <a:cs typeface="Times New Roman"/>
              </a:rPr>
              <a:t>233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6000" y="2057400"/>
            <a:ext cx="507999" cy="927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299706" y="1716277"/>
            <a:ext cx="6071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1000" y="0"/>
                </a:moveTo>
                <a:lnTo>
                  <a:pt x="0" y="0"/>
                </a:lnTo>
                <a:lnTo>
                  <a:pt x="0" y="277370"/>
                </a:lnTo>
                <a:lnTo>
                  <a:pt x="381000" y="277370"/>
                </a:lnTo>
                <a:lnTo>
                  <a:pt x="3810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11276" y="359537"/>
            <a:ext cx="556966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1.2.3 </a:t>
            </a:r>
            <a:r>
              <a:rPr sz="2400" b="1" spc="1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Other</a:t>
            </a:r>
            <a:r>
              <a:rPr sz="2400" b="1" spc="-18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Sni</a:t>
            </a:r>
            <a:r>
              <a:rPr sz="2400" b="1" spc="4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fing</a:t>
            </a:r>
            <a:r>
              <a:rPr sz="2400" b="1" spc="3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spc="9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tacks</a:t>
            </a:r>
            <a:r>
              <a:rPr sz="2400" b="1" spc="406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400" b="1" spc="1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276" y="1586496"/>
            <a:ext cx="6676373" cy="6964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Let’s</a:t>
            </a:r>
            <a:r>
              <a:rPr sz="2400" spc="8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al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ze </a:t>
            </a:r>
            <a:r>
              <a:rPr sz="2400" spc="8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ings</a:t>
            </a:r>
            <a:r>
              <a:rPr sz="2400" spc="-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have</a:t>
            </a:r>
            <a:r>
              <a:rPr sz="2400" spc="49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et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er</a:t>
            </a:r>
            <a:r>
              <a:rPr sz="2400" spc="-4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dersta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n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12700" marR="45765">
              <a:lnSpc>
                <a:spcPct val="95825"/>
              </a:lnSpc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going</a:t>
            </a:r>
            <a:r>
              <a:rPr sz="2400" spc="50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92150" y="1586496"/>
            <a:ext cx="109174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400" spc="21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88391" y="1586496"/>
            <a:ext cx="30274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276" y="2684034"/>
            <a:ext cx="4930666" cy="6964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1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do</a:t>
            </a:r>
            <a:r>
              <a:rPr sz="2400" spc="31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so,</a:t>
            </a:r>
            <a:r>
              <a:rPr sz="2400" spc="34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ex</a:t>
            </a:r>
            <a:r>
              <a:rPr sz="2400" spc="-11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2400" spc="-3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MAC</a:t>
            </a:r>
            <a:r>
              <a:rPr sz="2400" b="1" spc="-8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Ex</a:t>
            </a:r>
            <a:r>
              <a:rPr sz="2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lorer</a:t>
            </a:r>
            <a:r>
              <a:rPr sz="2400" b="1" spc="3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12700" marR="45765">
              <a:lnSpc>
                <a:spcPct val="95825"/>
              </a:lnSpc>
            </a:pPr>
            <a:r>
              <a:rPr sz="2400" b="1" dirty="0">
                <a:solidFill>
                  <a:srgbClr val="595959"/>
                </a:solidFill>
                <a:latin typeface="Times New Roman"/>
                <a:cs typeface="Times New Roman"/>
              </a:rPr>
              <a:t>Seg</a:t>
            </a:r>
            <a:r>
              <a:rPr sz="2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en</a:t>
            </a:r>
            <a:r>
              <a:rPr sz="24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6544" y="2684034"/>
            <a:ext cx="313551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4769" y="2684034"/>
            <a:ext cx="610611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turn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80467" y="2684034"/>
            <a:ext cx="106052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ex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46696" y="2684034"/>
            <a:ext cx="81048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b="1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4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276" y="3781616"/>
            <a:ext cx="1982280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Now,</a:t>
            </a:r>
            <a:r>
              <a:rPr sz="2400" spc="5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naviga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8123" y="3781616"/>
            <a:ext cx="2403581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400" spc="27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400" spc="47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4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4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trix</a:t>
            </a:r>
            <a:r>
              <a:rPr sz="2400" b="1" spc="9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ta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73239" y="4855310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93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274689" y="4867569"/>
            <a:ext cx="2051094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2400" y="2363722"/>
            <a:ext cx="2209800" cy="646177"/>
          </a:xfrm>
          <a:custGeom>
            <a:avLst/>
            <a:gdLst/>
            <a:ahLst/>
            <a:cxnLst/>
            <a:rect l="l" t="t" r="r" b="b"/>
            <a:pathLst>
              <a:path w="2209800" h="646177">
                <a:moveTo>
                  <a:pt x="0" y="646177"/>
                </a:moveTo>
                <a:lnTo>
                  <a:pt x="2209800" y="646177"/>
                </a:lnTo>
                <a:lnTo>
                  <a:pt x="2209800" y="0"/>
                </a:lnTo>
                <a:lnTo>
                  <a:pt x="0" y="0"/>
                </a:lnTo>
                <a:lnTo>
                  <a:pt x="0" y="64617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50950" y="3009645"/>
            <a:ext cx="1259713" cy="566674"/>
          </a:xfrm>
          <a:custGeom>
            <a:avLst/>
            <a:gdLst/>
            <a:ahLst/>
            <a:cxnLst/>
            <a:rect l="l" t="t" r="r" b="b"/>
            <a:pathLst>
              <a:path w="1259713" h="566674">
                <a:moveTo>
                  <a:pt x="4202" y="38608"/>
                </a:moveTo>
                <a:lnTo>
                  <a:pt x="16445" y="76835"/>
                </a:lnTo>
                <a:lnTo>
                  <a:pt x="36322" y="114554"/>
                </a:lnTo>
                <a:lnTo>
                  <a:pt x="63373" y="151638"/>
                </a:lnTo>
                <a:lnTo>
                  <a:pt x="97155" y="187706"/>
                </a:lnTo>
                <a:lnTo>
                  <a:pt x="137033" y="222885"/>
                </a:lnTo>
                <a:lnTo>
                  <a:pt x="183007" y="257048"/>
                </a:lnTo>
                <a:lnTo>
                  <a:pt x="216662" y="279019"/>
                </a:lnTo>
                <a:lnTo>
                  <a:pt x="252730" y="300482"/>
                </a:lnTo>
                <a:lnTo>
                  <a:pt x="310896" y="331597"/>
                </a:lnTo>
                <a:lnTo>
                  <a:pt x="352171" y="351409"/>
                </a:lnTo>
                <a:lnTo>
                  <a:pt x="395605" y="370459"/>
                </a:lnTo>
                <a:lnTo>
                  <a:pt x="440690" y="388747"/>
                </a:lnTo>
                <a:lnTo>
                  <a:pt x="487553" y="406273"/>
                </a:lnTo>
                <a:lnTo>
                  <a:pt x="536067" y="422783"/>
                </a:lnTo>
                <a:lnTo>
                  <a:pt x="585978" y="438404"/>
                </a:lnTo>
                <a:lnTo>
                  <a:pt x="637286" y="453136"/>
                </a:lnTo>
                <a:lnTo>
                  <a:pt x="689864" y="466852"/>
                </a:lnTo>
                <a:lnTo>
                  <a:pt x="743585" y="479425"/>
                </a:lnTo>
                <a:lnTo>
                  <a:pt x="798322" y="490855"/>
                </a:lnTo>
                <a:lnTo>
                  <a:pt x="853948" y="501142"/>
                </a:lnTo>
                <a:lnTo>
                  <a:pt x="910463" y="510159"/>
                </a:lnTo>
                <a:lnTo>
                  <a:pt x="967613" y="518033"/>
                </a:lnTo>
                <a:lnTo>
                  <a:pt x="1025271" y="524510"/>
                </a:lnTo>
                <a:lnTo>
                  <a:pt x="1083564" y="529717"/>
                </a:lnTo>
                <a:lnTo>
                  <a:pt x="1142111" y="533400"/>
                </a:lnTo>
                <a:lnTo>
                  <a:pt x="1183463" y="534762"/>
                </a:lnTo>
                <a:lnTo>
                  <a:pt x="1196086" y="535178"/>
                </a:lnTo>
                <a:lnTo>
                  <a:pt x="1259713" y="529971"/>
                </a:lnTo>
                <a:lnTo>
                  <a:pt x="1184275" y="490474"/>
                </a:lnTo>
                <a:lnTo>
                  <a:pt x="1196467" y="522478"/>
                </a:lnTo>
                <a:lnTo>
                  <a:pt x="1183696" y="522054"/>
                </a:lnTo>
                <a:lnTo>
                  <a:pt x="1142873" y="520700"/>
                </a:lnTo>
                <a:lnTo>
                  <a:pt x="1084707" y="517017"/>
                </a:lnTo>
                <a:lnTo>
                  <a:pt x="1026668" y="511937"/>
                </a:lnTo>
                <a:lnTo>
                  <a:pt x="969391" y="505460"/>
                </a:lnTo>
                <a:lnTo>
                  <a:pt x="912495" y="497713"/>
                </a:lnTo>
                <a:lnTo>
                  <a:pt x="856234" y="488696"/>
                </a:lnTo>
                <a:lnTo>
                  <a:pt x="800862" y="478536"/>
                </a:lnTo>
                <a:lnTo>
                  <a:pt x="746506" y="467106"/>
                </a:lnTo>
                <a:lnTo>
                  <a:pt x="693039" y="454533"/>
                </a:lnTo>
                <a:lnTo>
                  <a:pt x="640715" y="440944"/>
                </a:lnTo>
                <a:lnTo>
                  <a:pt x="589788" y="426339"/>
                </a:lnTo>
                <a:lnTo>
                  <a:pt x="540131" y="410718"/>
                </a:lnTo>
                <a:lnTo>
                  <a:pt x="491998" y="394335"/>
                </a:lnTo>
                <a:lnTo>
                  <a:pt x="445516" y="376936"/>
                </a:lnTo>
                <a:lnTo>
                  <a:pt x="400685" y="358902"/>
                </a:lnTo>
                <a:lnTo>
                  <a:pt x="357759" y="339852"/>
                </a:lnTo>
                <a:lnTo>
                  <a:pt x="316738" y="320294"/>
                </a:lnTo>
                <a:lnTo>
                  <a:pt x="277749" y="299974"/>
                </a:lnTo>
                <a:lnTo>
                  <a:pt x="241046" y="279019"/>
                </a:lnTo>
                <a:lnTo>
                  <a:pt x="206629" y="257556"/>
                </a:lnTo>
                <a:lnTo>
                  <a:pt x="174625" y="235585"/>
                </a:lnTo>
                <a:lnTo>
                  <a:pt x="131445" y="201676"/>
                </a:lnTo>
                <a:lnTo>
                  <a:pt x="94488" y="167132"/>
                </a:lnTo>
                <a:lnTo>
                  <a:pt x="63881" y="131826"/>
                </a:lnTo>
                <a:lnTo>
                  <a:pt x="40132" y="96139"/>
                </a:lnTo>
                <a:lnTo>
                  <a:pt x="23495" y="60325"/>
                </a:lnTo>
                <a:lnTo>
                  <a:pt x="13171" y="12446"/>
                </a:lnTo>
                <a:lnTo>
                  <a:pt x="12700" y="0"/>
                </a:lnTo>
                <a:lnTo>
                  <a:pt x="0" y="508"/>
                </a:lnTo>
                <a:lnTo>
                  <a:pt x="481" y="12827"/>
                </a:lnTo>
                <a:lnTo>
                  <a:pt x="1840" y="25781"/>
                </a:lnTo>
                <a:lnTo>
                  <a:pt x="4202" y="38608"/>
                </a:lnTo>
                <a:close/>
              </a:path>
              <a:path w="1259713" h="566674">
                <a:moveTo>
                  <a:pt x="1196086" y="535178"/>
                </a:moveTo>
                <a:lnTo>
                  <a:pt x="1183463" y="534762"/>
                </a:lnTo>
                <a:lnTo>
                  <a:pt x="1182878" y="566674"/>
                </a:lnTo>
                <a:lnTo>
                  <a:pt x="1259713" y="529971"/>
                </a:lnTo>
                <a:lnTo>
                  <a:pt x="1196086" y="535178"/>
                </a:lnTo>
                <a:close/>
              </a:path>
              <a:path w="1259713" h="566674">
                <a:moveTo>
                  <a:pt x="1196467" y="522478"/>
                </a:moveTo>
                <a:lnTo>
                  <a:pt x="1184275" y="490474"/>
                </a:lnTo>
                <a:lnTo>
                  <a:pt x="1183696" y="522054"/>
                </a:lnTo>
                <a:lnTo>
                  <a:pt x="1196467" y="522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99232" y="2340863"/>
            <a:ext cx="4558283" cy="2372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-11811"/>
            <a:ext cx="9140316" cy="11042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09710" y="2607944"/>
            <a:ext cx="436879" cy="2399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635999" y="2031999"/>
            <a:ext cx="0" cy="1816100"/>
          </a:xfrm>
          <a:custGeom>
            <a:avLst/>
            <a:gdLst/>
            <a:ahLst/>
            <a:cxnLst/>
            <a:rect l="l" t="t" r="r" b="b"/>
            <a:pathLst>
              <a:path h="1816100">
                <a:moveTo>
                  <a:pt x="0" y="1816100"/>
                </a:moveTo>
                <a:lnTo>
                  <a:pt x="0" y="0"/>
                </a:lnTo>
              </a:path>
            </a:pathLst>
          </a:custGeom>
          <a:ln w="12699">
            <a:solidFill>
              <a:srgbClr val="8E8E8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610599" y="2057399"/>
            <a:ext cx="520699" cy="0"/>
          </a:xfrm>
          <a:custGeom>
            <a:avLst/>
            <a:gdLst/>
            <a:ahLst/>
            <a:cxnLst/>
            <a:rect l="l" t="t" r="r" b="b"/>
            <a:pathLst>
              <a:path w="520699">
                <a:moveTo>
                  <a:pt x="0" y="0"/>
                </a:moveTo>
                <a:lnTo>
                  <a:pt x="520699" y="0"/>
                </a:lnTo>
              </a:path>
            </a:pathLst>
          </a:custGeom>
          <a:ln w="25400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23299" y="3835399"/>
            <a:ext cx="495299" cy="0"/>
          </a:xfrm>
          <a:custGeom>
            <a:avLst/>
            <a:gdLst/>
            <a:ahLst/>
            <a:cxnLst/>
            <a:rect l="l" t="t" r="r" b="b"/>
            <a:pathLst>
              <a:path w="495299">
                <a:moveTo>
                  <a:pt x="0" y="0"/>
                </a:moveTo>
                <a:lnTo>
                  <a:pt x="495299" y="0"/>
                </a:lnTo>
              </a:path>
            </a:pathLst>
          </a:custGeom>
          <a:ln w="12700">
            <a:solidFill>
              <a:srgbClr val="9C9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0665" y="1345945"/>
            <a:ext cx="596036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You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2343" y="1345945"/>
            <a:ext cx="52273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</a:t>
            </a:r>
            <a:r>
              <a:rPr sz="24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0559" y="1345945"/>
            <a:ext cx="40360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8686" y="1345945"/>
            <a:ext cx="142588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presen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2774" y="1345945"/>
            <a:ext cx="64157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0171" y="1345945"/>
            <a:ext cx="49929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400" spc="-4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5834" y="1345945"/>
            <a:ext cx="1388546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0"/>
              </a:lnSpc>
              <a:spcBef>
                <a:spcPts val="126"/>
              </a:spcBef>
            </a:pPr>
            <a:r>
              <a:rPr sz="2400" spc="0" dirty="0">
                <a:solidFill>
                  <a:srgbClr val="595959"/>
                </a:solidFill>
                <a:latin typeface="Times New Roman"/>
                <a:cs typeface="Times New Roman"/>
              </a:rPr>
              <a:t>following: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3237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94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00" y="2363722"/>
            <a:ext cx="2209800" cy="646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440" marR="78605">
              <a:lnSpc>
                <a:spcPct val="100041"/>
              </a:lnSpc>
              <a:spcBef>
                <a:spcPts val="370"/>
              </a:spcBef>
            </a:pPr>
            <a:r>
              <a:rPr sz="900" spc="0" dirty="0">
                <a:latin typeface="Times New Roman"/>
                <a:cs typeface="Times New Roman"/>
              </a:rPr>
              <a:t>Red</a:t>
            </a:r>
            <a:r>
              <a:rPr sz="900" spc="86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li</a:t>
            </a:r>
            <a:r>
              <a:rPr sz="900" spc="-4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es</a:t>
            </a:r>
            <a:r>
              <a:rPr sz="900" spc="-4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i</a:t>
            </a:r>
            <a:r>
              <a:rPr sz="900" spc="-4" dirty="0">
                <a:latin typeface="Times New Roman"/>
                <a:cs typeface="Times New Roman"/>
              </a:rPr>
              <a:t>nd</a:t>
            </a:r>
            <a:r>
              <a:rPr sz="900" spc="0" dirty="0">
                <a:latin typeface="Times New Roman"/>
                <a:cs typeface="Times New Roman"/>
              </a:rPr>
              <a:t>i</a:t>
            </a:r>
            <a:r>
              <a:rPr sz="900" spc="-4" dirty="0">
                <a:latin typeface="Times New Roman"/>
                <a:cs typeface="Times New Roman"/>
              </a:rPr>
              <a:t>c</a:t>
            </a:r>
            <a:r>
              <a:rPr sz="900" spc="0" dirty="0">
                <a:latin typeface="Times New Roman"/>
                <a:cs typeface="Times New Roman"/>
              </a:rPr>
              <a:t>a</a:t>
            </a:r>
            <a:r>
              <a:rPr sz="900" spc="9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4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-4" dirty="0">
                <a:latin typeface="Times New Roman"/>
                <a:cs typeface="Times New Roman"/>
              </a:rPr>
              <a:t>n</a:t>
            </a:r>
            <a:r>
              <a:rPr sz="900" spc="9" dirty="0">
                <a:latin typeface="Times New Roman"/>
                <a:cs typeface="Times New Roman"/>
              </a:rPr>
              <a:t>e</a:t>
            </a:r>
            <a:r>
              <a:rPr sz="900" spc="4" dirty="0">
                <a:latin typeface="Times New Roman"/>
                <a:cs typeface="Times New Roman"/>
              </a:rPr>
              <a:t>-</a:t>
            </a:r>
            <a:r>
              <a:rPr sz="900" spc="-4" dirty="0">
                <a:latin typeface="Times New Roman"/>
                <a:cs typeface="Times New Roman"/>
              </a:rPr>
              <a:t>w</a:t>
            </a:r>
            <a:r>
              <a:rPr sz="900" spc="0" dirty="0">
                <a:latin typeface="Times New Roman"/>
                <a:cs typeface="Times New Roman"/>
              </a:rPr>
              <a:t>ay 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-4" dirty="0">
                <a:latin typeface="Times New Roman"/>
                <a:cs typeface="Times New Roman"/>
              </a:rPr>
              <a:t>r</a:t>
            </a:r>
            <a:r>
              <a:rPr sz="900" spc="0" dirty="0">
                <a:latin typeface="Times New Roman"/>
                <a:cs typeface="Times New Roman"/>
              </a:rPr>
              <a:t>ans</a:t>
            </a:r>
            <a:r>
              <a:rPr sz="900" spc="4" dirty="0">
                <a:latin typeface="Times New Roman"/>
                <a:cs typeface="Times New Roman"/>
              </a:rPr>
              <a:t>m</a:t>
            </a:r>
            <a:r>
              <a:rPr sz="900" spc="0" dirty="0">
                <a:latin typeface="Times New Roman"/>
                <a:cs typeface="Times New Roman"/>
              </a:rPr>
              <a:t>i</a:t>
            </a:r>
            <a:r>
              <a:rPr sz="900" spc="4" dirty="0">
                <a:latin typeface="Times New Roman"/>
                <a:cs typeface="Times New Roman"/>
              </a:rPr>
              <a:t>tt</a:t>
            </a:r>
            <a:r>
              <a:rPr sz="900" spc="0" dirty="0">
                <a:latin typeface="Times New Roman"/>
                <a:cs typeface="Times New Roman"/>
              </a:rPr>
              <a:t>i</a:t>
            </a:r>
            <a:r>
              <a:rPr sz="900" spc="-4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g. </a:t>
            </a:r>
            <a:r>
              <a:rPr sz="900" spc="-4" dirty="0">
                <a:latin typeface="Times New Roman"/>
                <a:cs typeface="Times New Roman"/>
              </a:rPr>
              <a:t>I</a:t>
            </a:r>
            <a:r>
              <a:rPr sz="900" spc="0" dirty="0">
                <a:latin typeface="Times New Roman"/>
                <a:cs typeface="Times New Roman"/>
              </a:rPr>
              <a:t>t</a:t>
            </a:r>
            <a:r>
              <a:rPr sz="900" spc="28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looks</a:t>
            </a:r>
            <a:r>
              <a:rPr sz="900" spc="183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like</a:t>
            </a:r>
            <a:r>
              <a:rPr sz="900" spc="6" dirty="0">
                <a:latin typeface="Times New Roman"/>
                <a:cs typeface="Times New Roman"/>
              </a:rPr>
              <a:t> </a:t>
            </a:r>
            <a:r>
              <a:rPr sz="900" spc="5" dirty="0">
                <a:latin typeface="Times New Roman"/>
                <a:cs typeface="Times New Roman"/>
              </a:rPr>
              <a:t>s</a:t>
            </a:r>
            <a:r>
              <a:rPr sz="900" spc="0" dirty="0">
                <a:latin typeface="Times New Roman"/>
                <a:cs typeface="Times New Roman"/>
              </a:rPr>
              <a:t>omeo</a:t>
            </a:r>
            <a:r>
              <a:rPr sz="900" spc="-5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-48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is</a:t>
            </a:r>
            <a:r>
              <a:rPr sz="900" spc="-4" dirty="0">
                <a:latin typeface="Times New Roman"/>
                <a:cs typeface="Times New Roman"/>
              </a:rPr>
              <a:t> cr</a:t>
            </a:r>
            <a:r>
              <a:rPr sz="900" spc="0" dirty="0">
                <a:latin typeface="Times New Roman"/>
                <a:cs typeface="Times New Roman"/>
              </a:rPr>
              <a:t>af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i</a:t>
            </a:r>
            <a:r>
              <a:rPr sz="900" spc="-4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g </a:t>
            </a:r>
            <a:r>
              <a:rPr sz="900" spc="5" dirty="0">
                <a:latin typeface="Times New Roman"/>
                <a:cs typeface="Times New Roman"/>
              </a:rPr>
              <a:t>(</a:t>
            </a:r>
            <a:r>
              <a:rPr sz="900" spc="0" dirty="0">
                <a:latin typeface="Times New Roman"/>
                <a:cs typeface="Times New Roman"/>
              </a:rPr>
              <a:t>malfo</a:t>
            </a:r>
            <a:r>
              <a:rPr sz="900" spc="-5" dirty="0">
                <a:latin typeface="Times New Roman"/>
                <a:cs typeface="Times New Roman"/>
              </a:rPr>
              <a:t>r</a:t>
            </a:r>
            <a:r>
              <a:rPr sz="900" spc="0" dirty="0">
                <a:latin typeface="Times New Roman"/>
                <a:cs typeface="Times New Roman"/>
              </a:rPr>
              <a:t>me</a:t>
            </a:r>
            <a:r>
              <a:rPr sz="900" spc="-5" dirty="0">
                <a:latin typeface="Times New Roman"/>
                <a:cs typeface="Times New Roman"/>
              </a:rPr>
              <a:t>d</a:t>
            </a:r>
            <a:r>
              <a:rPr sz="900" spc="0" dirty="0">
                <a:latin typeface="Times New Roman"/>
                <a:cs typeface="Times New Roman"/>
              </a:rPr>
              <a:t>)</a:t>
            </a:r>
            <a:r>
              <a:rPr sz="900" spc="-92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pa</a:t>
            </a:r>
            <a:r>
              <a:rPr sz="900" spc="-5" dirty="0">
                <a:latin typeface="Times New Roman"/>
                <a:cs typeface="Times New Roman"/>
              </a:rPr>
              <a:t>c</a:t>
            </a:r>
            <a:r>
              <a:rPr sz="900" spc="0" dirty="0">
                <a:latin typeface="Times New Roman"/>
                <a:cs typeface="Times New Roman"/>
              </a:rPr>
              <a:t>ke</a:t>
            </a:r>
            <a:r>
              <a:rPr sz="900" spc="5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s,</a:t>
            </a:r>
            <a:r>
              <a:rPr sz="900" spc="46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i</a:t>
            </a:r>
            <a:r>
              <a:rPr sz="900" spc="0" dirty="0">
                <a:latin typeface="Times New Roman"/>
                <a:cs typeface="Times New Roman"/>
              </a:rPr>
              <a:t>n</a:t>
            </a:r>
            <a:r>
              <a:rPr sz="900" spc="7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-4" dirty="0">
                <a:latin typeface="Times New Roman"/>
                <a:cs typeface="Times New Roman"/>
              </a:rPr>
              <a:t>rd</a:t>
            </a:r>
            <a:r>
              <a:rPr sz="900" spc="0" dirty="0">
                <a:latin typeface="Times New Roman"/>
                <a:cs typeface="Times New Roman"/>
              </a:rPr>
              <a:t>er</a:t>
            </a:r>
            <a:r>
              <a:rPr sz="900" spc="209" dirty="0">
                <a:latin typeface="Times New Roman"/>
                <a:cs typeface="Times New Roman"/>
              </a:rPr>
              <a:t> 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endParaRPr sz="900">
              <a:latin typeface="Times New Roman"/>
              <a:cs typeface="Times New Roman"/>
            </a:endParaRPr>
          </a:p>
          <a:p>
            <a:pPr marL="91440">
              <a:lnSpc>
                <a:spcPct val="95825"/>
              </a:lnSpc>
            </a:pPr>
            <a:r>
              <a:rPr sz="900" spc="0" dirty="0">
                <a:latin typeface="Times New Roman"/>
                <a:cs typeface="Times New Roman"/>
              </a:rPr>
              <a:t>perfo</a:t>
            </a:r>
            <a:r>
              <a:rPr sz="900" spc="-5" dirty="0">
                <a:latin typeface="Times New Roman"/>
                <a:cs typeface="Times New Roman"/>
              </a:rPr>
              <a:t>r</a:t>
            </a:r>
            <a:r>
              <a:rPr sz="900" spc="0" dirty="0">
                <a:latin typeface="Times New Roman"/>
                <a:cs typeface="Times New Roman"/>
              </a:rPr>
              <a:t>m</a:t>
            </a:r>
            <a:r>
              <a:rPr sz="900" spc="-18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a</a:t>
            </a:r>
            <a:r>
              <a:rPr sz="900" spc="92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M</a:t>
            </a:r>
            <a:r>
              <a:rPr sz="900" spc="0" dirty="0">
                <a:latin typeface="Times New Roman"/>
                <a:cs typeface="Times New Roman"/>
              </a:rPr>
              <a:t>AC</a:t>
            </a:r>
            <a:r>
              <a:rPr sz="900" spc="37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f</a:t>
            </a:r>
            <a:r>
              <a:rPr sz="900" spc="-4" dirty="0">
                <a:latin typeface="Times New Roman"/>
                <a:cs typeface="Times New Roman"/>
              </a:rPr>
              <a:t>l</a:t>
            </a:r>
            <a:r>
              <a:rPr sz="900" spc="0" dirty="0">
                <a:latin typeface="Times New Roman"/>
                <a:cs typeface="Times New Roman"/>
              </a:rPr>
              <a:t>oo</a:t>
            </a:r>
            <a:r>
              <a:rPr sz="900" spc="-4" dirty="0">
                <a:latin typeface="Times New Roman"/>
                <a:cs typeface="Times New Roman"/>
              </a:rPr>
              <a:t>d</a:t>
            </a:r>
            <a:r>
              <a:rPr sz="900" spc="0" dirty="0">
                <a:latin typeface="Times New Roman"/>
                <a:cs typeface="Times New Roman"/>
              </a:rPr>
              <a:t>i</a:t>
            </a:r>
            <a:r>
              <a:rPr sz="900" spc="-4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g</a:t>
            </a:r>
            <a:r>
              <a:rPr sz="900" spc="224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a</a:t>
            </a:r>
            <a:r>
              <a:rPr sz="900" spc="9" dirty="0">
                <a:latin typeface="Times New Roman"/>
                <a:cs typeface="Times New Roman"/>
              </a:rPr>
              <a:t>t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ack.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5999" y="2057399"/>
            <a:ext cx="556895" cy="177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61595">
              <a:lnSpc>
                <a:spcPts val="900"/>
              </a:lnSpc>
              <a:spcBef>
                <a:spcPts val="37"/>
              </a:spcBef>
            </a:pPr>
            <a:endParaRPr sz="900"/>
          </a:p>
          <a:p>
            <a:pPr marL="174282" marR="61595">
              <a:lnSpc>
                <a:spcPts val="2110"/>
              </a:lnSpc>
              <a:spcBef>
                <a:spcPts val="5105"/>
              </a:spcBef>
            </a:pPr>
            <a:r>
              <a:rPr sz="3300" baseline="-10541" dirty="0">
                <a:solidFill>
                  <a:srgbClr val="8E8E8E"/>
                </a:solidFill>
                <a:latin typeface="Arial"/>
                <a:cs typeface="Arial"/>
              </a:rPr>
              <a:t>.</a:t>
            </a:r>
            <a:r>
              <a:rPr sz="3300" spc="-44" baseline="-10541" dirty="0">
                <a:solidFill>
                  <a:srgbClr val="8E8E8E"/>
                </a:solidFill>
                <a:latin typeface="Arial"/>
                <a:cs typeface="Arial"/>
              </a:rPr>
              <a:t>.</a:t>
            </a:r>
            <a:r>
              <a:rPr sz="2100" spc="0" baseline="-16564" dirty="0">
                <a:solidFill>
                  <a:srgbClr val="8E8E8E"/>
                </a:solidFill>
                <a:latin typeface="Times New Roman"/>
                <a:cs typeface="Times New Roman"/>
              </a:rPr>
              <a:t>,..</a:t>
            </a:r>
            <a:endParaRPr sz="1400">
              <a:latin typeface="Times New Roman"/>
              <a:cs typeface="Times New Roman"/>
            </a:endParaRPr>
          </a:p>
          <a:p>
            <a:pPr marL="127000">
              <a:lnSpc>
                <a:spcPts val="1520"/>
              </a:lnSpc>
              <a:tabLst>
                <a:tab pos="508000" algn="l"/>
              </a:tabLst>
            </a:pPr>
            <a:r>
              <a:rPr sz="2850" spc="-129" baseline="3051" dirty="0">
                <a:solidFill>
                  <a:srgbClr val="8E8E8E"/>
                </a:solidFill>
                <a:latin typeface="Times New Roman"/>
                <a:cs typeface="Times New Roman"/>
              </a:rPr>
              <a:t> </a:t>
            </a:r>
            <a:r>
              <a:rPr sz="2850" spc="0" baseline="3051" dirty="0">
                <a:solidFill>
                  <a:srgbClr val="8E8E8E"/>
                </a:solidFill>
                <a:latin typeface="Times New Roman"/>
                <a:cs typeface="Times New Roman"/>
              </a:rPr>
              <a:t>a 	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bject 58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03502" y="2121407"/>
            <a:ext cx="7729727" cy="1534668"/>
          </a:xfrm>
          <a:custGeom>
            <a:avLst/>
            <a:gdLst/>
            <a:ahLst/>
            <a:cxnLst/>
            <a:rect l="l" t="t" r="r" b="b"/>
            <a:pathLst>
              <a:path w="7729727" h="1534668">
                <a:moveTo>
                  <a:pt x="0" y="1534668"/>
                </a:moveTo>
                <a:lnTo>
                  <a:pt x="7729727" y="1534668"/>
                </a:lnTo>
                <a:lnTo>
                  <a:pt x="7729727" y="0"/>
                </a:lnTo>
                <a:lnTo>
                  <a:pt x="0" y="0"/>
                </a:lnTo>
                <a:lnTo>
                  <a:pt x="0" y="153466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73127" y="2889503"/>
            <a:ext cx="234949" cy="70104"/>
          </a:xfrm>
          <a:custGeom>
            <a:avLst/>
            <a:gdLst/>
            <a:ahLst/>
            <a:cxnLst/>
            <a:rect l="l" t="t" r="r" b="b"/>
            <a:pathLst>
              <a:path w="234949" h="70104">
                <a:moveTo>
                  <a:pt x="186495" y="70104"/>
                </a:moveTo>
                <a:lnTo>
                  <a:pt x="183147" y="35560"/>
                </a:lnTo>
                <a:lnTo>
                  <a:pt x="172169" y="44009"/>
                </a:lnTo>
                <a:lnTo>
                  <a:pt x="186495" y="70104"/>
                </a:lnTo>
                <a:close/>
              </a:path>
              <a:path w="234949" h="70104">
                <a:moveTo>
                  <a:pt x="172169" y="44009"/>
                </a:moveTo>
                <a:lnTo>
                  <a:pt x="166141" y="48387"/>
                </a:lnTo>
                <a:lnTo>
                  <a:pt x="165634" y="49038"/>
                </a:lnTo>
                <a:lnTo>
                  <a:pt x="172169" y="44009"/>
                </a:lnTo>
                <a:close/>
              </a:path>
              <a:path w="234949" h="70104">
                <a:moveTo>
                  <a:pt x="164995" y="49530"/>
                </a:moveTo>
                <a:lnTo>
                  <a:pt x="166001" y="32774"/>
                </a:lnTo>
                <a:lnTo>
                  <a:pt x="157261" y="39497"/>
                </a:lnTo>
                <a:lnTo>
                  <a:pt x="164995" y="49530"/>
                </a:lnTo>
                <a:close/>
              </a:path>
              <a:path w="234949" h="70104">
                <a:moveTo>
                  <a:pt x="773" y="700151"/>
                </a:moveTo>
                <a:lnTo>
                  <a:pt x="2995" y="731647"/>
                </a:lnTo>
                <a:lnTo>
                  <a:pt x="6652" y="763143"/>
                </a:lnTo>
                <a:lnTo>
                  <a:pt x="11657" y="794385"/>
                </a:lnTo>
                <a:lnTo>
                  <a:pt x="18097" y="825246"/>
                </a:lnTo>
                <a:lnTo>
                  <a:pt x="25692" y="855853"/>
                </a:lnTo>
                <a:lnTo>
                  <a:pt x="34617" y="886206"/>
                </a:lnTo>
                <a:lnTo>
                  <a:pt x="44702" y="916051"/>
                </a:lnTo>
                <a:lnTo>
                  <a:pt x="55944" y="945388"/>
                </a:lnTo>
                <a:lnTo>
                  <a:pt x="68247" y="974217"/>
                </a:lnTo>
                <a:lnTo>
                  <a:pt x="81671" y="1002281"/>
                </a:lnTo>
                <a:lnTo>
                  <a:pt x="95999" y="1029854"/>
                </a:lnTo>
                <a:lnTo>
                  <a:pt x="111362" y="1056638"/>
                </a:lnTo>
                <a:lnTo>
                  <a:pt x="127595" y="1082574"/>
                </a:lnTo>
                <a:lnTo>
                  <a:pt x="144689" y="1107617"/>
                </a:lnTo>
                <a:lnTo>
                  <a:pt x="162570" y="1131836"/>
                </a:lnTo>
                <a:lnTo>
                  <a:pt x="181212" y="1154990"/>
                </a:lnTo>
                <a:lnTo>
                  <a:pt x="200620" y="1177189"/>
                </a:lnTo>
                <a:lnTo>
                  <a:pt x="220637" y="1198243"/>
                </a:lnTo>
                <a:lnTo>
                  <a:pt x="241334" y="1218157"/>
                </a:lnTo>
                <a:lnTo>
                  <a:pt x="262622" y="1236840"/>
                </a:lnTo>
                <a:lnTo>
                  <a:pt x="284490" y="1254173"/>
                </a:lnTo>
                <a:lnTo>
                  <a:pt x="306754" y="1270162"/>
                </a:lnTo>
                <a:lnTo>
                  <a:pt x="329539" y="1284832"/>
                </a:lnTo>
                <a:lnTo>
                  <a:pt x="352727" y="1297954"/>
                </a:lnTo>
                <a:lnTo>
                  <a:pt x="376222" y="1309547"/>
                </a:lnTo>
                <a:lnTo>
                  <a:pt x="400034" y="1319504"/>
                </a:lnTo>
                <a:lnTo>
                  <a:pt x="424164" y="1327823"/>
                </a:lnTo>
                <a:lnTo>
                  <a:pt x="448497" y="1334386"/>
                </a:lnTo>
                <a:lnTo>
                  <a:pt x="472994" y="1339239"/>
                </a:lnTo>
                <a:lnTo>
                  <a:pt x="497587" y="1342136"/>
                </a:lnTo>
                <a:lnTo>
                  <a:pt x="521775" y="1343088"/>
                </a:lnTo>
                <a:lnTo>
                  <a:pt x="522287" y="1330388"/>
                </a:lnTo>
                <a:lnTo>
                  <a:pt x="498092" y="1329436"/>
                </a:lnTo>
                <a:lnTo>
                  <a:pt x="474483" y="1326617"/>
                </a:lnTo>
                <a:lnTo>
                  <a:pt x="427493" y="1315554"/>
                </a:lnTo>
                <a:lnTo>
                  <a:pt x="381138" y="1297824"/>
                </a:lnTo>
                <a:lnTo>
                  <a:pt x="335810" y="1273784"/>
                </a:lnTo>
                <a:lnTo>
                  <a:pt x="291896" y="1243849"/>
                </a:lnTo>
                <a:lnTo>
                  <a:pt x="249708" y="1208622"/>
                </a:lnTo>
                <a:lnTo>
                  <a:pt x="209842" y="1168438"/>
                </a:lnTo>
                <a:lnTo>
                  <a:pt x="172452" y="1123875"/>
                </a:lnTo>
                <a:lnTo>
                  <a:pt x="138087" y="1075410"/>
                </a:lnTo>
                <a:lnTo>
                  <a:pt x="107007" y="1023545"/>
                </a:lnTo>
                <a:lnTo>
                  <a:pt x="79702" y="968756"/>
                </a:lnTo>
                <a:lnTo>
                  <a:pt x="56579" y="911479"/>
                </a:lnTo>
                <a:lnTo>
                  <a:pt x="37871" y="852297"/>
                </a:lnTo>
                <a:lnTo>
                  <a:pt x="24090" y="791718"/>
                </a:lnTo>
                <a:lnTo>
                  <a:pt x="15607" y="730250"/>
                </a:lnTo>
                <a:lnTo>
                  <a:pt x="12699" y="668274"/>
                </a:lnTo>
                <a:lnTo>
                  <a:pt x="12978" y="637032"/>
                </a:lnTo>
                <a:lnTo>
                  <a:pt x="15646" y="574929"/>
                </a:lnTo>
                <a:lnTo>
                  <a:pt x="20572" y="513588"/>
                </a:lnTo>
                <a:lnTo>
                  <a:pt x="32255" y="423926"/>
                </a:lnTo>
                <a:lnTo>
                  <a:pt x="42594" y="366522"/>
                </a:lnTo>
                <a:lnTo>
                  <a:pt x="54733" y="311404"/>
                </a:lnTo>
                <a:lnTo>
                  <a:pt x="68564" y="259461"/>
                </a:lnTo>
                <a:lnTo>
                  <a:pt x="83819" y="210820"/>
                </a:lnTo>
                <a:lnTo>
                  <a:pt x="100379" y="166243"/>
                </a:lnTo>
                <a:lnTo>
                  <a:pt x="118134" y="125984"/>
                </a:lnTo>
                <a:lnTo>
                  <a:pt x="136852" y="90805"/>
                </a:lnTo>
                <a:lnTo>
                  <a:pt x="165634" y="49038"/>
                </a:lnTo>
                <a:lnTo>
                  <a:pt x="172169" y="44009"/>
                </a:lnTo>
                <a:lnTo>
                  <a:pt x="183147" y="35560"/>
                </a:lnTo>
                <a:lnTo>
                  <a:pt x="186495" y="70104"/>
                </a:lnTo>
                <a:lnTo>
                  <a:pt x="234949" y="0"/>
                </a:lnTo>
                <a:lnTo>
                  <a:pt x="175423" y="25527"/>
                </a:lnTo>
                <a:lnTo>
                  <a:pt x="166001" y="32774"/>
                </a:lnTo>
                <a:lnTo>
                  <a:pt x="164995" y="49530"/>
                </a:lnTo>
                <a:lnTo>
                  <a:pt x="157261" y="39497"/>
                </a:lnTo>
                <a:lnTo>
                  <a:pt x="156844" y="39751"/>
                </a:lnTo>
                <a:lnTo>
                  <a:pt x="156447" y="40132"/>
                </a:lnTo>
                <a:lnTo>
                  <a:pt x="156119" y="40640"/>
                </a:lnTo>
                <a:lnTo>
                  <a:pt x="145806" y="53848"/>
                </a:lnTo>
                <a:lnTo>
                  <a:pt x="125779" y="84582"/>
                </a:lnTo>
                <a:lnTo>
                  <a:pt x="106589" y="120650"/>
                </a:lnTo>
                <a:lnTo>
                  <a:pt x="97472" y="140589"/>
                </a:lnTo>
                <a:lnTo>
                  <a:pt x="88532" y="161671"/>
                </a:lnTo>
                <a:lnTo>
                  <a:pt x="79994" y="183769"/>
                </a:lnTo>
                <a:lnTo>
                  <a:pt x="71754" y="206883"/>
                </a:lnTo>
                <a:lnTo>
                  <a:pt x="63792" y="231013"/>
                </a:lnTo>
                <a:lnTo>
                  <a:pt x="56335" y="256032"/>
                </a:lnTo>
                <a:lnTo>
                  <a:pt x="49147" y="281940"/>
                </a:lnTo>
                <a:lnTo>
                  <a:pt x="42350" y="308610"/>
                </a:lnTo>
                <a:lnTo>
                  <a:pt x="36041" y="336042"/>
                </a:lnTo>
                <a:lnTo>
                  <a:pt x="30112" y="364109"/>
                </a:lnTo>
                <a:lnTo>
                  <a:pt x="24660" y="392811"/>
                </a:lnTo>
                <a:lnTo>
                  <a:pt x="19684" y="422148"/>
                </a:lnTo>
                <a:lnTo>
                  <a:pt x="11380" y="481965"/>
                </a:lnTo>
                <a:lnTo>
                  <a:pt x="7937" y="512445"/>
                </a:lnTo>
                <a:lnTo>
                  <a:pt x="5153" y="543179"/>
                </a:lnTo>
                <a:lnTo>
                  <a:pt x="2956" y="574294"/>
                </a:lnTo>
                <a:lnTo>
                  <a:pt x="1334" y="605536"/>
                </a:lnTo>
                <a:lnTo>
                  <a:pt x="292" y="637032"/>
                </a:lnTo>
                <a:lnTo>
                  <a:pt x="0" y="668528"/>
                </a:lnTo>
                <a:lnTo>
                  <a:pt x="773" y="700151"/>
                </a:lnTo>
                <a:close/>
              </a:path>
              <a:path w="234949" h="70104">
                <a:moveTo>
                  <a:pt x="175423" y="25527"/>
                </a:moveTo>
                <a:lnTo>
                  <a:pt x="234949" y="0"/>
                </a:lnTo>
                <a:lnTo>
                  <a:pt x="149820" y="3302"/>
                </a:lnTo>
                <a:lnTo>
                  <a:pt x="166001" y="32774"/>
                </a:lnTo>
                <a:lnTo>
                  <a:pt x="175423" y="25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331199" y="27939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BFBC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331199" y="27939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BFBC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331199" y="28955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BFBC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331199" y="28955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BFBC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331199" y="30098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BFBC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331199" y="30098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BFBC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31199" y="31114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BFBC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331199" y="31114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BFBC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94585" y="4040122"/>
            <a:ext cx="2382011" cy="370334"/>
          </a:xfrm>
          <a:custGeom>
            <a:avLst/>
            <a:gdLst/>
            <a:ahLst/>
            <a:cxnLst/>
            <a:rect l="l" t="t" r="r" b="b"/>
            <a:pathLst>
              <a:path w="2382011" h="370334">
                <a:moveTo>
                  <a:pt x="0" y="370334"/>
                </a:moveTo>
                <a:lnTo>
                  <a:pt x="2382011" y="370334"/>
                </a:lnTo>
                <a:lnTo>
                  <a:pt x="2382011" y="0"/>
                </a:lnTo>
                <a:lnTo>
                  <a:pt x="0" y="0"/>
                </a:lnTo>
                <a:lnTo>
                  <a:pt x="0" y="37033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603996" y="2605023"/>
            <a:ext cx="441198" cy="240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610599" y="2057399"/>
            <a:ext cx="533399" cy="0"/>
          </a:xfrm>
          <a:custGeom>
            <a:avLst/>
            <a:gdLst/>
            <a:ahLst/>
            <a:cxnLst/>
            <a:rect l="l" t="t" r="r" b="b"/>
            <a:pathLst>
              <a:path w="533399">
                <a:moveTo>
                  <a:pt x="0" y="0"/>
                </a:moveTo>
                <a:lnTo>
                  <a:pt x="533399" y="0"/>
                </a:lnTo>
              </a:path>
            </a:pathLst>
          </a:custGeom>
          <a:ln w="12700">
            <a:solidFill>
              <a:srgbClr val="A19EA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635999" y="2057399"/>
            <a:ext cx="0" cy="1803400"/>
          </a:xfrm>
          <a:custGeom>
            <a:avLst/>
            <a:gdLst/>
            <a:ahLst/>
            <a:cxnLst/>
            <a:rect l="l" t="t" r="r" b="b"/>
            <a:pathLst>
              <a:path h="1803400">
                <a:moveTo>
                  <a:pt x="0" y="1803400"/>
                </a:moveTo>
                <a:lnTo>
                  <a:pt x="0" y="0"/>
                </a:lnTo>
              </a:path>
            </a:pathLst>
          </a:custGeom>
          <a:ln w="12699">
            <a:solidFill>
              <a:srgbClr val="8E8EA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623299" y="3835399"/>
            <a:ext cx="495299" cy="0"/>
          </a:xfrm>
          <a:custGeom>
            <a:avLst/>
            <a:gdLst/>
            <a:ahLst/>
            <a:cxnLst/>
            <a:rect l="l" t="t" r="r" b="b"/>
            <a:pathLst>
              <a:path w="495299">
                <a:moveTo>
                  <a:pt x="0" y="0"/>
                </a:moveTo>
                <a:lnTo>
                  <a:pt x="495299" y="0"/>
                </a:lnTo>
              </a:path>
            </a:pathLst>
          </a:custGeom>
          <a:ln w="12700">
            <a:solidFill>
              <a:srgbClr val="A19EA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0" y="-15494"/>
            <a:ext cx="9139174" cy="10935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10665" y="1336992"/>
            <a:ext cx="4722666" cy="584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118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spc="-11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mplete</a:t>
            </a:r>
            <a:r>
              <a:rPr sz="2000" spc="-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ictu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,</a:t>
            </a:r>
            <a:r>
              <a:rPr sz="2000" spc="-2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so 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owse</a:t>
            </a:r>
            <a:r>
              <a:rPr sz="2000" spc="-20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 marR="38176">
              <a:lnSpc>
                <a:spcPct val="95825"/>
              </a:lnSpc>
            </a:pP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-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nted</a:t>
            </a:r>
            <a:r>
              <a:rPr sz="2000" spc="-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1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fol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ow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ng: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134101" y="1336992"/>
            <a:ext cx="3197193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2000" b="1" spc="4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Conv</a:t>
            </a:r>
            <a:r>
              <a:rPr sz="20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rs</a:t>
            </a:r>
            <a:r>
              <a:rPr sz="2000" b="1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b="1" spc="-9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on</a:t>
            </a:r>
            <a:r>
              <a:rPr sz="2000" b="1" spc="47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b.</a:t>
            </a:r>
            <a:r>
              <a:rPr sz="2000" spc="4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0011" y="2267743"/>
            <a:ext cx="474135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4F5D82"/>
                </a:solidFill>
                <a:latin typeface="Times New Roman"/>
                <a:cs typeface="Times New Roman"/>
              </a:rPr>
              <a:t>5A:</a:t>
            </a:r>
            <a:r>
              <a:rPr sz="600" dirty="0">
                <a:solidFill>
                  <a:srgbClr val="46446E"/>
                </a:solidFill>
                <a:latin typeface="Times New Roman"/>
                <a:cs typeface="Times New Roman"/>
              </a:rPr>
              <a:t>E</a:t>
            </a:r>
            <a:r>
              <a:rPr sz="600" dirty="0">
                <a:solidFill>
                  <a:srgbClr val="4F5D82"/>
                </a:solidFill>
                <a:latin typeface="Times New Roman"/>
                <a:cs typeface="Times New Roman"/>
              </a:rPr>
              <a:t>&amp;50:</a:t>
            </a:r>
            <a:r>
              <a:rPr sz="600" dirty="0">
                <a:solidFill>
                  <a:srgbClr val="4B2F6D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46446E"/>
                </a:solidFill>
                <a:latin typeface="Times New Roman"/>
                <a:cs typeface="Times New Roman"/>
              </a:rPr>
              <a:t>E</a:t>
            </a:r>
            <a:r>
              <a:rPr sz="60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4F5D82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46446E"/>
                </a:solidFill>
                <a:latin typeface="Times New Roman"/>
                <a:cs typeface="Times New Roman"/>
              </a:rPr>
              <a:t>B</a:t>
            </a:r>
            <a:r>
              <a:rPr sz="60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4F5D82"/>
                </a:solidFill>
                <a:latin typeface="Times New Roman"/>
                <a:cs typeface="Times New Roman"/>
              </a:rPr>
              <a:t>El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59264" y="2267313"/>
            <a:ext cx="627900" cy="102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42902B"/>
                </a:solidFill>
                <a:latin typeface="Arial"/>
                <a:cs typeface="Arial"/>
              </a:rPr>
              <a:t>[(ll</a:t>
            </a:r>
            <a:r>
              <a:rPr sz="600" spc="123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4B2F6D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6:FF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2</a:t>
            </a:r>
            <a:r>
              <a:rPr sz="600" spc="0" dirty="0">
                <a:solidFill>
                  <a:srgbClr val="46446E"/>
                </a:solidFill>
                <a:latin typeface="Times New Roman"/>
                <a:cs typeface="Times New Roman"/>
              </a:rPr>
              <a:t>F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4C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47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54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27093" y="2267743"/>
            <a:ext cx="201421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60.008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84653" y="2267743"/>
            <a:ext cx="201421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60.008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70093" y="2267743"/>
            <a:ext cx="169417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0.008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23845" y="2273318"/>
            <a:ext cx="569686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00:00:00.000000000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04823" y="2273318"/>
            <a:ext cx="894673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4F5D82"/>
                </a:solidFill>
                <a:latin typeface="Times New Roman"/>
                <a:cs typeface="Times New Roman"/>
              </a:rPr>
              <a:t>20</a:t>
            </a:r>
            <a:r>
              <a:rPr sz="600" dirty="0">
                <a:solidFill>
                  <a:srgbClr val="4B2F6D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4F5D82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466EAA"/>
                </a:solidFill>
                <a:latin typeface="Times New Roman"/>
                <a:cs typeface="Times New Roman"/>
              </a:rPr>
              <a:t>/</a:t>
            </a:r>
            <a:r>
              <a:rPr sz="600" dirty="0">
                <a:solidFill>
                  <a:srgbClr val="4F5D82"/>
                </a:solidFill>
                <a:latin typeface="Times New Roman"/>
                <a:cs typeface="Times New Roman"/>
              </a:rPr>
              <a:t>W/27 </a:t>
            </a:r>
            <a:r>
              <a:rPr sz="600" spc="-29" dirty="0">
                <a:solidFill>
                  <a:srgbClr val="4F5D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6446E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5.295962000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14370" y="2273318"/>
            <a:ext cx="723010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4F5D82"/>
                </a:solidFill>
                <a:latin typeface="Times New Roman"/>
                <a:cs typeface="Times New Roman"/>
              </a:rPr>
              <a:t>20</a:t>
            </a:r>
            <a:r>
              <a:rPr sz="600" dirty="0">
                <a:solidFill>
                  <a:srgbClr val="46446E"/>
                </a:solidFill>
                <a:latin typeface="Times New Roman"/>
                <a:cs typeface="Times New Roman"/>
              </a:rPr>
              <a:t>1</a:t>
            </a:r>
            <a:r>
              <a:rPr sz="600" spc="25" dirty="0">
                <a:solidFill>
                  <a:srgbClr val="4F5D82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W/27 </a:t>
            </a:r>
            <a:r>
              <a:rPr sz="600" spc="-54" dirty="0">
                <a:solidFill>
                  <a:srgbClr val="4F5D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45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295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59222" y="2671051"/>
            <a:ext cx="659701" cy="127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15"/>
              </a:lnSpc>
              <a:spcBef>
                <a:spcPts val="45"/>
              </a:spcBef>
            </a:pPr>
            <a:r>
              <a:rPr sz="800" b="1" spc="0" dirty="0">
                <a:solidFill>
                  <a:srgbClr val="42902B"/>
                </a:solidFill>
                <a:latin typeface="Times New Roman"/>
                <a:cs typeface="Times New Roman"/>
              </a:rPr>
              <a:t>fO</a:t>
            </a:r>
            <a:r>
              <a:rPr sz="800" b="1" spc="-4" dirty="0">
                <a:solidFill>
                  <a:srgbClr val="42902B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5A:08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36:7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E: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8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D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2881" y="2691489"/>
            <a:ext cx="616309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729E46"/>
                </a:solidFill>
                <a:latin typeface="Times New Roman"/>
                <a:cs typeface="Times New Roman"/>
              </a:rPr>
              <a:t>~  </a:t>
            </a:r>
            <a:r>
              <a:rPr sz="600" spc="147" dirty="0">
                <a:solidFill>
                  <a:srgbClr val="729E46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59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6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34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8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82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23802" y="2691489"/>
            <a:ext cx="575714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60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000000000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27050" y="2691489"/>
            <a:ext cx="208660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70049" y="2691489"/>
            <a:ext cx="193801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8E8EA1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8E8EA1"/>
                </a:solidFill>
                <a:latin typeface="Times New Roman"/>
                <a:cs typeface="Times New Roman"/>
              </a:rPr>
              <a:t>00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04779" y="2691489"/>
            <a:ext cx="894673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7/W/27  </a:t>
            </a:r>
            <a:r>
              <a:rPr sz="600" spc="43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295980000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14326" y="2691489"/>
            <a:ext cx="822831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dirty="0">
                <a:solidFill>
                  <a:srgbClr val="835482"/>
                </a:solidFill>
                <a:latin typeface="Times New Roman"/>
                <a:cs typeface="Times New Roman"/>
              </a:rPr>
              <a:t>1</a:t>
            </a:r>
            <a:r>
              <a:rPr sz="600" spc="25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-10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05:27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84611" y="2697065"/>
            <a:ext cx="230786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60.00</a:t>
            </a:r>
            <a:r>
              <a:rPr sz="600" spc="87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B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59188" y="2988861"/>
            <a:ext cx="676314" cy="127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15"/>
              </a:lnSpc>
              <a:spcBef>
                <a:spcPts val="45"/>
              </a:spcBef>
            </a:pPr>
            <a:r>
              <a:rPr sz="800" b="1" spc="0" dirty="0">
                <a:solidFill>
                  <a:srgbClr val="42902B"/>
                </a:solidFill>
                <a:latin typeface="Times New Roman"/>
                <a:cs typeface="Times New Roman"/>
              </a:rPr>
              <a:t>fO</a:t>
            </a:r>
            <a:r>
              <a:rPr sz="800" b="1" spc="-4" dirty="0">
                <a:solidFill>
                  <a:srgbClr val="42902B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FA:5A:00:AC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2848" y="2999080"/>
            <a:ext cx="693988" cy="3292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10"/>
              </a:spcBef>
            </a:pPr>
            <a:r>
              <a:rPr sz="700" spc="0" dirty="0">
                <a:solidFill>
                  <a:srgbClr val="729E46"/>
                </a:solidFill>
                <a:latin typeface="Times New Roman"/>
                <a:cs typeface="Times New Roman"/>
              </a:rPr>
              <a:t>If)</a:t>
            </a:r>
            <a:r>
              <a:rPr sz="700" spc="50" dirty="0">
                <a:solidFill>
                  <a:srgbClr val="729E46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CD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30: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28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A7</a:t>
            </a:r>
            <a:endParaRPr sz="600">
              <a:latin typeface="Times New Roman"/>
              <a:cs typeface="Times New Roman"/>
            </a:endParaRPr>
          </a:p>
          <a:p>
            <a:pPr marL="129784" marR="13335">
              <a:lnSpc>
                <a:spcPct val="95825"/>
              </a:lnSpc>
              <a:spcBef>
                <a:spcPts val="120"/>
              </a:spcBef>
            </a:pP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EE</a:t>
            </a:r>
            <a:endParaRPr sz="600">
              <a:latin typeface="Times New Roman"/>
              <a:cs typeface="Times New Roman"/>
            </a:endParaRPr>
          </a:p>
          <a:p>
            <a:pPr marL="205898" marR="13335">
              <a:lnSpc>
                <a:spcPct val="95825"/>
              </a:lnSpc>
              <a:spcBef>
                <a:spcPts val="185"/>
              </a:spcBef>
            </a:pPr>
            <a:r>
              <a:rPr sz="600" dirty="0">
                <a:solidFill>
                  <a:srgbClr val="4F5D82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D6777"/>
                </a:solidFill>
                <a:latin typeface="Times New Roman"/>
                <a:cs typeface="Times New Roman"/>
              </a:rPr>
              <a:t>C5</a:t>
            </a:r>
            <a:r>
              <a:rPr sz="60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D6777"/>
                </a:solidFill>
                <a:latin typeface="Times New Roman"/>
                <a:cs typeface="Times New Roman"/>
              </a:rPr>
              <a:t>A6</a:t>
            </a:r>
            <a:r>
              <a:rPr sz="60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6</a:t>
            </a:r>
            <a:r>
              <a:rPr sz="600" dirty="0">
                <a:solidFill>
                  <a:srgbClr val="695269"/>
                </a:solidFill>
                <a:latin typeface="Times New Roman"/>
                <a:cs typeface="Times New Roman"/>
              </a:rPr>
              <a:t>D</a:t>
            </a:r>
            <a:r>
              <a:rPr sz="60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9</a:t>
            </a:r>
            <a:r>
              <a:rPr sz="600" dirty="0">
                <a:solidFill>
                  <a:srgbClr val="695269"/>
                </a:solidFill>
                <a:latin typeface="Times New Roman"/>
                <a:cs typeface="Times New Roman"/>
              </a:rPr>
              <a:t>D</a:t>
            </a:r>
            <a:r>
              <a:rPr sz="60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D6777"/>
                </a:solidFill>
                <a:latin typeface="Times New Roman"/>
                <a:cs typeface="Times New Roman"/>
              </a:rPr>
              <a:t>3C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23769" y="3009299"/>
            <a:ext cx="575714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60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000000000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27017" y="3009299"/>
            <a:ext cx="208660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84577" y="3009299"/>
            <a:ext cx="215899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dirty="0">
                <a:solidFill>
                  <a:srgbClr val="8E8EA1"/>
                </a:solidFill>
                <a:latin typeface="Times New Roman"/>
                <a:cs typeface="Times New Roman"/>
              </a:rPr>
              <a:t>.00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5592" y="3009299"/>
            <a:ext cx="170560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8E8EA1"/>
                </a:solidFill>
                <a:latin typeface="Times New Roman"/>
                <a:cs typeface="Times New Roman"/>
              </a:rPr>
              <a:t>0.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04747" y="3009299"/>
            <a:ext cx="886672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7/W/27  </a:t>
            </a:r>
            <a:r>
              <a:rPr sz="600" spc="43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19869" y="3009299"/>
            <a:ext cx="796796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dirty="0">
                <a:solidFill>
                  <a:srgbClr val="876791"/>
                </a:solidFill>
                <a:latin typeface="Times New Roman"/>
                <a:cs typeface="Times New Roman"/>
              </a:rPr>
              <a:t>1</a:t>
            </a:r>
            <a:r>
              <a:rPr sz="600" spc="25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W/27 </a:t>
            </a:r>
            <a:r>
              <a:rPr sz="600" spc="-5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2835" y="3205736"/>
            <a:ext cx="233909" cy="127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919"/>
              </a:lnSpc>
              <a:spcBef>
                <a:spcPts val="46"/>
              </a:spcBef>
            </a:pPr>
            <a:r>
              <a:rPr sz="800" b="1" dirty="0">
                <a:solidFill>
                  <a:srgbClr val="42902B"/>
                </a:solidFill>
                <a:latin typeface="Arial"/>
                <a:cs typeface="Arial"/>
              </a:rPr>
              <a:t>!Cl</a:t>
            </a:r>
            <a:r>
              <a:rPr sz="800" b="1" spc="-164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AE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59176" y="3226748"/>
            <a:ext cx="70747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spc="0" dirty="0">
                <a:solidFill>
                  <a:srgbClr val="729E46"/>
                </a:solidFill>
                <a:latin typeface="Times New Roman"/>
                <a:cs typeface="Times New Roman"/>
              </a:rPr>
              <a:t>~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0688" y="3226748"/>
            <a:ext cx="533815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09:</a:t>
            </a:r>
            <a:r>
              <a:rPr sz="600" dirty="0">
                <a:solidFill>
                  <a:srgbClr val="6D6777"/>
                </a:solidFill>
                <a:latin typeface="Times New Roman"/>
                <a:cs typeface="Times New Roman"/>
              </a:rPr>
              <a:t>E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7:</a:t>
            </a:r>
            <a:r>
              <a:rPr sz="600" dirty="0">
                <a:solidFill>
                  <a:srgbClr val="6D6777"/>
                </a:solidFill>
                <a:latin typeface="Times New Roman"/>
                <a:cs typeface="Times New Roman"/>
              </a:rPr>
              <a:t>EA:2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&amp;62:</a:t>
            </a:r>
            <a:r>
              <a:rPr sz="600" dirty="0">
                <a:solidFill>
                  <a:srgbClr val="6D6777"/>
                </a:solidFill>
                <a:latin typeface="Times New Roman"/>
                <a:cs typeface="Times New Roman"/>
              </a:rPr>
              <a:t>CB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3756" y="3226748"/>
            <a:ext cx="575714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60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000000000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7004" y="3226748"/>
            <a:ext cx="208660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4564" y="3226748"/>
            <a:ext cx="208660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dirty="0">
                <a:solidFill>
                  <a:srgbClr val="A19EA5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5579" y="3226748"/>
            <a:ext cx="170560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8E8EA1"/>
                </a:solidFill>
                <a:latin typeface="Times New Roman"/>
                <a:cs typeface="Times New Roman"/>
              </a:rPr>
              <a:t>0.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008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4734" y="3226748"/>
            <a:ext cx="900161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W/27 </a:t>
            </a:r>
            <a:r>
              <a:rPr sz="600" spc="-29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295982000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19856" y="3226748"/>
            <a:ext cx="812144" cy="10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95825"/>
              </a:lnSpc>
              <a:spcBef>
                <a:spcPts val="20"/>
              </a:spcBef>
            </a:pP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7/W</a:t>
            </a:r>
            <a:r>
              <a:rPr sz="60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4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05:27: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73236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95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4585" y="4040122"/>
            <a:ext cx="2382011" cy="370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748">
              <a:lnSpc>
                <a:spcPct val="95825"/>
              </a:lnSpc>
              <a:spcBef>
                <a:spcPts val="385"/>
              </a:spcBef>
            </a:pPr>
            <a:r>
              <a:rPr sz="900" dirty="0">
                <a:latin typeface="Times New Roman"/>
                <a:cs typeface="Times New Roman"/>
              </a:rPr>
              <a:t>A</a:t>
            </a:r>
            <a:r>
              <a:rPr sz="900" spc="-4" dirty="0">
                <a:latin typeface="Times New Roman"/>
                <a:cs typeface="Times New Roman"/>
              </a:rPr>
              <a:t>l</a:t>
            </a:r>
            <a:r>
              <a:rPr sz="900" spc="0" dirty="0">
                <a:latin typeface="Times New Roman"/>
                <a:cs typeface="Times New Roman"/>
              </a:rPr>
              <a:t>most</a:t>
            </a:r>
            <a:r>
              <a:rPr sz="900" spc="-14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all</a:t>
            </a:r>
            <a:r>
              <a:rPr sz="900" spc="11" dirty="0">
                <a:latin typeface="Times New Roman"/>
                <a:cs typeface="Times New Roman"/>
              </a:rPr>
              <a:t> </a:t>
            </a:r>
            <a:r>
              <a:rPr sz="900" spc="-5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-5" dirty="0">
                <a:latin typeface="Times New Roman"/>
                <a:cs typeface="Times New Roman"/>
              </a:rPr>
              <a:t>d</a:t>
            </a:r>
            <a:r>
              <a:rPr sz="900" spc="0" dirty="0">
                <a:latin typeface="Times New Roman"/>
                <a:cs typeface="Times New Roman"/>
              </a:rPr>
              <a:t>es</a:t>
            </a:r>
            <a:r>
              <a:rPr sz="900" spc="-16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-4" dirty="0">
                <a:latin typeface="Times New Roman"/>
                <a:cs typeface="Times New Roman"/>
              </a:rPr>
              <a:t>nl</a:t>
            </a:r>
            <a:r>
              <a:rPr sz="900" spc="0" dirty="0">
                <a:latin typeface="Times New Roman"/>
                <a:cs typeface="Times New Roman"/>
              </a:rPr>
              <a:t>y</a:t>
            </a:r>
            <a:r>
              <a:rPr sz="900" spc="43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s</a:t>
            </a:r>
            <a:r>
              <a:rPr sz="900" spc="5" dirty="0">
                <a:latin typeface="Times New Roman"/>
                <a:cs typeface="Times New Roman"/>
              </a:rPr>
              <a:t>e</a:t>
            </a:r>
            <a:r>
              <a:rPr sz="900" spc="-5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d</a:t>
            </a:r>
            <a:r>
              <a:rPr sz="900" spc="-17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-4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178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pa</a:t>
            </a:r>
            <a:r>
              <a:rPr sz="900" spc="-5" dirty="0">
                <a:latin typeface="Times New Roman"/>
                <a:cs typeface="Times New Roman"/>
              </a:rPr>
              <a:t>c</a:t>
            </a:r>
            <a:r>
              <a:rPr sz="900" spc="0" dirty="0">
                <a:latin typeface="Times New Roman"/>
                <a:cs typeface="Times New Roman"/>
              </a:rPr>
              <a:t>ket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-4" dirty="0">
                <a:latin typeface="Times New Roman"/>
                <a:cs typeface="Times New Roman"/>
              </a:rPr>
              <a:t>u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  <a:p>
            <a:pPr marL="91748">
              <a:lnSpc>
                <a:spcPct val="95825"/>
              </a:lnSpc>
              <a:spcBef>
                <a:spcPts val="45"/>
              </a:spcBef>
            </a:pPr>
            <a:r>
              <a:rPr sz="900" spc="-5" dirty="0">
                <a:latin typeface="Times New Roman"/>
                <a:cs typeface="Times New Roman"/>
              </a:rPr>
              <a:t>M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5" dirty="0">
                <a:latin typeface="Times New Roman"/>
                <a:cs typeface="Times New Roman"/>
              </a:rPr>
              <a:t>s</a:t>
            </a:r>
            <a:r>
              <a:rPr sz="900" spc="0" dirty="0">
                <a:latin typeface="Times New Roman"/>
                <a:cs typeface="Times New Roman"/>
              </a:rPr>
              <a:t>t</a:t>
            </a:r>
            <a:r>
              <a:rPr sz="900" spc="-63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packe</a:t>
            </a:r>
            <a:r>
              <a:rPr sz="900" spc="5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s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are</a:t>
            </a:r>
            <a:r>
              <a:rPr sz="900" spc="154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60</a:t>
            </a:r>
            <a:r>
              <a:rPr sz="900" spc="97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b</a:t>
            </a:r>
            <a:r>
              <a:rPr sz="900" spc="-4" dirty="0">
                <a:latin typeface="Times New Roman"/>
                <a:cs typeface="Times New Roman"/>
              </a:rPr>
              <a:t>y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4" dirty="0">
                <a:latin typeface="Times New Roman"/>
                <a:cs typeface="Times New Roman"/>
              </a:rPr>
              <a:t>s</a:t>
            </a:r>
            <a:r>
              <a:rPr sz="900" spc="0" dirty="0">
                <a:latin typeface="Times New Roman"/>
                <a:cs typeface="Times New Roman"/>
              </a:rPr>
              <a:t>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3502" y="2121407"/>
            <a:ext cx="7750576" cy="15346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7692" marR="20848">
              <a:lnSpc>
                <a:spcPct val="95825"/>
              </a:lnSpc>
              <a:spcBef>
                <a:spcPts val="250"/>
              </a:spcBef>
            </a:pPr>
            <a:r>
              <a:rPr sz="600" spc="0" dirty="0">
                <a:solidFill>
                  <a:srgbClr val="604159"/>
                </a:solidFill>
                <a:latin typeface="Times New Roman"/>
                <a:cs typeface="Times New Roman"/>
              </a:rPr>
              <a:t>N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o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e</a:t>
            </a:r>
            <a:r>
              <a:rPr sz="600" spc="109" dirty="0">
                <a:solidFill>
                  <a:srgbClr val="4F5D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 </a:t>
            </a:r>
            <a:r>
              <a:rPr sz="600" spc="56" dirty="0">
                <a:solidFill>
                  <a:srgbClr val="6D2D6B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·&gt;                           </a:t>
            </a:r>
            <a:r>
              <a:rPr sz="600" spc="90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&lt;·</a:t>
            </a:r>
            <a:r>
              <a:rPr sz="600" spc="0" dirty="0">
                <a:solidFill>
                  <a:srgbClr val="604159"/>
                </a:solidFill>
                <a:latin typeface="Times New Roman"/>
                <a:cs typeface="Times New Roman"/>
              </a:rPr>
              <a:t>N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o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                                                  </a:t>
            </a:r>
            <a:r>
              <a:rPr sz="600" spc="126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b="1" spc="0" dirty="0">
                <a:solidFill>
                  <a:srgbClr val="6D6777"/>
                </a:solidFill>
                <a:latin typeface="Arial"/>
                <a:cs typeface="Arial"/>
              </a:rPr>
              <a:t>D</a:t>
            </a:r>
            <a:r>
              <a:rPr sz="600" b="1" spc="-24" dirty="0">
                <a:solidFill>
                  <a:srgbClr val="6D6777"/>
                </a:solidFill>
                <a:latin typeface="Arial"/>
                <a:cs typeface="Arial"/>
              </a:rPr>
              <a:t>u</a:t>
            </a:r>
            <a:r>
              <a:rPr sz="600" b="1" spc="-24" dirty="0">
                <a:solidFill>
                  <a:srgbClr val="7E7E89"/>
                </a:solidFill>
                <a:latin typeface="Arial"/>
                <a:cs typeface="Arial"/>
              </a:rPr>
              <a:t>r</a:t>
            </a:r>
            <a:r>
              <a:rPr sz="600" b="1" spc="0" dirty="0">
                <a:solidFill>
                  <a:srgbClr val="6D6777"/>
                </a:solidFill>
                <a:latin typeface="Arial"/>
                <a:cs typeface="Arial"/>
              </a:rPr>
              <a:t>a</a:t>
            </a:r>
            <a:r>
              <a:rPr sz="600" b="1" spc="-24" dirty="0">
                <a:solidFill>
                  <a:srgbClr val="6D6777"/>
                </a:solidFill>
                <a:latin typeface="Arial"/>
                <a:cs typeface="Arial"/>
              </a:rPr>
              <a:t>t</a:t>
            </a:r>
            <a:r>
              <a:rPr sz="600" b="1" spc="0" dirty="0">
                <a:solidFill>
                  <a:srgbClr val="7E7E89"/>
                </a:solidFill>
                <a:latin typeface="Arial"/>
                <a:cs typeface="Arial"/>
              </a:rPr>
              <a:t>ion                      </a:t>
            </a:r>
            <a:r>
              <a:rPr sz="600" b="1" spc="95" dirty="0">
                <a:solidFill>
                  <a:srgbClr val="7E7E89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Byt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es                   </a:t>
            </a:r>
            <a:r>
              <a:rPr sz="600" spc="64" dirty="0">
                <a:solidFill>
                  <a:srgbClr val="6D67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Bytes·&gt;               </a:t>
            </a:r>
            <a:r>
              <a:rPr sz="600" spc="130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&lt;·</a:t>
            </a:r>
            <a:r>
              <a:rPr sz="600" spc="-30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Bytes               </a:t>
            </a:r>
            <a:r>
              <a:rPr sz="600" spc="96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P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cket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s           </a:t>
            </a:r>
            <a:r>
              <a:rPr sz="600" spc="55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b="1" spc="-29" dirty="0">
                <a:solidFill>
                  <a:srgbClr val="6D6777"/>
                </a:solidFill>
                <a:latin typeface="Times New Roman"/>
                <a:cs typeface="Times New Roman"/>
              </a:rPr>
              <a:t>P</a:t>
            </a:r>
            <a:r>
              <a:rPr sz="600" b="1" spc="-34" dirty="0">
                <a:solidFill>
                  <a:srgbClr val="7E7E89"/>
                </a:solidFill>
                <a:latin typeface="Times New Roman"/>
                <a:cs typeface="Times New Roman"/>
              </a:rPr>
              <a:t>a</a:t>
            </a:r>
            <a:r>
              <a:rPr sz="600" b="1" spc="0" dirty="0">
                <a:solidFill>
                  <a:srgbClr val="6D6777"/>
                </a:solidFill>
                <a:latin typeface="Times New Roman"/>
                <a:cs typeface="Times New Roman"/>
              </a:rPr>
              <a:t>cke</a:t>
            </a:r>
            <a:r>
              <a:rPr sz="600" b="1" spc="-64" dirty="0">
                <a:solidFill>
                  <a:srgbClr val="6D6777"/>
                </a:solidFill>
                <a:latin typeface="Times New Roman"/>
                <a:cs typeface="Times New Roman"/>
              </a:rPr>
              <a:t>t</a:t>
            </a:r>
            <a:r>
              <a:rPr sz="600" b="1" spc="0" dirty="0">
                <a:solidFill>
                  <a:srgbClr val="7E7E89"/>
                </a:solidFill>
                <a:latin typeface="Times New Roman"/>
                <a:cs typeface="Times New Roman"/>
              </a:rPr>
              <a:t>s·&gt;            </a:t>
            </a:r>
            <a:r>
              <a:rPr sz="600" b="1" spc="103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Arial"/>
                <a:cs typeface="Arial"/>
              </a:rPr>
              <a:t>&lt;·</a:t>
            </a:r>
            <a:r>
              <a:rPr sz="600" spc="-59" dirty="0">
                <a:solidFill>
                  <a:srgbClr val="7E7E89"/>
                </a:solidFill>
                <a:latin typeface="Arial"/>
                <a:cs typeface="Arial"/>
              </a:rPr>
              <a:t> </a:t>
            </a:r>
            <a:r>
              <a:rPr sz="600" b="1" spc="0" dirty="0">
                <a:solidFill>
                  <a:srgbClr val="6D6777"/>
                </a:solidFill>
                <a:latin typeface="Arial"/>
                <a:cs typeface="Arial"/>
              </a:rPr>
              <a:t>P</a:t>
            </a:r>
            <a:r>
              <a:rPr sz="600" b="1" spc="0" dirty="0">
                <a:solidFill>
                  <a:srgbClr val="7E7E89"/>
                </a:solidFill>
                <a:latin typeface="Arial"/>
                <a:cs typeface="Arial"/>
              </a:rPr>
              <a:t>a</a:t>
            </a:r>
            <a:r>
              <a:rPr sz="600" b="1" spc="0" dirty="0">
                <a:solidFill>
                  <a:srgbClr val="6D6777"/>
                </a:solidFill>
                <a:latin typeface="Arial"/>
                <a:cs typeface="Arial"/>
              </a:rPr>
              <a:t>c</a:t>
            </a:r>
            <a:r>
              <a:rPr sz="600" b="1" spc="-57" dirty="0">
                <a:solidFill>
                  <a:srgbClr val="6D6777"/>
                </a:solidFill>
                <a:latin typeface="Arial"/>
                <a:cs typeface="Arial"/>
              </a:rPr>
              <a:t>k</a:t>
            </a:r>
            <a:r>
              <a:rPr sz="600" b="1" spc="0" dirty="0">
                <a:solidFill>
                  <a:srgbClr val="695269"/>
                </a:solidFill>
                <a:latin typeface="Arial"/>
                <a:cs typeface="Arial"/>
              </a:rPr>
              <a:t>e</a:t>
            </a:r>
            <a:r>
              <a:rPr sz="600" b="1" spc="-26" dirty="0">
                <a:solidFill>
                  <a:srgbClr val="695269"/>
                </a:solidFill>
                <a:latin typeface="Arial"/>
                <a:cs typeface="Arial"/>
              </a:rPr>
              <a:t>t</a:t>
            </a:r>
            <a:r>
              <a:rPr sz="600" b="1" spc="0" dirty="0">
                <a:solidFill>
                  <a:srgbClr val="7E7E89"/>
                </a:solidFill>
                <a:latin typeface="Arial"/>
                <a:cs typeface="Arial"/>
              </a:rPr>
              <a:t>s                     </a:t>
            </a:r>
            <a:r>
              <a:rPr sz="600" b="1" spc="97" dirty="0">
                <a:solidFill>
                  <a:srgbClr val="7E7E89"/>
                </a:solidFill>
                <a:latin typeface="Arial"/>
                <a:cs typeface="Arial"/>
              </a:rPr>
              <a:t> </a:t>
            </a:r>
            <a:r>
              <a:rPr sz="600" b="1" spc="0" dirty="0">
                <a:solidFill>
                  <a:srgbClr val="695269"/>
                </a:solidFill>
                <a:latin typeface="Arial"/>
                <a:cs typeface="Arial"/>
              </a:rPr>
              <a:t>F</a:t>
            </a:r>
            <a:r>
              <a:rPr sz="600" b="1" spc="-25" dirty="0">
                <a:solidFill>
                  <a:srgbClr val="6D2D6B"/>
                </a:solidFill>
                <a:latin typeface="Arial"/>
                <a:cs typeface="Arial"/>
              </a:rPr>
              <a:t>i</a:t>
            </a:r>
            <a:r>
              <a:rPr sz="600" b="1" spc="-29" dirty="0">
                <a:solidFill>
                  <a:srgbClr val="4F5D82"/>
                </a:solidFill>
                <a:latin typeface="Arial"/>
                <a:cs typeface="Arial"/>
              </a:rPr>
              <a:t>r</a:t>
            </a:r>
            <a:r>
              <a:rPr sz="600" b="1" spc="-25" dirty="0">
                <a:solidFill>
                  <a:srgbClr val="6D6777"/>
                </a:solidFill>
                <a:latin typeface="Arial"/>
                <a:cs typeface="Arial"/>
              </a:rPr>
              <a:t>s</a:t>
            </a:r>
            <a:r>
              <a:rPr sz="600" b="1" spc="25" dirty="0">
                <a:solidFill>
                  <a:srgbClr val="695269"/>
                </a:solidFill>
                <a:latin typeface="Arial"/>
                <a:cs typeface="Arial"/>
              </a:rPr>
              <a:t>t</a:t>
            </a:r>
            <a:r>
              <a:rPr sz="600" b="1" spc="0" dirty="0">
                <a:solidFill>
                  <a:srgbClr val="6D6777"/>
                </a:solidFill>
                <a:latin typeface="Arial"/>
                <a:cs typeface="Arial"/>
              </a:rPr>
              <a:t>T</a:t>
            </a:r>
            <a:r>
              <a:rPr sz="600" b="1" spc="-34" dirty="0">
                <a:solidFill>
                  <a:srgbClr val="754279"/>
                </a:solidFill>
                <a:latin typeface="Arial"/>
                <a:cs typeface="Arial"/>
              </a:rPr>
              <a:t>i</a:t>
            </a:r>
            <a:r>
              <a:rPr sz="600" b="1" spc="-34" dirty="0">
                <a:solidFill>
                  <a:srgbClr val="695269"/>
                </a:solidFill>
                <a:latin typeface="Arial"/>
                <a:cs typeface="Arial"/>
              </a:rPr>
              <a:t>m</a:t>
            </a:r>
            <a:r>
              <a:rPr sz="600" b="1" spc="0" dirty="0">
                <a:solidFill>
                  <a:srgbClr val="6D6777"/>
                </a:solidFill>
                <a:latin typeface="Arial"/>
                <a:cs typeface="Arial"/>
              </a:rPr>
              <a:t>e</a:t>
            </a:r>
            <a:r>
              <a:rPr sz="600" b="1" spc="-94" dirty="0">
                <a:solidFill>
                  <a:srgbClr val="6D6777"/>
                </a:solidFill>
                <a:latin typeface="Arial"/>
                <a:cs typeface="Arial"/>
              </a:rPr>
              <a:t> </a:t>
            </a:r>
            <a:r>
              <a:rPr sz="600" b="1" spc="0" dirty="0">
                <a:solidFill>
                  <a:srgbClr val="6D6777"/>
                </a:solidFill>
                <a:latin typeface="Arial"/>
                <a:cs typeface="Arial"/>
              </a:rPr>
              <a:t>S</a:t>
            </a:r>
            <a:r>
              <a:rPr sz="600" b="1" spc="0" dirty="0">
                <a:solidFill>
                  <a:srgbClr val="4F5D82"/>
                </a:solidFill>
                <a:latin typeface="Arial"/>
                <a:cs typeface="Arial"/>
              </a:rPr>
              <a:t>e</a:t>
            </a:r>
            <a:r>
              <a:rPr sz="600" b="1" spc="0" dirty="0">
                <a:solidFill>
                  <a:srgbClr val="695269"/>
                </a:solidFill>
                <a:latin typeface="Arial"/>
                <a:cs typeface="Arial"/>
              </a:rPr>
              <a:t>nt </a:t>
            </a:r>
            <a:r>
              <a:rPr sz="600" b="1" spc="29" dirty="0">
                <a:solidFill>
                  <a:srgbClr val="695269"/>
                </a:solidFill>
                <a:latin typeface="Arial"/>
                <a:cs typeface="Arial"/>
              </a:rPr>
              <a:t> </a:t>
            </a:r>
            <a:r>
              <a:rPr sz="600" b="1" spc="0" dirty="0">
                <a:solidFill>
                  <a:srgbClr val="1F2124"/>
                </a:solidFill>
                <a:latin typeface="Arial"/>
                <a:cs typeface="Arial"/>
              </a:rPr>
              <a:t>...                                        </a:t>
            </a:r>
            <a:r>
              <a:rPr sz="600" b="1" spc="106" dirty="0">
                <a:solidFill>
                  <a:srgbClr val="1F2124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7E7E89"/>
                </a:solidFill>
                <a:latin typeface="Arial"/>
                <a:cs typeface="Arial"/>
              </a:rPr>
              <a:t>L</a:t>
            </a:r>
            <a:r>
              <a:rPr sz="600" b="1" spc="0" dirty="0">
                <a:solidFill>
                  <a:srgbClr val="6D6777"/>
                </a:solidFill>
                <a:latin typeface="Arial"/>
                <a:cs typeface="Arial"/>
              </a:rPr>
              <a:t>ast</a:t>
            </a:r>
            <a:r>
              <a:rPr sz="600" b="1" spc="-119" dirty="0">
                <a:solidFill>
                  <a:srgbClr val="6D6777"/>
                </a:solidFill>
                <a:latin typeface="Arial"/>
                <a:cs typeface="Arial"/>
              </a:rPr>
              <a:t> </a:t>
            </a:r>
            <a:r>
              <a:rPr sz="600" b="1" spc="0" dirty="0">
                <a:solidFill>
                  <a:srgbClr val="695269"/>
                </a:solidFill>
                <a:latin typeface="Arial"/>
                <a:cs typeface="Arial"/>
              </a:rPr>
              <a:t>T</a:t>
            </a:r>
            <a:r>
              <a:rPr sz="600" b="1" spc="-25" dirty="0">
                <a:solidFill>
                  <a:srgbClr val="754279"/>
                </a:solidFill>
                <a:latin typeface="Arial"/>
                <a:cs typeface="Arial"/>
              </a:rPr>
              <a:t>i</a:t>
            </a:r>
            <a:r>
              <a:rPr sz="600" b="1" spc="-29" dirty="0">
                <a:solidFill>
                  <a:srgbClr val="6D6777"/>
                </a:solidFill>
                <a:latin typeface="Arial"/>
                <a:cs typeface="Arial"/>
              </a:rPr>
              <a:t>m</a:t>
            </a:r>
            <a:r>
              <a:rPr sz="600" b="1" spc="0" dirty="0">
                <a:solidFill>
                  <a:srgbClr val="4F5D82"/>
                </a:solidFill>
                <a:latin typeface="Arial"/>
                <a:cs typeface="Arial"/>
              </a:rPr>
              <a:t>e</a:t>
            </a:r>
            <a:r>
              <a:rPr sz="600" b="1" spc="0" dirty="0">
                <a:solidFill>
                  <a:srgbClr val="7E7E89"/>
                </a:solidFill>
                <a:latin typeface="Arial"/>
                <a:cs typeface="Arial"/>
              </a:rPr>
              <a:t>~</a:t>
            </a:r>
            <a:endParaRPr sz="600">
              <a:latin typeface="Arial"/>
              <a:cs typeface="Arial"/>
            </a:endParaRPr>
          </a:p>
          <a:p>
            <a:pPr marL="32111" marR="1836">
              <a:lnSpc>
                <a:spcPts val="919"/>
              </a:lnSpc>
              <a:spcBef>
                <a:spcPts val="919"/>
              </a:spcBef>
            </a:pPr>
            <a:r>
              <a:rPr sz="800" b="1" dirty="0">
                <a:solidFill>
                  <a:srgbClr val="42902B"/>
                </a:solidFill>
                <a:latin typeface="Arial"/>
                <a:cs typeface="Arial"/>
              </a:rPr>
              <a:t>!Cl</a:t>
            </a:r>
            <a:r>
              <a:rPr sz="800" b="1" spc="-164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40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DF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56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36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69            </a:t>
            </a:r>
            <a:r>
              <a:rPr sz="600" spc="29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29E46"/>
                </a:solidFill>
                <a:latin typeface="Times New Roman"/>
                <a:cs typeface="Times New Roman"/>
              </a:rPr>
              <a:t>~  </a:t>
            </a:r>
            <a:r>
              <a:rPr sz="600" spc="147" dirty="0">
                <a:solidFill>
                  <a:srgbClr val="729E46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77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F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0C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F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8                  </a:t>
            </a:r>
            <a:r>
              <a:rPr sz="600" spc="19" dirty="0">
                <a:solidFill>
                  <a:srgbClr val="6D67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000000000             </a:t>
            </a:r>
            <a:r>
              <a:rPr sz="600" spc="2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</a:t>
            </a:r>
            <a:r>
              <a:rPr sz="600" spc="5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.00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8                      </a:t>
            </a:r>
            <a:r>
              <a:rPr sz="600" spc="45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0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,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00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8                                                                                                      </a:t>
            </a:r>
            <a:r>
              <a:rPr sz="900" spc="57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7/W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-9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67043D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295962000            </a:t>
            </a:r>
            <a:r>
              <a:rPr sz="600" spc="-59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1</a:t>
            </a:r>
            <a:r>
              <a:rPr sz="600" spc="25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-10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295962</a:t>
            </a:r>
            <a:endParaRPr sz="600">
              <a:latin typeface="Times New Roman"/>
              <a:cs typeface="Times New Roman"/>
            </a:endParaRPr>
          </a:p>
          <a:p>
            <a:pPr marL="32101" marR="1846">
              <a:lnSpc>
                <a:spcPts val="835"/>
              </a:lnSpc>
              <a:spcBef>
                <a:spcPts val="41"/>
              </a:spcBef>
            </a:pPr>
            <a:r>
              <a:rPr sz="600" spc="0" dirty="0">
                <a:solidFill>
                  <a:srgbClr val="729E46"/>
                </a:solidFill>
                <a:latin typeface="Times New Roman"/>
                <a:cs typeface="Times New Roman"/>
              </a:rPr>
              <a:t>~  </a:t>
            </a:r>
            <a:r>
              <a:rPr sz="600" spc="147" dirty="0">
                <a:solidFill>
                  <a:srgbClr val="729E46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75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F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55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28: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F             </a:t>
            </a:r>
            <a:r>
              <a:rPr sz="600" spc="9" dirty="0">
                <a:solidFill>
                  <a:srgbClr val="6D6777"/>
                </a:solidFill>
                <a:latin typeface="Times New Roman"/>
                <a:cs typeface="Times New Roman"/>
              </a:rPr>
              <a:t> </a:t>
            </a:r>
            <a:r>
              <a:rPr sz="800" b="1" spc="0" dirty="0">
                <a:solidFill>
                  <a:srgbClr val="42902B"/>
                </a:solidFill>
                <a:latin typeface="Arial"/>
                <a:cs typeface="Arial"/>
              </a:rPr>
              <a:t>fO</a:t>
            </a:r>
            <a:r>
              <a:rPr sz="800" b="1" spc="-53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56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F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34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70:DA                 </a:t>
            </a:r>
            <a:r>
              <a:rPr sz="600" spc="3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600" spc="0" dirty="0">
                <a:solidFill>
                  <a:srgbClr val="9A7B9E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000000000             </a:t>
            </a:r>
            <a:r>
              <a:rPr sz="600" spc="2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A19EA5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00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8                    </a:t>
            </a:r>
            <a:r>
              <a:rPr sz="600" spc="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A19EA5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00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8                     </a:t>
            </a:r>
            <a:r>
              <a:rPr sz="600" spc="130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0</a:t>
            </a:r>
            <a:r>
              <a:rPr sz="900" spc="0" baseline="4831" dirty="0">
                <a:solidFill>
                  <a:srgbClr val="A19EA5"/>
                </a:solidFill>
                <a:latin typeface="Times New Roman"/>
                <a:cs typeface="Times New Roman"/>
              </a:rPr>
              <a:t>,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00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8                                                                                                     </a:t>
            </a:r>
            <a:r>
              <a:rPr sz="900" spc="25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25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</a:t>
            </a:r>
            <a:r>
              <a:rPr sz="600" spc="34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9A7B9E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295962000            </a:t>
            </a:r>
            <a:r>
              <a:rPr sz="600" spc="-5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7/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45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295962</a:t>
            </a:r>
            <a:endParaRPr sz="600">
              <a:latin typeface="Times New Roman"/>
              <a:cs typeface="Times New Roman"/>
            </a:endParaRPr>
          </a:p>
          <a:p>
            <a:pPr marL="32090" marR="1857">
              <a:lnSpc>
                <a:spcPts val="835"/>
              </a:lnSpc>
            </a:pPr>
            <a:r>
              <a:rPr sz="600" spc="0" dirty="0">
                <a:solidFill>
                  <a:srgbClr val="729E46"/>
                </a:solidFill>
                <a:latin typeface="Times New Roman"/>
                <a:cs typeface="Times New Roman"/>
              </a:rPr>
              <a:t>~  </a:t>
            </a:r>
            <a:r>
              <a:rPr sz="600" spc="147" dirty="0">
                <a:solidFill>
                  <a:srgbClr val="729E46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8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8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C0: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04         </a:t>
            </a:r>
            <a:r>
              <a:rPr sz="600" spc="64" dirty="0">
                <a:solidFill>
                  <a:srgbClr val="6D6777"/>
                </a:solidFill>
                <a:latin typeface="Times New Roman"/>
                <a:cs typeface="Times New Roman"/>
              </a:rPr>
              <a:t> </a:t>
            </a:r>
            <a:r>
              <a:rPr sz="800" b="1" spc="0" dirty="0">
                <a:solidFill>
                  <a:srgbClr val="42902B"/>
                </a:solidFill>
                <a:latin typeface="Arial"/>
                <a:cs typeface="Arial"/>
              </a:rPr>
              <a:t>iO</a:t>
            </a:r>
            <a:r>
              <a:rPr sz="800" b="1" spc="-119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06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(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29:37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84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83                  </a:t>
            </a:r>
            <a:r>
              <a:rPr sz="600" spc="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000000000             </a:t>
            </a:r>
            <a:r>
              <a:rPr sz="600" spc="2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</a:t>
            </a:r>
            <a:r>
              <a:rPr sz="900" spc="114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.00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8                       </a:t>
            </a:r>
            <a:r>
              <a:rPr sz="900" spc="123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0.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                                                                                   </a:t>
            </a:r>
            <a:r>
              <a:rPr sz="600" spc="8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W/27 </a:t>
            </a:r>
            <a:r>
              <a:rPr sz="600" spc="-29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23160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295963000            </a:t>
            </a:r>
            <a:r>
              <a:rPr sz="600" spc="-5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1</a:t>
            </a:r>
            <a:r>
              <a:rPr sz="600" spc="25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-10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45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295963</a:t>
            </a:r>
            <a:endParaRPr sz="600">
              <a:latin typeface="Times New Roman"/>
              <a:cs typeface="Times New Roman"/>
            </a:endParaRPr>
          </a:p>
          <a:p>
            <a:pPr marL="32066" marR="20848">
              <a:lnSpc>
                <a:spcPct val="95825"/>
              </a:lnSpc>
              <a:spcBef>
                <a:spcPts val="706"/>
              </a:spcBef>
            </a:pPr>
            <a:r>
              <a:rPr sz="800" b="1" dirty="0">
                <a:solidFill>
                  <a:srgbClr val="42902B"/>
                </a:solidFill>
                <a:latin typeface="Arial"/>
                <a:cs typeface="Arial"/>
              </a:rPr>
              <a:t>!Cl</a:t>
            </a:r>
            <a:r>
              <a:rPr sz="800" b="1" spc="-164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5(:9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9" dirty="0">
                <a:solidFill>
                  <a:srgbClr val="75427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A</a:t>
            </a:r>
            <a:r>
              <a:rPr sz="600" spc="-94" dirty="0">
                <a:solidFill>
                  <a:srgbClr val="6D67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26" dirty="0">
                <a:solidFill>
                  <a:srgbClr val="75427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64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84            </a:t>
            </a:r>
            <a:r>
              <a:rPr sz="700" spc="0" dirty="0">
                <a:solidFill>
                  <a:srgbClr val="42902B"/>
                </a:solidFill>
                <a:latin typeface="Arial"/>
                <a:cs typeface="Arial"/>
              </a:rPr>
              <a:t>IO</a:t>
            </a:r>
            <a:r>
              <a:rPr sz="700" spc="-9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50:0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20:F7:92                  </a:t>
            </a:r>
            <a:r>
              <a:rPr sz="600" spc="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000000000             </a:t>
            </a:r>
            <a:r>
              <a:rPr sz="600" spc="2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</a:t>
            </a:r>
            <a:r>
              <a:rPr sz="600" spc="36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</a:t>
            </a:r>
            <a:r>
              <a:rPr sz="600" spc="46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0.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                                                                                     </a:t>
            </a:r>
            <a:r>
              <a:rPr sz="600" spc="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W/27 </a:t>
            </a:r>
            <a:r>
              <a:rPr sz="600" spc="-29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000            </a:t>
            </a:r>
            <a:r>
              <a:rPr sz="600" spc="50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25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-10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05:27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  <a:p>
            <a:pPr marL="32055" marR="20848">
              <a:lnSpc>
                <a:spcPts val="835"/>
              </a:lnSpc>
              <a:spcBef>
                <a:spcPts val="41"/>
              </a:spcBef>
            </a:pPr>
            <a:r>
              <a:rPr sz="600" spc="0" dirty="0">
                <a:solidFill>
                  <a:srgbClr val="729E46"/>
                </a:solidFill>
                <a:latin typeface="Times New Roman"/>
                <a:cs typeface="Times New Roman"/>
              </a:rPr>
              <a:t>~  </a:t>
            </a:r>
            <a:r>
              <a:rPr sz="600" spc="147" dirty="0">
                <a:solidFill>
                  <a:srgbClr val="729E46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spc="-50" dirty="0">
                <a:solidFill>
                  <a:srgbClr val="6D2D6B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A9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2D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6A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8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O          </a:t>
            </a:r>
            <a:r>
              <a:rPr sz="600" spc="1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800" b="1" spc="0" dirty="0">
                <a:solidFill>
                  <a:srgbClr val="42902B"/>
                </a:solidFill>
                <a:latin typeface="Arial"/>
                <a:cs typeface="Arial"/>
              </a:rPr>
              <a:t>iO</a:t>
            </a:r>
            <a:r>
              <a:rPr sz="800" b="1" spc="-57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C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BB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79:8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8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E                 </a:t>
            </a:r>
            <a:r>
              <a:rPr sz="600" spc="75" dirty="0">
                <a:solidFill>
                  <a:srgbClr val="6D67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000000000             </a:t>
            </a:r>
            <a:r>
              <a:rPr sz="600" spc="2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</a:t>
            </a:r>
            <a:r>
              <a:rPr sz="600" spc="87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A19EA5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</a:t>
            </a:r>
            <a:r>
              <a:rPr sz="600" spc="100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0.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                                                                                      </a:t>
            </a:r>
            <a:r>
              <a:rPr sz="600" spc="5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7/W/27 </a:t>
            </a:r>
            <a:r>
              <a:rPr sz="600" spc="106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000            </a:t>
            </a:r>
            <a:r>
              <a:rPr sz="600" spc="50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7/W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4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05:27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45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  <a:p>
            <a:pPr marL="32042">
              <a:lnSpc>
                <a:spcPts val="919"/>
              </a:lnSpc>
              <a:spcBef>
                <a:spcPts val="656"/>
              </a:spcBef>
            </a:pPr>
            <a:r>
              <a:rPr sz="1200" b="1" spc="0" baseline="3623" dirty="0">
                <a:solidFill>
                  <a:srgbClr val="42902B"/>
                </a:solidFill>
                <a:latin typeface="Arial"/>
                <a:cs typeface="Arial"/>
              </a:rPr>
              <a:t>!Cl </a:t>
            </a:r>
            <a:r>
              <a:rPr sz="1200" b="1" spc="169" baseline="3623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6D6777"/>
                </a:solidFill>
                <a:latin typeface="Times New Roman"/>
                <a:cs typeface="Times New Roman"/>
              </a:rPr>
              <a:t>48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900" spc="0" baseline="4831" dirty="0">
                <a:solidFill>
                  <a:srgbClr val="695269"/>
                </a:solidFill>
                <a:latin typeface="Times New Roman"/>
                <a:cs typeface="Times New Roman"/>
              </a:rPr>
              <a:t>8</a:t>
            </a:r>
            <a:r>
              <a:rPr sz="900" spc="0" baseline="4831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73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C</a:t>
            </a:r>
            <a:r>
              <a:rPr sz="900" spc="0" baseline="4831" dirty="0">
                <a:solidFill>
                  <a:srgbClr val="695269"/>
                </a:solidFill>
                <a:latin typeface="Times New Roman"/>
                <a:cs typeface="Times New Roman"/>
              </a:rPr>
              <a:t>B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695269"/>
                </a:solidFill>
                <a:latin typeface="Times New Roman"/>
                <a:cs typeface="Times New Roman"/>
              </a:rPr>
              <a:t>B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O            </a:t>
            </a:r>
            <a:r>
              <a:rPr sz="900" spc="-9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29E46"/>
                </a:solidFill>
                <a:latin typeface="Times New Roman"/>
                <a:cs typeface="Times New Roman"/>
              </a:rPr>
              <a:t>"-' </a:t>
            </a:r>
            <a:r>
              <a:rPr sz="600" spc="70" dirty="0">
                <a:solidFill>
                  <a:srgbClr val="729E46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F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A:94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20: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0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69                  </a:t>
            </a:r>
            <a:r>
              <a:rPr sz="600" spc="59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900" spc="0" baseline="4831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000000000             </a:t>
            </a:r>
            <a:r>
              <a:rPr sz="900" spc="2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</a:t>
            </a:r>
            <a:r>
              <a:rPr sz="900" spc="13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60.00</a:t>
            </a:r>
            <a:r>
              <a:rPr sz="600" spc="58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B                       </a:t>
            </a:r>
            <a:r>
              <a:rPr sz="600" spc="1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0.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                                                                                       </a:t>
            </a:r>
            <a:r>
              <a:rPr sz="900" spc="109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900" spc="0" baseline="4831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W/27 </a:t>
            </a:r>
            <a:r>
              <a:rPr sz="900" spc="-29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4F5D82"/>
                </a:solidFill>
                <a:latin typeface="Times New Roman"/>
                <a:cs typeface="Times New Roman"/>
              </a:rPr>
              <a:t>4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900" spc="0" baseline="4831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29598</a:t>
            </a:r>
            <a:r>
              <a:rPr sz="900" spc="0" baseline="4831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000            </a:t>
            </a:r>
            <a:r>
              <a:rPr sz="900" spc="5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900" spc="0" baseline="4831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7/W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900" spc="44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900" spc="0" baseline="4831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29598</a:t>
            </a:r>
            <a:r>
              <a:rPr sz="900" spc="0" baseline="4831" dirty="0">
                <a:solidFill>
                  <a:srgbClr val="835482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  <a:p>
            <a:pPr marL="32021" marR="7801">
              <a:lnSpc>
                <a:spcPct val="95825"/>
              </a:lnSpc>
              <a:spcBef>
                <a:spcPts val="838"/>
              </a:spcBef>
            </a:pPr>
            <a:r>
              <a:rPr sz="700" spc="0" dirty="0">
                <a:solidFill>
                  <a:srgbClr val="42902B"/>
                </a:solidFill>
                <a:latin typeface="Arial"/>
                <a:cs typeface="Arial"/>
              </a:rPr>
              <a:t>.:i</a:t>
            </a:r>
            <a:r>
              <a:rPr sz="700" spc="183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30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08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8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:7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E            </a:t>
            </a:r>
            <a:r>
              <a:rPr sz="600" spc="29" dirty="0">
                <a:solidFill>
                  <a:srgbClr val="695269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42902B"/>
                </a:solidFill>
                <a:latin typeface="Arial"/>
                <a:cs typeface="Arial"/>
              </a:rPr>
              <a:t>.:i</a:t>
            </a:r>
            <a:r>
              <a:rPr sz="700" spc="139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AA: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F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9: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A:l8: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D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C:W                 </a:t>
            </a:r>
            <a:r>
              <a:rPr sz="600" spc="-59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000000000             </a:t>
            </a:r>
            <a:r>
              <a:rPr sz="600" spc="2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</a:t>
            </a:r>
            <a:r>
              <a:rPr sz="600" spc="36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</a:t>
            </a:r>
            <a:r>
              <a:rPr sz="600" spc="46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0.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                                                                                     </a:t>
            </a:r>
            <a:r>
              <a:rPr sz="600" spc="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17/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W/27 </a:t>
            </a:r>
            <a:r>
              <a:rPr sz="600" spc="78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23160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295983000            </a:t>
            </a:r>
            <a:r>
              <a:rPr sz="600" spc="-1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7/W/27  </a:t>
            </a:r>
            <a:r>
              <a:rPr sz="600" spc="43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05:27: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295983</a:t>
            </a:r>
            <a:endParaRPr sz="600">
              <a:latin typeface="Times New Roman"/>
              <a:cs typeface="Times New Roman"/>
            </a:endParaRPr>
          </a:p>
          <a:p>
            <a:pPr marL="32009" marR="20848">
              <a:lnSpc>
                <a:spcPts val="820"/>
              </a:lnSpc>
              <a:spcBef>
                <a:spcPts val="20"/>
              </a:spcBef>
            </a:pPr>
            <a:r>
              <a:rPr sz="1050" spc="0" baseline="4141" dirty="0">
                <a:solidFill>
                  <a:srgbClr val="42902B"/>
                </a:solidFill>
                <a:latin typeface="Arial"/>
                <a:cs typeface="Arial"/>
              </a:rPr>
              <a:t>.:i</a:t>
            </a:r>
            <a:r>
              <a:rPr sz="1050" spc="183" baseline="4141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900" spc="0" baseline="4831" dirty="0">
                <a:solidFill>
                  <a:srgbClr val="6D6777"/>
                </a:solidFill>
                <a:latin typeface="Times New Roman"/>
                <a:cs typeface="Times New Roman"/>
              </a:rPr>
              <a:t>5</a:t>
            </a:r>
            <a:r>
              <a:rPr sz="900" spc="0" baseline="4831" dirty="0">
                <a:solidFill>
                  <a:srgbClr val="604159"/>
                </a:solidFill>
                <a:latin typeface="Times New Roman"/>
                <a:cs typeface="Times New Roman"/>
              </a:rPr>
              <a:t>E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6D6777"/>
                </a:solidFill>
                <a:latin typeface="Times New Roman"/>
                <a:cs typeface="Times New Roman"/>
              </a:rPr>
              <a:t>A3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604159"/>
                </a:solidFill>
                <a:latin typeface="Times New Roman"/>
                <a:cs typeface="Times New Roman"/>
              </a:rPr>
              <a:t>EE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57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</a:t>
            </a:r>
            <a:r>
              <a:rPr sz="900" spc="0" baseline="4831" dirty="0">
                <a:solidFill>
                  <a:srgbClr val="6D6777"/>
                </a:solidFill>
                <a:latin typeface="Times New Roman"/>
                <a:cs typeface="Times New Roman"/>
              </a:rPr>
              <a:t>A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604159"/>
                </a:solidFill>
                <a:latin typeface="Times New Roman"/>
                <a:cs typeface="Times New Roman"/>
              </a:rPr>
              <a:t>BE          </a:t>
            </a:r>
            <a:r>
              <a:rPr sz="900" spc="25" baseline="4831" dirty="0">
                <a:solidFill>
                  <a:srgbClr val="60415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29E46"/>
                </a:solidFill>
                <a:latin typeface="Times New Roman"/>
                <a:cs typeface="Times New Roman"/>
              </a:rPr>
              <a:t>"-' </a:t>
            </a:r>
            <a:r>
              <a:rPr sz="600" spc="70" dirty="0">
                <a:solidFill>
                  <a:srgbClr val="729E46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8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82:07: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55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D: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93                  </a:t>
            </a:r>
            <a:r>
              <a:rPr sz="600" spc="59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900" spc="0" baseline="4831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000000000             </a:t>
            </a:r>
            <a:r>
              <a:rPr sz="900" spc="2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</a:t>
            </a:r>
            <a:r>
              <a:rPr sz="900" spc="87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</a:t>
            </a:r>
            <a:r>
              <a:rPr sz="900" spc="10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                                                                                      </a:t>
            </a:r>
            <a:r>
              <a:rPr sz="900" spc="56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900" spc="0" baseline="4831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7/W/27 </a:t>
            </a:r>
            <a:r>
              <a:rPr sz="900" spc="106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05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900" spc="0" baseline="4831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6D6777"/>
                </a:solidFill>
                <a:latin typeface="Times New Roman"/>
                <a:cs typeface="Times New Roman"/>
              </a:rPr>
              <a:t>45</a:t>
            </a:r>
            <a:r>
              <a:rPr sz="900" spc="0" baseline="4831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29</a:t>
            </a:r>
            <a:r>
              <a:rPr sz="900" spc="0" baseline="4831" dirty="0">
                <a:solidFill>
                  <a:srgbClr val="6D6777"/>
                </a:solidFill>
                <a:latin typeface="Times New Roman"/>
                <a:cs typeface="Times New Roman"/>
              </a:rPr>
              <a:t>5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999000            </a:t>
            </a:r>
            <a:r>
              <a:rPr sz="900" spc="-5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900" spc="0" baseline="4831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900" spc="0" baseline="4831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W/27 </a:t>
            </a:r>
            <a:r>
              <a:rPr sz="900" spc="-29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05:27:</a:t>
            </a:r>
            <a:r>
              <a:rPr sz="900" spc="0" baseline="4831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900" spc="0" baseline="4831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E7E89"/>
                </a:solidFill>
                <a:latin typeface="Times New Roman"/>
                <a:cs typeface="Times New Roman"/>
              </a:rPr>
              <a:t>295999</a:t>
            </a:r>
            <a:endParaRPr sz="600">
              <a:latin typeface="Times New Roman"/>
              <a:cs typeface="Times New Roman"/>
            </a:endParaRPr>
          </a:p>
          <a:p>
            <a:pPr marL="31998" marR="3664">
              <a:lnSpc>
                <a:spcPct val="95825"/>
              </a:lnSpc>
            </a:pPr>
            <a:r>
              <a:rPr sz="700" spc="0" dirty="0">
                <a:solidFill>
                  <a:srgbClr val="729E46"/>
                </a:solidFill>
                <a:latin typeface="Arial"/>
                <a:cs typeface="Arial"/>
              </a:rPr>
              <a:t>If)</a:t>
            </a:r>
            <a:r>
              <a:rPr sz="700" spc="106" dirty="0">
                <a:solidFill>
                  <a:srgbClr val="729E46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604159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04159"/>
                </a:solidFill>
                <a:latin typeface="Times New Roman"/>
                <a:cs typeface="Times New Roman"/>
              </a:rPr>
              <a:t>E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B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8</a:t>
            </a:r>
            <a:r>
              <a:rPr sz="600" spc="0" dirty="0">
                <a:solidFill>
                  <a:srgbClr val="604159"/>
                </a:solidFill>
                <a:latin typeface="Times New Roman"/>
                <a:cs typeface="Times New Roman"/>
              </a:rPr>
              <a:t>F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04159"/>
                </a:solidFill>
                <a:latin typeface="Times New Roman"/>
                <a:cs typeface="Times New Roman"/>
              </a:rPr>
              <a:t>F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8             </a:t>
            </a:r>
            <a:r>
              <a:rPr sz="600" spc="-64" dirty="0">
                <a:solidFill>
                  <a:srgbClr val="6D6777"/>
                </a:solidFill>
                <a:latin typeface="Times New Roman"/>
                <a:cs typeface="Times New Roman"/>
              </a:rPr>
              <a:t> </a:t>
            </a:r>
            <a:r>
              <a:rPr sz="700" spc="0" dirty="0">
                <a:solidFill>
                  <a:srgbClr val="42902B"/>
                </a:solidFill>
                <a:latin typeface="Arial"/>
                <a:cs typeface="Arial"/>
              </a:rPr>
              <a:t>.:i</a:t>
            </a:r>
            <a:r>
              <a:rPr sz="700" spc="139" dirty="0">
                <a:solidFill>
                  <a:srgbClr val="42902B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AA:52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95269"/>
                </a:solidFill>
                <a:latin typeface="Times New Roman"/>
                <a:cs typeface="Times New Roman"/>
              </a:rPr>
              <a:t>F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466EAA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ll</a:t>
            </a:r>
            <a:r>
              <a:rPr sz="600" spc="0" dirty="0">
                <a:solidFill>
                  <a:srgbClr val="6485B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AC: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44                 </a:t>
            </a:r>
            <a:r>
              <a:rPr sz="600" spc="-4" dirty="0">
                <a:solidFill>
                  <a:srgbClr val="6D6777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00:00:00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000000000             </a:t>
            </a:r>
            <a:r>
              <a:rPr sz="600" spc="2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</a:t>
            </a:r>
            <a:r>
              <a:rPr sz="600" spc="11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60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</a:t>
            </a:r>
            <a:r>
              <a:rPr sz="600" spc="121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008                                                                                                           </a:t>
            </a:r>
            <a:r>
              <a:rPr sz="600" spc="83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6D2D6B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W/27 </a:t>
            </a:r>
            <a:r>
              <a:rPr sz="600" spc="-29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05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0" dirty="0">
                <a:solidFill>
                  <a:srgbClr val="2D5B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F5D82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76791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2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96000000           </a:t>
            </a:r>
            <a:r>
              <a:rPr sz="600" spc="4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754279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7</a:t>
            </a:r>
            <a:r>
              <a:rPr sz="600" spc="-8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W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/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27</a:t>
            </a:r>
            <a:r>
              <a:rPr sz="600" spc="-104" dirty="0">
                <a:solidFill>
                  <a:srgbClr val="7E7E89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05:27</a:t>
            </a:r>
            <a:r>
              <a:rPr sz="600" spc="0" dirty="0">
                <a:solidFill>
                  <a:srgbClr val="8E8EA1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D67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8354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E7E89"/>
                </a:solidFill>
                <a:latin typeface="Times New Roman"/>
                <a:cs typeface="Times New Roman"/>
              </a:rPr>
              <a:t>296000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35999" y="2057399"/>
            <a:ext cx="566420" cy="1778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58420">
              <a:lnSpc>
                <a:spcPts val="900"/>
              </a:lnSpc>
              <a:spcBef>
                <a:spcPts val="15"/>
              </a:spcBef>
            </a:pPr>
            <a:endParaRPr sz="900"/>
          </a:p>
          <a:p>
            <a:pPr marL="167875" marR="58420">
              <a:lnSpc>
                <a:spcPts val="1954"/>
              </a:lnSpc>
            </a:pPr>
            <a:r>
              <a:rPr sz="1700" spc="-14" dirty="0">
                <a:solidFill>
                  <a:srgbClr val="A19EA5"/>
                </a:solidFill>
                <a:latin typeface="Times New Roman"/>
                <a:cs typeface="Times New Roman"/>
              </a:rPr>
              <a:t>,</a:t>
            </a:r>
            <a:r>
              <a:rPr sz="1800" b="1" spc="-644" baseline="19325" dirty="0">
                <a:solidFill>
                  <a:srgbClr val="A19EA5"/>
                </a:solidFill>
                <a:latin typeface="Times New Roman"/>
                <a:cs typeface="Times New Roman"/>
              </a:rPr>
              <a:t>a</a:t>
            </a:r>
            <a:r>
              <a:rPr sz="1700" spc="0" dirty="0">
                <a:solidFill>
                  <a:srgbClr val="A19EA5"/>
                </a:solidFill>
                <a:latin typeface="Times New Roman"/>
                <a:cs typeface="Times New Roman"/>
              </a:rPr>
              <a:t>,</a:t>
            </a:r>
            <a:r>
              <a:rPr sz="1700" spc="-44" dirty="0">
                <a:solidFill>
                  <a:srgbClr val="A19EA5"/>
                </a:solidFill>
                <a:latin typeface="Times New Roman"/>
                <a:cs typeface="Times New Roman"/>
              </a:rPr>
              <a:t>,</a:t>
            </a:r>
            <a:r>
              <a:rPr sz="1800" b="1" spc="-325" baseline="19325" dirty="0">
                <a:solidFill>
                  <a:srgbClr val="A19EA5"/>
                </a:solidFill>
                <a:latin typeface="Times New Roman"/>
                <a:cs typeface="Times New Roman"/>
              </a:rPr>
              <a:t>\</a:t>
            </a:r>
            <a:r>
              <a:rPr sz="1700" spc="0" dirty="0">
                <a:solidFill>
                  <a:srgbClr val="A19EA5"/>
                </a:solidFill>
                <a:latin typeface="Times New Roman"/>
                <a:cs typeface="Times New Roman"/>
              </a:rPr>
              <a:t>,</a:t>
            </a:r>
            <a:endParaRPr sz="1700">
              <a:latin typeface="Times New Roman"/>
              <a:cs typeface="Times New Roman"/>
            </a:endParaRPr>
          </a:p>
          <a:p>
            <a:pPr marL="127000">
              <a:lnSpc>
                <a:spcPts val="2360"/>
              </a:lnSpc>
              <a:spcBef>
                <a:spcPts val="2923"/>
              </a:spcBef>
              <a:tabLst>
                <a:tab pos="508000" algn="l"/>
              </a:tabLst>
            </a:pPr>
            <a:r>
              <a:rPr sz="3600" spc="-279" baseline="-8454" dirty="0">
                <a:solidFill>
                  <a:srgbClr val="8E8EA1"/>
                </a:solidFill>
                <a:latin typeface="Times New Roman"/>
                <a:cs typeface="Times New Roman"/>
              </a:rPr>
              <a:t> </a:t>
            </a:r>
            <a:r>
              <a:rPr sz="3600" spc="0" baseline="-8454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3600" spc="-75" baseline="-8454" dirty="0">
                <a:solidFill>
                  <a:srgbClr val="8E8EA1"/>
                </a:solidFill>
                <a:latin typeface="Times New Roman"/>
                <a:cs typeface="Times New Roman"/>
              </a:rPr>
              <a:t>.</a:t>
            </a:r>
            <a:r>
              <a:rPr sz="1800" spc="0" baseline="-16909" dirty="0">
                <a:solidFill>
                  <a:srgbClr val="8E8EA1"/>
                </a:solidFill>
                <a:latin typeface="Arial"/>
                <a:cs typeface="Arial"/>
              </a:rPr>
              <a:t>,</a:t>
            </a:r>
            <a:r>
              <a:rPr sz="1800" spc="-264" baseline="-16909" dirty="0">
                <a:solidFill>
                  <a:srgbClr val="8E8EA1"/>
                </a:solidFill>
                <a:latin typeface="Arial"/>
                <a:cs typeface="Arial"/>
              </a:rPr>
              <a:t>.</a:t>
            </a:r>
            <a:r>
              <a:rPr sz="3600" spc="0" baseline="-8454" dirty="0">
                <a:solidFill>
                  <a:srgbClr val="8E8EA1"/>
                </a:solidFill>
                <a:latin typeface="Times New Roman"/>
                <a:cs typeface="Times New Roman"/>
              </a:rPr>
              <a:t>.. 	</a:t>
            </a:r>
            <a:endParaRPr sz="2400">
              <a:latin typeface="Times New Roman"/>
              <a:cs typeface="Times New Roman"/>
            </a:endParaRPr>
          </a:p>
          <a:p>
            <a:pPr marL="167806" marR="58420">
              <a:lnSpc>
                <a:spcPts val="1340"/>
              </a:lnSpc>
              <a:spcBef>
                <a:spcPts val="67"/>
              </a:spcBef>
            </a:pPr>
            <a:r>
              <a:rPr sz="2550" b="1" spc="0" baseline="3410" dirty="0">
                <a:solidFill>
                  <a:srgbClr val="7E7E89"/>
                </a:solidFill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object 62"/>
          <p:cNvSpPr txBox="1"/>
          <p:nvPr/>
        </p:nvSpPr>
        <p:spPr>
          <a:xfrm>
            <a:off x="8213217" y="2603499"/>
            <a:ext cx="829817" cy="5343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400"/>
              </a:lnSpc>
              <a:spcBef>
                <a:spcPts val="97"/>
              </a:spcBef>
            </a:pPr>
            <a:endParaRPr sz="1400"/>
          </a:p>
          <a:p>
            <a:pPr marR="172741" algn="r">
              <a:lnSpc>
                <a:spcPts val="2710"/>
              </a:lnSpc>
              <a:spcBef>
                <a:spcPts val="135"/>
              </a:spcBef>
            </a:pPr>
            <a:r>
              <a:rPr sz="3600" spc="0" baseline="-1207" dirty="0">
                <a:solidFill>
                  <a:srgbClr val="858995"/>
                </a:solidFill>
                <a:latin typeface="Times New Roman"/>
                <a:cs typeface="Times New Roman"/>
              </a:rPr>
              <a:t>..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23850" y="4799835"/>
            <a:ext cx="8281416" cy="0"/>
          </a:xfrm>
          <a:custGeom>
            <a:avLst/>
            <a:gdLst/>
            <a:ahLst/>
            <a:cxnLst/>
            <a:rect l="l" t="t" r="r" b="b"/>
            <a:pathLst>
              <a:path w="8281416">
                <a:moveTo>
                  <a:pt x="0" y="0"/>
                </a:moveTo>
                <a:lnTo>
                  <a:pt x="8281416" y="0"/>
                </a:lnTo>
              </a:path>
            </a:pathLst>
          </a:custGeom>
          <a:ln w="25908">
            <a:solidFill>
              <a:srgbClr val="374D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63000" y="3020565"/>
            <a:ext cx="390142" cy="277370"/>
          </a:xfrm>
          <a:custGeom>
            <a:avLst/>
            <a:gdLst/>
            <a:ahLst/>
            <a:cxnLst/>
            <a:rect l="l" t="t" r="r" b="b"/>
            <a:pathLst>
              <a:path w="390142" h="277370">
                <a:moveTo>
                  <a:pt x="380999" y="0"/>
                </a:moveTo>
                <a:lnTo>
                  <a:pt x="0" y="0"/>
                </a:lnTo>
                <a:lnTo>
                  <a:pt x="0" y="277370"/>
                </a:lnTo>
                <a:lnTo>
                  <a:pt x="380999" y="277370"/>
                </a:lnTo>
                <a:lnTo>
                  <a:pt x="38099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3125" y="2188463"/>
            <a:ext cx="7857744" cy="1449324"/>
          </a:xfrm>
          <a:custGeom>
            <a:avLst/>
            <a:gdLst/>
            <a:ahLst/>
            <a:cxnLst/>
            <a:rect l="l" t="t" r="r" b="b"/>
            <a:pathLst>
              <a:path w="7857744" h="1449324">
                <a:moveTo>
                  <a:pt x="0" y="1449324"/>
                </a:moveTo>
                <a:lnTo>
                  <a:pt x="7857744" y="1449324"/>
                </a:lnTo>
                <a:lnTo>
                  <a:pt x="7857744" y="0"/>
                </a:lnTo>
                <a:lnTo>
                  <a:pt x="0" y="0"/>
                </a:lnTo>
                <a:lnTo>
                  <a:pt x="0" y="144932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2750" y="2912363"/>
            <a:ext cx="234950" cy="1388223"/>
          </a:xfrm>
          <a:custGeom>
            <a:avLst/>
            <a:gdLst/>
            <a:ahLst/>
            <a:cxnLst/>
            <a:rect l="l" t="t" r="r" b="b"/>
            <a:pathLst>
              <a:path w="234950" h="1388223">
                <a:moveTo>
                  <a:pt x="175652" y="26162"/>
                </a:moveTo>
                <a:lnTo>
                  <a:pt x="234950" y="0"/>
                </a:lnTo>
                <a:lnTo>
                  <a:pt x="149860" y="4191"/>
                </a:lnTo>
                <a:lnTo>
                  <a:pt x="166412" y="33587"/>
                </a:lnTo>
                <a:lnTo>
                  <a:pt x="175652" y="26162"/>
                </a:lnTo>
                <a:close/>
              </a:path>
              <a:path w="234950" h="1388223">
                <a:moveTo>
                  <a:pt x="187260" y="70612"/>
                </a:moveTo>
                <a:lnTo>
                  <a:pt x="183603" y="36068"/>
                </a:lnTo>
                <a:lnTo>
                  <a:pt x="172727" y="44802"/>
                </a:lnTo>
                <a:lnTo>
                  <a:pt x="187260" y="70612"/>
                </a:lnTo>
                <a:close/>
              </a:path>
              <a:path w="234950" h="1388223">
                <a:moveTo>
                  <a:pt x="172727" y="44802"/>
                </a:moveTo>
                <a:lnTo>
                  <a:pt x="166190" y="49784"/>
                </a:lnTo>
                <a:lnTo>
                  <a:pt x="165678" y="50462"/>
                </a:lnTo>
                <a:lnTo>
                  <a:pt x="172727" y="44802"/>
                </a:lnTo>
                <a:close/>
              </a:path>
              <a:path w="234950" h="1388223">
                <a:moveTo>
                  <a:pt x="165100" y="50927"/>
                </a:moveTo>
                <a:lnTo>
                  <a:pt x="166412" y="33587"/>
                </a:lnTo>
                <a:lnTo>
                  <a:pt x="157162" y="41021"/>
                </a:lnTo>
                <a:lnTo>
                  <a:pt x="165100" y="50927"/>
                </a:lnTo>
                <a:close/>
              </a:path>
              <a:path w="234950" h="1388223">
                <a:moveTo>
                  <a:pt x="24665" y="406019"/>
                </a:moveTo>
                <a:lnTo>
                  <a:pt x="11365" y="498221"/>
                </a:lnTo>
                <a:lnTo>
                  <a:pt x="5154" y="561594"/>
                </a:lnTo>
                <a:lnTo>
                  <a:pt x="1334" y="626110"/>
                </a:lnTo>
                <a:lnTo>
                  <a:pt x="0" y="691134"/>
                </a:lnTo>
                <a:lnTo>
                  <a:pt x="684" y="723773"/>
                </a:lnTo>
                <a:lnTo>
                  <a:pt x="6162" y="788670"/>
                </a:lnTo>
                <a:lnTo>
                  <a:pt x="16639" y="852932"/>
                </a:lnTo>
                <a:lnTo>
                  <a:pt x="31888" y="915797"/>
                </a:lnTo>
                <a:lnTo>
                  <a:pt x="51564" y="976946"/>
                </a:lnTo>
                <a:lnTo>
                  <a:pt x="75272" y="1035862"/>
                </a:lnTo>
                <a:lnTo>
                  <a:pt x="102627" y="1091896"/>
                </a:lnTo>
                <a:lnTo>
                  <a:pt x="133350" y="1144676"/>
                </a:lnTo>
                <a:lnTo>
                  <a:pt x="167079" y="1193675"/>
                </a:lnTo>
                <a:lnTo>
                  <a:pt x="203428" y="1238274"/>
                </a:lnTo>
                <a:lnTo>
                  <a:pt x="242163" y="1278243"/>
                </a:lnTo>
                <a:lnTo>
                  <a:pt x="282867" y="1312747"/>
                </a:lnTo>
                <a:lnTo>
                  <a:pt x="325307" y="1341436"/>
                </a:lnTo>
                <a:lnTo>
                  <a:pt x="369064" y="1363801"/>
                </a:lnTo>
                <a:lnTo>
                  <a:pt x="413905" y="1379234"/>
                </a:lnTo>
                <a:lnTo>
                  <a:pt x="459347" y="1387181"/>
                </a:lnTo>
                <a:lnTo>
                  <a:pt x="481632" y="1388223"/>
                </a:lnTo>
                <a:lnTo>
                  <a:pt x="482233" y="1375548"/>
                </a:lnTo>
                <a:lnTo>
                  <a:pt x="459943" y="1374495"/>
                </a:lnTo>
                <a:lnTo>
                  <a:pt x="438288" y="1371588"/>
                </a:lnTo>
                <a:lnTo>
                  <a:pt x="395099" y="1360283"/>
                </a:lnTo>
                <a:lnTo>
                  <a:pt x="352440" y="1341948"/>
                </a:lnTo>
                <a:lnTo>
                  <a:pt x="310743" y="1317183"/>
                </a:lnTo>
                <a:lnTo>
                  <a:pt x="270281" y="1286271"/>
                </a:lnTo>
                <a:lnTo>
                  <a:pt x="231407" y="1249818"/>
                </a:lnTo>
                <a:lnTo>
                  <a:pt x="194642" y="1208330"/>
                </a:lnTo>
                <a:lnTo>
                  <a:pt x="160094" y="1162243"/>
                </a:lnTo>
                <a:lnTo>
                  <a:pt x="128457" y="1112177"/>
                </a:lnTo>
                <a:lnTo>
                  <a:pt x="99824" y="1058479"/>
                </a:lnTo>
                <a:lnTo>
                  <a:pt x="74587" y="1001825"/>
                </a:lnTo>
                <a:lnTo>
                  <a:pt x="53225" y="942594"/>
                </a:lnTo>
                <a:lnTo>
                  <a:pt x="36015" y="881380"/>
                </a:lnTo>
                <a:lnTo>
                  <a:pt x="23266" y="818642"/>
                </a:lnTo>
                <a:lnTo>
                  <a:pt x="15427" y="755015"/>
                </a:lnTo>
                <a:lnTo>
                  <a:pt x="12700" y="690753"/>
                </a:lnTo>
                <a:lnTo>
                  <a:pt x="12978" y="658622"/>
                </a:lnTo>
                <a:lnTo>
                  <a:pt x="15646" y="594360"/>
                </a:lnTo>
                <a:lnTo>
                  <a:pt x="20587" y="530860"/>
                </a:lnTo>
                <a:lnTo>
                  <a:pt x="32270" y="438023"/>
                </a:lnTo>
                <a:lnTo>
                  <a:pt x="42594" y="378714"/>
                </a:lnTo>
                <a:lnTo>
                  <a:pt x="54748" y="321945"/>
                </a:lnTo>
                <a:lnTo>
                  <a:pt x="68580" y="268097"/>
                </a:lnTo>
                <a:lnTo>
                  <a:pt x="83835" y="217805"/>
                </a:lnTo>
                <a:lnTo>
                  <a:pt x="100404" y="171704"/>
                </a:lnTo>
                <a:lnTo>
                  <a:pt x="118174" y="130175"/>
                </a:lnTo>
                <a:lnTo>
                  <a:pt x="136892" y="93726"/>
                </a:lnTo>
                <a:lnTo>
                  <a:pt x="165678" y="50462"/>
                </a:lnTo>
                <a:lnTo>
                  <a:pt x="166190" y="49784"/>
                </a:lnTo>
                <a:lnTo>
                  <a:pt x="172727" y="44802"/>
                </a:lnTo>
                <a:lnTo>
                  <a:pt x="183603" y="36068"/>
                </a:lnTo>
                <a:lnTo>
                  <a:pt x="187260" y="70612"/>
                </a:lnTo>
                <a:lnTo>
                  <a:pt x="234950" y="0"/>
                </a:lnTo>
                <a:lnTo>
                  <a:pt x="175652" y="26162"/>
                </a:lnTo>
                <a:lnTo>
                  <a:pt x="166412" y="33587"/>
                </a:lnTo>
                <a:lnTo>
                  <a:pt x="165100" y="50927"/>
                </a:lnTo>
                <a:lnTo>
                  <a:pt x="157162" y="41021"/>
                </a:lnTo>
                <a:lnTo>
                  <a:pt x="145757" y="55753"/>
                </a:lnTo>
                <a:lnTo>
                  <a:pt x="135572" y="70993"/>
                </a:lnTo>
                <a:lnTo>
                  <a:pt x="125745" y="87630"/>
                </a:lnTo>
                <a:lnTo>
                  <a:pt x="115986" y="105664"/>
                </a:lnTo>
                <a:lnTo>
                  <a:pt x="106565" y="124968"/>
                </a:lnTo>
                <a:lnTo>
                  <a:pt x="97447" y="145542"/>
                </a:lnTo>
                <a:lnTo>
                  <a:pt x="88507" y="167259"/>
                </a:lnTo>
                <a:lnTo>
                  <a:pt x="79970" y="189992"/>
                </a:lnTo>
                <a:lnTo>
                  <a:pt x="71739" y="213995"/>
                </a:lnTo>
                <a:lnTo>
                  <a:pt x="63778" y="238887"/>
                </a:lnTo>
                <a:lnTo>
                  <a:pt x="56327" y="264795"/>
                </a:lnTo>
                <a:lnTo>
                  <a:pt x="49147" y="291592"/>
                </a:lnTo>
                <a:lnTo>
                  <a:pt x="42341" y="319151"/>
                </a:lnTo>
                <a:lnTo>
                  <a:pt x="36041" y="347472"/>
                </a:lnTo>
                <a:lnTo>
                  <a:pt x="30112" y="376428"/>
                </a:lnTo>
                <a:lnTo>
                  <a:pt x="24665" y="4060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66800" y="2193035"/>
            <a:ext cx="748282" cy="1440180"/>
          </a:xfrm>
          <a:custGeom>
            <a:avLst/>
            <a:gdLst/>
            <a:ahLst/>
            <a:cxnLst/>
            <a:rect l="l" t="t" r="r" b="b"/>
            <a:pathLst>
              <a:path w="748282" h="1440180">
                <a:moveTo>
                  <a:pt x="0" y="1440180"/>
                </a:moveTo>
                <a:lnTo>
                  <a:pt x="748282" y="1440180"/>
                </a:lnTo>
                <a:lnTo>
                  <a:pt x="748282" y="0"/>
                </a:lnTo>
                <a:lnTo>
                  <a:pt x="0" y="0"/>
                </a:lnTo>
                <a:lnTo>
                  <a:pt x="0" y="1440180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13217" y="2603499"/>
            <a:ext cx="829817" cy="4265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204199" y="24383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204199" y="24383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204199" y="25526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204199" y="25526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204199" y="26669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204199" y="26669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483599" y="26669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483599" y="26669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204199" y="27685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204199" y="27685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483599" y="27685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483599" y="27685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204199" y="28701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04199" y="28701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483599" y="28701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483599" y="28701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204199" y="29844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204199" y="29844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483599" y="29844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483599" y="29844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204199" y="308609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204199" y="308609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483599" y="308609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483599" y="3086099"/>
            <a:ext cx="0" cy="139700"/>
          </a:xfrm>
          <a:custGeom>
            <a:avLst/>
            <a:gdLst/>
            <a:ahLst/>
            <a:cxnLst/>
            <a:rect l="l" t="t" r="r" b="b"/>
            <a:pathLst>
              <a:path h="139700">
                <a:moveTo>
                  <a:pt x="0" y="1397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204199" y="3225799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204199" y="3225799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483599" y="3225799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483599" y="3225799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762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204199" y="33019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204199" y="3301999"/>
            <a:ext cx="0" cy="114300"/>
          </a:xfrm>
          <a:custGeom>
            <a:avLst/>
            <a:gdLst/>
            <a:ahLst/>
            <a:cxnLst/>
            <a:rect l="l" t="t" r="r" b="b"/>
            <a:pathLst>
              <a:path h="114300">
                <a:moveTo>
                  <a:pt x="0" y="1143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204199" y="34162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204199" y="3416299"/>
            <a:ext cx="0" cy="101600"/>
          </a:xfrm>
          <a:custGeom>
            <a:avLst/>
            <a:gdLst/>
            <a:ahLst/>
            <a:cxnLst/>
            <a:rect l="l" t="t" r="r" b="b"/>
            <a:pathLst>
              <a:path h="101600">
                <a:moveTo>
                  <a:pt x="0" y="1016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204199" y="3517899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9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204199" y="3517899"/>
            <a:ext cx="0" cy="88900"/>
          </a:xfrm>
          <a:custGeom>
            <a:avLst/>
            <a:gdLst/>
            <a:ahLst/>
            <a:cxnLst/>
            <a:rect l="l" t="t" r="r" b="b"/>
            <a:pathLst>
              <a:path h="88900">
                <a:moveTo>
                  <a:pt x="0" y="88900"/>
                </a:moveTo>
                <a:lnTo>
                  <a:pt x="0" y="0"/>
                </a:lnTo>
              </a:path>
            </a:pathLst>
          </a:custGeom>
          <a:ln w="12699">
            <a:solidFill>
              <a:srgbClr val="C3C8C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47699" y="2184399"/>
            <a:ext cx="7848599" cy="0"/>
          </a:xfrm>
          <a:custGeom>
            <a:avLst/>
            <a:gdLst/>
            <a:ahLst/>
            <a:cxnLst/>
            <a:rect l="l" t="t" r="r" b="b"/>
            <a:pathLst>
              <a:path w="7848599">
                <a:moveTo>
                  <a:pt x="0" y="0"/>
                </a:moveTo>
                <a:lnTo>
                  <a:pt x="7848599" y="0"/>
                </a:lnTo>
              </a:path>
            </a:pathLst>
          </a:custGeom>
          <a:ln w="0">
            <a:solidFill>
              <a:srgbClr val="89AFD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610599" y="3848099"/>
            <a:ext cx="520699" cy="0"/>
          </a:xfrm>
          <a:custGeom>
            <a:avLst/>
            <a:gdLst/>
            <a:ahLst/>
            <a:cxnLst/>
            <a:rect l="l" t="t" r="r" b="b"/>
            <a:pathLst>
              <a:path w="520699">
                <a:moveTo>
                  <a:pt x="0" y="0"/>
                </a:moveTo>
                <a:lnTo>
                  <a:pt x="520699" y="0"/>
                </a:lnTo>
              </a:path>
            </a:pathLst>
          </a:custGeom>
          <a:ln w="12700">
            <a:solidFill>
              <a:srgbClr val="A3A3A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4585" y="4040122"/>
            <a:ext cx="3982212" cy="509017"/>
          </a:xfrm>
          <a:custGeom>
            <a:avLst/>
            <a:gdLst/>
            <a:ahLst/>
            <a:cxnLst/>
            <a:rect l="l" t="t" r="r" b="b"/>
            <a:pathLst>
              <a:path w="3982212" h="509017">
                <a:moveTo>
                  <a:pt x="0" y="509017"/>
                </a:moveTo>
                <a:lnTo>
                  <a:pt x="3982212" y="509017"/>
                </a:lnTo>
                <a:lnTo>
                  <a:pt x="3982212" y="0"/>
                </a:lnTo>
                <a:lnTo>
                  <a:pt x="0" y="0"/>
                </a:lnTo>
                <a:lnTo>
                  <a:pt x="0" y="50901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-14859"/>
            <a:ext cx="9139047" cy="11082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10599" y="2057399"/>
            <a:ext cx="533399" cy="0"/>
          </a:xfrm>
          <a:custGeom>
            <a:avLst/>
            <a:gdLst/>
            <a:ahLst/>
            <a:cxnLst/>
            <a:rect l="l" t="t" r="r" b="b"/>
            <a:pathLst>
              <a:path w="533399">
                <a:moveTo>
                  <a:pt x="0" y="0"/>
                </a:moveTo>
                <a:lnTo>
                  <a:pt x="533399" y="0"/>
                </a:lnTo>
              </a:path>
            </a:pathLst>
          </a:custGeom>
          <a:ln w="12700">
            <a:solidFill>
              <a:srgbClr val="A3A3A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0665" y="1336992"/>
            <a:ext cx="6180983" cy="5847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Final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y,</a:t>
            </a:r>
            <a:r>
              <a:rPr sz="2000" spc="-10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2000" spc="23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8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10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0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%</a:t>
            </a:r>
            <a:r>
              <a:rPr sz="2000" spc="1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sure </a:t>
            </a:r>
            <a:r>
              <a:rPr sz="2000" spc="3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2000" spc="16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assu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m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ion,</a:t>
            </a:r>
            <a:r>
              <a:rPr sz="2000" spc="-26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owse</a:t>
            </a:r>
            <a:r>
              <a:rPr sz="2000" spc="-21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 marR="38176">
              <a:lnSpc>
                <a:spcPct val="95825"/>
              </a:lnSpc>
            </a:pP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-17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2000" spc="272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595959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s</a:t>
            </a:r>
            <a:r>
              <a:rPr sz="2000" spc="-5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nted</a:t>
            </a:r>
            <a:r>
              <a:rPr sz="2000" spc="-2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w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9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2000" spc="14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2000" spc="36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fol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l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ow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ng: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92950" y="1336992"/>
            <a:ext cx="1848072" cy="27990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20"/>
              </a:lnSpc>
              <a:spcBef>
                <a:spcPts val="106"/>
              </a:spcBef>
            </a:pP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2000" b="1" spc="9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ck</a:t>
            </a:r>
            <a:r>
              <a:rPr sz="2000" b="1" spc="-4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20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b="1" spc="403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t</a:t>
            </a:r>
            <a:r>
              <a:rPr sz="2000" spc="4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b.</a:t>
            </a:r>
            <a:r>
              <a:rPr sz="2000" spc="43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Y</a:t>
            </a:r>
            <a:r>
              <a:rPr sz="2000" spc="-4" dirty="0">
                <a:solidFill>
                  <a:srgbClr val="595959"/>
                </a:solidFill>
                <a:latin typeface="Times New Roman"/>
                <a:cs typeface="Times New Roman"/>
              </a:rPr>
              <a:t>o</a:t>
            </a:r>
            <a:r>
              <a:rPr sz="2000" spc="0" dirty="0">
                <a:solidFill>
                  <a:srgbClr val="595959"/>
                </a:solidFill>
                <a:latin typeface="Times New Roman"/>
                <a:cs typeface="Times New Roman"/>
              </a:rPr>
              <a:t>u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90526" y="2259834"/>
            <a:ext cx="239134" cy="3041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3" marR="32385">
              <a:lnSpc>
                <a:spcPts val="630"/>
              </a:lnSpc>
              <a:spcBef>
                <a:spcPts val="51"/>
              </a:spcBef>
            </a:pPr>
            <a:r>
              <a:rPr sz="900" b="1" i="1" spc="0" baseline="-4831" dirty="0">
                <a:solidFill>
                  <a:srgbClr val="A3A3A5"/>
                </a:solidFill>
                <a:latin typeface="Arial"/>
                <a:cs typeface="Arial"/>
              </a:rPr>
              <a:t>10\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ts val="1680"/>
              </a:lnSpc>
              <a:spcBef>
                <a:spcPts val="52"/>
              </a:spcBef>
            </a:pPr>
            <a:r>
              <a:rPr sz="1700" spc="0" dirty="0">
                <a:solidFill>
                  <a:srgbClr val="A3A3A5"/>
                </a:solidFill>
                <a:latin typeface="Arial"/>
                <a:cs typeface="Arial"/>
              </a:rPr>
              <a:t>'"'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47332" y="2953182"/>
            <a:ext cx="167910" cy="1651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225"/>
              </a:lnSpc>
              <a:spcBef>
                <a:spcPts val="61"/>
              </a:spcBef>
            </a:pPr>
            <a:r>
              <a:rPr sz="1100" spc="0" dirty="0">
                <a:solidFill>
                  <a:srgbClr val="858995"/>
                </a:solidFill>
                <a:latin typeface="Times New Roman"/>
                <a:cs typeface="Times New Roman"/>
              </a:rPr>
              <a:t>,~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0539" y="3003195"/>
            <a:ext cx="203200" cy="279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40"/>
              </a:lnSpc>
              <a:spcBef>
                <a:spcPts val="107"/>
              </a:spcBef>
            </a:pPr>
            <a:r>
              <a:rPr sz="2000" b="1" spc="0" dirty="0">
                <a:solidFill>
                  <a:srgbClr val="858995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73237" y="4855309"/>
            <a:ext cx="4215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b="1" spc="0" dirty="0">
                <a:solidFill>
                  <a:srgbClr val="595959"/>
                </a:solidFill>
                <a:latin typeface="Times New Roman"/>
                <a:cs typeface="Times New Roman"/>
              </a:rPr>
              <a:t>| </a:t>
            </a:r>
            <a:r>
              <a:rPr sz="1200" b="1" spc="3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p</a:t>
            </a:r>
            <a:r>
              <a:rPr sz="105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050" spc="-4" dirty="0">
                <a:solidFill>
                  <a:srgbClr val="595959"/>
                </a:solidFill>
                <a:latin typeface="Times New Roman"/>
                <a:cs typeface="Times New Roman"/>
              </a:rPr>
              <a:t>96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74689" y="4867569"/>
            <a:ext cx="2051095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10"/>
              </a:lnSpc>
              <a:spcBef>
                <a:spcPts val="65"/>
              </a:spcBef>
            </a:pP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9" dirty="0">
                <a:solidFill>
                  <a:srgbClr val="595959"/>
                </a:solidFill>
                <a:latin typeface="Times New Roman"/>
                <a:cs typeface="Times New Roman"/>
              </a:rPr>
              <a:t>H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RP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v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1</a:t>
            </a:r>
            <a:r>
              <a:rPr sz="1200" spc="-6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-</a:t>
            </a:r>
            <a:r>
              <a:rPr sz="1200" spc="4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C</a:t>
            </a:r>
            <a:r>
              <a:rPr sz="1200" spc="-1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e</a:t>
            </a:r>
            <a:r>
              <a:rPr sz="1200" spc="-5" dirty="0">
                <a:solidFill>
                  <a:srgbClr val="595959"/>
                </a:solidFill>
                <a:latin typeface="Times New Roman"/>
                <a:cs typeface="Times New Roman"/>
              </a:rPr>
              <a:t>nd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ra</a:t>
            </a:r>
            <a:r>
              <a:rPr sz="1200" spc="-2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I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nc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.</a:t>
            </a:r>
            <a:r>
              <a:rPr sz="1200" spc="9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©</a:t>
            </a:r>
            <a:r>
              <a:rPr sz="1200" spc="27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2</a:t>
            </a:r>
            <a:r>
              <a:rPr sz="1200" spc="-4" dirty="0">
                <a:solidFill>
                  <a:srgbClr val="595959"/>
                </a:solidFill>
                <a:latin typeface="Times New Roman"/>
                <a:cs typeface="Times New Roman"/>
              </a:rPr>
              <a:t>01</a:t>
            </a:r>
            <a:r>
              <a:rPr sz="1200" spc="0" dirty="0">
                <a:solidFill>
                  <a:srgbClr val="595959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585" y="4040122"/>
            <a:ext cx="3982212" cy="5090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748" marR="221578">
              <a:lnSpc>
                <a:spcPct val="100137"/>
              </a:lnSpc>
              <a:spcBef>
                <a:spcPts val="385"/>
              </a:spcBef>
            </a:pPr>
            <a:r>
              <a:rPr sz="900" spc="0" dirty="0">
                <a:latin typeface="Times New Roman"/>
                <a:cs typeface="Times New Roman"/>
              </a:rPr>
              <a:t>T</a:t>
            </a:r>
            <a:r>
              <a:rPr sz="900" spc="-4" dirty="0">
                <a:latin typeface="Times New Roman"/>
                <a:cs typeface="Times New Roman"/>
              </a:rPr>
              <a:t>h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-4" dirty="0">
                <a:latin typeface="Times New Roman"/>
                <a:cs typeface="Times New Roman"/>
              </a:rPr>
              <a:t>i</a:t>
            </a:r>
            <a:r>
              <a:rPr sz="900" spc="0" dirty="0">
                <a:latin typeface="Times New Roman"/>
                <a:cs typeface="Times New Roman"/>
              </a:rPr>
              <a:t>me</a:t>
            </a:r>
            <a:r>
              <a:rPr sz="900" spc="157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di</a:t>
            </a:r>
            <a:r>
              <a:rPr sz="900" spc="0" dirty="0">
                <a:latin typeface="Times New Roman"/>
                <a:cs typeface="Times New Roman"/>
              </a:rPr>
              <a:t>ffe</a:t>
            </a:r>
            <a:r>
              <a:rPr sz="900" spc="-4" dirty="0">
                <a:latin typeface="Times New Roman"/>
                <a:cs typeface="Times New Roman"/>
              </a:rPr>
              <a:t>r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-4" dirty="0">
                <a:latin typeface="Times New Roman"/>
                <a:cs typeface="Times New Roman"/>
              </a:rPr>
              <a:t>nc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14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be</a:t>
            </a:r>
            <a:r>
              <a:rPr sz="900" spc="5" dirty="0">
                <a:latin typeface="Times New Roman"/>
                <a:cs typeface="Times New Roman"/>
              </a:rPr>
              <a:t>t</a:t>
            </a:r>
            <a:r>
              <a:rPr sz="900" spc="-5" dirty="0">
                <a:latin typeface="Times New Roman"/>
                <a:cs typeface="Times New Roman"/>
              </a:rPr>
              <a:t>w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5" dirty="0">
                <a:latin typeface="Times New Roman"/>
                <a:cs typeface="Times New Roman"/>
              </a:rPr>
              <a:t>e</a:t>
            </a:r>
            <a:r>
              <a:rPr sz="900" spc="0" dirty="0">
                <a:latin typeface="Times New Roman"/>
                <a:cs typeface="Times New Roman"/>
              </a:rPr>
              <a:t>n</a:t>
            </a:r>
            <a:r>
              <a:rPr sz="900" spc="-68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ea</a:t>
            </a:r>
            <a:r>
              <a:rPr sz="900" spc="-5" dirty="0">
                <a:latin typeface="Times New Roman"/>
                <a:cs typeface="Times New Roman"/>
              </a:rPr>
              <a:t>c</a:t>
            </a:r>
            <a:r>
              <a:rPr sz="900" spc="0" dirty="0">
                <a:latin typeface="Times New Roman"/>
                <a:cs typeface="Times New Roman"/>
              </a:rPr>
              <a:t>h</a:t>
            </a:r>
            <a:r>
              <a:rPr sz="900" spc="17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pa</a:t>
            </a:r>
            <a:r>
              <a:rPr sz="900" spc="-5" dirty="0">
                <a:latin typeface="Times New Roman"/>
                <a:cs typeface="Times New Roman"/>
              </a:rPr>
              <a:t>c</a:t>
            </a:r>
            <a:r>
              <a:rPr sz="900" spc="0" dirty="0">
                <a:latin typeface="Times New Roman"/>
                <a:cs typeface="Times New Roman"/>
              </a:rPr>
              <a:t>ket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-4" dirty="0">
                <a:latin typeface="Times New Roman"/>
                <a:cs typeface="Times New Roman"/>
              </a:rPr>
              <a:t>r</a:t>
            </a:r>
            <a:r>
              <a:rPr sz="900" spc="0" dirty="0">
                <a:latin typeface="Times New Roman"/>
                <a:cs typeface="Times New Roman"/>
              </a:rPr>
              <a:t>a</a:t>
            </a:r>
            <a:r>
              <a:rPr sz="900" spc="-4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s</a:t>
            </a:r>
            <a:r>
              <a:rPr sz="900" spc="4" dirty="0">
                <a:latin typeface="Times New Roman"/>
                <a:cs typeface="Times New Roman"/>
              </a:rPr>
              <a:t>m</a:t>
            </a:r>
            <a:r>
              <a:rPr sz="900" spc="-4" dirty="0">
                <a:latin typeface="Times New Roman"/>
                <a:cs typeface="Times New Roman"/>
              </a:rPr>
              <a:t>i</a:t>
            </a:r>
            <a:r>
              <a:rPr sz="900" spc="0" dirty="0">
                <a:latin typeface="Times New Roman"/>
                <a:cs typeface="Times New Roman"/>
              </a:rPr>
              <a:t>s</a:t>
            </a:r>
            <a:r>
              <a:rPr sz="900" spc="4" dirty="0">
                <a:latin typeface="Times New Roman"/>
                <a:cs typeface="Times New Roman"/>
              </a:rPr>
              <a:t>s</a:t>
            </a:r>
            <a:r>
              <a:rPr sz="900" spc="-4" dirty="0">
                <a:latin typeface="Times New Roman"/>
                <a:cs typeface="Times New Roman"/>
              </a:rPr>
              <a:t>i</a:t>
            </a:r>
            <a:r>
              <a:rPr sz="900" spc="0" dirty="0">
                <a:latin typeface="Times New Roman"/>
                <a:cs typeface="Times New Roman"/>
              </a:rPr>
              <a:t>on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i</a:t>
            </a:r>
            <a:r>
              <a:rPr sz="900" spc="0" dirty="0">
                <a:latin typeface="Times New Roman"/>
                <a:cs typeface="Times New Roman"/>
              </a:rPr>
              <a:t>s</a:t>
            </a:r>
            <a:r>
              <a:rPr sz="900" spc="-4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ex</a:t>
            </a:r>
            <a:r>
              <a:rPr sz="900" spc="5" dirty="0">
                <a:latin typeface="Times New Roman"/>
                <a:cs typeface="Times New Roman"/>
              </a:rPr>
              <a:t>t</a:t>
            </a:r>
            <a:r>
              <a:rPr sz="900" spc="-5" dirty="0">
                <a:latin typeface="Times New Roman"/>
                <a:cs typeface="Times New Roman"/>
              </a:rPr>
              <a:t>r</a:t>
            </a:r>
            <a:r>
              <a:rPr sz="900" spc="0" dirty="0">
                <a:latin typeface="Times New Roman"/>
                <a:cs typeface="Times New Roman"/>
              </a:rPr>
              <a:t>emely</a:t>
            </a:r>
            <a:r>
              <a:rPr sz="900" spc="-9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l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-4" dirty="0">
                <a:latin typeface="Times New Roman"/>
                <a:cs typeface="Times New Roman"/>
              </a:rPr>
              <a:t>w</a:t>
            </a:r>
            <a:r>
              <a:rPr sz="900" spc="0" dirty="0">
                <a:latin typeface="Times New Roman"/>
                <a:cs typeface="Times New Roman"/>
              </a:rPr>
              <a:t>, </a:t>
            </a:r>
            <a:r>
              <a:rPr sz="900" spc="-5" dirty="0">
                <a:latin typeface="Times New Roman"/>
                <a:cs typeface="Times New Roman"/>
              </a:rPr>
              <a:t>c</a:t>
            </a:r>
            <a:r>
              <a:rPr sz="900" spc="0" dirty="0">
                <a:latin typeface="Times New Roman"/>
                <a:cs typeface="Times New Roman"/>
              </a:rPr>
              <a:t>ausi</a:t>
            </a:r>
            <a:r>
              <a:rPr sz="900" spc="-5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g</a:t>
            </a:r>
            <a:r>
              <a:rPr sz="900" spc="-23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p</a:t>
            </a:r>
            <a:r>
              <a:rPr sz="900" spc="-5" dirty="0">
                <a:latin typeface="Times New Roman"/>
                <a:cs typeface="Times New Roman"/>
              </a:rPr>
              <a:t>r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5" dirty="0">
                <a:latin typeface="Times New Roman"/>
                <a:cs typeface="Times New Roman"/>
              </a:rPr>
              <a:t>ss</a:t>
            </a:r>
            <a:r>
              <a:rPr sz="900" spc="-5" dirty="0">
                <a:latin typeface="Times New Roman"/>
                <a:cs typeface="Times New Roman"/>
              </a:rPr>
              <a:t>ur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100" dirty="0">
                <a:latin typeface="Times New Roman"/>
                <a:cs typeface="Times New Roman"/>
              </a:rPr>
              <a:t> 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-4" dirty="0">
                <a:latin typeface="Times New Roman"/>
                <a:cs typeface="Times New Roman"/>
              </a:rPr>
              <a:t>h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168" dirty="0">
                <a:latin typeface="Times New Roman"/>
                <a:cs typeface="Times New Roman"/>
              </a:rPr>
              <a:t> </a:t>
            </a:r>
            <a:r>
              <a:rPr sz="900" spc="4" dirty="0">
                <a:latin typeface="Times New Roman"/>
                <a:cs typeface="Times New Roman"/>
              </a:rPr>
              <a:t>s</a:t>
            </a:r>
            <a:r>
              <a:rPr sz="900" spc="-4" dirty="0">
                <a:latin typeface="Times New Roman"/>
                <a:cs typeface="Times New Roman"/>
              </a:rPr>
              <a:t>w</a:t>
            </a:r>
            <a:r>
              <a:rPr sz="900" spc="0" dirty="0">
                <a:latin typeface="Times New Roman"/>
                <a:cs typeface="Times New Roman"/>
              </a:rPr>
              <a:t>i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-4" dirty="0">
                <a:latin typeface="Times New Roman"/>
                <a:cs typeface="Times New Roman"/>
              </a:rPr>
              <a:t>ch</a:t>
            </a:r>
            <a:r>
              <a:rPr sz="900" spc="0" dirty="0">
                <a:latin typeface="Times New Roman"/>
                <a:cs typeface="Times New Roman"/>
              </a:rPr>
              <a:t>.</a:t>
            </a:r>
            <a:r>
              <a:rPr sz="900" spc="4" dirty="0">
                <a:latin typeface="Times New Roman"/>
                <a:cs typeface="Times New Roman"/>
              </a:rPr>
              <a:t> W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19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c</a:t>
            </a:r>
            <a:r>
              <a:rPr sz="900" spc="0" dirty="0">
                <a:latin typeface="Times New Roman"/>
                <a:cs typeface="Times New Roman"/>
              </a:rPr>
              <a:t>an</a:t>
            </a:r>
            <a:r>
              <a:rPr sz="900" spc="217" dirty="0">
                <a:latin typeface="Times New Roman"/>
                <a:cs typeface="Times New Roman"/>
              </a:rPr>
              <a:t> </a:t>
            </a:r>
            <a:r>
              <a:rPr sz="900" spc="4" dirty="0">
                <a:latin typeface="Times New Roman"/>
                <a:cs typeface="Times New Roman"/>
              </a:rPr>
              <a:t>s</a:t>
            </a:r>
            <a:r>
              <a:rPr sz="900" spc="0" dirty="0">
                <a:latin typeface="Times New Roman"/>
                <a:cs typeface="Times New Roman"/>
              </a:rPr>
              <a:t>af</a:t>
            </a:r>
            <a:r>
              <a:rPr sz="900" spc="4" dirty="0">
                <a:latin typeface="Times New Roman"/>
                <a:cs typeface="Times New Roman"/>
              </a:rPr>
              <a:t>e</a:t>
            </a:r>
            <a:r>
              <a:rPr sz="900" spc="0" dirty="0">
                <a:latin typeface="Times New Roman"/>
                <a:cs typeface="Times New Roman"/>
              </a:rPr>
              <a:t>ly</a:t>
            </a:r>
            <a:r>
              <a:rPr sz="900" spc="-14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c</a:t>
            </a:r>
            <a:r>
              <a:rPr sz="900" spc="0" dirty="0">
                <a:latin typeface="Times New Roman"/>
                <a:cs typeface="Times New Roman"/>
              </a:rPr>
              <a:t>o</a:t>
            </a:r>
            <a:r>
              <a:rPr sz="900" spc="-4" dirty="0">
                <a:latin typeface="Times New Roman"/>
                <a:cs typeface="Times New Roman"/>
              </a:rPr>
              <a:t>nc</a:t>
            </a:r>
            <a:r>
              <a:rPr sz="900" spc="0" dirty="0">
                <a:latin typeface="Times New Roman"/>
                <a:cs typeface="Times New Roman"/>
              </a:rPr>
              <a:t>l</a:t>
            </a:r>
            <a:r>
              <a:rPr sz="900" spc="-4" dirty="0">
                <a:latin typeface="Times New Roman"/>
                <a:cs typeface="Times New Roman"/>
              </a:rPr>
              <a:t>ud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29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w</a:t>
            </a:r>
            <a:r>
              <a:rPr sz="900" spc="0" dirty="0">
                <a:latin typeface="Times New Roman"/>
                <a:cs typeface="Times New Roman"/>
              </a:rPr>
              <a:t>e</a:t>
            </a:r>
            <a:r>
              <a:rPr sz="900" spc="96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are</a:t>
            </a:r>
            <a:r>
              <a:rPr sz="900" spc="154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d</a:t>
            </a:r>
            <a:r>
              <a:rPr sz="900" spc="0" dirty="0">
                <a:latin typeface="Times New Roman"/>
                <a:cs typeface="Times New Roman"/>
              </a:rPr>
              <a:t>eali</a:t>
            </a:r>
            <a:r>
              <a:rPr sz="900" spc="-4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g </a:t>
            </a:r>
            <a:r>
              <a:rPr sz="900" spc="-4" dirty="0">
                <a:latin typeface="Times New Roman"/>
                <a:cs typeface="Times New Roman"/>
              </a:rPr>
              <a:t>w</a:t>
            </a:r>
            <a:r>
              <a:rPr sz="900" spc="0" dirty="0">
                <a:latin typeface="Times New Roman"/>
                <a:cs typeface="Times New Roman"/>
              </a:rPr>
              <a:t>i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h</a:t>
            </a:r>
            <a:r>
              <a:rPr sz="900" spc="80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a</a:t>
            </a:r>
            <a:r>
              <a:rPr sz="900" spc="92" dirty="0">
                <a:latin typeface="Times New Roman"/>
                <a:cs typeface="Times New Roman"/>
              </a:rPr>
              <a:t> </a:t>
            </a:r>
            <a:r>
              <a:rPr sz="900" spc="-4" dirty="0">
                <a:latin typeface="Times New Roman"/>
                <a:cs typeface="Times New Roman"/>
              </a:rPr>
              <a:t>M</a:t>
            </a:r>
            <a:r>
              <a:rPr sz="900" spc="0" dirty="0">
                <a:latin typeface="Times New Roman"/>
                <a:cs typeface="Times New Roman"/>
              </a:rPr>
              <a:t>AC</a:t>
            </a:r>
            <a:r>
              <a:rPr sz="900" spc="37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f</a:t>
            </a:r>
            <a:r>
              <a:rPr sz="900" spc="-4" dirty="0">
                <a:latin typeface="Times New Roman"/>
                <a:cs typeface="Times New Roman"/>
              </a:rPr>
              <a:t>l</a:t>
            </a:r>
            <a:r>
              <a:rPr sz="900" spc="0" dirty="0">
                <a:latin typeface="Times New Roman"/>
                <a:cs typeface="Times New Roman"/>
              </a:rPr>
              <a:t>oo</a:t>
            </a:r>
            <a:r>
              <a:rPr sz="900" spc="-4" dirty="0">
                <a:latin typeface="Times New Roman"/>
                <a:cs typeface="Times New Roman"/>
              </a:rPr>
              <a:t>d</a:t>
            </a:r>
            <a:r>
              <a:rPr sz="900" spc="0" dirty="0">
                <a:latin typeface="Times New Roman"/>
                <a:cs typeface="Times New Roman"/>
              </a:rPr>
              <a:t>i</a:t>
            </a:r>
            <a:r>
              <a:rPr sz="900" spc="-4" dirty="0">
                <a:latin typeface="Times New Roman"/>
                <a:cs typeface="Times New Roman"/>
              </a:rPr>
              <a:t>n</a:t>
            </a:r>
            <a:r>
              <a:rPr sz="900" spc="0" dirty="0">
                <a:latin typeface="Times New Roman"/>
                <a:cs typeface="Times New Roman"/>
              </a:rPr>
              <a:t>g</a:t>
            </a:r>
            <a:r>
              <a:rPr sz="900" spc="224" dirty="0">
                <a:latin typeface="Times New Roman"/>
                <a:cs typeface="Times New Roman"/>
              </a:rPr>
              <a:t> </a:t>
            </a:r>
            <a:r>
              <a:rPr sz="900" spc="0" dirty="0">
                <a:latin typeface="Times New Roman"/>
                <a:cs typeface="Times New Roman"/>
              </a:rPr>
              <a:t>a</a:t>
            </a:r>
            <a:r>
              <a:rPr sz="900" spc="9" dirty="0">
                <a:latin typeface="Times New Roman"/>
                <a:cs typeface="Times New Roman"/>
              </a:rPr>
              <a:t>t</a:t>
            </a:r>
            <a:r>
              <a:rPr sz="900" spc="4" dirty="0">
                <a:latin typeface="Times New Roman"/>
                <a:cs typeface="Times New Roman"/>
              </a:rPr>
              <a:t>t</a:t>
            </a:r>
            <a:r>
              <a:rPr sz="900" spc="0" dirty="0">
                <a:latin typeface="Times New Roman"/>
                <a:cs typeface="Times New Roman"/>
              </a:rPr>
              <a:t>ack.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125" y="2188463"/>
            <a:ext cx="423674" cy="14493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35821" marR="43745" algn="ctr">
              <a:lnSpc>
                <a:spcPct val="95825"/>
              </a:lnSpc>
              <a:spcBef>
                <a:spcPts val="229"/>
              </a:spcBef>
            </a:pP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No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endParaRPr sz="600">
              <a:latin typeface="Times New Roman"/>
              <a:cs typeface="Times New Roman"/>
            </a:endParaRPr>
          </a:p>
          <a:p>
            <a:pPr marL="133590" marR="58989" algn="ctr">
              <a:lnSpc>
                <a:spcPct val="95825"/>
              </a:lnSpc>
              <a:spcBef>
                <a:spcPts val="290"/>
              </a:spcBef>
            </a:pPr>
            <a:r>
              <a:rPr sz="600" dirty="0">
                <a:solidFill>
                  <a:srgbClr val="482867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4D5677"/>
                </a:solidFill>
                <a:latin typeface="Times New Roman"/>
                <a:cs typeface="Times New Roman"/>
              </a:rPr>
              <a:t>9S497</a:t>
            </a:r>
            <a:endParaRPr sz="600">
              <a:latin typeface="Times New Roman"/>
              <a:cs typeface="Times New Roman"/>
            </a:endParaRPr>
          </a:p>
          <a:p>
            <a:pPr marL="133586" marR="53754" algn="ctr">
              <a:lnSpc>
                <a:spcPct val="95825"/>
              </a:lnSpc>
              <a:spcBef>
                <a:spcPts val="114"/>
              </a:spcBef>
            </a:pP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9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S4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98</a:t>
            </a:r>
            <a:endParaRPr sz="600">
              <a:latin typeface="Times New Roman"/>
              <a:cs typeface="Times New Roman"/>
            </a:endParaRPr>
          </a:p>
          <a:p>
            <a:pPr marL="133588" marR="54257" algn="ctr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5D175B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9S4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99</a:t>
            </a:r>
            <a:endParaRPr sz="600">
              <a:latin typeface="Times New Roman"/>
              <a:cs typeface="Times New Roman"/>
            </a:endParaRPr>
          </a:p>
          <a:p>
            <a:pPr marL="133591" marR="50942" algn="ctr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9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,00</a:t>
            </a:r>
            <a:endParaRPr sz="600">
              <a:latin typeface="Times New Roman"/>
              <a:cs typeface="Times New Roman"/>
            </a:endParaRPr>
          </a:p>
          <a:p>
            <a:pPr marL="133592" marR="63514" algn="ctr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5D175B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95,0</a:t>
            </a:r>
            <a:r>
              <a:rPr sz="600" dirty="0">
                <a:solidFill>
                  <a:srgbClr val="5D175B"/>
                </a:solidFill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  <a:p>
            <a:pPr marL="152008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95,02</a:t>
            </a:r>
            <a:endParaRPr sz="600">
              <a:latin typeface="Times New Roman"/>
              <a:cs typeface="Times New Roman"/>
            </a:endParaRPr>
          </a:p>
          <a:p>
            <a:pPr marL="133596" marR="57986" algn="ctr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9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,0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  <a:p>
            <a:pPr marL="133597" marR="55127" algn="ctr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5D175B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9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504</a:t>
            </a:r>
            <a:endParaRPr sz="600">
              <a:latin typeface="Times New Roman"/>
              <a:cs typeface="Times New Roman"/>
            </a:endParaRPr>
          </a:p>
          <a:p>
            <a:pPr marL="133598" marR="55126" algn="ctr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5D175B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95</a:t>
            </a:r>
            <a:r>
              <a:rPr sz="600" dirty="0">
                <a:solidFill>
                  <a:srgbClr val="4D5677"/>
                </a:solidFill>
                <a:latin typeface="Times New Roman"/>
                <a:cs typeface="Times New Roman"/>
              </a:rPr>
              <a:t>506</a:t>
            </a:r>
            <a:endParaRPr sz="600">
              <a:latin typeface="Times New Roman"/>
              <a:cs typeface="Times New Roman"/>
            </a:endParaRPr>
          </a:p>
          <a:p>
            <a:pPr marL="133600" marR="55123" algn="ctr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5D175B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9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508</a:t>
            </a:r>
            <a:endParaRPr sz="600">
              <a:latin typeface="Times New Roman"/>
              <a:cs typeface="Times New Roman"/>
            </a:endParaRPr>
          </a:p>
          <a:p>
            <a:pPr marL="133602" marR="62742" algn="ctr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95509</a:t>
            </a:r>
            <a:endParaRPr sz="600">
              <a:latin typeface="Times New Roman"/>
              <a:cs typeface="Times New Roman"/>
            </a:endParaRPr>
          </a:p>
          <a:p>
            <a:pPr marL="133605" marR="56642" algn="ctr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5D175B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4D5677"/>
                </a:solidFill>
                <a:latin typeface="Times New Roman"/>
                <a:cs typeface="Times New Roman"/>
              </a:rPr>
              <a:t>9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55</a:t>
            </a:r>
            <a:r>
              <a:rPr sz="600" dirty="0">
                <a:solidFill>
                  <a:srgbClr val="5D175B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4D5677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6800" y="2188463"/>
            <a:ext cx="748282" cy="14493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62204">
              <a:lnSpc>
                <a:spcPct val="95825"/>
              </a:lnSpc>
              <a:spcBef>
                <a:spcPts val="229"/>
              </a:spcBef>
            </a:pP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A</a:t>
            </a:r>
            <a:r>
              <a:rPr sz="600" b="1" spc="-34" dirty="0">
                <a:solidFill>
                  <a:srgbClr val="5B4B60"/>
                </a:solidFill>
                <a:latin typeface="Times New Roman"/>
                <a:cs typeface="Times New Roman"/>
              </a:rPr>
              <a:t>b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s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o</a:t>
            </a:r>
            <a:r>
              <a:rPr sz="600" b="1" spc="0" dirty="0">
                <a:solidFill>
                  <a:srgbClr val="6B3164"/>
                </a:solidFill>
                <a:latin typeface="Times New Roman"/>
                <a:cs typeface="Times New Roman"/>
              </a:rPr>
              <a:t>l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u</a:t>
            </a:r>
            <a:r>
              <a:rPr sz="600" b="1" spc="-73" dirty="0">
                <a:solidFill>
                  <a:srgbClr val="5B4B60"/>
                </a:solidFill>
                <a:latin typeface="Times New Roman"/>
                <a:cs typeface="Times New Roman"/>
              </a:rPr>
              <a:t>t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e</a:t>
            </a:r>
            <a:r>
              <a:rPr sz="600" b="1" spc="-25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600" b="1" spc="-34" dirty="0">
                <a:solidFill>
                  <a:srgbClr val="5B4B60"/>
                </a:solidFill>
                <a:latin typeface="Times New Roman"/>
                <a:cs typeface="Times New Roman"/>
              </a:rPr>
              <a:t>T</a:t>
            </a:r>
            <a:r>
              <a:rPr sz="600" b="1" spc="0" dirty="0">
                <a:solidFill>
                  <a:srgbClr val="6B3164"/>
                </a:solidFill>
                <a:latin typeface="Times New Roman"/>
                <a:cs typeface="Times New Roman"/>
              </a:rPr>
              <a:t>i</a:t>
            </a:r>
            <a:r>
              <a:rPr sz="600" b="1" spc="-34" dirty="0">
                <a:solidFill>
                  <a:srgbClr val="5B4B60"/>
                </a:solidFill>
                <a:latin typeface="Times New Roman"/>
                <a:cs typeface="Times New Roman"/>
              </a:rPr>
              <a:t>m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e</a:t>
            </a:r>
            <a:endParaRPr sz="600">
              <a:latin typeface="Times New Roman"/>
              <a:cs typeface="Times New Roman"/>
            </a:endParaRPr>
          </a:p>
          <a:p>
            <a:pPr marL="131575">
              <a:lnSpc>
                <a:spcPct val="95825"/>
              </a:lnSpc>
              <a:spcBef>
                <a:spcPts val="290"/>
              </a:spcBef>
            </a:pPr>
            <a:r>
              <a:rPr sz="600" dirty="0">
                <a:solidFill>
                  <a:srgbClr val="506E9E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4D5677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506E9E"/>
                </a:solidFill>
                <a:latin typeface="Times New Roman"/>
                <a:cs typeface="Times New Roman"/>
              </a:rPr>
              <a:t>27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506E9E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4D5677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506E9E"/>
                </a:solidFill>
                <a:latin typeface="Times New Roman"/>
                <a:cs typeface="Times New Roman"/>
              </a:rPr>
              <a:t>07</a:t>
            </a:r>
            <a:r>
              <a:rPr sz="600" dirty="0">
                <a:solidFill>
                  <a:srgbClr val="4D5677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506E9E"/>
                </a:solidFill>
                <a:latin typeface="Times New Roman"/>
                <a:cs typeface="Times New Roman"/>
              </a:rPr>
              <a:t>809000</a:t>
            </a:r>
            <a:endParaRPr sz="600">
              <a:latin typeface="Times New Roman"/>
              <a:cs typeface="Times New Roman"/>
            </a:endParaRPr>
          </a:p>
          <a:p>
            <a:pPr marL="131572">
              <a:lnSpc>
                <a:spcPct val="95825"/>
              </a:lnSpc>
              <a:spcBef>
                <a:spcPts val="114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27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858995"/>
                </a:solidFill>
                <a:latin typeface="Times New Roman"/>
                <a:cs typeface="Times New Roman"/>
              </a:rPr>
              <a:t>07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809000</a:t>
            </a:r>
            <a:endParaRPr sz="600">
              <a:latin typeface="Times New Roman"/>
              <a:cs typeface="Times New Roman"/>
            </a:endParaRPr>
          </a:p>
          <a:p>
            <a:pPr marL="131574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858995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8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0000</a:t>
            </a:r>
            <a:endParaRPr sz="600">
              <a:latin typeface="Times New Roman"/>
              <a:cs typeface="Times New Roman"/>
            </a:endParaRPr>
          </a:p>
          <a:p>
            <a:pPr marL="131577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27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07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0000</a:t>
            </a:r>
            <a:endParaRPr sz="600">
              <a:latin typeface="Times New Roman"/>
              <a:cs typeface="Times New Roman"/>
            </a:endParaRPr>
          </a:p>
          <a:p>
            <a:pPr marL="131578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27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858995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8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000</a:t>
            </a:r>
            <a:endParaRPr sz="600">
              <a:latin typeface="Times New Roman"/>
              <a:cs typeface="Times New Roman"/>
            </a:endParaRPr>
          </a:p>
          <a:p>
            <a:pPr marL="131579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27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07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8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000</a:t>
            </a:r>
            <a:endParaRPr sz="600">
              <a:latin typeface="Times New Roman"/>
              <a:cs typeface="Times New Roman"/>
            </a:endParaRPr>
          </a:p>
          <a:p>
            <a:pPr marL="131581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07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8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000</a:t>
            </a:r>
            <a:endParaRPr sz="600">
              <a:latin typeface="Times New Roman"/>
              <a:cs typeface="Times New Roman"/>
            </a:endParaRPr>
          </a:p>
          <a:p>
            <a:pPr marL="131583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27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07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8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2000</a:t>
            </a:r>
            <a:endParaRPr sz="600">
              <a:latin typeface="Times New Roman"/>
              <a:cs typeface="Times New Roman"/>
            </a:endParaRPr>
          </a:p>
          <a:p>
            <a:pPr marL="131584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07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808000</a:t>
            </a:r>
            <a:endParaRPr sz="600">
              <a:latin typeface="Times New Roman"/>
              <a:cs typeface="Times New Roman"/>
            </a:endParaRPr>
          </a:p>
          <a:p>
            <a:pPr marL="131586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07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2809000</a:t>
            </a:r>
            <a:endParaRPr sz="600">
              <a:latin typeface="Times New Roman"/>
              <a:cs typeface="Times New Roman"/>
            </a:endParaRPr>
          </a:p>
          <a:p>
            <a:pPr marL="131588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27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728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0000</a:t>
            </a:r>
            <a:endParaRPr sz="600">
              <a:latin typeface="Times New Roman"/>
              <a:cs typeface="Times New Roman"/>
            </a:endParaRPr>
          </a:p>
          <a:p>
            <a:pPr marL="131591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38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07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8</a:t>
            </a:r>
            <a:r>
              <a:rPr sz="60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0000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5082" y="2188463"/>
            <a:ext cx="6703346" cy="2499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9396">
              <a:lnSpc>
                <a:spcPct val="95825"/>
              </a:lnSpc>
              <a:spcBef>
                <a:spcPts val="229"/>
              </a:spcBef>
            </a:pP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So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u</a:t>
            </a:r>
            <a:r>
              <a:rPr sz="600" b="1" spc="-100" dirty="0">
                <a:solidFill>
                  <a:srgbClr val="5B4B60"/>
                </a:solidFill>
                <a:latin typeface="Times New Roman"/>
                <a:cs typeface="Times New Roman"/>
              </a:rPr>
              <a:t>r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c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e                                               </a:t>
            </a:r>
            <a:r>
              <a:rPr sz="600" b="1" spc="82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Sou</a:t>
            </a:r>
            <a:r>
              <a:rPr sz="500" b="1" spc="-84" dirty="0">
                <a:solidFill>
                  <a:srgbClr val="7B7282"/>
                </a:solidFill>
                <a:latin typeface="Arial"/>
                <a:cs typeface="Arial"/>
              </a:rPr>
              <a:t>r</a:t>
            </a:r>
            <a:r>
              <a:rPr sz="500" b="1" spc="-29" dirty="0">
                <a:solidFill>
                  <a:srgbClr val="64606D"/>
                </a:solidFill>
                <a:latin typeface="Arial"/>
                <a:cs typeface="Arial"/>
              </a:rPr>
              <a:t>c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e</a:t>
            </a:r>
            <a:r>
              <a:rPr sz="500" b="1" spc="24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G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e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ol</a:t>
            </a:r>
            <a:r>
              <a:rPr sz="500" b="1" spc="-94" dirty="0">
                <a:solidFill>
                  <a:srgbClr val="7B7282"/>
                </a:solidFill>
                <a:latin typeface="Arial"/>
                <a:cs typeface="Arial"/>
              </a:rPr>
              <a:t>o</a:t>
            </a:r>
            <a:r>
              <a:rPr sz="500" b="1" spc="-29" dirty="0">
                <a:solidFill>
                  <a:srgbClr val="64606D"/>
                </a:solidFill>
                <a:latin typeface="Arial"/>
                <a:cs typeface="Arial"/>
              </a:rPr>
              <a:t>c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a</a:t>
            </a:r>
            <a:r>
              <a:rPr sz="500" b="1" spc="-44" dirty="0">
                <a:solidFill>
                  <a:srgbClr val="64606D"/>
                </a:solidFill>
                <a:latin typeface="Arial"/>
                <a:cs typeface="Arial"/>
              </a:rPr>
              <a:t>t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ion               </a:t>
            </a:r>
            <a:r>
              <a:rPr sz="500" b="1" spc="-19" dirty="0">
                <a:solidFill>
                  <a:srgbClr val="7B7282"/>
                </a:solidFill>
                <a:latin typeface="Arial"/>
                <a:cs typeface="Arial"/>
              </a:rPr>
              <a:t> 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Des</a:t>
            </a:r>
            <a:r>
              <a:rPr sz="500" b="1" spc="-54" dirty="0">
                <a:solidFill>
                  <a:srgbClr val="64606D"/>
                </a:solidFill>
                <a:latin typeface="Arial"/>
                <a:cs typeface="Arial"/>
              </a:rPr>
              <a:t>t</a:t>
            </a:r>
            <a:r>
              <a:rPr sz="500" b="1" spc="-29" dirty="0">
                <a:solidFill>
                  <a:srgbClr val="6B3164"/>
                </a:solidFill>
                <a:latin typeface="Arial"/>
                <a:cs typeface="Arial"/>
              </a:rPr>
              <a:t>i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na</a:t>
            </a:r>
            <a:r>
              <a:rPr sz="500" b="1" spc="-59" dirty="0">
                <a:solidFill>
                  <a:srgbClr val="5B4B60"/>
                </a:solidFill>
                <a:latin typeface="Arial"/>
                <a:cs typeface="Arial"/>
              </a:rPr>
              <a:t>t</a:t>
            </a:r>
            <a:r>
              <a:rPr sz="500" b="1" spc="-29" dirty="0">
                <a:solidFill>
                  <a:srgbClr val="6B3164"/>
                </a:solidFill>
                <a:latin typeface="Arial"/>
                <a:cs typeface="Arial"/>
              </a:rPr>
              <a:t>i</a:t>
            </a:r>
            <a:r>
              <a:rPr sz="500" b="1" spc="-29" dirty="0">
                <a:solidFill>
                  <a:srgbClr val="64606D"/>
                </a:solidFill>
                <a:latin typeface="Arial"/>
                <a:cs typeface="Arial"/>
              </a:rPr>
              <a:t>o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n                                             </a:t>
            </a:r>
            <a:r>
              <a:rPr sz="500" b="1" spc="59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D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e</a:t>
            </a:r>
            <a:r>
              <a:rPr sz="500" b="1" spc="-25" dirty="0">
                <a:solidFill>
                  <a:srgbClr val="64606D"/>
                </a:solidFill>
                <a:latin typeface="Arial"/>
                <a:cs typeface="Arial"/>
              </a:rPr>
              <a:t>s</a:t>
            </a:r>
            <a:r>
              <a:rPr sz="500" b="1" spc="-44" dirty="0">
                <a:solidFill>
                  <a:srgbClr val="5B4B60"/>
                </a:solidFill>
                <a:latin typeface="Arial"/>
                <a:cs typeface="Arial"/>
              </a:rPr>
              <a:t>t</a:t>
            </a:r>
            <a:r>
              <a:rPr sz="500" b="1" spc="-19" dirty="0">
                <a:solidFill>
                  <a:srgbClr val="6B3164"/>
                </a:solidFill>
                <a:latin typeface="Arial"/>
                <a:cs typeface="Arial"/>
              </a:rPr>
              <a:t>i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na</a:t>
            </a:r>
            <a:r>
              <a:rPr sz="500" b="1" spc="-59" dirty="0">
                <a:solidFill>
                  <a:srgbClr val="5B4B60"/>
                </a:solidFill>
                <a:latin typeface="Arial"/>
                <a:cs typeface="Arial"/>
              </a:rPr>
              <a:t>t</a:t>
            </a:r>
            <a:r>
              <a:rPr sz="500" b="1" spc="-29" dirty="0">
                <a:solidFill>
                  <a:srgbClr val="6B3164"/>
                </a:solidFill>
                <a:latin typeface="Arial"/>
                <a:cs typeface="Arial"/>
              </a:rPr>
              <a:t>i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on </a:t>
            </a:r>
            <a:r>
              <a:rPr sz="500" b="1" spc="25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G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e</a:t>
            </a:r>
            <a:r>
              <a:rPr sz="500" b="1" spc="-25" dirty="0">
                <a:solidFill>
                  <a:srgbClr val="64606D"/>
                </a:solidFill>
                <a:latin typeface="Arial"/>
                <a:cs typeface="Arial"/>
              </a:rPr>
              <a:t>o</a:t>
            </a:r>
            <a:r>
              <a:rPr sz="500" b="1" spc="-29" dirty="0">
                <a:solidFill>
                  <a:srgbClr val="6B3164"/>
                </a:solidFill>
                <a:latin typeface="Arial"/>
                <a:cs typeface="Arial"/>
              </a:rPr>
              <a:t>l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o</a:t>
            </a:r>
            <a:r>
              <a:rPr sz="500" b="1" spc="-54" dirty="0">
                <a:solidFill>
                  <a:srgbClr val="64606D"/>
                </a:solidFill>
                <a:latin typeface="Arial"/>
                <a:cs typeface="Arial"/>
              </a:rPr>
              <a:t>c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a</a:t>
            </a:r>
            <a:r>
              <a:rPr sz="500" b="1" spc="-29" dirty="0">
                <a:solidFill>
                  <a:srgbClr val="5B4B60"/>
                </a:solidFill>
                <a:latin typeface="Arial"/>
                <a:cs typeface="Arial"/>
              </a:rPr>
              <a:t>t</a:t>
            </a:r>
            <a:r>
              <a:rPr sz="500" b="1" spc="-19" dirty="0">
                <a:solidFill>
                  <a:srgbClr val="774F7E"/>
                </a:solidFill>
                <a:latin typeface="Arial"/>
                <a:cs typeface="Arial"/>
              </a:rPr>
              <a:t>i</a:t>
            </a:r>
            <a:r>
              <a:rPr sz="500" b="1" spc="-25" dirty="0">
                <a:solidFill>
                  <a:srgbClr val="64606D"/>
                </a:solidFill>
                <a:latin typeface="Arial"/>
                <a:cs typeface="Arial"/>
              </a:rPr>
              <a:t>o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n         </a:t>
            </a:r>
            <a:r>
              <a:rPr sz="500" b="1" spc="-29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P</a:t>
            </a:r>
            <a:r>
              <a:rPr sz="500" b="1" spc="-34" dirty="0">
                <a:solidFill>
                  <a:srgbClr val="5B4B60"/>
                </a:solidFill>
                <a:latin typeface="Arial"/>
                <a:cs typeface="Arial"/>
              </a:rPr>
              <a:t>r</a:t>
            </a:r>
            <a:r>
              <a:rPr sz="500" b="1" spc="-34" dirty="0">
                <a:solidFill>
                  <a:srgbClr val="7B7282"/>
                </a:solidFill>
                <a:latin typeface="Arial"/>
                <a:cs typeface="Arial"/>
              </a:rPr>
              <a:t>o</a:t>
            </a:r>
            <a:r>
              <a:rPr sz="500" b="1" spc="-34" dirty="0">
                <a:solidFill>
                  <a:srgbClr val="64606D"/>
                </a:solidFill>
                <a:latin typeface="Arial"/>
                <a:cs typeface="Arial"/>
              </a:rPr>
              <a:t>t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ocol                                       </a:t>
            </a:r>
            <a:r>
              <a:rPr sz="500" b="1" spc="29" dirty="0">
                <a:solidFill>
                  <a:srgbClr val="7B7282"/>
                </a:solidFill>
                <a:latin typeface="Arial"/>
                <a:cs typeface="Arial"/>
              </a:rPr>
              <a:t> 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S</a:t>
            </a:r>
            <a:r>
              <a:rPr sz="500" b="1" spc="-19" dirty="0">
                <a:solidFill>
                  <a:srgbClr val="7B7282"/>
                </a:solidFill>
                <a:latin typeface="Arial"/>
                <a:cs typeface="Arial"/>
              </a:rPr>
              <a:t>i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ze               </a:t>
            </a:r>
            <a:r>
              <a:rPr sz="500" b="1" spc="36" dirty="0">
                <a:solidFill>
                  <a:srgbClr val="64606D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Pay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lo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ad  </a:t>
            </a:r>
            <a:r>
              <a:rPr sz="600" spc="32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600" b="1" spc="-29" dirty="0">
                <a:solidFill>
                  <a:srgbClr val="64606D"/>
                </a:solidFill>
                <a:latin typeface="Times New Roman"/>
                <a:cs typeface="Times New Roman"/>
              </a:rPr>
              <a:t>P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r</a:t>
            </a:r>
            <a:r>
              <a:rPr sz="600" b="1" spc="-64" dirty="0">
                <a:solidFill>
                  <a:srgbClr val="7B7282"/>
                </a:solidFill>
                <a:latin typeface="Times New Roman"/>
                <a:cs typeface="Times New Roman"/>
              </a:rPr>
              <a:t>o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c</a:t>
            </a:r>
            <a:r>
              <a:rPr sz="600" b="1" spc="0" dirty="0">
                <a:solidFill>
                  <a:srgbClr val="4D5677"/>
                </a:solidFill>
                <a:latin typeface="Times New Roman"/>
                <a:cs typeface="Times New Roman"/>
              </a:rPr>
              <a:t>e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ss                               </a:t>
            </a:r>
            <a:r>
              <a:rPr sz="600" b="1" spc="29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Ap</a:t>
            </a:r>
            <a:r>
              <a:rPr sz="600" b="1" spc="-69" dirty="0">
                <a:solidFill>
                  <a:srgbClr val="5B4B60"/>
                </a:solidFill>
                <a:latin typeface="Times New Roman"/>
                <a:cs typeface="Times New Roman"/>
              </a:rPr>
              <a:t>p</a:t>
            </a:r>
            <a:r>
              <a:rPr sz="600" b="1" spc="0" dirty="0">
                <a:solidFill>
                  <a:srgbClr val="5B073D"/>
                </a:solidFill>
                <a:latin typeface="Times New Roman"/>
                <a:cs typeface="Times New Roman"/>
              </a:rPr>
              <a:t>l</a:t>
            </a:r>
            <a:r>
              <a:rPr sz="600" b="1" spc="0" dirty="0">
                <a:solidFill>
                  <a:srgbClr val="5D175B"/>
                </a:solidFill>
                <a:latin typeface="Times New Roman"/>
                <a:cs typeface="Times New Roman"/>
              </a:rPr>
              <a:t>i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c</a:t>
            </a:r>
            <a:r>
              <a:rPr sz="600" b="1" spc="-29" dirty="0">
                <a:solidFill>
                  <a:srgbClr val="423A4B"/>
                </a:solidFill>
                <a:latin typeface="Times New Roman"/>
                <a:cs typeface="Times New Roman"/>
              </a:rPr>
              <a:t>a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t</a:t>
            </a:r>
            <a:endParaRPr sz="600">
              <a:latin typeface="Times New Roman"/>
              <a:cs typeface="Times New Roman"/>
            </a:endParaRPr>
          </a:p>
          <a:p>
            <a:pPr marL="25077" marR="17559">
              <a:lnSpc>
                <a:spcPct val="95825"/>
              </a:lnSpc>
              <a:spcBef>
                <a:spcPts val="290"/>
              </a:spcBef>
            </a:pPr>
            <a:r>
              <a:rPr sz="600" dirty="0">
                <a:solidFill>
                  <a:srgbClr val="464280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4D5677"/>
                </a:solidFill>
                <a:latin typeface="Times New Roman"/>
                <a:cs typeface="Times New Roman"/>
              </a:rPr>
              <a:t>64.31.248.8:5438                                </a:t>
            </a:r>
            <a:r>
              <a:rPr sz="600" spc="-25" dirty="0">
                <a:solidFill>
                  <a:srgbClr val="4D5677"/>
                </a:solidFill>
                <a:latin typeface="Times New Roman"/>
                <a:cs typeface="Times New Roman"/>
              </a:rPr>
              <a:t> </a:t>
            </a:r>
            <a:r>
              <a:rPr sz="500" b="1" spc="0" dirty="0">
                <a:solidFill>
                  <a:srgbClr val="506E9E"/>
                </a:solidFill>
                <a:latin typeface="Arial"/>
                <a:cs typeface="Arial"/>
              </a:rPr>
              <a:t>G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e</a:t>
            </a:r>
            <a:r>
              <a:rPr sz="500" b="1" spc="0" dirty="0">
                <a:solidFill>
                  <a:srgbClr val="506E9E"/>
                </a:solidFill>
                <a:latin typeface="Arial"/>
                <a:cs typeface="Arial"/>
              </a:rPr>
              <a:t>rman                                 </a:t>
            </a:r>
            <a:r>
              <a:rPr sz="500" b="1" spc="108" dirty="0">
                <a:solidFill>
                  <a:srgbClr val="506E9E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4D5677"/>
                </a:solidFill>
                <a:latin typeface="Times New Roman"/>
                <a:cs typeface="Times New Roman"/>
              </a:rPr>
              <a:t>225</a:t>
            </a:r>
            <a:r>
              <a:rPr sz="600" spc="14" dirty="0">
                <a:solidFill>
                  <a:srgbClr val="4D5677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482867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4D5677"/>
                </a:solidFill>
                <a:latin typeface="Times New Roman"/>
                <a:cs typeface="Times New Roman"/>
              </a:rPr>
              <a:t>02.95.5</a:t>
            </a:r>
            <a:r>
              <a:rPr sz="600" spc="0" dirty="0">
                <a:solidFill>
                  <a:srgbClr val="1C498E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D5677"/>
                </a:solidFill>
                <a:latin typeface="Times New Roman"/>
                <a:cs typeface="Times New Roman"/>
              </a:rPr>
              <a:t>4680                                </a:t>
            </a:r>
            <a:r>
              <a:rPr sz="600" spc="9" dirty="0">
                <a:solidFill>
                  <a:srgbClr val="4D5677"/>
                </a:solidFill>
                <a:latin typeface="Times New Roman"/>
                <a:cs typeface="Times New Roman"/>
              </a:rPr>
              <a:t> </a:t>
            </a:r>
            <a:r>
              <a:rPr sz="500" b="1" spc="-22" dirty="0">
                <a:solidFill>
                  <a:srgbClr val="464280"/>
                </a:solidFill>
                <a:latin typeface="Arial"/>
                <a:cs typeface="Arial"/>
              </a:rPr>
              <a:t>L</a:t>
            </a:r>
            <a:r>
              <a:rPr sz="500" b="1" spc="0" dirty="0">
                <a:solidFill>
                  <a:srgbClr val="4D5677"/>
                </a:solidFill>
                <a:latin typeface="Arial"/>
                <a:cs typeface="Arial"/>
              </a:rPr>
              <a:t>oc</a:t>
            </a:r>
            <a:r>
              <a:rPr sz="500" b="1" spc="-50" dirty="0">
                <a:solidFill>
                  <a:srgbClr val="4D5677"/>
                </a:solidFill>
                <a:latin typeface="Arial"/>
                <a:cs typeface="Arial"/>
              </a:rPr>
              <a:t>a</a:t>
            </a:r>
            <a:r>
              <a:rPr sz="500" b="1" spc="0" dirty="0">
                <a:solidFill>
                  <a:srgbClr val="464280"/>
                </a:solidFill>
                <a:latin typeface="Arial"/>
                <a:cs typeface="Arial"/>
              </a:rPr>
              <a:t>l                                                                                                       </a:t>
            </a:r>
            <a:r>
              <a:rPr sz="500" b="1" spc="106" dirty="0">
                <a:solidFill>
                  <a:srgbClr val="464280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506E9E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506E9E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506E9E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5082" y="2438399"/>
            <a:ext cx="6389117" cy="1199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9394">
              <a:lnSpc>
                <a:spcPct val="95825"/>
              </a:lnSpc>
              <a:spcBef>
                <a:spcPts val="5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24</a:t>
            </a:r>
            <a:r>
              <a:rPr sz="600" dirty="0">
                <a:solidFill>
                  <a:srgbClr val="858995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858995"/>
                </a:solidFill>
                <a:latin typeface="Times New Roman"/>
                <a:cs typeface="Times New Roman"/>
              </a:rPr>
              <a:t>87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.4</a:t>
            </a:r>
            <a:r>
              <a:rPr sz="600" dirty="0">
                <a:solidFill>
                  <a:srgbClr val="858995"/>
                </a:solidFill>
                <a:latin typeface="Times New Roman"/>
                <a:cs typeface="Times New Roman"/>
              </a:rPr>
              <a:t>7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858995"/>
                </a:solidFill>
                <a:latin typeface="Times New Roman"/>
                <a:cs typeface="Times New Roman"/>
              </a:rPr>
              <a:t>88: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858995"/>
                </a:solidFill>
                <a:latin typeface="Times New Roman"/>
                <a:cs typeface="Times New Roman"/>
              </a:rPr>
              <a:t>220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5                            </a:t>
            </a:r>
            <a:r>
              <a:rPr sz="600" spc="69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Lo</a:t>
            </a:r>
            <a:r>
              <a:rPr sz="500" b="1" spc="-79" dirty="0">
                <a:solidFill>
                  <a:srgbClr val="7B7282"/>
                </a:solidFill>
                <a:latin typeface="Arial"/>
                <a:cs typeface="Arial"/>
              </a:rPr>
              <a:t>c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a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l                                      </a:t>
            </a:r>
            <a:r>
              <a:rPr sz="500" b="1" spc="125" dirty="0">
                <a:solidFill>
                  <a:srgbClr val="7B7282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183</a:t>
            </a:r>
            <a:r>
              <a:rPr sz="600" spc="-9" dirty="0">
                <a:solidFill>
                  <a:srgbClr val="7B72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5</a:t>
            </a:r>
            <a:r>
              <a:rPr sz="600" spc="-4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5</a:t>
            </a:r>
            <a:r>
              <a:rPr sz="600" spc="29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20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92                           </a:t>
            </a:r>
            <a:r>
              <a:rPr sz="600" spc="-39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S</a:t>
            </a:r>
            <a:r>
              <a:rPr sz="600" b="1" spc="-29" dirty="0">
                <a:solidFill>
                  <a:srgbClr val="6B3164"/>
                </a:solidFill>
                <a:latin typeface="Times New Roman"/>
                <a:cs typeface="Times New Roman"/>
              </a:rPr>
              <a:t>h</a:t>
            </a:r>
            <a:r>
              <a:rPr sz="600" b="1" spc="-29" dirty="0">
                <a:solidFill>
                  <a:srgbClr val="5B4B60"/>
                </a:solidFill>
                <a:latin typeface="Times New Roman"/>
                <a:cs typeface="Times New Roman"/>
              </a:rPr>
              <a:t>a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o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x</a:t>
            </a:r>
            <a:r>
              <a:rPr sz="600" b="1" spc="0" dirty="0">
                <a:solidFill>
                  <a:srgbClr val="6B3164"/>
                </a:solidFill>
                <a:latin typeface="Times New Roman"/>
                <a:cs typeface="Times New Roman"/>
              </a:rPr>
              <a:t>i</a:t>
            </a:r>
            <a:r>
              <a:rPr sz="600" b="1" spc="-29" dirty="0">
                <a:solidFill>
                  <a:srgbClr val="774F7E"/>
                </a:solidFill>
                <a:latin typeface="Times New Roman"/>
                <a:cs typeface="Times New Roman"/>
              </a:rPr>
              <a:t>n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g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,</a:t>
            </a:r>
            <a:r>
              <a:rPr sz="600" b="1" spc="-29" dirty="0">
                <a:solidFill>
                  <a:srgbClr val="64606D"/>
                </a:solidFill>
                <a:latin typeface="Times New Roman"/>
                <a:cs typeface="Times New Roman"/>
              </a:rPr>
              <a:t>Z</a:t>
            </a:r>
            <a:r>
              <a:rPr sz="600" b="1" spc="-34" dirty="0">
                <a:solidFill>
                  <a:srgbClr val="6B3164"/>
                </a:solidFill>
                <a:latin typeface="Times New Roman"/>
                <a:cs typeface="Times New Roman"/>
              </a:rPr>
              <a:t>h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e</a:t>
            </a:r>
            <a:r>
              <a:rPr sz="600" b="1" spc="-44" dirty="0">
                <a:solidFill>
                  <a:srgbClr val="5B4B60"/>
                </a:solidFill>
                <a:latin typeface="Times New Roman"/>
                <a:cs typeface="Times New Roman"/>
              </a:rPr>
              <a:t>j</a:t>
            </a:r>
            <a:r>
              <a:rPr sz="600" b="1" spc="0" dirty="0">
                <a:solidFill>
                  <a:srgbClr val="6B3164"/>
                </a:solidFill>
                <a:latin typeface="Times New Roman"/>
                <a:cs typeface="Times New Roman"/>
              </a:rPr>
              <a:t>i</a:t>
            </a:r>
            <a:r>
              <a:rPr sz="600" b="1" spc="-29" dirty="0">
                <a:solidFill>
                  <a:srgbClr val="64606D"/>
                </a:solidFill>
                <a:latin typeface="Times New Roman"/>
                <a:cs typeface="Times New Roman"/>
              </a:rPr>
              <a:t>a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n</a:t>
            </a:r>
            <a:r>
              <a:rPr sz="600" b="1" spc="-34" dirty="0">
                <a:solidFill>
                  <a:srgbClr val="5B4B60"/>
                </a:solidFill>
                <a:latin typeface="Times New Roman"/>
                <a:cs typeface="Times New Roman"/>
              </a:rPr>
              <a:t>g</a:t>
            </a:r>
            <a:r>
              <a:rPr sz="600" b="1" spc="0" dirty="0">
                <a:solidFill>
                  <a:srgbClr val="858995"/>
                </a:solidFill>
                <a:latin typeface="Times New Roman"/>
                <a:cs typeface="Times New Roman"/>
              </a:rPr>
              <a:t>,</a:t>
            </a:r>
            <a:r>
              <a:rPr sz="600" b="1" spc="-34" dirty="0">
                <a:solidFill>
                  <a:srgbClr val="7B7282"/>
                </a:solidFill>
                <a:latin typeface="Times New Roman"/>
                <a:cs typeface="Times New Roman"/>
              </a:rPr>
              <a:t>C</a:t>
            </a:r>
            <a:r>
              <a:rPr sz="600" b="1" spc="0" dirty="0">
                <a:solidFill>
                  <a:srgbClr val="774F7E"/>
                </a:solidFill>
                <a:latin typeface="Times New Roman"/>
                <a:cs typeface="Times New Roman"/>
              </a:rPr>
              <a:t>hi</a:t>
            </a:r>
            <a:r>
              <a:rPr sz="600" b="1" spc="-69" dirty="0">
                <a:solidFill>
                  <a:srgbClr val="774F7E"/>
                </a:solidFill>
                <a:latin typeface="Times New Roman"/>
                <a:cs typeface="Times New Roman"/>
              </a:rPr>
              <a:t>n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a    </a:t>
            </a:r>
            <a:r>
              <a:rPr sz="600" b="1" spc="-64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600" spc="125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58995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25076">
              <a:lnSpc>
                <a:spcPts val="739"/>
              </a:lnSpc>
              <a:spcBef>
                <a:spcPts val="155"/>
              </a:spcBef>
            </a:pPr>
            <a:r>
              <a:rPr sz="90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86</a:t>
            </a:r>
            <a:r>
              <a:rPr sz="90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113</a:t>
            </a:r>
            <a:r>
              <a:rPr sz="90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2</a:t>
            </a:r>
            <a:r>
              <a:rPr sz="900" baseline="4831" dirty="0">
                <a:solidFill>
                  <a:srgbClr val="858995"/>
                </a:solidFill>
                <a:latin typeface="Times New Roman"/>
                <a:cs typeface="Times New Roman"/>
              </a:rPr>
              <a:t>02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858995"/>
                </a:solidFill>
                <a:latin typeface="Times New Roman"/>
                <a:cs typeface="Times New Roman"/>
              </a:rPr>
              <a:t>70: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64</a:t>
            </a:r>
            <a:r>
              <a:rPr sz="900" baseline="4831" dirty="0">
                <a:solidFill>
                  <a:srgbClr val="858995"/>
                </a:solidFill>
                <a:latin typeface="Times New Roman"/>
                <a:cs typeface="Times New Roman"/>
              </a:rPr>
              <a:t>27                            </a:t>
            </a:r>
            <a:r>
              <a:rPr sz="900" spc="-44" baseline="4831" dirty="0">
                <a:solidFill>
                  <a:srgbClr val="858995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Bogota</a:t>
            </a:r>
            <a:r>
              <a:rPr sz="900" spc="0" baseline="4831" dirty="0">
                <a:solidFill>
                  <a:srgbClr val="858995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Bogot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a</a:t>
            </a:r>
            <a:r>
              <a:rPr sz="900" spc="17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D.C,Col...  </a:t>
            </a:r>
            <a:r>
              <a:rPr sz="900" spc="142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8</a:t>
            </a:r>
            <a:r>
              <a:rPr sz="900" spc="0" baseline="4831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4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9</a:t>
            </a:r>
            <a:r>
              <a:rPr sz="900" spc="0" baseline="4831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20.52</a:t>
            </a:r>
            <a:r>
              <a:rPr sz="900" spc="0" baseline="4831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,0</a:t>
            </a:r>
            <a:r>
              <a:rPr sz="900" spc="0" baseline="4831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5</a:t>
            </a:r>
            <a:r>
              <a:rPr sz="900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3                                 </a:t>
            </a:r>
            <a:r>
              <a:rPr sz="900" spc="-75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900" b="1" spc="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U</a:t>
            </a:r>
            <a:r>
              <a:rPr sz="900" b="1" spc="-34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n</a:t>
            </a:r>
            <a:r>
              <a:rPr sz="900" b="1" spc="0" baseline="4831" dirty="0">
                <a:solidFill>
                  <a:srgbClr val="6B3164"/>
                </a:solidFill>
                <a:latin typeface="Times New Roman"/>
                <a:cs typeface="Times New Roman"/>
              </a:rPr>
              <a:t>i</a:t>
            </a:r>
            <a:r>
              <a:rPr sz="900" b="1" spc="-44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t</a:t>
            </a:r>
            <a:r>
              <a:rPr sz="900" b="1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e</a:t>
            </a:r>
            <a:r>
              <a:rPr sz="900" b="1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d</a:t>
            </a:r>
            <a:r>
              <a:rPr sz="900" b="1" spc="-39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 </a:t>
            </a:r>
            <a:r>
              <a:rPr sz="900" b="1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S</a:t>
            </a:r>
            <a:r>
              <a:rPr sz="900" b="1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ta</a:t>
            </a:r>
            <a:r>
              <a:rPr sz="900" b="1" spc="-119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t</a:t>
            </a:r>
            <a:r>
              <a:rPr sz="900" b="1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es                       </a:t>
            </a:r>
            <a:r>
              <a:rPr sz="900" b="1" spc="-54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900" spc="125" baseline="4831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58995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858995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858995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19399">
              <a:lnSpc>
                <a:spcPct val="95825"/>
              </a:lnSpc>
              <a:spcBef>
                <a:spcPts val="114"/>
              </a:spcBef>
            </a:pP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232</a:t>
            </a:r>
            <a:r>
              <a:rPr sz="600" spc="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</a:t>
            </a:r>
            <a:r>
              <a:rPr sz="600" spc="0" dirty="0">
                <a:solidFill>
                  <a:srgbClr val="858995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.159.11</a:t>
            </a:r>
            <a:r>
              <a:rPr sz="600" spc="0" dirty="0">
                <a:solidFill>
                  <a:srgbClr val="858995"/>
                </a:solidFill>
                <a:latin typeface="Times New Roman"/>
                <a:cs typeface="Times New Roman"/>
              </a:rPr>
              <a:t>8: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41</a:t>
            </a:r>
            <a:r>
              <a:rPr sz="600" spc="0" dirty="0">
                <a:solidFill>
                  <a:srgbClr val="858995"/>
                </a:solidFill>
                <a:latin typeface="Times New Roman"/>
                <a:cs typeface="Times New Roman"/>
              </a:rPr>
              <a:t>070                             </a:t>
            </a:r>
            <a:r>
              <a:rPr sz="600" spc="20" dirty="0">
                <a:solidFill>
                  <a:srgbClr val="858995"/>
                </a:solidFill>
                <a:latin typeface="Times New Roman"/>
                <a:cs typeface="Times New Roman"/>
              </a:rPr>
              <a:t> 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Lo</a:t>
            </a:r>
            <a:r>
              <a:rPr sz="500" b="1" spc="-84" dirty="0">
                <a:solidFill>
                  <a:srgbClr val="7B7282"/>
                </a:solidFill>
                <a:latin typeface="Arial"/>
                <a:cs typeface="Arial"/>
              </a:rPr>
              <a:t>c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a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l                                       </a:t>
            </a:r>
            <a:r>
              <a:rPr sz="500" b="1" spc="-9" dirty="0">
                <a:solidFill>
                  <a:srgbClr val="7B7282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22</a:t>
            </a:r>
            <a:r>
              <a:rPr sz="600" spc="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spc="-109" dirty="0">
                <a:solidFill>
                  <a:srgbClr val="6B3164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.2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2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9.</a:t>
            </a:r>
            <a:r>
              <a:rPr sz="600" spc="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94</a:t>
            </a:r>
            <a:r>
              <a:rPr sz="600" spc="0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92</a:t>
            </a:r>
            <a:r>
              <a:rPr sz="600" spc="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2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04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2</a:t>
            </a:r>
            <a:r>
              <a:rPr sz="600" spc="0" dirty="0">
                <a:solidFill>
                  <a:srgbClr val="5D175B"/>
                </a:solidFill>
                <a:latin typeface="Times New Roman"/>
                <a:cs typeface="Times New Roman"/>
              </a:rPr>
              <a:t>1                           </a:t>
            </a:r>
            <a:r>
              <a:rPr sz="600" spc="-25" dirty="0">
                <a:solidFill>
                  <a:srgbClr val="5D175B"/>
                </a:solidFill>
                <a:latin typeface="Times New Roman"/>
                <a:cs typeface="Times New Roman"/>
              </a:rPr>
              <a:t> 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Na</a:t>
            </a:r>
            <a:r>
              <a:rPr sz="600" b="1" spc="-69" dirty="0">
                <a:solidFill>
                  <a:srgbClr val="5B4B60"/>
                </a:solidFill>
                <a:latin typeface="Times New Roman"/>
                <a:cs typeface="Times New Roman"/>
              </a:rPr>
              <a:t>n</a:t>
            </a:r>
            <a:r>
              <a:rPr sz="600" b="1" spc="0" dirty="0">
                <a:solidFill>
                  <a:srgbClr val="6B3164"/>
                </a:solidFill>
                <a:latin typeface="Times New Roman"/>
                <a:cs typeface="Times New Roman"/>
              </a:rPr>
              <a:t>j</a:t>
            </a:r>
            <a:r>
              <a:rPr sz="600" b="1" spc="-34" dirty="0">
                <a:solidFill>
                  <a:srgbClr val="6B3164"/>
                </a:solidFill>
                <a:latin typeface="Times New Roman"/>
                <a:cs typeface="Times New Roman"/>
              </a:rPr>
              <a:t>i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n</a:t>
            </a:r>
            <a:r>
              <a:rPr sz="600" b="1" spc="-34" dirty="0">
                <a:solidFill>
                  <a:srgbClr val="5B4B60"/>
                </a:solidFill>
                <a:latin typeface="Times New Roman"/>
                <a:cs typeface="Times New Roman"/>
              </a:rPr>
              <a:t>g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,</a:t>
            </a:r>
            <a:r>
              <a:rPr sz="600" b="1" spc="0" dirty="0">
                <a:solidFill>
                  <a:srgbClr val="6B3164"/>
                </a:solidFill>
                <a:latin typeface="Times New Roman"/>
                <a:cs typeface="Times New Roman"/>
              </a:rPr>
              <a:t>J</a:t>
            </a:r>
            <a:r>
              <a:rPr sz="600" b="1" spc="-64" dirty="0">
                <a:solidFill>
                  <a:srgbClr val="6B3164"/>
                </a:solidFill>
                <a:latin typeface="Times New Roman"/>
                <a:cs typeface="Times New Roman"/>
              </a:rPr>
              <a:t>i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angs</a:t>
            </a:r>
            <a:r>
              <a:rPr sz="600" b="1" spc="-109" dirty="0">
                <a:solidFill>
                  <a:srgbClr val="5B4B60"/>
                </a:solidFill>
                <a:latin typeface="Times New Roman"/>
                <a:cs typeface="Times New Roman"/>
              </a:rPr>
              <a:t>u</a:t>
            </a:r>
            <a:r>
              <a:rPr sz="600" b="1" spc="0" dirty="0">
                <a:solidFill>
                  <a:srgbClr val="858995"/>
                </a:solidFill>
                <a:latin typeface="Times New Roman"/>
                <a:cs typeface="Times New Roman"/>
              </a:rPr>
              <a:t>,</a:t>
            </a:r>
            <a:r>
              <a:rPr sz="600" b="1" spc="-29" dirty="0">
                <a:solidFill>
                  <a:srgbClr val="7B7282"/>
                </a:solidFill>
                <a:latin typeface="Times New Roman"/>
                <a:cs typeface="Times New Roman"/>
              </a:rPr>
              <a:t>C</a:t>
            </a:r>
            <a:r>
              <a:rPr sz="600" b="1" spc="-34" dirty="0">
                <a:solidFill>
                  <a:srgbClr val="5B4B60"/>
                </a:solidFill>
                <a:latin typeface="Times New Roman"/>
                <a:cs typeface="Times New Roman"/>
              </a:rPr>
              <a:t>h</a:t>
            </a:r>
            <a:r>
              <a:rPr sz="600" b="1" spc="0" dirty="0">
                <a:solidFill>
                  <a:srgbClr val="774F7E"/>
                </a:solidFill>
                <a:latin typeface="Times New Roman"/>
                <a:cs typeface="Times New Roman"/>
              </a:rPr>
              <a:t>i</a:t>
            </a:r>
            <a:r>
              <a:rPr sz="600" b="1" spc="-29" dirty="0">
                <a:solidFill>
                  <a:srgbClr val="5B4B60"/>
                </a:solidFill>
                <a:latin typeface="Times New Roman"/>
                <a:cs typeface="Times New Roman"/>
              </a:rPr>
              <a:t>n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a       </a:t>
            </a:r>
            <a:r>
              <a:rPr sz="600" b="1" spc="-39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600" spc="125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25079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77</a:t>
            </a:r>
            <a:r>
              <a:rPr sz="600" spc="-9" dirty="0">
                <a:solidFill>
                  <a:srgbClr val="7B7282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spc="-59" dirty="0">
                <a:solidFill>
                  <a:srgbClr val="774F7E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&gt;8.241.94</a:t>
            </a:r>
            <a:r>
              <a:rPr sz="600" spc="0" dirty="0">
                <a:solidFill>
                  <a:srgbClr val="858995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41646                               </a:t>
            </a:r>
            <a:r>
              <a:rPr sz="600" spc="125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F</a:t>
            </a:r>
            <a:r>
              <a:rPr sz="500" b="1" spc="-33" dirty="0">
                <a:solidFill>
                  <a:srgbClr val="7B7282"/>
                </a:solidFill>
                <a:latin typeface="Arial"/>
                <a:cs typeface="Arial"/>
              </a:rPr>
              <a:t>r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a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n</a:t>
            </a:r>
            <a:r>
              <a:rPr sz="500" b="1" spc="-73" dirty="0">
                <a:solidFill>
                  <a:srgbClr val="7B7282"/>
                </a:solidFill>
                <a:latin typeface="Arial"/>
                <a:cs typeface="Arial"/>
              </a:rPr>
              <a:t>c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e                              </a:t>
            </a:r>
            <a:r>
              <a:rPr sz="500" b="1" spc="113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79.</a:t>
            </a:r>
            <a:r>
              <a:rPr sz="600" spc="-94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186</a:t>
            </a:r>
            <a:r>
              <a:rPr sz="600" spc="0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6</a:t>
            </a:r>
            <a:r>
              <a:rPr sz="600" spc="34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2A5DA3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44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268                                 </a:t>
            </a:r>
            <a:r>
              <a:rPr sz="600" spc="44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Pozna</a:t>
            </a:r>
            <a:r>
              <a:rPr sz="500" b="1" spc="-89" dirty="0">
                <a:solidFill>
                  <a:srgbClr val="5B4B60"/>
                </a:solidFill>
                <a:latin typeface="Arial"/>
                <a:cs typeface="Arial"/>
              </a:rPr>
              <a:t>n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,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G</a:t>
            </a:r>
            <a:r>
              <a:rPr sz="500" b="1" spc="-34" dirty="0">
                <a:solidFill>
                  <a:srgbClr val="6B3164"/>
                </a:solidFill>
                <a:latin typeface="Arial"/>
                <a:cs typeface="Arial"/>
              </a:rPr>
              <a:t>r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eat</a:t>
            </a:r>
            <a:r>
              <a:rPr sz="500" b="1" spc="-29" dirty="0">
                <a:solidFill>
                  <a:srgbClr val="5B4B60"/>
                </a:solidFill>
                <a:latin typeface="Arial"/>
                <a:cs typeface="Arial"/>
              </a:rPr>
              <a:t>e</a:t>
            </a:r>
            <a:r>
              <a:rPr sz="500" b="1" spc="-119" dirty="0">
                <a:solidFill>
                  <a:srgbClr val="6B3164"/>
                </a:solidFill>
                <a:latin typeface="Arial"/>
                <a:cs typeface="Arial"/>
              </a:rPr>
              <a:t>r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P</a:t>
            </a:r>
            <a:r>
              <a:rPr sz="500" b="1" spc="-34" dirty="0">
                <a:solidFill>
                  <a:srgbClr val="64606D"/>
                </a:solidFill>
                <a:latin typeface="Arial"/>
                <a:cs typeface="Arial"/>
              </a:rPr>
              <a:t>o</a:t>
            </a:r>
            <a:r>
              <a:rPr sz="500" b="1" spc="-25" dirty="0">
                <a:solidFill>
                  <a:srgbClr val="6B3164"/>
                </a:solidFill>
                <a:latin typeface="Arial"/>
                <a:cs typeface="Arial"/>
              </a:rPr>
              <a:t>l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a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nd</a:t>
            </a:r>
            <a:r>
              <a:rPr sz="500" b="1" spc="-34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500" b="1" spc="0" dirty="0">
                <a:solidFill>
                  <a:srgbClr val="774F7E"/>
                </a:solidFill>
                <a:latin typeface="Arial"/>
                <a:cs typeface="Arial"/>
              </a:rPr>
              <a:t>...    </a:t>
            </a:r>
            <a:r>
              <a:rPr sz="500" b="1" spc="54" dirty="0">
                <a:solidFill>
                  <a:srgbClr val="774F7E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600" spc="125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25080">
              <a:lnSpc>
                <a:spcPts val="739"/>
              </a:lnSpc>
              <a:spcBef>
                <a:spcPts val="155"/>
              </a:spcBef>
            </a:pP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2</a:t>
            </a:r>
            <a:r>
              <a:rPr sz="90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44</a:t>
            </a:r>
            <a:r>
              <a:rPr sz="90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1</a:t>
            </a:r>
            <a:r>
              <a:rPr sz="90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S4</a:t>
            </a:r>
            <a:r>
              <a:rPr sz="90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l4.91</a:t>
            </a:r>
            <a:r>
              <a:rPr sz="900" baseline="4831" dirty="0">
                <a:solidFill>
                  <a:srgbClr val="858995"/>
                </a:solidFill>
                <a:latin typeface="Times New Roman"/>
                <a:cs typeface="Times New Roman"/>
              </a:rPr>
              <a:t>: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422                                 </a:t>
            </a:r>
            <a:r>
              <a:rPr sz="900" spc="-25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750" b="1" spc="0" baseline="5797" dirty="0">
                <a:solidFill>
                  <a:srgbClr val="7B7282"/>
                </a:solidFill>
                <a:latin typeface="Arial"/>
                <a:cs typeface="Arial"/>
              </a:rPr>
              <a:t>Lo</a:t>
            </a:r>
            <a:r>
              <a:rPr sz="750" b="1" spc="-84" baseline="5797" dirty="0">
                <a:solidFill>
                  <a:srgbClr val="7B7282"/>
                </a:solidFill>
                <a:latin typeface="Arial"/>
                <a:cs typeface="Arial"/>
              </a:rPr>
              <a:t>c</a:t>
            </a:r>
            <a:r>
              <a:rPr sz="750" b="1" spc="0" baseline="5797" dirty="0">
                <a:solidFill>
                  <a:srgbClr val="64606D"/>
                </a:solidFill>
                <a:latin typeface="Arial"/>
                <a:cs typeface="Arial"/>
              </a:rPr>
              <a:t>a</a:t>
            </a:r>
            <a:r>
              <a:rPr sz="750" b="1" spc="0" baseline="5797" dirty="0">
                <a:solidFill>
                  <a:srgbClr val="7B7282"/>
                </a:solidFill>
                <a:latin typeface="Arial"/>
                <a:cs typeface="Arial"/>
              </a:rPr>
              <a:t>l                                      </a:t>
            </a:r>
            <a:r>
              <a:rPr sz="750" b="1" spc="83" baseline="5797" dirty="0">
                <a:solidFill>
                  <a:srgbClr val="7B7282"/>
                </a:solidFill>
                <a:latin typeface="Arial"/>
                <a:cs typeface="Arial"/>
              </a:rPr>
              <a:t> </a:t>
            </a:r>
            <a:r>
              <a:rPr sz="900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2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07.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13</a:t>
            </a:r>
            <a:r>
              <a:rPr sz="900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5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17</a:t>
            </a:r>
            <a:r>
              <a:rPr sz="900" spc="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6B3164"/>
                </a:solidFill>
                <a:latin typeface="Times New Roman"/>
                <a:cs typeface="Times New Roman"/>
              </a:rPr>
              <a:t>11</a:t>
            </a:r>
            <a:r>
              <a:rPr sz="900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2</a:t>
            </a:r>
            <a:r>
              <a:rPr sz="900" spc="0" baseline="4831" dirty="0">
                <a:solidFill>
                  <a:srgbClr val="1C498E"/>
                </a:solidFill>
                <a:latin typeface="Times New Roman"/>
                <a:cs typeface="Times New Roman"/>
              </a:rPr>
              <a:t>: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3</a:t>
            </a:r>
            <a:r>
              <a:rPr sz="900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66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,S                          </a:t>
            </a:r>
            <a:r>
              <a:rPr sz="900" spc="29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 </a:t>
            </a:r>
            <a:r>
              <a:rPr sz="750" b="1" spc="0" baseline="5797" dirty="0">
                <a:solidFill>
                  <a:srgbClr val="5B4B60"/>
                </a:solidFill>
                <a:latin typeface="Arial"/>
                <a:cs typeface="Arial"/>
              </a:rPr>
              <a:t>Re</a:t>
            </a:r>
            <a:r>
              <a:rPr sz="750" b="1" spc="-25" baseline="5797" dirty="0">
                <a:solidFill>
                  <a:srgbClr val="5B4B60"/>
                </a:solidFill>
                <a:latin typeface="Arial"/>
                <a:cs typeface="Arial"/>
              </a:rPr>
              <a:t>d</a:t>
            </a:r>
            <a:r>
              <a:rPr sz="750" b="1" spc="-34" baseline="5797" dirty="0">
                <a:solidFill>
                  <a:srgbClr val="7B7282"/>
                </a:solidFill>
                <a:latin typeface="Arial"/>
                <a:cs typeface="Arial"/>
              </a:rPr>
              <a:t>w</a:t>
            </a:r>
            <a:r>
              <a:rPr sz="750" b="1" spc="0" baseline="5797" dirty="0">
                <a:solidFill>
                  <a:srgbClr val="64606D"/>
                </a:solidFill>
                <a:latin typeface="Arial"/>
                <a:cs typeface="Arial"/>
              </a:rPr>
              <a:t>o</a:t>
            </a:r>
            <a:r>
              <a:rPr sz="750" b="1" spc="-59" baseline="5797" dirty="0">
                <a:solidFill>
                  <a:srgbClr val="64606D"/>
                </a:solidFill>
                <a:latin typeface="Arial"/>
                <a:cs typeface="Arial"/>
              </a:rPr>
              <a:t>o</a:t>
            </a:r>
            <a:r>
              <a:rPr sz="750" b="1" spc="0" baseline="5797" dirty="0">
                <a:solidFill>
                  <a:srgbClr val="5B4B60"/>
                </a:solidFill>
                <a:latin typeface="Arial"/>
                <a:cs typeface="Arial"/>
              </a:rPr>
              <a:t>d</a:t>
            </a:r>
            <a:r>
              <a:rPr sz="750" b="1" spc="98" baseline="5797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750" b="1" spc="0" baseline="5797" dirty="0">
                <a:solidFill>
                  <a:srgbClr val="5B4B60"/>
                </a:solidFill>
                <a:latin typeface="Arial"/>
                <a:cs typeface="Arial"/>
              </a:rPr>
              <a:t>C</a:t>
            </a:r>
            <a:r>
              <a:rPr sz="750" b="1" spc="-19" baseline="5797" dirty="0">
                <a:solidFill>
                  <a:srgbClr val="6B3164"/>
                </a:solidFill>
                <a:latin typeface="Arial"/>
                <a:cs typeface="Arial"/>
              </a:rPr>
              <a:t>i</a:t>
            </a:r>
            <a:r>
              <a:rPr sz="750" b="1" spc="0" baseline="5797" dirty="0">
                <a:solidFill>
                  <a:srgbClr val="7B7282"/>
                </a:solidFill>
                <a:latin typeface="Arial"/>
                <a:cs typeface="Arial"/>
              </a:rPr>
              <a:t>ty</a:t>
            </a:r>
            <a:r>
              <a:rPr sz="750" b="1" spc="-59" baseline="5797" dirty="0">
                <a:solidFill>
                  <a:srgbClr val="7B7282"/>
                </a:solidFill>
                <a:latin typeface="Arial"/>
                <a:cs typeface="Arial"/>
              </a:rPr>
              <a:t>.</a:t>
            </a:r>
            <a:r>
              <a:rPr sz="750" b="1" spc="0" baseline="5797" dirty="0">
                <a:solidFill>
                  <a:srgbClr val="64606D"/>
                </a:solidFill>
                <a:latin typeface="Arial"/>
                <a:cs typeface="Arial"/>
              </a:rPr>
              <a:t>C</a:t>
            </a:r>
            <a:r>
              <a:rPr sz="750" b="1" spc="0" baseline="5797" dirty="0">
                <a:solidFill>
                  <a:srgbClr val="5B4B60"/>
                </a:solidFill>
                <a:latin typeface="Arial"/>
                <a:cs typeface="Arial"/>
              </a:rPr>
              <a:t>a</a:t>
            </a:r>
            <a:r>
              <a:rPr sz="750" b="1" spc="-19" baseline="5797" dirty="0">
                <a:solidFill>
                  <a:srgbClr val="6B3164"/>
                </a:solidFill>
                <a:latin typeface="Arial"/>
                <a:cs typeface="Arial"/>
              </a:rPr>
              <a:t>l</a:t>
            </a:r>
            <a:r>
              <a:rPr sz="750" b="1" spc="0" baseline="5797" dirty="0">
                <a:solidFill>
                  <a:srgbClr val="5B4B60"/>
                </a:solidFill>
                <a:latin typeface="Arial"/>
                <a:cs typeface="Arial"/>
              </a:rPr>
              <a:t>i</a:t>
            </a:r>
            <a:r>
              <a:rPr sz="750" b="1" spc="-64" baseline="5797" dirty="0">
                <a:solidFill>
                  <a:srgbClr val="5B4B60"/>
                </a:solidFill>
                <a:latin typeface="Arial"/>
                <a:cs typeface="Arial"/>
              </a:rPr>
              <a:t>f</a:t>
            </a:r>
            <a:r>
              <a:rPr sz="750" b="1" spc="-25" baseline="5797" dirty="0">
                <a:solidFill>
                  <a:srgbClr val="64606D"/>
                </a:solidFill>
                <a:latin typeface="Arial"/>
                <a:cs typeface="Arial"/>
              </a:rPr>
              <a:t>o</a:t>
            </a:r>
            <a:r>
              <a:rPr sz="750" b="1" spc="0" baseline="5797" dirty="0">
                <a:solidFill>
                  <a:srgbClr val="5B4B60"/>
                </a:solidFill>
                <a:latin typeface="Arial"/>
                <a:cs typeface="Arial"/>
              </a:rPr>
              <a:t>r</a:t>
            </a:r>
            <a:r>
              <a:rPr sz="750" b="1" spc="-54" baseline="5797" dirty="0">
                <a:solidFill>
                  <a:srgbClr val="5B4B60"/>
                </a:solidFill>
                <a:latin typeface="Arial"/>
                <a:cs typeface="Arial"/>
              </a:rPr>
              <a:t>n</a:t>
            </a:r>
            <a:r>
              <a:rPr sz="750" b="1" spc="-19" baseline="5797" dirty="0">
                <a:solidFill>
                  <a:srgbClr val="774F7E"/>
                </a:solidFill>
                <a:latin typeface="Arial"/>
                <a:cs typeface="Arial"/>
              </a:rPr>
              <a:t>i</a:t>
            </a:r>
            <a:r>
              <a:rPr sz="750" b="1" spc="0" baseline="5797" dirty="0">
                <a:solidFill>
                  <a:srgbClr val="64606D"/>
                </a:solidFill>
                <a:latin typeface="Arial"/>
                <a:cs typeface="Arial"/>
              </a:rPr>
              <a:t>a  </a:t>
            </a:r>
            <a:r>
              <a:rPr sz="750" b="1" spc="-4" baseline="5797" dirty="0">
                <a:solidFill>
                  <a:srgbClr val="64606D"/>
                </a:solidFill>
                <a:latin typeface="Arial"/>
                <a:cs typeface="Arial"/>
              </a:rPr>
              <a:t> </a:t>
            </a:r>
            <a:r>
              <a:rPr sz="750" b="1" spc="0" baseline="5797" dirty="0">
                <a:solidFill>
                  <a:srgbClr val="774F7E"/>
                </a:solidFill>
                <a:latin typeface="Arial"/>
                <a:cs typeface="Arial"/>
              </a:rPr>
              <a:t>...    </a:t>
            </a:r>
            <a:r>
              <a:rPr sz="750" b="1" spc="31" baseline="5797" dirty="0">
                <a:solidFill>
                  <a:srgbClr val="774F7E"/>
                </a:solidFill>
                <a:latin typeface="Arial"/>
                <a:cs typeface="Arial"/>
              </a:rPr>
              <a:t> </a:t>
            </a:r>
            <a:r>
              <a:rPr sz="900" spc="0" baseline="4831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900" spc="125" baseline="4831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25083">
              <a:lnSpc>
                <a:spcPct val="95825"/>
              </a:lnSpc>
              <a:spcBef>
                <a:spcPts val="114"/>
              </a:spcBef>
            </a:pP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5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spc="-109" dirty="0">
                <a:solidFill>
                  <a:srgbClr val="774F7E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122.1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54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.9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858995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43651                        </a:t>
            </a:r>
            <a:r>
              <a:rPr sz="600" spc="123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b="1" spc="-33" dirty="0">
                <a:solidFill>
                  <a:srgbClr val="858995"/>
                </a:solidFill>
                <a:latin typeface="Times New Roman"/>
                <a:cs typeface="Times New Roman"/>
              </a:rPr>
              <a:t>W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a</a:t>
            </a:r>
            <a:r>
              <a:rPr sz="600" b="1" spc="-33" dirty="0">
                <a:solidFill>
                  <a:srgbClr val="64606D"/>
                </a:solidFill>
                <a:latin typeface="Times New Roman"/>
                <a:cs typeface="Times New Roman"/>
              </a:rPr>
              <a:t>s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hington.D</a:t>
            </a:r>
            <a:r>
              <a:rPr sz="600" b="1" spc="-129" dirty="0">
                <a:solidFill>
                  <a:srgbClr val="7B7282"/>
                </a:solidFill>
                <a:latin typeface="Times New Roman"/>
                <a:cs typeface="Times New Roman"/>
              </a:rPr>
              <a:t>i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s</a:t>
            </a:r>
            <a:r>
              <a:rPr sz="600" b="1" spc="-33" dirty="0">
                <a:solidFill>
                  <a:srgbClr val="64606D"/>
                </a:solidFill>
                <a:latin typeface="Times New Roman"/>
                <a:cs typeface="Times New Roman"/>
              </a:rPr>
              <a:t>t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r</a:t>
            </a:r>
            <a:r>
              <a:rPr sz="600" b="1" spc="-57" dirty="0">
                <a:solidFill>
                  <a:srgbClr val="7B7282"/>
                </a:solidFill>
                <a:latin typeface="Times New Roman"/>
                <a:cs typeface="Times New Roman"/>
              </a:rPr>
              <a:t>i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c</a:t>
            </a:r>
            <a:r>
              <a:rPr sz="600" b="1" spc="-14" dirty="0">
                <a:solidFill>
                  <a:srgbClr val="64606D"/>
                </a:solidFill>
                <a:latin typeface="Times New Roman"/>
                <a:cs typeface="Times New Roman"/>
              </a:rPr>
              <a:t>t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o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f </a:t>
            </a:r>
            <a:r>
              <a:rPr sz="600" b="1" spc="12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...    </a:t>
            </a:r>
            <a:r>
              <a:rPr sz="600" b="1" spc="95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2.190</a:t>
            </a:r>
            <a:r>
              <a:rPr sz="600" spc="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2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4D5677"/>
                </a:solidFill>
                <a:latin typeface="Times New Roman"/>
                <a:cs typeface="Times New Roman"/>
              </a:rPr>
              <a:t>6</a:t>
            </a:r>
            <a:r>
              <a:rPr sz="600" spc="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6B3164"/>
                </a:solidFill>
                <a:latin typeface="Times New Roman"/>
                <a:cs typeface="Times New Roman"/>
              </a:rPr>
              <a:t>11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8</a:t>
            </a:r>
            <a:r>
              <a:rPr sz="600" spc="0" dirty="0">
                <a:solidFill>
                  <a:srgbClr val="1C498E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4D5677"/>
                </a:solidFill>
                <a:latin typeface="Times New Roman"/>
                <a:cs typeface="Times New Roman"/>
              </a:rPr>
              <a:t>6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3648                          </a:t>
            </a:r>
            <a:r>
              <a:rPr sz="600" spc="4" dirty="0">
                <a:solidFill>
                  <a:srgbClr val="5B4B60"/>
                </a:solidFill>
                <a:latin typeface="Times New Roman"/>
                <a:cs typeface="Times New Roman"/>
              </a:rPr>
              <a:t> 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San</a:t>
            </a:r>
            <a:r>
              <a:rPr sz="500" b="1" spc="63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500" b="1" spc="-19" dirty="0">
                <a:solidFill>
                  <a:srgbClr val="6B3164"/>
                </a:solidFill>
                <a:latin typeface="Arial"/>
                <a:cs typeface="Arial"/>
              </a:rPr>
              <a:t>J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o</a:t>
            </a:r>
            <a:r>
              <a:rPr sz="500" b="1" spc="-50" dirty="0">
                <a:solidFill>
                  <a:srgbClr val="5B4B60"/>
                </a:solidFill>
                <a:latin typeface="Arial"/>
                <a:cs typeface="Arial"/>
              </a:rPr>
              <a:t>s</a:t>
            </a:r>
            <a:r>
              <a:rPr sz="500" b="1" spc="0" dirty="0">
                <a:solidFill>
                  <a:srgbClr val="4D5677"/>
                </a:solidFill>
                <a:latin typeface="Arial"/>
                <a:cs typeface="Arial"/>
              </a:rPr>
              <a:t>e.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Ca</a:t>
            </a:r>
            <a:r>
              <a:rPr sz="500" b="1" spc="0" dirty="0">
                <a:solidFill>
                  <a:srgbClr val="6B3164"/>
                </a:solidFill>
                <a:latin typeface="Arial"/>
                <a:cs typeface="Arial"/>
              </a:rPr>
              <a:t>l</a:t>
            </a:r>
            <a:r>
              <a:rPr sz="500" b="1" spc="-59" dirty="0">
                <a:solidFill>
                  <a:srgbClr val="6B3164"/>
                </a:solidFill>
                <a:latin typeface="Arial"/>
                <a:cs typeface="Arial"/>
              </a:rPr>
              <a:t>i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for</a:t>
            </a:r>
            <a:r>
              <a:rPr sz="500" b="1" spc="-119" dirty="0">
                <a:solidFill>
                  <a:srgbClr val="5B4B60"/>
                </a:solidFill>
                <a:latin typeface="Arial"/>
                <a:cs typeface="Arial"/>
              </a:rPr>
              <a:t>n</a:t>
            </a:r>
            <a:r>
              <a:rPr sz="500" b="1" spc="-19" dirty="0">
                <a:solidFill>
                  <a:srgbClr val="6B3164"/>
                </a:solidFill>
                <a:latin typeface="Arial"/>
                <a:cs typeface="Arial"/>
              </a:rPr>
              <a:t>i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a</a:t>
            </a:r>
            <a:r>
              <a:rPr sz="500" b="1" spc="0" dirty="0">
                <a:solidFill>
                  <a:srgbClr val="858995"/>
                </a:solidFill>
                <a:latin typeface="Arial"/>
                <a:cs typeface="Arial"/>
              </a:rPr>
              <a:t>,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Unit   </a:t>
            </a:r>
            <a:r>
              <a:rPr sz="500" b="1" spc="50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500" b="1" spc="0" dirty="0">
                <a:solidFill>
                  <a:srgbClr val="774F7E"/>
                </a:solidFill>
                <a:latin typeface="Arial"/>
                <a:cs typeface="Arial"/>
              </a:rPr>
              <a:t>...    </a:t>
            </a:r>
            <a:r>
              <a:rPr sz="500" b="1" spc="52" dirty="0">
                <a:solidFill>
                  <a:srgbClr val="774F7E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600" spc="125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19405">
              <a:lnSpc>
                <a:spcPts val="739"/>
              </a:lnSpc>
              <a:spcBef>
                <a:spcPts val="155"/>
              </a:spcBef>
            </a:pP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225</a:t>
            </a:r>
            <a:r>
              <a:rPr sz="90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137</a:t>
            </a:r>
            <a:r>
              <a:rPr sz="90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242</a:t>
            </a:r>
            <a:r>
              <a:rPr sz="900" spc="-4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79:3581                            </a:t>
            </a:r>
            <a:r>
              <a:rPr sz="900" spc="64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750" b="1" spc="0" baseline="5797" dirty="0">
                <a:solidFill>
                  <a:srgbClr val="7B7282"/>
                </a:solidFill>
                <a:latin typeface="Arial"/>
                <a:cs typeface="Arial"/>
              </a:rPr>
              <a:t>Lo</a:t>
            </a:r>
            <a:r>
              <a:rPr sz="750" b="1" spc="-89" baseline="5797" dirty="0">
                <a:solidFill>
                  <a:srgbClr val="7B7282"/>
                </a:solidFill>
                <a:latin typeface="Arial"/>
                <a:cs typeface="Arial"/>
              </a:rPr>
              <a:t>c</a:t>
            </a:r>
            <a:r>
              <a:rPr sz="750" b="1" spc="0" baseline="5797" dirty="0">
                <a:solidFill>
                  <a:srgbClr val="64606D"/>
                </a:solidFill>
                <a:latin typeface="Arial"/>
                <a:cs typeface="Arial"/>
              </a:rPr>
              <a:t>a</a:t>
            </a:r>
            <a:r>
              <a:rPr sz="750" b="1" spc="0" baseline="5797" dirty="0">
                <a:solidFill>
                  <a:srgbClr val="7B7282"/>
                </a:solidFill>
                <a:latin typeface="Arial"/>
                <a:cs typeface="Arial"/>
              </a:rPr>
              <a:t>l                                      </a:t>
            </a:r>
            <a:r>
              <a:rPr sz="750" b="1" spc="44" baseline="5797" dirty="0">
                <a:solidFill>
                  <a:srgbClr val="7B7282"/>
                </a:solidFill>
                <a:latin typeface="Arial"/>
                <a:cs typeface="Arial"/>
              </a:rPr>
              <a:t> 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44</a:t>
            </a:r>
            <a:r>
              <a:rPr sz="900" spc="0" baseline="4831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4D5677"/>
                </a:solidFill>
                <a:latin typeface="Times New Roman"/>
                <a:cs typeface="Times New Roman"/>
              </a:rPr>
              <a:t>4</a:t>
            </a:r>
            <a:r>
              <a:rPr sz="900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9</a:t>
            </a:r>
            <a:r>
              <a:rPr sz="900" spc="0" baseline="4831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900" spc="-75" baseline="4831" dirty="0">
                <a:solidFill>
                  <a:srgbClr val="6B3164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,0</a:t>
            </a:r>
            <a:r>
              <a:rPr sz="900" spc="0" baseline="4831" dirty="0">
                <a:solidFill>
                  <a:srgbClr val="7B234B"/>
                </a:solidFill>
                <a:latin typeface="Times New Roman"/>
                <a:cs typeface="Times New Roman"/>
              </a:rPr>
              <a:t>,</a:t>
            </a:r>
            <a:r>
              <a:rPr sz="900" spc="-109" baseline="4831" dirty="0">
                <a:solidFill>
                  <a:srgbClr val="7B234B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100: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64</a:t>
            </a:r>
            <a:r>
              <a:rPr sz="900" spc="0" baseline="4831" dirty="0">
                <a:solidFill>
                  <a:srgbClr val="4D5677"/>
                </a:solidFill>
                <a:latin typeface="Times New Roman"/>
                <a:cs typeface="Times New Roman"/>
              </a:rPr>
              <a:t>64</a:t>
            </a:r>
            <a:r>
              <a:rPr sz="900" spc="0" baseline="4831" dirty="0">
                <a:solidFill>
                  <a:srgbClr val="5D175B"/>
                </a:solidFill>
                <a:latin typeface="Times New Roman"/>
                <a:cs typeface="Times New Roman"/>
              </a:rPr>
              <a:t>1                             </a:t>
            </a:r>
            <a:r>
              <a:rPr sz="900" spc="-54" baseline="4831" dirty="0">
                <a:solidFill>
                  <a:srgbClr val="5D175B"/>
                </a:solidFill>
                <a:latin typeface="Times New Roman"/>
                <a:cs typeface="Times New Roman"/>
              </a:rPr>
              <a:t> </a:t>
            </a:r>
            <a:r>
              <a:rPr sz="750" b="1" spc="0" baseline="5797" dirty="0">
                <a:solidFill>
                  <a:srgbClr val="5B4B60"/>
                </a:solidFill>
                <a:latin typeface="Arial"/>
                <a:cs typeface="Arial"/>
              </a:rPr>
              <a:t>S</a:t>
            </a:r>
            <a:r>
              <a:rPr sz="750" b="1" spc="0" baseline="5797" dirty="0">
                <a:solidFill>
                  <a:srgbClr val="423A4B"/>
                </a:solidFill>
                <a:latin typeface="Arial"/>
                <a:cs typeface="Arial"/>
              </a:rPr>
              <a:t>a</a:t>
            </a:r>
            <a:r>
              <a:rPr sz="750" b="1" spc="0" baseline="5797" dirty="0">
                <a:solidFill>
                  <a:srgbClr val="6B3164"/>
                </a:solidFill>
                <a:latin typeface="Arial"/>
                <a:cs typeface="Arial"/>
              </a:rPr>
              <a:t>n</a:t>
            </a:r>
            <a:r>
              <a:rPr sz="750" b="1" spc="108" baseline="5797" dirty="0">
                <a:solidFill>
                  <a:srgbClr val="6B3164"/>
                </a:solidFill>
                <a:latin typeface="Arial"/>
                <a:cs typeface="Arial"/>
              </a:rPr>
              <a:t> </a:t>
            </a:r>
            <a:r>
              <a:rPr sz="750" b="1" spc="0" baseline="5797" dirty="0">
                <a:solidFill>
                  <a:srgbClr val="6B3164"/>
                </a:solidFill>
                <a:latin typeface="Arial"/>
                <a:cs typeface="Arial"/>
              </a:rPr>
              <a:t>D</a:t>
            </a:r>
            <a:r>
              <a:rPr sz="750" b="1" spc="-25" baseline="5797" dirty="0">
                <a:solidFill>
                  <a:srgbClr val="6B3164"/>
                </a:solidFill>
                <a:latin typeface="Arial"/>
                <a:cs typeface="Arial"/>
              </a:rPr>
              <a:t>i</a:t>
            </a:r>
            <a:r>
              <a:rPr sz="750" b="1" spc="0" baseline="5797" dirty="0">
                <a:solidFill>
                  <a:srgbClr val="423A4B"/>
                </a:solidFill>
                <a:latin typeface="Arial"/>
                <a:cs typeface="Arial"/>
              </a:rPr>
              <a:t>e</a:t>
            </a:r>
            <a:r>
              <a:rPr sz="750" b="1" spc="-25" baseline="5797" dirty="0">
                <a:solidFill>
                  <a:srgbClr val="5B4B60"/>
                </a:solidFill>
                <a:latin typeface="Arial"/>
                <a:cs typeface="Arial"/>
              </a:rPr>
              <a:t>g</a:t>
            </a:r>
            <a:r>
              <a:rPr sz="750" b="1" spc="0" baseline="5797" dirty="0">
                <a:solidFill>
                  <a:srgbClr val="7B7282"/>
                </a:solidFill>
                <a:latin typeface="Arial"/>
                <a:cs typeface="Arial"/>
              </a:rPr>
              <a:t>o</a:t>
            </a:r>
            <a:r>
              <a:rPr sz="750" b="1" spc="-25" baseline="5797" dirty="0">
                <a:solidFill>
                  <a:srgbClr val="7B7282"/>
                </a:solidFill>
                <a:latin typeface="Arial"/>
                <a:cs typeface="Arial"/>
              </a:rPr>
              <a:t>,</a:t>
            </a:r>
            <a:r>
              <a:rPr sz="750" b="1" spc="0" baseline="5797" dirty="0">
                <a:solidFill>
                  <a:srgbClr val="64606D"/>
                </a:solidFill>
                <a:latin typeface="Arial"/>
                <a:cs typeface="Arial"/>
              </a:rPr>
              <a:t>C</a:t>
            </a:r>
            <a:r>
              <a:rPr sz="750" b="1" spc="0" baseline="5797" dirty="0">
                <a:solidFill>
                  <a:srgbClr val="5B4B60"/>
                </a:solidFill>
                <a:latin typeface="Arial"/>
                <a:cs typeface="Arial"/>
              </a:rPr>
              <a:t>a</a:t>
            </a:r>
            <a:r>
              <a:rPr sz="750" b="1" spc="0" baseline="5797" dirty="0">
                <a:solidFill>
                  <a:srgbClr val="6B3164"/>
                </a:solidFill>
                <a:latin typeface="Arial"/>
                <a:cs typeface="Arial"/>
              </a:rPr>
              <a:t>li</a:t>
            </a:r>
            <a:r>
              <a:rPr sz="750" b="1" spc="-94" baseline="5797" dirty="0">
                <a:solidFill>
                  <a:srgbClr val="6B3164"/>
                </a:solidFill>
                <a:latin typeface="Arial"/>
                <a:cs typeface="Arial"/>
              </a:rPr>
              <a:t>f</a:t>
            </a:r>
            <a:r>
              <a:rPr sz="750" b="1" spc="-29" baseline="5797" dirty="0">
                <a:solidFill>
                  <a:srgbClr val="64606D"/>
                </a:solidFill>
                <a:latin typeface="Arial"/>
                <a:cs typeface="Arial"/>
              </a:rPr>
              <a:t>o</a:t>
            </a:r>
            <a:r>
              <a:rPr sz="750" b="1" spc="0" baseline="5797" dirty="0">
                <a:solidFill>
                  <a:srgbClr val="5B4B60"/>
                </a:solidFill>
                <a:latin typeface="Arial"/>
                <a:cs typeface="Arial"/>
              </a:rPr>
              <a:t>r</a:t>
            </a:r>
            <a:r>
              <a:rPr sz="750" b="1" spc="-50" baseline="5797" dirty="0">
                <a:solidFill>
                  <a:srgbClr val="5B4B60"/>
                </a:solidFill>
                <a:latin typeface="Arial"/>
                <a:cs typeface="Arial"/>
              </a:rPr>
              <a:t>n</a:t>
            </a:r>
            <a:r>
              <a:rPr sz="750" b="1" spc="-19" baseline="5797" dirty="0">
                <a:solidFill>
                  <a:srgbClr val="6B3164"/>
                </a:solidFill>
                <a:latin typeface="Arial"/>
                <a:cs typeface="Arial"/>
              </a:rPr>
              <a:t>i</a:t>
            </a:r>
            <a:r>
              <a:rPr sz="750" b="1" spc="0" baseline="5797" dirty="0">
                <a:solidFill>
                  <a:srgbClr val="5B4B60"/>
                </a:solidFill>
                <a:latin typeface="Arial"/>
                <a:cs typeface="Arial"/>
              </a:rPr>
              <a:t>a</a:t>
            </a:r>
            <a:r>
              <a:rPr sz="750" b="1" spc="0" baseline="5797" dirty="0">
                <a:solidFill>
                  <a:srgbClr val="858995"/>
                </a:solidFill>
                <a:latin typeface="Arial"/>
                <a:cs typeface="Arial"/>
              </a:rPr>
              <a:t>,</a:t>
            </a:r>
            <a:r>
              <a:rPr sz="750" b="1" spc="0" baseline="5797" dirty="0">
                <a:solidFill>
                  <a:srgbClr val="7B7282"/>
                </a:solidFill>
                <a:latin typeface="Arial"/>
                <a:cs typeface="Arial"/>
              </a:rPr>
              <a:t>Uni    </a:t>
            </a:r>
            <a:r>
              <a:rPr sz="750" b="1" spc="29" baseline="5797" dirty="0">
                <a:solidFill>
                  <a:srgbClr val="7B7282"/>
                </a:solidFill>
                <a:latin typeface="Arial"/>
                <a:cs typeface="Arial"/>
              </a:rPr>
              <a:t> </a:t>
            </a:r>
            <a:r>
              <a:rPr sz="750" b="1" spc="0" baseline="5797" dirty="0">
                <a:solidFill>
                  <a:srgbClr val="774F7E"/>
                </a:solidFill>
                <a:latin typeface="Arial"/>
                <a:cs typeface="Arial"/>
              </a:rPr>
              <a:t>.</a:t>
            </a:r>
            <a:r>
              <a:rPr sz="750" b="1" spc="0" baseline="5797" dirty="0">
                <a:solidFill>
                  <a:srgbClr val="7B7282"/>
                </a:solidFill>
                <a:latin typeface="Arial"/>
                <a:cs typeface="Arial"/>
              </a:rPr>
              <a:t>.</a:t>
            </a:r>
            <a:r>
              <a:rPr sz="750" b="1" spc="0" baseline="5797" dirty="0">
                <a:solidFill>
                  <a:srgbClr val="774F7E"/>
                </a:solidFill>
                <a:latin typeface="Arial"/>
                <a:cs typeface="Arial"/>
              </a:rPr>
              <a:t>.   </a:t>
            </a:r>
            <a:r>
              <a:rPr sz="750" b="1" spc="54" baseline="5797" dirty="0">
                <a:solidFill>
                  <a:srgbClr val="774F7E"/>
                </a:solidFill>
                <a:latin typeface="Arial"/>
                <a:cs typeface="Arial"/>
              </a:rPr>
              <a:t> </a:t>
            </a:r>
            <a:r>
              <a:rPr sz="900" spc="0" baseline="4831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900" spc="125" baseline="4831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19406">
              <a:lnSpc>
                <a:spcPct val="95825"/>
              </a:lnSpc>
              <a:spcBef>
                <a:spcPts val="110"/>
              </a:spcBef>
            </a:pP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9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5</a:t>
            </a:r>
            <a:r>
              <a:rPr sz="600" spc="-5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99M</a:t>
            </a:r>
            <a:r>
              <a:rPr sz="600" spc="0" dirty="0">
                <a:solidFill>
                  <a:srgbClr val="858995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50924                                </a:t>
            </a:r>
            <a:r>
              <a:rPr sz="600" spc="-34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I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st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a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nbul </a:t>
            </a:r>
            <a:r>
              <a:rPr sz="600" spc="-34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500" spc="0" dirty="0">
                <a:solidFill>
                  <a:srgbClr val="7B7282"/>
                </a:solidFill>
                <a:latin typeface="Arial"/>
                <a:cs typeface="Arial"/>
              </a:rPr>
              <a:t>Tu</a:t>
            </a:r>
            <a:r>
              <a:rPr sz="500" spc="0" dirty="0">
                <a:solidFill>
                  <a:srgbClr val="64606D"/>
                </a:solidFill>
                <a:latin typeface="Arial"/>
                <a:cs typeface="Arial"/>
              </a:rPr>
              <a:t>rk</a:t>
            </a:r>
            <a:r>
              <a:rPr sz="500" spc="0" dirty="0">
                <a:solidFill>
                  <a:srgbClr val="7B7282"/>
                </a:solidFill>
                <a:latin typeface="Arial"/>
                <a:cs typeface="Arial"/>
              </a:rPr>
              <a:t>ey                      </a:t>
            </a:r>
            <a:r>
              <a:rPr sz="500" spc="24" dirty="0">
                <a:solidFill>
                  <a:srgbClr val="7B7282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2</a:t>
            </a:r>
            <a:r>
              <a:rPr sz="600" spc="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2</a:t>
            </a:r>
            <a:r>
              <a:rPr sz="600" spc="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44</a:t>
            </a:r>
            <a:r>
              <a:rPr sz="600" spc="0" dirty="0">
                <a:solidFill>
                  <a:srgbClr val="7B234B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4D5677"/>
                </a:solidFill>
                <a:latin typeface="Times New Roman"/>
                <a:cs typeface="Times New Roman"/>
              </a:rPr>
              <a:t>4</a:t>
            </a:r>
            <a:r>
              <a:rPr sz="600" spc="0" dirty="0">
                <a:solidFill>
                  <a:srgbClr val="1C498E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5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869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3                             </a:t>
            </a:r>
            <a:r>
              <a:rPr sz="600" spc="-69" dirty="0">
                <a:solidFill>
                  <a:srgbClr val="5B4B60"/>
                </a:solidFill>
                <a:latin typeface="Times New Roman"/>
                <a:cs typeface="Times New Roman"/>
              </a:rPr>
              <a:t> </a:t>
            </a:r>
            <a:r>
              <a:rPr sz="600" b="1" spc="0" dirty="0">
                <a:solidFill>
                  <a:srgbClr val="4D5677"/>
                </a:solidFill>
                <a:latin typeface="Arial"/>
                <a:cs typeface="Arial"/>
              </a:rPr>
              <a:t>C</a:t>
            </a:r>
            <a:r>
              <a:rPr sz="600" b="1" spc="-34" dirty="0">
                <a:solidFill>
                  <a:srgbClr val="6B3164"/>
                </a:solidFill>
                <a:latin typeface="Arial"/>
                <a:cs typeface="Arial"/>
              </a:rPr>
              <a:t>h</a:t>
            </a:r>
            <a:r>
              <a:rPr sz="600" b="1" spc="0" dirty="0">
                <a:solidFill>
                  <a:srgbClr val="423A4B"/>
                </a:solidFill>
                <a:latin typeface="Arial"/>
                <a:cs typeface="Arial"/>
              </a:rPr>
              <a:t>a</a:t>
            </a:r>
            <a:r>
              <a:rPr sz="600" b="1" spc="-29" dirty="0">
                <a:solidFill>
                  <a:srgbClr val="5B4B60"/>
                </a:solidFill>
                <a:latin typeface="Arial"/>
                <a:cs typeface="Arial"/>
              </a:rPr>
              <a:t>p</a:t>
            </a:r>
            <a:r>
              <a:rPr sz="600" b="1" spc="0" dirty="0">
                <a:solidFill>
                  <a:srgbClr val="423A4B"/>
                </a:solidFill>
                <a:latin typeface="Arial"/>
                <a:cs typeface="Arial"/>
              </a:rPr>
              <a:t>e</a:t>
            </a:r>
            <a:r>
              <a:rPr sz="600" b="1" spc="39" dirty="0">
                <a:solidFill>
                  <a:srgbClr val="6B3164"/>
                </a:solidFill>
                <a:latin typeface="Arial"/>
                <a:cs typeface="Arial"/>
              </a:rPr>
              <a:t>l</a:t>
            </a:r>
            <a:r>
              <a:rPr sz="600" b="1" spc="0" dirty="0">
                <a:solidFill>
                  <a:srgbClr val="6B3164"/>
                </a:solidFill>
                <a:latin typeface="Arial"/>
                <a:cs typeface="Arial"/>
              </a:rPr>
              <a:t>Hil</a:t>
            </a:r>
            <a:r>
              <a:rPr sz="600" b="1" spc="-104" dirty="0">
                <a:solidFill>
                  <a:srgbClr val="6B3164"/>
                </a:solidFill>
                <a:latin typeface="Arial"/>
                <a:cs typeface="Arial"/>
              </a:rPr>
              <a:t>l</a:t>
            </a:r>
            <a:r>
              <a:rPr sz="600" b="1" spc="0" dirty="0">
                <a:solidFill>
                  <a:srgbClr val="7B7282"/>
                </a:solidFill>
                <a:latin typeface="Arial"/>
                <a:cs typeface="Arial"/>
              </a:rPr>
              <a:t>.</a:t>
            </a:r>
            <a:r>
              <a:rPr sz="600" b="1" spc="0" dirty="0">
                <a:solidFill>
                  <a:srgbClr val="6B3164"/>
                </a:solidFill>
                <a:latin typeface="Arial"/>
                <a:cs typeface="Arial"/>
              </a:rPr>
              <a:t>N</a:t>
            </a:r>
            <a:r>
              <a:rPr sz="600" b="1" spc="0" dirty="0">
                <a:solidFill>
                  <a:srgbClr val="5B4B60"/>
                </a:solidFill>
                <a:latin typeface="Arial"/>
                <a:cs typeface="Arial"/>
              </a:rPr>
              <a:t>ort</a:t>
            </a:r>
            <a:r>
              <a:rPr sz="600" b="1" spc="25" dirty="0">
                <a:solidFill>
                  <a:srgbClr val="5B4B60"/>
                </a:solidFill>
                <a:latin typeface="Arial"/>
                <a:cs typeface="Arial"/>
              </a:rPr>
              <a:t>h</a:t>
            </a:r>
            <a:r>
              <a:rPr sz="600" b="1" spc="0" dirty="0">
                <a:solidFill>
                  <a:srgbClr val="64606D"/>
                </a:solidFill>
                <a:latin typeface="Arial"/>
                <a:cs typeface="Arial"/>
              </a:rPr>
              <a:t>Ca</a:t>
            </a:r>
            <a:r>
              <a:rPr sz="600" b="1" spc="-34" dirty="0">
                <a:solidFill>
                  <a:srgbClr val="5B4B60"/>
                </a:solidFill>
                <a:latin typeface="Arial"/>
                <a:cs typeface="Arial"/>
              </a:rPr>
              <a:t>r</a:t>
            </a:r>
            <a:r>
              <a:rPr sz="600" b="1" spc="-34" dirty="0">
                <a:solidFill>
                  <a:srgbClr val="7B7282"/>
                </a:solidFill>
                <a:latin typeface="Arial"/>
                <a:cs typeface="Arial"/>
              </a:rPr>
              <a:t>o</a:t>
            </a:r>
            <a:r>
              <a:rPr sz="600" b="1" spc="0" dirty="0">
                <a:solidFill>
                  <a:srgbClr val="774F7E"/>
                </a:solidFill>
                <a:latin typeface="Arial"/>
                <a:cs typeface="Arial"/>
              </a:rPr>
              <a:t>l</a:t>
            </a:r>
            <a:r>
              <a:rPr sz="600" b="1" spc="-125" dirty="0">
                <a:solidFill>
                  <a:srgbClr val="774F7E"/>
                </a:solidFill>
                <a:latin typeface="Arial"/>
                <a:cs typeface="Arial"/>
              </a:rPr>
              <a:t>i</a:t>
            </a:r>
            <a:r>
              <a:rPr sz="600" b="1" spc="0" dirty="0">
                <a:solidFill>
                  <a:srgbClr val="774F7E"/>
                </a:solidFill>
                <a:latin typeface="Arial"/>
                <a:cs typeface="Arial"/>
              </a:rPr>
              <a:t>..</a:t>
            </a:r>
            <a:r>
              <a:rPr sz="600" b="1" spc="0" dirty="0">
                <a:solidFill>
                  <a:srgbClr val="7B7282"/>
                </a:solidFill>
                <a:latin typeface="Arial"/>
                <a:cs typeface="Arial"/>
              </a:rPr>
              <a:t>.   </a:t>
            </a:r>
            <a:r>
              <a:rPr sz="600" b="1" spc="-25" dirty="0">
                <a:solidFill>
                  <a:srgbClr val="7B7282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600" spc="125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25088">
              <a:lnSpc>
                <a:spcPct val="95825"/>
              </a:lnSpc>
              <a:spcBef>
                <a:spcPts val="160"/>
              </a:spcBef>
            </a:pP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40.198.121</a:t>
            </a:r>
            <a:r>
              <a:rPr sz="600" dirty="0">
                <a:solidFill>
                  <a:srgbClr val="858995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64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39                            </a:t>
            </a:r>
            <a:r>
              <a:rPr sz="600" spc="-34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Midd</a:t>
            </a:r>
            <a:r>
              <a:rPr sz="600" b="1" spc="-96" dirty="0">
                <a:solidFill>
                  <a:srgbClr val="7B7282"/>
                </a:solidFill>
                <a:latin typeface="Times New Roman"/>
                <a:cs typeface="Times New Roman"/>
              </a:rPr>
              <a:t>l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e</a:t>
            </a:r>
            <a:r>
              <a:rPr sz="600" b="1" spc="-38" dirty="0">
                <a:solidFill>
                  <a:srgbClr val="5B4B60"/>
                </a:solidFill>
                <a:latin typeface="Times New Roman"/>
                <a:cs typeface="Times New Roman"/>
              </a:rPr>
              <a:t>t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own</a:t>
            </a:r>
            <a:r>
              <a:rPr sz="600" b="1" spc="-21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b="1" spc="0" dirty="0">
                <a:solidFill>
                  <a:srgbClr val="64606D"/>
                </a:solidFill>
                <a:latin typeface="Times New Roman"/>
                <a:cs typeface="Times New Roman"/>
              </a:rPr>
              <a:t>T</a:t>
            </a:r>
            <a:r>
              <a:rPr sz="600" b="1" spc="-29" dirty="0">
                <a:solidFill>
                  <a:srgbClr val="64606D"/>
                </a:solidFill>
                <a:latin typeface="Times New Roman"/>
                <a:cs typeface="Times New Roman"/>
              </a:rPr>
              <a:t>o</a:t>
            </a:r>
            <a:r>
              <a:rPr sz="600" b="1" spc="0" dirty="0">
                <a:solidFill>
                  <a:srgbClr val="858995"/>
                </a:solidFill>
                <a:latin typeface="Times New Roman"/>
                <a:cs typeface="Times New Roman"/>
              </a:rPr>
              <a:t>w</a:t>
            </a:r>
            <a:r>
              <a:rPr sz="600" b="1" spc="-34" dirty="0">
                <a:solidFill>
                  <a:srgbClr val="7B7282"/>
                </a:solidFill>
                <a:latin typeface="Times New Roman"/>
                <a:cs typeface="Times New Roman"/>
              </a:rPr>
              <a:t>n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s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hi</a:t>
            </a:r>
            <a:r>
              <a:rPr sz="600" b="1" spc="-69" dirty="0">
                <a:solidFill>
                  <a:srgbClr val="7B7282"/>
                </a:solidFill>
                <a:latin typeface="Times New Roman"/>
                <a:cs typeface="Times New Roman"/>
              </a:rPr>
              <a:t>p</a:t>
            </a:r>
            <a:r>
              <a:rPr sz="600" b="1" spc="-109" dirty="0">
                <a:solidFill>
                  <a:srgbClr val="858995"/>
                </a:solidFill>
                <a:latin typeface="Times New Roman"/>
                <a:cs typeface="Times New Roman"/>
              </a:rPr>
              <a:t>,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.</a:t>
            </a:r>
            <a:r>
              <a:rPr sz="600" b="1" spc="0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.    </a:t>
            </a:r>
            <a:r>
              <a:rPr sz="600" b="1" spc="29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22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3</a:t>
            </a:r>
            <a:r>
              <a:rPr sz="600" spc="-4" dirty="0">
                <a:solidFill>
                  <a:srgbClr val="853459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06</a:t>
            </a:r>
            <a:r>
              <a:rPr sz="600" spc="0" dirty="0">
                <a:solidFill>
                  <a:srgbClr val="7B234B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254</a:t>
            </a:r>
            <a:r>
              <a:rPr sz="600" spc="0" dirty="0">
                <a:solidFill>
                  <a:srgbClr val="7B234B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9</a:t>
            </a:r>
            <a:r>
              <a:rPr sz="600" spc="25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1C498E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99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77                            </a:t>
            </a:r>
            <a:r>
              <a:rPr sz="600" spc="-9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600" b="1" spc="0" dirty="0">
                <a:solidFill>
                  <a:srgbClr val="5D175B"/>
                </a:solidFill>
                <a:latin typeface="Times New Roman"/>
                <a:cs typeface="Times New Roman"/>
              </a:rPr>
              <a:t>J</a:t>
            </a:r>
            <a:r>
              <a:rPr sz="600" b="1" spc="-64" dirty="0">
                <a:solidFill>
                  <a:srgbClr val="5D175B"/>
                </a:solidFill>
                <a:latin typeface="Times New Roman"/>
                <a:cs typeface="Times New Roman"/>
              </a:rPr>
              <a:t>i</a:t>
            </a:r>
            <a:r>
              <a:rPr sz="600" b="1" spc="-29" dirty="0">
                <a:solidFill>
                  <a:srgbClr val="423A4B"/>
                </a:solidFill>
                <a:latin typeface="Times New Roman"/>
                <a:cs typeface="Times New Roman"/>
              </a:rPr>
              <a:t>a</a:t>
            </a:r>
            <a:r>
              <a:rPr sz="600" b="1" spc="-29" dirty="0">
                <a:solidFill>
                  <a:srgbClr val="6B3164"/>
                </a:solidFill>
                <a:latin typeface="Times New Roman"/>
                <a:cs typeface="Times New Roman"/>
              </a:rPr>
              <a:t>n</a:t>
            </a:r>
            <a:r>
              <a:rPr sz="600" b="1" spc="0" dirty="0">
                <a:solidFill>
                  <a:srgbClr val="423A4B"/>
                </a:solidFill>
                <a:latin typeface="Times New Roman"/>
                <a:cs typeface="Times New Roman"/>
              </a:rPr>
              <a:t>g</a:t>
            </a:r>
            <a:r>
              <a:rPr sz="600" b="1" spc="0" dirty="0">
                <a:solidFill>
                  <a:srgbClr val="5B4B60"/>
                </a:solidFill>
                <a:latin typeface="Times New Roman"/>
                <a:cs typeface="Times New Roman"/>
              </a:rPr>
              <a:t>s</a:t>
            </a:r>
            <a:r>
              <a:rPr sz="600" b="1" spc="-34" dirty="0">
                <a:solidFill>
                  <a:srgbClr val="64606D"/>
                </a:solidFill>
                <a:latin typeface="Times New Roman"/>
                <a:cs typeface="Times New Roman"/>
              </a:rPr>
              <a:t>u</a:t>
            </a:r>
            <a:r>
              <a:rPr sz="600" b="1" spc="0" dirty="0">
                <a:solidFill>
                  <a:srgbClr val="7B7282"/>
                </a:solidFill>
                <a:latin typeface="Times New Roman"/>
                <a:cs typeface="Times New Roman"/>
              </a:rPr>
              <a:t>,</a:t>
            </a:r>
            <a:r>
              <a:rPr sz="600" b="1" spc="-34" dirty="0">
                <a:solidFill>
                  <a:srgbClr val="5B4B60"/>
                </a:solidFill>
                <a:latin typeface="Times New Roman"/>
                <a:cs typeface="Times New Roman"/>
              </a:rPr>
              <a:t>C</a:t>
            </a:r>
            <a:r>
              <a:rPr sz="600" b="1" spc="0" dirty="0">
                <a:solidFill>
                  <a:srgbClr val="6B3164"/>
                </a:solidFill>
                <a:latin typeface="Times New Roman"/>
                <a:cs typeface="Times New Roman"/>
              </a:rPr>
              <a:t>h</a:t>
            </a:r>
            <a:r>
              <a:rPr sz="600" b="1" spc="-34" dirty="0">
                <a:solidFill>
                  <a:srgbClr val="6B3164"/>
                </a:solidFill>
                <a:latin typeface="Times New Roman"/>
                <a:cs typeface="Times New Roman"/>
              </a:rPr>
              <a:t>i</a:t>
            </a:r>
            <a:r>
              <a:rPr sz="600" b="1" spc="-34" dirty="0">
                <a:solidFill>
                  <a:srgbClr val="5B4B60"/>
                </a:solidFill>
                <a:latin typeface="Times New Roman"/>
                <a:cs typeface="Times New Roman"/>
              </a:rPr>
              <a:t>n</a:t>
            </a:r>
            <a:r>
              <a:rPr sz="600" b="1" spc="0" dirty="0">
                <a:solidFill>
                  <a:srgbClr val="423A4B"/>
                </a:solidFill>
                <a:latin typeface="Times New Roman"/>
                <a:cs typeface="Times New Roman"/>
              </a:rPr>
              <a:t>a                    </a:t>
            </a:r>
            <a:r>
              <a:rPr sz="600" b="1" spc="142" dirty="0">
                <a:solidFill>
                  <a:srgbClr val="423A4B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600" spc="125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25089">
              <a:lnSpc>
                <a:spcPts val="739"/>
              </a:lnSpc>
              <a:spcBef>
                <a:spcPts val="155"/>
              </a:spcBef>
            </a:pPr>
            <a:r>
              <a:rPr sz="90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1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87</a:t>
            </a:r>
            <a:r>
              <a:rPr sz="900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13</a:t>
            </a:r>
            <a:r>
              <a:rPr sz="90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2</a:t>
            </a:r>
            <a:r>
              <a:rPr sz="900" baseline="4831" dirty="0">
                <a:solidFill>
                  <a:srgbClr val="858995"/>
                </a:solidFill>
                <a:latin typeface="Times New Roman"/>
                <a:cs typeface="Times New Roman"/>
              </a:rPr>
              <a:t>.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136.1</a:t>
            </a:r>
            <a:r>
              <a:rPr sz="900" baseline="4831" dirty="0">
                <a:solidFill>
                  <a:srgbClr val="858995"/>
                </a:solidFill>
                <a:latin typeface="Times New Roman"/>
                <a:cs typeface="Times New Roman"/>
              </a:rPr>
              <a:t>:</a:t>
            </a:r>
            <a:r>
              <a:rPr sz="90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12808                             </a:t>
            </a:r>
            <a:r>
              <a:rPr sz="900" spc="-44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900" b="1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P</a:t>
            </a:r>
            <a:r>
              <a:rPr sz="900" b="1" spc="-69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u</a:t>
            </a:r>
            <a:r>
              <a:rPr sz="900" b="1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e</a:t>
            </a:r>
            <a:r>
              <a:rPr sz="900" b="1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b</a:t>
            </a:r>
            <a:r>
              <a:rPr sz="900" b="1" spc="-34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l</a:t>
            </a:r>
            <a:r>
              <a:rPr sz="900" b="1" spc="34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a</a:t>
            </a:r>
            <a:r>
              <a:rPr sz="900" b="1" spc="-29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C</a:t>
            </a:r>
            <a:r>
              <a:rPr sz="900" b="1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it</a:t>
            </a:r>
            <a:r>
              <a:rPr sz="900" b="1" spc="-34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y</a:t>
            </a:r>
            <a:r>
              <a:rPr sz="900" b="1" spc="0" baseline="4831" dirty="0">
                <a:solidFill>
                  <a:srgbClr val="858995"/>
                </a:solidFill>
                <a:latin typeface="Times New Roman"/>
                <a:cs typeface="Times New Roman"/>
              </a:rPr>
              <a:t>.</a:t>
            </a:r>
            <a:r>
              <a:rPr sz="900" b="1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P</a:t>
            </a:r>
            <a:r>
              <a:rPr sz="900" b="1" spc="-69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u</a:t>
            </a:r>
            <a:r>
              <a:rPr sz="900" b="1" spc="0" baseline="4831" dirty="0">
                <a:solidFill>
                  <a:srgbClr val="423A4B"/>
                </a:solidFill>
                <a:latin typeface="Times New Roman"/>
                <a:cs typeface="Times New Roman"/>
              </a:rPr>
              <a:t>e</a:t>
            </a:r>
            <a:r>
              <a:rPr sz="900" b="1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b</a:t>
            </a:r>
            <a:r>
              <a:rPr sz="900" b="1" spc="-34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l</a:t>
            </a:r>
            <a:r>
              <a:rPr sz="900" b="1" spc="-34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a</a:t>
            </a:r>
            <a:r>
              <a:rPr sz="900" b="1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,</a:t>
            </a:r>
            <a:r>
              <a:rPr sz="900" b="1" spc="-34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M</a:t>
            </a:r>
            <a:r>
              <a:rPr sz="900" b="1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e</a:t>
            </a:r>
            <a:r>
              <a:rPr sz="900" b="1" spc="-104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x</a:t>
            </a:r>
            <a:r>
              <a:rPr sz="900" b="1" spc="-34" baseline="4831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900" b="1" spc="-109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i</a:t>
            </a:r>
            <a:r>
              <a:rPr sz="900" b="1" spc="-19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.</a:t>
            </a:r>
            <a:r>
              <a:rPr sz="900" b="1" spc="0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.  </a:t>
            </a:r>
            <a:r>
              <a:rPr sz="900" b="1" spc="113" baseline="4831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2</a:t>
            </a:r>
            <a:r>
              <a:rPr sz="900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5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3.</a:t>
            </a:r>
            <a:r>
              <a:rPr sz="900" spc="0" baseline="4831" dirty="0">
                <a:solidFill>
                  <a:srgbClr val="4D5677"/>
                </a:solidFill>
                <a:latin typeface="Times New Roman"/>
                <a:cs typeface="Times New Roman"/>
              </a:rPr>
              <a:t>4</a:t>
            </a:r>
            <a:r>
              <a:rPr sz="900" spc="-54" baseline="4831" dirty="0">
                <a:solidFill>
                  <a:srgbClr val="7B234B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99</a:t>
            </a:r>
            <a:r>
              <a:rPr sz="900" spc="0" baseline="4831" dirty="0">
                <a:solidFill>
                  <a:srgbClr val="7B234B"/>
                </a:solidFill>
                <a:latin typeface="Times New Roman"/>
                <a:cs typeface="Times New Roman"/>
              </a:rPr>
              <a:t>.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38</a:t>
            </a:r>
            <a:r>
              <a:rPr sz="900" spc="0" baseline="4831" dirty="0">
                <a:solidFill>
                  <a:srgbClr val="1C498E"/>
                </a:solidFill>
                <a:latin typeface="Times New Roman"/>
                <a:cs typeface="Times New Roman"/>
              </a:rPr>
              <a:t>:</a:t>
            </a:r>
            <a:r>
              <a:rPr sz="900" spc="-29" baseline="4831" dirty="0">
                <a:solidFill>
                  <a:srgbClr val="1C498E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900" spc="0" baseline="4831" dirty="0">
                <a:solidFill>
                  <a:srgbClr val="64606D"/>
                </a:solidFill>
                <a:latin typeface="Times New Roman"/>
                <a:cs typeface="Times New Roman"/>
              </a:rPr>
              <a:t>9</a:t>
            </a:r>
            <a:r>
              <a:rPr sz="900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760                              </a:t>
            </a:r>
            <a:r>
              <a:rPr sz="900" spc="54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 </a:t>
            </a:r>
            <a:r>
              <a:rPr sz="900" b="1" spc="0" baseline="4831" dirty="0">
                <a:solidFill>
                  <a:srgbClr val="5B4B60"/>
                </a:solidFill>
                <a:latin typeface="Times New Roman"/>
                <a:cs typeface="Times New Roman"/>
              </a:rPr>
              <a:t>lo</a:t>
            </a:r>
            <a:r>
              <a:rPr sz="900" b="1" spc="0" baseline="4831" dirty="0">
                <a:solidFill>
                  <a:srgbClr val="423A4B"/>
                </a:solidFill>
                <a:latin typeface="Times New Roman"/>
                <a:cs typeface="Times New Roman"/>
              </a:rPr>
              <a:t>c</a:t>
            </a:r>
            <a:r>
              <a:rPr sz="900" b="1" spc="-34" baseline="4831" dirty="0">
                <a:solidFill>
                  <a:srgbClr val="423A4B"/>
                </a:solidFill>
                <a:latin typeface="Times New Roman"/>
                <a:cs typeface="Times New Roman"/>
              </a:rPr>
              <a:t>a</a:t>
            </a:r>
            <a:r>
              <a:rPr sz="900" b="1" spc="0" baseline="4831" dirty="0">
                <a:solidFill>
                  <a:srgbClr val="6B3164"/>
                </a:solidFill>
                <a:latin typeface="Times New Roman"/>
                <a:cs typeface="Times New Roman"/>
              </a:rPr>
              <a:t>l                                   </a:t>
            </a:r>
            <a:r>
              <a:rPr sz="900" b="1" spc="64" baseline="4831" dirty="0">
                <a:solidFill>
                  <a:srgbClr val="6B3164"/>
                </a:solidFill>
                <a:latin typeface="Times New Roman"/>
                <a:cs typeface="Times New Roman"/>
              </a:rPr>
              <a:t> </a:t>
            </a:r>
            <a:r>
              <a:rPr sz="900" spc="0" baseline="4831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900" spc="125" baseline="4831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0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  <a:p>
            <a:pPr marL="19413">
              <a:lnSpc>
                <a:spcPct val="95825"/>
              </a:lnSpc>
              <a:spcBef>
                <a:spcPts val="114"/>
              </a:spcBef>
            </a:pPr>
            <a:r>
              <a:rPr sz="600" dirty="0">
                <a:solidFill>
                  <a:srgbClr val="64606D"/>
                </a:solidFill>
                <a:latin typeface="Times New Roman"/>
                <a:cs typeface="Times New Roman"/>
              </a:rPr>
              <a:t>27</a:t>
            </a:r>
            <a:r>
              <a:rPr sz="600" dirty="0">
                <a:solidFill>
                  <a:srgbClr val="774F7E"/>
                </a:solidFill>
                <a:latin typeface="Times New Roman"/>
                <a:cs typeface="Times New Roman"/>
              </a:rPr>
              <a:t>.1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71.</a:t>
            </a:r>
            <a:r>
              <a:rPr sz="600" dirty="0">
                <a:solidFill>
                  <a:srgbClr val="5B4B60"/>
                </a:solidFill>
                <a:latin typeface="Times New Roman"/>
                <a:cs typeface="Times New Roman"/>
              </a:rPr>
              <a:t>2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13.71</a:t>
            </a:r>
            <a:r>
              <a:rPr sz="600" dirty="0">
                <a:solidFill>
                  <a:srgbClr val="858995"/>
                </a:solidFill>
                <a:latin typeface="Times New Roman"/>
                <a:cs typeface="Times New Roman"/>
              </a:rPr>
              <a:t>:</a:t>
            </a:r>
            <a:r>
              <a:rPr sz="600" dirty="0">
                <a:solidFill>
                  <a:srgbClr val="7B7282"/>
                </a:solidFill>
                <a:latin typeface="Times New Roman"/>
                <a:cs typeface="Times New Roman"/>
              </a:rPr>
              <a:t>896                                 </a:t>
            </a:r>
            <a:r>
              <a:rPr sz="600" spc="-64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R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e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publ</a:t>
            </a:r>
            <a:r>
              <a:rPr sz="500" b="1" spc="-144" dirty="0">
                <a:solidFill>
                  <a:srgbClr val="7B7282"/>
                </a:solidFill>
                <a:latin typeface="Arial"/>
                <a:cs typeface="Arial"/>
              </a:rPr>
              <a:t>i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c</a:t>
            </a:r>
            <a:r>
              <a:rPr sz="500" b="1" spc="78" dirty="0">
                <a:solidFill>
                  <a:srgbClr val="64606D"/>
                </a:solidFill>
                <a:latin typeface="Arial"/>
                <a:cs typeface="Arial"/>
              </a:rPr>
              <a:t> 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of</a:t>
            </a:r>
            <a:r>
              <a:rPr sz="500" b="1" spc="17" dirty="0">
                <a:solidFill>
                  <a:srgbClr val="64606D"/>
                </a:solidFill>
                <a:latin typeface="Arial"/>
                <a:cs typeface="Arial"/>
              </a:rPr>
              <a:t> </a:t>
            </a:r>
            <a:r>
              <a:rPr sz="500" b="1" spc="-29" dirty="0">
                <a:solidFill>
                  <a:srgbClr val="7B7282"/>
                </a:solidFill>
                <a:latin typeface="Arial"/>
                <a:cs typeface="Arial"/>
              </a:rPr>
              <a:t>K</a:t>
            </a:r>
            <a:r>
              <a:rPr sz="500" b="1" spc="-29" dirty="0">
                <a:solidFill>
                  <a:srgbClr val="64606D"/>
                </a:solidFill>
                <a:latin typeface="Arial"/>
                <a:cs typeface="Arial"/>
              </a:rPr>
              <a:t>o</a:t>
            </a:r>
            <a:r>
              <a:rPr sz="500" b="1" spc="-34" dirty="0">
                <a:solidFill>
                  <a:srgbClr val="774F7E"/>
                </a:solidFill>
                <a:latin typeface="Arial"/>
                <a:cs typeface="Arial"/>
              </a:rPr>
              <a:t>r</a:t>
            </a:r>
            <a:r>
              <a:rPr sz="500" b="1" spc="0" dirty="0">
                <a:solidFill>
                  <a:srgbClr val="423A4B"/>
                </a:solidFill>
                <a:latin typeface="Arial"/>
                <a:cs typeface="Arial"/>
              </a:rPr>
              <a:t>e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a                 </a:t>
            </a:r>
            <a:r>
              <a:rPr sz="500" b="1" spc="25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2</a:t>
            </a:r>
            <a:r>
              <a:rPr sz="600" spc="0" dirty="0">
                <a:solidFill>
                  <a:srgbClr val="6B3164"/>
                </a:solidFill>
                <a:latin typeface="Times New Roman"/>
                <a:cs typeface="Times New Roman"/>
              </a:rPr>
              <a:t>1</a:t>
            </a:r>
            <a:r>
              <a:rPr sz="600" spc="0" dirty="0">
                <a:solidFill>
                  <a:srgbClr val="4D5677"/>
                </a:solidFill>
                <a:latin typeface="Times New Roman"/>
                <a:cs typeface="Times New Roman"/>
              </a:rPr>
              <a:t>6</a:t>
            </a:r>
            <a:r>
              <a:rPr sz="600" spc="0" dirty="0">
                <a:solidFill>
                  <a:srgbClr val="774F7E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9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7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.32</a:t>
            </a:r>
            <a:r>
              <a:rPr sz="600" spc="0" dirty="0">
                <a:solidFill>
                  <a:srgbClr val="7B234B"/>
                </a:solidFill>
                <a:latin typeface="Times New Roman"/>
                <a:cs typeface="Times New Roman"/>
              </a:rPr>
              <a:t>.</a:t>
            </a:r>
            <a:r>
              <a:rPr sz="600" spc="0" dirty="0">
                <a:solidFill>
                  <a:srgbClr val="4D5677"/>
                </a:solidFill>
                <a:latin typeface="Times New Roman"/>
                <a:cs typeface="Times New Roman"/>
              </a:rPr>
              <a:t>9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3</a:t>
            </a:r>
            <a:r>
              <a:rPr sz="600" spc="0" dirty="0">
                <a:solidFill>
                  <a:srgbClr val="1C498E"/>
                </a:solidFill>
                <a:latin typeface="Times New Roman"/>
                <a:cs typeface="Times New Roman"/>
              </a:rPr>
              <a:t>:</a:t>
            </a:r>
            <a:r>
              <a:rPr sz="600" spc="0" dirty="0">
                <a:solidFill>
                  <a:srgbClr val="5B4B60"/>
                </a:solidFill>
                <a:latin typeface="Times New Roman"/>
                <a:cs typeface="Times New Roman"/>
              </a:rPr>
              <a:t>342</a:t>
            </a:r>
            <a:r>
              <a:rPr sz="600" spc="0" dirty="0">
                <a:solidFill>
                  <a:srgbClr val="64606D"/>
                </a:solidFill>
                <a:latin typeface="Times New Roman"/>
                <a:cs typeface="Times New Roman"/>
              </a:rPr>
              <a:t>80                              </a:t>
            </a:r>
            <a:r>
              <a:rPr sz="600" spc="-25" dirty="0">
                <a:solidFill>
                  <a:srgbClr val="64606D"/>
                </a:solidFill>
                <a:latin typeface="Times New Roman"/>
                <a:cs typeface="Times New Roman"/>
              </a:rPr>
              <a:t> </a:t>
            </a:r>
            <a:r>
              <a:rPr sz="500" b="1" spc="0" dirty="0">
                <a:solidFill>
                  <a:srgbClr val="6B3164"/>
                </a:solidFill>
                <a:latin typeface="Arial"/>
                <a:cs typeface="Arial"/>
              </a:rPr>
              <a:t>D</a:t>
            </a:r>
            <a:r>
              <a:rPr sz="500" b="1" spc="0" dirty="0">
                <a:solidFill>
                  <a:srgbClr val="423A4B"/>
                </a:solidFill>
                <a:latin typeface="Arial"/>
                <a:cs typeface="Arial"/>
              </a:rPr>
              <a:t>a</a:t>
            </a:r>
            <a:r>
              <a:rPr sz="500" b="1" spc="-29" dirty="0">
                <a:solidFill>
                  <a:srgbClr val="774F7E"/>
                </a:solidFill>
                <a:latin typeface="Arial"/>
                <a:cs typeface="Arial"/>
              </a:rPr>
              <a:t>l</a:t>
            </a:r>
            <a:r>
              <a:rPr sz="500" b="1" spc="-19" dirty="0">
                <a:solidFill>
                  <a:srgbClr val="5D175B"/>
                </a:solidFill>
                <a:latin typeface="Arial"/>
                <a:cs typeface="Arial"/>
              </a:rPr>
              <a:t>l</a:t>
            </a:r>
            <a:r>
              <a:rPr sz="500" b="1" spc="0" dirty="0">
                <a:solidFill>
                  <a:srgbClr val="423A4B"/>
                </a:solidFill>
                <a:latin typeface="Arial"/>
                <a:cs typeface="Arial"/>
              </a:rPr>
              <a:t>a</a:t>
            </a:r>
            <a:r>
              <a:rPr sz="500" b="1" spc="-25" dirty="0">
                <a:solidFill>
                  <a:srgbClr val="423A4B"/>
                </a:solidFill>
                <a:latin typeface="Arial"/>
                <a:cs typeface="Arial"/>
              </a:rPr>
              <a:t>s</a:t>
            </a:r>
            <a:r>
              <a:rPr sz="500" b="1" spc="0" dirty="0">
                <a:solidFill>
                  <a:srgbClr val="7B7282"/>
                </a:solidFill>
                <a:latin typeface="Arial"/>
                <a:cs typeface="Arial"/>
              </a:rPr>
              <a:t>,</a:t>
            </a:r>
            <a:r>
              <a:rPr sz="500" b="1" spc="0" dirty="0">
                <a:solidFill>
                  <a:srgbClr val="6B3164"/>
                </a:solidFill>
                <a:latin typeface="Arial"/>
                <a:cs typeface="Arial"/>
              </a:rPr>
              <a:t>T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exa</a:t>
            </a:r>
            <a:r>
              <a:rPr sz="500" b="1" spc="-50" dirty="0">
                <a:solidFill>
                  <a:srgbClr val="5B4B60"/>
                </a:solidFill>
                <a:latin typeface="Arial"/>
                <a:cs typeface="Arial"/>
              </a:rPr>
              <a:t>s</a:t>
            </a:r>
            <a:r>
              <a:rPr sz="500" b="1" spc="0" dirty="0">
                <a:solidFill>
                  <a:srgbClr val="707EA7"/>
                </a:solidFill>
                <a:latin typeface="Arial"/>
                <a:cs typeface="Arial"/>
              </a:rPr>
              <a:t>,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U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nited </a:t>
            </a:r>
            <a:r>
              <a:rPr sz="500" b="1" spc="69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500" b="1" spc="0" dirty="0">
                <a:solidFill>
                  <a:srgbClr val="64606D"/>
                </a:solidFill>
                <a:latin typeface="Arial"/>
                <a:cs typeface="Arial"/>
              </a:rPr>
              <a:t>S</a:t>
            </a:r>
            <a:r>
              <a:rPr sz="500" b="1" spc="0" dirty="0">
                <a:solidFill>
                  <a:srgbClr val="5B4B60"/>
                </a:solidFill>
                <a:latin typeface="Arial"/>
                <a:cs typeface="Arial"/>
              </a:rPr>
              <a:t>tates   </a:t>
            </a:r>
            <a:r>
              <a:rPr sz="500" b="1" spc="48" dirty="0">
                <a:solidFill>
                  <a:srgbClr val="5B4B60"/>
                </a:solidFill>
                <a:latin typeface="Arial"/>
                <a:cs typeface="Arial"/>
              </a:rPr>
              <a:t> </a:t>
            </a:r>
            <a:r>
              <a:rPr sz="600" spc="0" dirty="0">
                <a:solidFill>
                  <a:srgbClr val="67BAE1"/>
                </a:solidFill>
                <a:latin typeface="Times New Roman"/>
                <a:cs typeface="Times New Roman"/>
              </a:rPr>
              <a:t>TCP                                           </a:t>
            </a:r>
            <a:r>
              <a:rPr sz="600" spc="125" dirty="0">
                <a:solidFill>
                  <a:srgbClr val="67BAE1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60                    </a:t>
            </a:r>
            <a:r>
              <a:rPr sz="600" spc="52" dirty="0">
                <a:solidFill>
                  <a:srgbClr val="7B7282"/>
                </a:solidFill>
                <a:latin typeface="Times New Roman"/>
                <a:cs typeface="Times New Roman"/>
              </a:rPr>
              <a:t> </a:t>
            </a:r>
            <a:r>
              <a:rPr sz="600" spc="0" dirty="0">
                <a:solidFill>
                  <a:srgbClr val="7B7282"/>
                </a:solidFill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04199" y="2438399"/>
            <a:ext cx="296670" cy="11993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8610599" y="1917699"/>
            <a:ext cx="53339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8610599" y="3708399"/>
            <a:ext cx="52069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6942</Words>
  <Application>Microsoft Office PowerPoint</Application>
  <PresentationFormat>On-screen Show (16:9)</PresentationFormat>
  <Paragraphs>976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Consolas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said AbuShaar</cp:lastModifiedBy>
  <cp:revision>5</cp:revision>
  <dcterms:modified xsi:type="dcterms:W3CDTF">2026-03-30T17:57:46Z</dcterms:modified>
</cp:coreProperties>
</file>