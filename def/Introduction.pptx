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706" y="3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15.jpg"/><Relationship Id="rId7" Type="http://schemas.openxmlformats.org/officeDocument/2006/relationships/image" Target="../media/image12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shark.org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wireshark.or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36508" y="2583177"/>
            <a:ext cx="507494" cy="370334"/>
          </a:xfrm>
          <a:custGeom>
            <a:avLst/>
            <a:gdLst/>
            <a:ahLst/>
            <a:cxnLst/>
            <a:rect l="l" t="t" r="r" b="b"/>
            <a:pathLst>
              <a:path w="507494" h="370334">
                <a:moveTo>
                  <a:pt x="507492" y="0"/>
                </a:moveTo>
                <a:lnTo>
                  <a:pt x="0" y="0"/>
                </a:lnTo>
                <a:lnTo>
                  <a:pt x="0" y="370334"/>
                </a:lnTo>
                <a:lnTo>
                  <a:pt x="507492" y="370334"/>
                </a:lnTo>
                <a:lnTo>
                  <a:pt x="507492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24469" y="351167"/>
            <a:ext cx="750472" cy="482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29"/>
              </a:lnSpc>
              <a:spcBef>
                <a:spcPts val="186"/>
              </a:spcBef>
            </a:pPr>
            <a:r>
              <a:rPr sz="3600" b="1" spc="-4" dirty="0">
                <a:solidFill>
                  <a:srgbClr val="619CD1"/>
                </a:solidFill>
                <a:latin typeface="Times New Roman"/>
                <a:cs typeface="Times New Roman"/>
              </a:rPr>
              <a:t>1.1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2818" y="1850974"/>
            <a:ext cx="3414083" cy="661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5145"/>
              </a:lnSpc>
              <a:spcBef>
                <a:spcPts val="257"/>
              </a:spcBef>
            </a:pPr>
            <a:r>
              <a:rPr sz="5000" b="1" spc="0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lang="en-US" sz="5000" b="1" spc="0" dirty="0">
                <a:solidFill>
                  <a:srgbClr val="3F3F3F"/>
                </a:solidFill>
                <a:latin typeface="Times New Roman"/>
                <a:cs typeface="Times New Roman"/>
              </a:rPr>
              <a:t>e</a:t>
            </a:r>
            <a:r>
              <a:rPr sz="5000" b="1" spc="0" dirty="0">
                <a:solidFill>
                  <a:srgbClr val="3F3F3F"/>
                </a:solidFill>
                <a:latin typeface="Times New Roman"/>
                <a:cs typeface="Times New Roman"/>
              </a:rPr>
              <a:t>tworking</a:t>
            </a:r>
            <a:endParaRPr sz="5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1468" y="1850974"/>
            <a:ext cx="2828095" cy="661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5145"/>
              </a:lnSpc>
              <a:spcBef>
                <a:spcPts val="257"/>
              </a:spcBef>
            </a:pPr>
            <a:r>
              <a:rPr sz="5000" b="1" dirty="0">
                <a:solidFill>
                  <a:srgbClr val="3F3F3F"/>
                </a:solidFill>
                <a:latin typeface="Times New Roman"/>
                <a:cs typeface="Times New Roman"/>
              </a:rPr>
              <a:t>Co</a:t>
            </a:r>
            <a:r>
              <a:rPr sz="5000" b="1" spc="4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5000" b="1" spc="0" dirty="0">
                <a:solidFill>
                  <a:srgbClr val="3F3F3F"/>
                </a:solidFill>
                <a:latin typeface="Times New Roman"/>
                <a:cs typeface="Times New Roman"/>
              </a:rPr>
              <a:t>cepts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2766" y="2613597"/>
            <a:ext cx="537778" cy="660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5145"/>
              </a:lnSpc>
              <a:spcBef>
                <a:spcPts val="257"/>
              </a:spcBef>
            </a:pPr>
            <a:endParaRPr sz="5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7900" y="2613597"/>
            <a:ext cx="2555789" cy="660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5145"/>
              </a:lnSpc>
              <a:spcBef>
                <a:spcPts val="257"/>
              </a:spcBef>
            </a:pPr>
            <a:endParaRPr sz="5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337" y="4855309"/>
            <a:ext cx="34759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1276" y="359537"/>
            <a:ext cx="50941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779" y="359537"/>
            <a:ext cx="164865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-9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etworking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84197" y="359537"/>
            <a:ext cx="136860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Concepts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59760" y="359537"/>
            <a:ext cx="2711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5604" y="359537"/>
            <a:ext cx="123837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0665" y="2131695"/>
            <a:ext cx="215290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fi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400" spc="-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0481" y="2131695"/>
            <a:ext cx="373786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some</a:t>
            </a:r>
            <a:r>
              <a:rPr sz="2400" spc="3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working</a:t>
            </a:r>
            <a:r>
              <a:rPr sz="2400" spc="-2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concepts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080" y="2131695"/>
            <a:ext cx="141681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ore</a:t>
            </a:r>
            <a:r>
              <a:rPr sz="2400" spc="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665" y="2497455"/>
            <a:ext cx="7666483" cy="696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proceed</a:t>
            </a:r>
            <a:r>
              <a:rPr sz="24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more</a:t>
            </a:r>
            <a:r>
              <a:rPr sz="2400" spc="5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tic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 part</a:t>
            </a:r>
            <a:r>
              <a:rPr sz="2400" spc="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4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module, </a:t>
            </a:r>
            <a:r>
              <a:rPr sz="24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where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-2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see </a:t>
            </a:r>
            <a:r>
              <a:rPr sz="2400" spc="1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detect</a:t>
            </a:r>
            <a:r>
              <a:rPr sz="2400" spc="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intrusions</a:t>
            </a:r>
            <a:r>
              <a:rPr sz="2400" spc="-2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spot </a:t>
            </a:r>
            <a:r>
              <a:rPr sz="2400" spc="1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sus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81560" y="2497455"/>
            <a:ext cx="4616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665" y="3229227"/>
            <a:ext cx="123584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behavior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3643" y="3229227"/>
            <a:ext cx="41312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2440" y="3229227"/>
            <a:ext cx="4992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78104" y="3229227"/>
            <a:ext cx="69903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1582" y="3229227"/>
            <a:ext cx="38633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773" y="3229227"/>
            <a:ext cx="135435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anal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zing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2354" y="3229227"/>
            <a:ext cx="115986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9433" y="3229227"/>
            <a:ext cx="96498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traffic.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335" y="4855310"/>
            <a:ext cx="34759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1276" y="359537"/>
            <a:ext cx="411085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1.1.1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400" b="1" spc="5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65" y="1692160"/>
            <a:ext cx="5813534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400" spc="-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importa</a:t>
            </a:r>
            <a:r>
              <a:rPr sz="2400" spc="-16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400" spc="-1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concept</a:t>
            </a:r>
            <a:r>
              <a:rPr sz="24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3484" y="1692160"/>
            <a:ext cx="98241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i="1" dirty="0">
                <a:solidFill>
                  <a:srgbClr val="595959"/>
                </a:solidFill>
                <a:latin typeface="Times New Roman"/>
                <a:cs typeface="Times New Roman"/>
              </a:rPr>
              <a:t>model</a:t>
            </a: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665" y="2570365"/>
            <a:ext cx="7059281" cy="6964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-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ork </a:t>
            </a:r>
            <a:r>
              <a:rPr sz="2400" spc="1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’s</a:t>
            </a:r>
            <a:r>
              <a:rPr sz="2400" spc="4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at, </a:t>
            </a:r>
            <a:r>
              <a:rPr sz="2400" spc="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order</a:t>
            </a:r>
            <a:r>
              <a:rPr sz="2400" spc="5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disasse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bly</a:t>
            </a:r>
            <a:endParaRPr sz="2400">
              <a:latin typeface="Times New Roman"/>
              <a:cs typeface="Times New Roman"/>
            </a:endParaRPr>
          </a:p>
          <a:p>
            <a:pPr marL="12700" marR="17817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based</a:t>
            </a:r>
            <a:r>
              <a:rPr sz="2400" spc="-1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commu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ation</a:t>
            </a:r>
            <a:r>
              <a:rPr sz="24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models.</a:t>
            </a:r>
            <a:r>
              <a:rPr sz="24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ames,</a:t>
            </a:r>
            <a:r>
              <a:rPr sz="24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packets,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4447" y="2570365"/>
            <a:ext cx="501973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3302379"/>
            <a:ext cx="3592581" cy="6960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headers</a:t>
            </a:r>
            <a:r>
              <a:rPr sz="24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ulate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</a:t>
            </a:r>
            <a:r>
              <a:rPr sz="2400" spc="-16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nication</a:t>
            </a:r>
            <a:r>
              <a:rPr sz="2400" spc="-2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7920" y="3302379"/>
            <a:ext cx="50004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15717" y="3302379"/>
            <a:ext cx="87816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8417" y="3302379"/>
            <a:ext cx="35076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4121" y="3302379"/>
            <a:ext cx="115986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335" y="4855307"/>
            <a:ext cx="34759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276" y="359537"/>
            <a:ext cx="411085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1.1.1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400" b="1" spc="5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1509280"/>
            <a:ext cx="8167044" cy="1062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3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day,</a:t>
            </a:r>
            <a:r>
              <a:rPr sz="24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</a:t>
            </a:r>
            <a:r>
              <a:rPr sz="2400" spc="-16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nication</a:t>
            </a:r>
            <a:r>
              <a:rPr sz="2400" spc="-2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andard</a:t>
            </a:r>
            <a:r>
              <a:rPr sz="2400" spc="1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was</a:t>
            </a:r>
            <a:r>
              <a:rPr sz="2400" spc="59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endParaRPr sz="2400">
              <a:latin typeface="Times New Roman"/>
              <a:cs typeface="Times New Roman"/>
            </a:endParaRPr>
          </a:p>
          <a:p>
            <a:pPr marL="12700" marR="86936">
              <a:lnSpc>
                <a:spcPct val="100041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24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commu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ate</a:t>
            </a:r>
            <a:r>
              <a:rPr sz="24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within</a:t>
            </a:r>
            <a:r>
              <a:rPr sz="2400" spc="2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ork;</a:t>
            </a:r>
            <a:r>
              <a:rPr sz="2400" spc="5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 sta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-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4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(Open</a:t>
            </a:r>
            <a:r>
              <a:rPr sz="2400" spc="3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ste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2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terconnection)</a:t>
            </a:r>
            <a:r>
              <a:rPr sz="24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119499"/>
            <a:ext cx="7661301" cy="106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 </a:t>
            </a:r>
            <a:r>
              <a:rPr sz="24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consists</a:t>
            </a:r>
            <a:r>
              <a:rPr sz="2400" spc="-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seven</a:t>
            </a:r>
            <a:r>
              <a:rPr sz="24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7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)</a:t>
            </a:r>
            <a:r>
              <a:rPr sz="2400" spc="2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ers. 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ch</a:t>
            </a:r>
            <a:r>
              <a:rPr sz="2400" spc="4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rep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ts</a:t>
            </a:r>
            <a:r>
              <a:rPr sz="2400" spc="-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dif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erent</a:t>
            </a:r>
            <a:r>
              <a:rPr sz="2400" spc="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nction</a:t>
            </a:r>
            <a:r>
              <a:rPr sz="2400" spc="-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worked</a:t>
            </a:r>
            <a:r>
              <a:rPr sz="2400" spc="-2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3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perf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rm</a:t>
            </a:r>
            <a:r>
              <a:rPr sz="2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during</a:t>
            </a:r>
            <a:r>
              <a:rPr sz="2400" spc="4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</a:t>
            </a:r>
            <a:r>
              <a:rPr sz="2400" spc="-1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nication.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335" y="4855307"/>
            <a:ext cx="34759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276" y="359537"/>
            <a:ext cx="411085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1.1.1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400" b="1" spc="5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665" y="1509280"/>
            <a:ext cx="4325876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5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model,</a:t>
            </a:r>
            <a:r>
              <a:rPr sz="2400" spc="5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4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3766" y="1509280"/>
            <a:ext cx="3209152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eve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gained</a:t>
            </a:r>
            <a:r>
              <a:rPr sz="2400" spc="-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1875659"/>
            <a:ext cx="1763506" cy="10617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97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tion; </a:t>
            </a:r>
            <a:r>
              <a:rPr sz="2400" spc="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said,</a:t>
            </a:r>
            <a:r>
              <a:rPr sz="2400" spc="4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400" spc="4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12700" marR="12486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ite</a:t>
            </a:r>
            <a:r>
              <a:rPr sz="2400" spc="-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eir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8980" y="1875659"/>
            <a:ext cx="6070057" cy="10617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737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 </a:t>
            </a:r>
            <a:r>
              <a:rPr sz="2400" spc="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consists</a:t>
            </a:r>
            <a:r>
              <a:rPr sz="2400" spc="-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3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)</a:t>
            </a:r>
            <a:r>
              <a:rPr sz="2400" spc="2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ers. 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being</a:t>
            </a:r>
            <a:endParaRPr sz="2400">
              <a:latin typeface="Times New Roman"/>
              <a:cs typeface="Times New Roman"/>
            </a:endParaRPr>
          </a:p>
          <a:p>
            <a:pPr marL="13994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400" spc="4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TC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4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models</a:t>
            </a:r>
            <a:r>
              <a:rPr sz="2400" spc="-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qu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</a:t>
            </a:r>
            <a:r>
              <a:rPr sz="2400" spc="4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simi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ar,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represe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ion</a:t>
            </a:r>
            <a:r>
              <a:rPr sz="2400" spc="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diff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rences.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3485259"/>
            <a:ext cx="6574743" cy="6960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x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sl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</a:t>
            </a:r>
            <a:r>
              <a:rPr sz="2400" spc="4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contains</a:t>
            </a:r>
            <a:r>
              <a:rPr sz="24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aphic </a:t>
            </a:r>
            <a:r>
              <a:rPr sz="2400" spc="1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epresen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ation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3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models</a:t>
            </a:r>
            <a:r>
              <a:rPr sz="2400" spc="-1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resem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</a:t>
            </a:r>
            <a:r>
              <a:rPr sz="2400" spc="-1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each</a:t>
            </a:r>
            <a:r>
              <a:rPr sz="2400" spc="-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oth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 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concep</a:t>
            </a:r>
            <a:r>
              <a:rPr sz="2400" spc="-1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uall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4652" y="3485259"/>
            <a:ext cx="99818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98359" y="3485259"/>
            <a:ext cx="4992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7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bject 160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530096" y="1423415"/>
            <a:ext cx="5876544" cy="2958084"/>
          </a:xfrm>
          <a:custGeom>
            <a:avLst/>
            <a:gdLst/>
            <a:ahLst/>
            <a:cxnLst/>
            <a:rect l="l" t="t" r="r" b="b"/>
            <a:pathLst>
              <a:path w="5876544" h="2958084">
                <a:moveTo>
                  <a:pt x="0" y="2958084"/>
                </a:moveTo>
                <a:lnTo>
                  <a:pt x="5876544" y="2958084"/>
                </a:lnTo>
                <a:lnTo>
                  <a:pt x="5876544" y="0"/>
                </a:lnTo>
                <a:lnTo>
                  <a:pt x="0" y="0"/>
                </a:lnTo>
                <a:lnTo>
                  <a:pt x="0" y="29580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0595" y="3359784"/>
            <a:ext cx="814707" cy="796417"/>
          </a:xfrm>
          <a:custGeom>
            <a:avLst/>
            <a:gdLst/>
            <a:ahLst/>
            <a:cxnLst/>
            <a:rect l="l" t="t" r="r" b="b"/>
            <a:pathLst>
              <a:path w="814707" h="796417">
                <a:moveTo>
                  <a:pt x="752096" y="32512"/>
                </a:moveTo>
                <a:lnTo>
                  <a:pt x="740920" y="0"/>
                </a:lnTo>
                <a:lnTo>
                  <a:pt x="739112" y="30947"/>
                </a:lnTo>
                <a:lnTo>
                  <a:pt x="752096" y="32512"/>
                </a:lnTo>
                <a:close/>
              </a:path>
              <a:path w="814707" h="796417">
                <a:moveTo>
                  <a:pt x="18356" y="-576580"/>
                </a:moveTo>
                <a:lnTo>
                  <a:pt x="28337" y="-541147"/>
                </a:lnTo>
                <a:lnTo>
                  <a:pt x="40352" y="-506095"/>
                </a:lnTo>
                <a:lnTo>
                  <a:pt x="54283" y="-471551"/>
                </a:lnTo>
                <a:lnTo>
                  <a:pt x="70029" y="-437388"/>
                </a:lnTo>
                <a:lnTo>
                  <a:pt x="87694" y="-403860"/>
                </a:lnTo>
                <a:lnTo>
                  <a:pt x="106988" y="-371094"/>
                </a:lnTo>
                <a:lnTo>
                  <a:pt x="127902" y="-338836"/>
                </a:lnTo>
                <a:lnTo>
                  <a:pt x="150445" y="-307467"/>
                </a:lnTo>
                <a:lnTo>
                  <a:pt x="174421" y="-276987"/>
                </a:lnTo>
                <a:lnTo>
                  <a:pt x="199737" y="-247396"/>
                </a:lnTo>
                <a:lnTo>
                  <a:pt x="226507" y="-218821"/>
                </a:lnTo>
                <a:lnTo>
                  <a:pt x="254511" y="-191262"/>
                </a:lnTo>
                <a:lnTo>
                  <a:pt x="283745" y="-164719"/>
                </a:lnTo>
                <a:lnTo>
                  <a:pt x="314048" y="-139573"/>
                </a:lnTo>
                <a:lnTo>
                  <a:pt x="345405" y="-115697"/>
                </a:lnTo>
                <a:lnTo>
                  <a:pt x="377711" y="-93091"/>
                </a:lnTo>
                <a:lnTo>
                  <a:pt x="410875" y="-71755"/>
                </a:lnTo>
                <a:lnTo>
                  <a:pt x="444947" y="-52070"/>
                </a:lnTo>
                <a:lnTo>
                  <a:pt x="479757" y="-33782"/>
                </a:lnTo>
                <a:lnTo>
                  <a:pt x="515252" y="-17272"/>
                </a:lnTo>
                <a:lnTo>
                  <a:pt x="551309" y="-2413"/>
                </a:lnTo>
                <a:lnTo>
                  <a:pt x="587885" y="10795"/>
                </a:lnTo>
                <a:lnTo>
                  <a:pt x="624969" y="22098"/>
                </a:lnTo>
                <a:lnTo>
                  <a:pt x="662434" y="31496"/>
                </a:lnTo>
                <a:lnTo>
                  <a:pt x="700153" y="38989"/>
                </a:lnTo>
                <a:lnTo>
                  <a:pt x="738372" y="43609"/>
                </a:lnTo>
                <a:lnTo>
                  <a:pt x="750572" y="45085"/>
                </a:lnTo>
                <a:lnTo>
                  <a:pt x="814707" y="42418"/>
                </a:lnTo>
                <a:lnTo>
                  <a:pt x="740920" y="0"/>
                </a:lnTo>
                <a:lnTo>
                  <a:pt x="752096" y="32512"/>
                </a:lnTo>
                <a:lnTo>
                  <a:pt x="739112" y="30947"/>
                </a:lnTo>
                <a:lnTo>
                  <a:pt x="702566" y="26543"/>
                </a:lnTo>
                <a:lnTo>
                  <a:pt x="665482" y="19304"/>
                </a:lnTo>
                <a:lnTo>
                  <a:pt x="628652" y="10033"/>
                </a:lnTo>
                <a:lnTo>
                  <a:pt x="592203" y="-1143"/>
                </a:lnTo>
                <a:lnTo>
                  <a:pt x="556135" y="-14097"/>
                </a:lnTo>
                <a:lnTo>
                  <a:pt x="520626" y="-28702"/>
                </a:lnTo>
                <a:lnTo>
                  <a:pt x="485636" y="-45085"/>
                </a:lnTo>
                <a:lnTo>
                  <a:pt x="451297" y="-63119"/>
                </a:lnTo>
                <a:lnTo>
                  <a:pt x="417741" y="-82423"/>
                </a:lnTo>
                <a:lnTo>
                  <a:pt x="384989" y="-103378"/>
                </a:lnTo>
                <a:lnTo>
                  <a:pt x="353100" y="-125730"/>
                </a:lnTo>
                <a:lnTo>
                  <a:pt x="322163" y="-149352"/>
                </a:lnTo>
                <a:lnTo>
                  <a:pt x="292268" y="-174244"/>
                </a:lnTo>
                <a:lnTo>
                  <a:pt x="263411" y="-200279"/>
                </a:lnTo>
                <a:lnTo>
                  <a:pt x="235779" y="-227457"/>
                </a:lnTo>
                <a:lnTo>
                  <a:pt x="209401" y="-255651"/>
                </a:lnTo>
                <a:lnTo>
                  <a:pt x="184417" y="-284861"/>
                </a:lnTo>
                <a:lnTo>
                  <a:pt x="160769" y="-314960"/>
                </a:lnTo>
                <a:lnTo>
                  <a:pt x="138544" y="-345821"/>
                </a:lnTo>
                <a:lnTo>
                  <a:pt x="117937" y="-377444"/>
                </a:lnTo>
                <a:lnTo>
                  <a:pt x="98936" y="-409829"/>
                </a:lnTo>
                <a:lnTo>
                  <a:pt x="81547" y="-442722"/>
                </a:lnTo>
                <a:lnTo>
                  <a:pt x="66055" y="-476250"/>
                </a:lnTo>
                <a:lnTo>
                  <a:pt x="52363" y="-510286"/>
                </a:lnTo>
                <a:lnTo>
                  <a:pt x="40566" y="-544576"/>
                </a:lnTo>
                <a:lnTo>
                  <a:pt x="30739" y="-579247"/>
                </a:lnTo>
                <a:lnTo>
                  <a:pt x="22914" y="-614299"/>
                </a:lnTo>
                <a:lnTo>
                  <a:pt x="17324" y="-649478"/>
                </a:lnTo>
                <a:lnTo>
                  <a:pt x="13831" y="-684784"/>
                </a:lnTo>
                <a:lnTo>
                  <a:pt x="12700" y="-720344"/>
                </a:lnTo>
                <a:lnTo>
                  <a:pt x="0" y="-720090"/>
                </a:lnTo>
                <a:lnTo>
                  <a:pt x="293" y="-702183"/>
                </a:lnTo>
                <a:lnTo>
                  <a:pt x="1156" y="-684149"/>
                </a:lnTo>
                <a:lnTo>
                  <a:pt x="2694" y="-666115"/>
                </a:lnTo>
                <a:lnTo>
                  <a:pt x="4712" y="-648081"/>
                </a:lnTo>
                <a:lnTo>
                  <a:pt x="10364" y="-612267"/>
                </a:lnTo>
                <a:lnTo>
                  <a:pt x="18356" y="-576580"/>
                </a:lnTo>
                <a:close/>
              </a:path>
              <a:path w="814707" h="796417">
                <a:moveTo>
                  <a:pt x="750572" y="45085"/>
                </a:moveTo>
                <a:lnTo>
                  <a:pt x="738372" y="43609"/>
                </a:lnTo>
                <a:lnTo>
                  <a:pt x="736475" y="76073"/>
                </a:lnTo>
                <a:lnTo>
                  <a:pt x="814707" y="42418"/>
                </a:lnTo>
                <a:lnTo>
                  <a:pt x="750572" y="450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554734" y="1802384"/>
            <a:ext cx="91693" cy="10060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883149" y="4204208"/>
            <a:ext cx="433069" cy="189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467600" y="3614925"/>
            <a:ext cx="1066800" cy="762000"/>
          </a:xfrm>
          <a:custGeom>
            <a:avLst/>
            <a:gdLst/>
            <a:ahLst/>
            <a:cxnLst/>
            <a:rect l="l" t="t" r="r" b="b"/>
            <a:pathLst>
              <a:path w="1066800" h="762000">
                <a:moveTo>
                  <a:pt x="0" y="762000"/>
                </a:moveTo>
                <a:lnTo>
                  <a:pt x="1066800" y="762000"/>
                </a:lnTo>
                <a:lnTo>
                  <a:pt x="10668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67600" y="3259834"/>
            <a:ext cx="1066800" cy="249937"/>
          </a:xfrm>
          <a:custGeom>
            <a:avLst/>
            <a:gdLst/>
            <a:ahLst/>
            <a:cxnLst/>
            <a:rect l="l" t="t" r="r" b="b"/>
            <a:pathLst>
              <a:path w="1066800" h="249937">
                <a:moveTo>
                  <a:pt x="0" y="249937"/>
                </a:moveTo>
                <a:lnTo>
                  <a:pt x="1066800" y="249937"/>
                </a:lnTo>
                <a:lnTo>
                  <a:pt x="1066800" y="0"/>
                </a:lnTo>
                <a:lnTo>
                  <a:pt x="0" y="0"/>
                </a:lnTo>
                <a:lnTo>
                  <a:pt x="0" y="249937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272781" y="3228848"/>
            <a:ext cx="177037" cy="4818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467600" y="2813302"/>
            <a:ext cx="1066800" cy="348997"/>
          </a:xfrm>
          <a:custGeom>
            <a:avLst/>
            <a:gdLst/>
            <a:ahLst/>
            <a:cxnLst/>
            <a:rect l="l" t="t" r="r" b="b"/>
            <a:pathLst>
              <a:path w="1066800" h="348997">
                <a:moveTo>
                  <a:pt x="0" y="348997"/>
                </a:moveTo>
                <a:lnTo>
                  <a:pt x="1066800" y="348997"/>
                </a:lnTo>
                <a:lnTo>
                  <a:pt x="1066800" y="0"/>
                </a:lnTo>
                <a:lnTo>
                  <a:pt x="0" y="0"/>
                </a:lnTo>
                <a:lnTo>
                  <a:pt x="0" y="348997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467600" y="1885187"/>
            <a:ext cx="1066800" cy="762000"/>
          </a:xfrm>
          <a:custGeom>
            <a:avLst/>
            <a:gdLst/>
            <a:ahLst/>
            <a:cxnLst/>
            <a:rect l="l" t="t" r="r" b="b"/>
            <a:pathLst>
              <a:path w="1066800" h="762000">
                <a:moveTo>
                  <a:pt x="0" y="762000"/>
                </a:moveTo>
                <a:lnTo>
                  <a:pt x="1066800" y="762000"/>
                </a:lnTo>
                <a:lnTo>
                  <a:pt x="10668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97293" y="2582672"/>
            <a:ext cx="737869" cy="4452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168900" y="1689100"/>
            <a:ext cx="2146300" cy="0"/>
          </a:xfrm>
          <a:custGeom>
            <a:avLst/>
            <a:gdLst/>
            <a:ahLst/>
            <a:cxnLst/>
            <a:rect l="l" t="t" r="r" b="b"/>
            <a:pathLst>
              <a:path w="2146300">
                <a:moveTo>
                  <a:pt x="0" y="0"/>
                </a:moveTo>
                <a:lnTo>
                  <a:pt x="2146300" y="0"/>
                </a:lnTo>
              </a:path>
            </a:pathLst>
          </a:custGeom>
          <a:ln w="12699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404100" y="1498600"/>
            <a:ext cx="0" cy="190499"/>
          </a:xfrm>
          <a:custGeom>
            <a:avLst/>
            <a:gdLst/>
            <a:ahLst/>
            <a:cxnLst/>
            <a:rect l="l" t="t" r="r" b="b"/>
            <a:pathLst>
              <a:path h="190499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404100" y="1498600"/>
            <a:ext cx="0" cy="190499"/>
          </a:xfrm>
          <a:custGeom>
            <a:avLst/>
            <a:gdLst/>
            <a:ahLst/>
            <a:cxnLst/>
            <a:rect l="l" t="t" r="r" b="b"/>
            <a:pathLst>
              <a:path h="190499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168900" y="16891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168900" y="16891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315200" y="16891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168900" y="1689100"/>
            <a:ext cx="2146300" cy="0"/>
          </a:xfrm>
          <a:custGeom>
            <a:avLst/>
            <a:gdLst/>
            <a:ahLst/>
            <a:cxnLst/>
            <a:rect l="l" t="t" r="r" b="b"/>
            <a:pathLst>
              <a:path w="2146300">
                <a:moveTo>
                  <a:pt x="0" y="0"/>
                </a:moveTo>
                <a:lnTo>
                  <a:pt x="2146300" y="0"/>
                </a:lnTo>
              </a:path>
            </a:pathLst>
          </a:custGeom>
          <a:ln w="12699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315200" y="16891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404100" y="16891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404100" y="16891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156200" y="1930400"/>
            <a:ext cx="25400" cy="114299"/>
          </a:xfrm>
          <a:custGeom>
            <a:avLst/>
            <a:gdLst/>
            <a:ahLst/>
            <a:cxnLst/>
            <a:rect l="l" t="t" r="r" b="b"/>
            <a:pathLst>
              <a:path w="25400" h="114299">
                <a:moveTo>
                  <a:pt x="0" y="114299"/>
                </a:moveTo>
                <a:lnTo>
                  <a:pt x="25400" y="114299"/>
                </a:lnTo>
                <a:lnTo>
                  <a:pt x="25400" y="0"/>
                </a:lnTo>
                <a:lnTo>
                  <a:pt x="0" y="0"/>
                </a:lnTo>
                <a:lnTo>
                  <a:pt x="0" y="114299"/>
                </a:lnTo>
                <a:close/>
              </a:path>
            </a:pathLst>
          </a:custGeom>
          <a:solidFill>
            <a:srgbClr val="8A8A8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156200" y="1930400"/>
            <a:ext cx="25400" cy="114299"/>
          </a:xfrm>
          <a:custGeom>
            <a:avLst/>
            <a:gdLst/>
            <a:ahLst/>
            <a:cxnLst/>
            <a:rect l="l" t="t" r="r" b="b"/>
            <a:pathLst>
              <a:path w="25400" h="114299">
                <a:moveTo>
                  <a:pt x="0" y="114299"/>
                </a:moveTo>
                <a:lnTo>
                  <a:pt x="25400" y="114299"/>
                </a:lnTo>
                <a:lnTo>
                  <a:pt x="25400" y="0"/>
                </a:lnTo>
                <a:lnTo>
                  <a:pt x="0" y="0"/>
                </a:lnTo>
                <a:lnTo>
                  <a:pt x="0" y="114299"/>
                </a:lnTo>
                <a:close/>
              </a:path>
            </a:pathLst>
          </a:custGeom>
          <a:solidFill>
            <a:srgbClr val="8A8A8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315200" y="1930400"/>
            <a:ext cx="0" cy="114299"/>
          </a:xfrm>
          <a:custGeom>
            <a:avLst/>
            <a:gdLst/>
            <a:ahLst/>
            <a:cxnLst/>
            <a:rect l="l" t="t" r="r" b="b"/>
            <a:pathLst>
              <a:path h="114299">
                <a:moveTo>
                  <a:pt x="0" y="114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315200" y="1930400"/>
            <a:ext cx="0" cy="114299"/>
          </a:xfrm>
          <a:custGeom>
            <a:avLst/>
            <a:gdLst/>
            <a:ahLst/>
            <a:cxnLst/>
            <a:rect l="l" t="t" r="r" b="b"/>
            <a:pathLst>
              <a:path h="114299">
                <a:moveTo>
                  <a:pt x="0" y="114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404100" y="1930400"/>
            <a:ext cx="0" cy="114299"/>
          </a:xfrm>
          <a:custGeom>
            <a:avLst/>
            <a:gdLst/>
            <a:ahLst/>
            <a:cxnLst/>
            <a:rect l="l" t="t" r="r" b="b"/>
            <a:pathLst>
              <a:path h="114299">
                <a:moveTo>
                  <a:pt x="0" y="114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404100" y="1930400"/>
            <a:ext cx="0" cy="114299"/>
          </a:xfrm>
          <a:custGeom>
            <a:avLst/>
            <a:gdLst/>
            <a:ahLst/>
            <a:cxnLst/>
            <a:rect l="l" t="t" r="r" b="b"/>
            <a:pathLst>
              <a:path h="114299">
                <a:moveTo>
                  <a:pt x="0" y="114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168900" y="20447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168900" y="2044700"/>
            <a:ext cx="0" cy="292099"/>
          </a:xfrm>
          <a:custGeom>
            <a:avLst/>
            <a:gdLst/>
            <a:ahLst/>
            <a:cxnLst/>
            <a:rect l="l" t="t" r="r" b="b"/>
            <a:pathLst>
              <a:path h="292099">
                <a:moveTo>
                  <a:pt x="0" y="2920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315200" y="2044700"/>
            <a:ext cx="0" cy="292099"/>
          </a:xfrm>
          <a:custGeom>
            <a:avLst/>
            <a:gdLst/>
            <a:ahLst/>
            <a:cxnLst/>
            <a:rect l="l" t="t" r="r" b="b"/>
            <a:pathLst>
              <a:path h="292099">
                <a:moveTo>
                  <a:pt x="0" y="2920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315200" y="20447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404100" y="20447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404100" y="20447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168900" y="22606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606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315200" y="22606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404100" y="22606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404100" y="22606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1689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286000" y="24384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12699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1689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3152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3152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4041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4041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1689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286000" y="24384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12699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1689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3152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3152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4041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4041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1689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286000" y="28194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12699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1689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3152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168900" y="2819400"/>
            <a:ext cx="2146300" cy="0"/>
          </a:xfrm>
          <a:custGeom>
            <a:avLst/>
            <a:gdLst/>
            <a:ahLst/>
            <a:cxnLst/>
            <a:rect l="l" t="t" r="r" b="b"/>
            <a:pathLst>
              <a:path w="2146300">
                <a:moveTo>
                  <a:pt x="0" y="0"/>
                </a:moveTo>
                <a:lnTo>
                  <a:pt x="2146300" y="0"/>
                </a:lnTo>
              </a:path>
            </a:pathLst>
          </a:custGeom>
          <a:ln w="12699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3152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4041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4041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168900" y="28194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286000" y="28194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12699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168900" y="2819400"/>
            <a:ext cx="0" cy="279399"/>
          </a:xfrm>
          <a:custGeom>
            <a:avLst/>
            <a:gdLst/>
            <a:ahLst/>
            <a:cxnLst/>
            <a:rect l="l" t="t" r="r" b="b"/>
            <a:pathLst>
              <a:path h="279399">
                <a:moveTo>
                  <a:pt x="0" y="2793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168900" y="2819400"/>
            <a:ext cx="2146300" cy="0"/>
          </a:xfrm>
          <a:custGeom>
            <a:avLst/>
            <a:gdLst/>
            <a:ahLst/>
            <a:cxnLst/>
            <a:rect l="l" t="t" r="r" b="b"/>
            <a:pathLst>
              <a:path w="2146300">
                <a:moveTo>
                  <a:pt x="0" y="0"/>
                </a:moveTo>
                <a:lnTo>
                  <a:pt x="2146300" y="0"/>
                </a:lnTo>
              </a:path>
            </a:pathLst>
          </a:custGeom>
          <a:ln w="12699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404100" y="28194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404100" y="28194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168900" y="3035300"/>
            <a:ext cx="0" cy="190499"/>
          </a:xfrm>
          <a:custGeom>
            <a:avLst/>
            <a:gdLst/>
            <a:ahLst/>
            <a:cxnLst/>
            <a:rect l="l" t="t" r="r" b="b"/>
            <a:pathLst>
              <a:path h="190499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286000" y="32258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404100" y="3035300"/>
            <a:ext cx="0" cy="63499"/>
          </a:xfrm>
          <a:custGeom>
            <a:avLst/>
            <a:gdLst/>
            <a:ahLst/>
            <a:cxnLst/>
            <a:rect l="l" t="t" r="r" b="b"/>
            <a:pathLst>
              <a:path h="63499">
                <a:moveTo>
                  <a:pt x="0" y="63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404100" y="3035300"/>
            <a:ext cx="0" cy="63499"/>
          </a:xfrm>
          <a:custGeom>
            <a:avLst/>
            <a:gdLst/>
            <a:ahLst/>
            <a:cxnLst/>
            <a:rect l="l" t="t" r="r" b="b"/>
            <a:pathLst>
              <a:path h="63499">
                <a:moveTo>
                  <a:pt x="0" y="63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168900" y="30988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404100" y="30988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404100" y="30988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168900" y="32258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286000" y="32258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168900" y="32258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7404100" y="32258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404100" y="32258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651000" y="3556000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0" y="0"/>
                </a:moveTo>
                <a:lnTo>
                  <a:pt x="469900" y="0"/>
                </a:lnTo>
              </a:path>
            </a:pathLst>
          </a:custGeom>
          <a:ln w="25399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168900" y="34798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286000" y="35560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12699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168900" y="34798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404100" y="34798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404100" y="34798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651000" y="3556000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0" y="0"/>
                </a:moveTo>
                <a:lnTo>
                  <a:pt x="469900" y="0"/>
                </a:lnTo>
              </a:path>
            </a:pathLst>
          </a:custGeom>
          <a:ln w="25399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1689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286000" y="35560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12699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1689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3152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3152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0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4041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4041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D3D4D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168900" y="3810000"/>
            <a:ext cx="0" cy="203199"/>
          </a:xfrm>
          <a:custGeom>
            <a:avLst/>
            <a:gdLst/>
            <a:ahLst/>
            <a:cxnLst/>
            <a:rect l="l" t="t" r="r" b="b"/>
            <a:pathLst>
              <a:path h="203199">
                <a:moveTo>
                  <a:pt x="0" y="203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286000" y="40132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0">
            <a:solidFill>
              <a:srgbClr val="31343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168900" y="3810000"/>
            <a:ext cx="0" cy="203199"/>
          </a:xfrm>
          <a:custGeom>
            <a:avLst/>
            <a:gdLst/>
            <a:ahLst/>
            <a:cxnLst/>
            <a:rect l="l" t="t" r="r" b="b"/>
            <a:pathLst>
              <a:path h="203199">
                <a:moveTo>
                  <a:pt x="0" y="203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7315200" y="3810000"/>
            <a:ext cx="0" cy="203199"/>
          </a:xfrm>
          <a:custGeom>
            <a:avLst/>
            <a:gdLst/>
            <a:ahLst/>
            <a:cxnLst/>
            <a:rect l="l" t="t" r="r" b="b"/>
            <a:pathLst>
              <a:path h="203199">
                <a:moveTo>
                  <a:pt x="0" y="203199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315200" y="3810000"/>
            <a:ext cx="0" cy="203199"/>
          </a:xfrm>
          <a:custGeom>
            <a:avLst/>
            <a:gdLst/>
            <a:ahLst/>
            <a:cxnLst/>
            <a:rect l="l" t="t" r="r" b="b"/>
            <a:pathLst>
              <a:path h="203199">
                <a:moveTo>
                  <a:pt x="0" y="203199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156200" y="4013200"/>
            <a:ext cx="25400" cy="165099"/>
          </a:xfrm>
          <a:custGeom>
            <a:avLst/>
            <a:gdLst/>
            <a:ahLst/>
            <a:cxnLst/>
            <a:rect l="l" t="t" r="r" b="b"/>
            <a:pathLst>
              <a:path w="25400" h="165099">
                <a:moveTo>
                  <a:pt x="0" y="165099"/>
                </a:moveTo>
                <a:lnTo>
                  <a:pt x="25400" y="165099"/>
                </a:lnTo>
                <a:lnTo>
                  <a:pt x="25400" y="0"/>
                </a:lnTo>
                <a:lnTo>
                  <a:pt x="0" y="0"/>
                </a:lnTo>
                <a:lnTo>
                  <a:pt x="0" y="165099"/>
                </a:lnTo>
                <a:close/>
              </a:path>
            </a:pathLst>
          </a:custGeom>
          <a:solidFill>
            <a:srgbClr val="9E9EA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286000" y="4013200"/>
            <a:ext cx="2882900" cy="0"/>
          </a:xfrm>
          <a:custGeom>
            <a:avLst/>
            <a:gdLst/>
            <a:ahLst/>
            <a:cxnLst/>
            <a:rect l="l" t="t" r="r" b="b"/>
            <a:pathLst>
              <a:path w="2882900">
                <a:moveTo>
                  <a:pt x="0" y="0"/>
                </a:moveTo>
                <a:lnTo>
                  <a:pt x="2882900" y="0"/>
                </a:lnTo>
              </a:path>
            </a:pathLst>
          </a:custGeom>
          <a:ln w="0">
            <a:solidFill>
              <a:srgbClr val="606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156200" y="4013200"/>
            <a:ext cx="25400" cy="165099"/>
          </a:xfrm>
          <a:custGeom>
            <a:avLst/>
            <a:gdLst/>
            <a:ahLst/>
            <a:cxnLst/>
            <a:rect l="l" t="t" r="r" b="b"/>
            <a:pathLst>
              <a:path w="25400" h="165099">
                <a:moveTo>
                  <a:pt x="0" y="165099"/>
                </a:moveTo>
                <a:lnTo>
                  <a:pt x="25400" y="165099"/>
                </a:lnTo>
                <a:lnTo>
                  <a:pt x="25400" y="0"/>
                </a:lnTo>
                <a:lnTo>
                  <a:pt x="0" y="0"/>
                </a:lnTo>
                <a:lnTo>
                  <a:pt x="0" y="165099"/>
                </a:lnTo>
                <a:close/>
              </a:path>
            </a:pathLst>
          </a:custGeom>
          <a:solidFill>
            <a:srgbClr val="9E9EA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7315200" y="4013200"/>
            <a:ext cx="0" cy="165099"/>
          </a:xfrm>
          <a:custGeom>
            <a:avLst/>
            <a:gdLst/>
            <a:ahLst/>
            <a:cxnLst/>
            <a:rect l="l" t="t" r="r" b="b"/>
            <a:pathLst>
              <a:path h="165099">
                <a:moveTo>
                  <a:pt x="0" y="165099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315200" y="4013200"/>
            <a:ext cx="0" cy="165099"/>
          </a:xfrm>
          <a:custGeom>
            <a:avLst/>
            <a:gdLst/>
            <a:ahLst/>
            <a:cxnLst/>
            <a:rect l="l" t="t" r="r" b="b"/>
            <a:pathLst>
              <a:path h="165099">
                <a:moveTo>
                  <a:pt x="0" y="165099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168900" y="41783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168900" y="41783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315200" y="41783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315200" y="41783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57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308600" y="4330700"/>
            <a:ext cx="2120900" cy="0"/>
          </a:xfrm>
          <a:custGeom>
            <a:avLst/>
            <a:gdLst/>
            <a:ahLst/>
            <a:cxnLst/>
            <a:rect l="l" t="t" r="r" b="b"/>
            <a:pathLst>
              <a:path w="2120900">
                <a:moveTo>
                  <a:pt x="0" y="0"/>
                </a:moveTo>
                <a:lnTo>
                  <a:pt x="2120900" y="0"/>
                </a:lnTo>
              </a:path>
            </a:pathLst>
          </a:custGeom>
          <a:ln w="38099">
            <a:solidFill>
              <a:srgbClr val="B1B1B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0774" y="1700785"/>
            <a:ext cx="1290828" cy="938782"/>
          </a:xfrm>
          <a:custGeom>
            <a:avLst/>
            <a:gdLst/>
            <a:ahLst/>
            <a:cxnLst/>
            <a:rect l="l" t="t" r="r" b="b"/>
            <a:pathLst>
              <a:path w="1290828" h="938782">
                <a:moveTo>
                  <a:pt x="0" y="938782"/>
                </a:moveTo>
                <a:lnTo>
                  <a:pt x="1290828" y="938782"/>
                </a:lnTo>
                <a:lnTo>
                  <a:pt x="1290828" y="0"/>
                </a:lnTo>
                <a:lnTo>
                  <a:pt x="0" y="0"/>
                </a:lnTo>
                <a:lnTo>
                  <a:pt x="0" y="93878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0" y="-14223"/>
            <a:ext cx="9138157" cy="10914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13901" y="2607056"/>
            <a:ext cx="433069" cy="23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23300" y="204470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12699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23300" y="20447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23300" y="20447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23300" y="204470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12699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23300" y="22606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23300" y="22606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233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23300" y="2336800"/>
            <a:ext cx="0" cy="101599"/>
          </a:xfrm>
          <a:custGeom>
            <a:avLst/>
            <a:gdLst/>
            <a:ahLst/>
            <a:cxnLst/>
            <a:rect l="l" t="t" r="r" b="b"/>
            <a:pathLst>
              <a:path h="101599">
                <a:moveTo>
                  <a:pt x="0" y="101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6233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623300" y="2438400"/>
            <a:ext cx="0" cy="241299"/>
          </a:xfrm>
          <a:custGeom>
            <a:avLst/>
            <a:gdLst/>
            <a:ahLst/>
            <a:cxnLst/>
            <a:rect l="l" t="t" r="r" b="b"/>
            <a:pathLst>
              <a:path h="241299">
                <a:moveTo>
                  <a:pt x="0" y="2412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233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623300" y="26797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623300" y="28194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623300" y="2819400"/>
            <a:ext cx="0" cy="215899"/>
          </a:xfrm>
          <a:custGeom>
            <a:avLst/>
            <a:gdLst/>
            <a:ahLst/>
            <a:cxnLst/>
            <a:rect l="l" t="t" r="r" b="b"/>
            <a:pathLst>
              <a:path h="215899">
                <a:moveTo>
                  <a:pt x="0" y="215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623300" y="3035300"/>
            <a:ext cx="0" cy="63499"/>
          </a:xfrm>
          <a:custGeom>
            <a:avLst/>
            <a:gdLst/>
            <a:ahLst/>
            <a:cxnLst/>
            <a:rect l="l" t="t" r="r" b="b"/>
            <a:pathLst>
              <a:path h="63499">
                <a:moveTo>
                  <a:pt x="0" y="63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23300" y="3035300"/>
            <a:ext cx="0" cy="63499"/>
          </a:xfrm>
          <a:custGeom>
            <a:avLst/>
            <a:gdLst/>
            <a:ahLst/>
            <a:cxnLst/>
            <a:rect l="l" t="t" r="r" b="b"/>
            <a:pathLst>
              <a:path h="63499">
                <a:moveTo>
                  <a:pt x="0" y="634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23300" y="30988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23300" y="30988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8A8A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23300" y="32258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623300" y="32258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23300" y="34798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23300" y="3479800"/>
            <a:ext cx="0" cy="76199"/>
          </a:xfrm>
          <a:custGeom>
            <a:avLst/>
            <a:gdLst/>
            <a:ahLst/>
            <a:cxnLst/>
            <a:rect l="l" t="t" r="r" b="b"/>
            <a:pathLst>
              <a:path h="76199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6233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623300" y="3556000"/>
            <a:ext cx="0" cy="253999"/>
          </a:xfrm>
          <a:custGeom>
            <a:avLst/>
            <a:gdLst/>
            <a:ahLst/>
            <a:cxnLst/>
            <a:rect l="l" t="t" r="r" b="b"/>
            <a:pathLst>
              <a:path h="253999">
                <a:moveTo>
                  <a:pt x="0" y="253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23300" y="38354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520699" y="0"/>
                </a:moveTo>
                <a:lnTo>
                  <a:pt x="0" y="0"/>
                </a:lnTo>
              </a:path>
              <a:path w="520700">
                <a:moveTo>
                  <a:pt x="0" y="1"/>
                </a:moveTo>
                <a:lnTo>
                  <a:pt x="520699" y="0"/>
                </a:lnTo>
              </a:path>
            </a:pathLst>
          </a:custGeom>
          <a:ln w="12700">
            <a:solidFill>
              <a:srgbClr val="9E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96020" y="2191010"/>
            <a:ext cx="230505" cy="241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1700" spc="0" dirty="0">
                <a:solidFill>
                  <a:srgbClr val="B1B1B1"/>
                </a:solidFill>
                <a:latin typeface="Times New Roman"/>
                <a:cs typeface="Times New Roman"/>
              </a:rPr>
              <a:t>,</a:t>
            </a:r>
            <a:r>
              <a:rPr sz="1700" spc="0" dirty="0">
                <a:solidFill>
                  <a:srgbClr val="9E9EA0"/>
                </a:solidFill>
                <a:latin typeface="Times New Roman"/>
                <a:cs typeface="Times New Roman"/>
              </a:rPr>
              <a:t>.,,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14804" y="3444453"/>
            <a:ext cx="182372" cy="5700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5245">
              <a:lnSpc>
                <a:spcPts val="1120"/>
              </a:lnSpc>
              <a:spcBef>
                <a:spcPts val="55"/>
              </a:spcBef>
            </a:pPr>
            <a:r>
              <a:rPr sz="1000" spc="0" dirty="0">
                <a:solidFill>
                  <a:srgbClr val="757779"/>
                </a:solidFill>
                <a:latin typeface="Arial"/>
                <a:cs typeface="Arial"/>
              </a:rPr>
              <a:t>~</a:t>
            </a:r>
            <a:endParaRPr sz="1000">
              <a:latin typeface="Arial"/>
              <a:cs typeface="Arial"/>
            </a:endParaRPr>
          </a:p>
          <a:p>
            <a:pPr marL="37084">
              <a:lnSpc>
                <a:spcPts val="3329"/>
              </a:lnSpc>
              <a:spcBef>
                <a:spcPts val="110"/>
              </a:spcBef>
            </a:pPr>
            <a:r>
              <a:rPr sz="2900" spc="0" dirty="0">
                <a:solidFill>
                  <a:srgbClr val="8A8A8C"/>
                </a:solidFill>
                <a:latin typeface="Arial"/>
                <a:cs typeface="Arial"/>
              </a:rPr>
              <a:t>J</a:t>
            </a:r>
            <a:endParaRPr sz="2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7610" y="4015292"/>
            <a:ext cx="53480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10"/>
              </a:lnSpc>
              <a:spcBef>
                <a:spcPts val="80"/>
              </a:spcBef>
            </a:pPr>
            <a:r>
              <a:rPr sz="1500" b="1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2.x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67600" y="3614925"/>
            <a:ext cx="1066800" cy="7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200"/>
              </a:lnSpc>
              <a:spcBef>
                <a:spcPts val="37"/>
              </a:spcBef>
            </a:pPr>
            <a:endParaRPr sz="1200"/>
          </a:p>
          <a:p>
            <a:pPr marL="92710">
              <a:lnSpc>
                <a:spcPct val="95825"/>
              </a:lnSpc>
            </a:pP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IEEE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67600" y="3259834"/>
            <a:ext cx="1066800" cy="2499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710">
              <a:lnSpc>
                <a:spcPct val="95825"/>
              </a:lnSpc>
              <a:spcBef>
                <a:spcPts val="114"/>
              </a:spcBef>
            </a:pP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67600" y="2813302"/>
            <a:ext cx="1066800" cy="3489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5"/>
              </a:spcBef>
            </a:pPr>
            <a:endParaRPr sz="500"/>
          </a:p>
          <a:p>
            <a:pPr marL="92710">
              <a:lnSpc>
                <a:spcPct val="95825"/>
              </a:lnSpc>
            </a:pP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1500" b="1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23300" y="2044700"/>
            <a:ext cx="569594" cy="1765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201294">
              <a:lnSpc>
                <a:spcPts val="600"/>
              </a:lnSpc>
              <a:spcBef>
                <a:spcPts val="0"/>
              </a:spcBef>
            </a:pPr>
            <a:endParaRPr sz="600"/>
          </a:p>
          <a:p>
            <a:pPr marL="185420" marR="159587">
              <a:lnSpc>
                <a:spcPct val="95825"/>
              </a:lnSpc>
            </a:pPr>
            <a:r>
              <a:rPr sz="1700" spc="0" dirty="0">
                <a:solidFill>
                  <a:srgbClr val="9E9EA0"/>
                </a:solidFill>
                <a:latin typeface="Times New Roman"/>
                <a:cs typeface="Times New Roman"/>
              </a:rPr>
              <a:t>,.h</a:t>
            </a:r>
            <a:endParaRPr sz="1700">
              <a:latin typeface="Times New Roman"/>
              <a:cs typeface="Times New Roman"/>
            </a:endParaRPr>
          </a:p>
          <a:p>
            <a:pPr marL="185420" marR="201294">
              <a:lnSpc>
                <a:spcPts val="350"/>
              </a:lnSpc>
              <a:spcBef>
                <a:spcPts val="4938"/>
              </a:spcBef>
            </a:pPr>
            <a:r>
              <a:rPr sz="600" spc="0" baseline="-14493" dirty="0">
                <a:solidFill>
                  <a:srgbClr val="8A8A8C"/>
                </a:solidFill>
                <a:latin typeface="Arial"/>
                <a:cs typeface="Arial"/>
              </a:rPr>
              <a:t>F</a:t>
            </a:r>
            <a:r>
              <a:rPr sz="600" spc="29" baseline="-14493" dirty="0">
                <a:solidFill>
                  <a:srgbClr val="8A8A8C"/>
                </a:solidFill>
                <a:latin typeface="Arial"/>
                <a:cs typeface="Arial"/>
              </a:rPr>
              <a:t> </a:t>
            </a:r>
            <a:r>
              <a:rPr sz="600" spc="0" baseline="-14493" dirty="0">
                <a:solidFill>
                  <a:srgbClr val="8A8A8C"/>
                </a:solidFill>
                <a:latin typeface="Arial"/>
                <a:cs typeface="Arial"/>
              </a:rPr>
              <a:t>_  </a:t>
            </a:r>
            <a:r>
              <a:rPr sz="600" spc="22" baseline="-14493" dirty="0">
                <a:solidFill>
                  <a:srgbClr val="8A8A8C"/>
                </a:solidFill>
                <a:latin typeface="Arial"/>
                <a:cs typeface="Arial"/>
              </a:rPr>
              <a:t> </a:t>
            </a:r>
            <a:r>
              <a:rPr sz="600" spc="0" baseline="-14493" dirty="0">
                <a:solidFill>
                  <a:srgbClr val="8A8A8C"/>
                </a:solidFill>
                <a:latin typeface="Arial"/>
                <a:cs typeface="Arial"/>
              </a:rPr>
              <a:t>_.</a:t>
            </a:r>
            <a:endParaRPr sz="400">
              <a:latin typeface="Arial"/>
              <a:cs typeface="Arial"/>
            </a:endParaRPr>
          </a:p>
          <a:p>
            <a:pPr marL="139700">
              <a:lnSpc>
                <a:spcPts val="1830"/>
              </a:lnSpc>
              <a:tabLst>
                <a:tab pos="508000" algn="l"/>
              </a:tabLst>
            </a:pPr>
            <a:r>
              <a:rPr sz="2850" spc="-114" baseline="1525" dirty="0">
                <a:solidFill>
                  <a:srgbClr val="8A8A8C"/>
                </a:solidFill>
                <a:latin typeface="Times New Roman"/>
                <a:cs typeface="Times New Roman"/>
              </a:rPr>
              <a:t> </a:t>
            </a:r>
            <a:r>
              <a:rPr sz="2850" spc="0" baseline="1525" dirty="0">
                <a:solidFill>
                  <a:srgbClr val="8A8A8C"/>
                </a:solidFill>
                <a:latin typeface="Times New Roman"/>
                <a:cs typeface="Times New Roman"/>
              </a:rPr>
              <a:t>a 	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67600" y="1885187"/>
            <a:ext cx="1066800" cy="7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28"/>
              </a:spcBef>
            </a:pPr>
            <a:endParaRPr sz="500"/>
          </a:p>
          <a:p>
            <a:pPr marL="92710" marR="367478" algn="just">
              <a:lnSpc>
                <a:spcPts val="1620"/>
              </a:lnSpc>
              <a:spcBef>
                <a:spcPts val="81"/>
              </a:spcBef>
            </a:pP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HTT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, S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DNS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0" y="1689100"/>
            <a:ext cx="2882900" cy="749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168900" y="1689100"/>
            <a:ext cx="2146300" cy="1130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2286000" y="2438400"/>
            <a:ext cx="2882900" cy="380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49"/>
              </a:spcBef>
            </a:pPr>
            <a:endParaRPr sz="650"/>
          </a:p>
          <a:p>
            <a:pPr marL="731520">
              <a:lnSpc>
                <a:spcPct val="95825"/>
              </a:lnSpc>
              <a:spcBef>
                <a:spcPts val="1000"/>
              </a:spcBef>
            </a:pP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Inter </a:t>
            </a:r>
            <a:r>
              <a:rPr sz="900" spc="5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host</a:t>
            </a:r>
            <a:r>
              <a:rPr sz="900" spc="11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Com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mu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n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ca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ti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6000" y="2819400"/>
            <a:ext cx="2882900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168900" y="2819400"/>
            <a:ext cx="2146300" cy="1498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286000" y="3225799"/>
            <a:ext cx="28829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3"/>
              </a:spcBef>
            </a:pPr>
            <a:endParaRPr sz="1400"/>
          </a:p>
          <a:p>
            <a:pPr marL="42672">
              <a:lnSpc>
                <a:spcPct val="95825"/>
              </a:lnSpc>
            </a:pP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Best</a:t>
            </a:r>
            <a:r>
              <a:rPr sz="900" spc="59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pat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h</a:t>
            </a:r>
            <a:r>
              <a:rPr sz="900" spc="112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deter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m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in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a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t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on </a:t>
            </a:r>
            <a:r>
              <a:rPr sz="900" spc="5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a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n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d</a:t>
            </a:r>
            <a:r>
              <a:rPr sz="900" spc="7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IP</a:t>
            </a:r>
            <a:r>
              <a:rPr sz="900" spc="49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(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L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ogi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cal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) </a:t>
            </a:r>
            <a:r>
              <a:rPr sz="900" spc="129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Ad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d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e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ss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i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n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6000" y="3556000"/>
            <a:ext cx="2882900" cy="457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499872">
              <a:lnSpc>
                <a:spcPct val="95825"/>
              </a:lnSpc>
              <a:spcBef>
                <a:spcPts val="1000"/>
              </a:spcBef>
            </a:pPr>
            <a:r>
              <a:rPr sz="900" dirty="0">
                <a:solidFill>
                  <a:srgbClr val="42484D"/>
                </a:solidFill>
                <a:latin typeface="Arial"/>
                <a:cs typeface="Arial"/>
              </a:rPr>
              <a:t>MAC</a:t>
            </a:r>
            <a:r>
              <a:rPr sz="900" spc="-13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a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nd</a:t>
            </a:r>
            <a:r>
              <a:rPr sz="900" spc="74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LL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C</a:t>
            </a:r>
            <a:r>
              <a:rPr sz="900" spc="65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(Ph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y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s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ca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l </a:t>
            </a:r>
            <a:r>
              <a:rPr sz="900" spc="29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Addre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ss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n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g)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6000" y="4013199"/>
            <a:ext cx="28829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55"/>
              </a:spcBef>
            </a:pPr>
            <a:endParaRPr sz="1100"/>
          </a:p>
          <a:p>
            <a:pPr marL="420624">
              <a:lnSpc>
                <a:spcPct val="95825"/>
              </a:lnSpc>
            </a:pP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Media,</a:t>
            </a:r>
            <a:r>
              <a:rPr sz="900" spc="25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Signal</a:t>
            </a:r>
            <a:r>
              <a:rPr sz="900" spc="79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and</a:t>
            </a:r>
            <a:r>
              <a:rPr sz="900" spc="7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B</a:t>
            </a:r>
            <a:r>
              <a:rPr sz="900" spc="0" dirty="0">
                <a:solidFill>
                  <a:srgbClr val="1A1C1D"/>
                </a:solidFill>
                <a:latin typeface="Arial"/>
                <a:cs typeface="Arial"/>
              </a:rPr>
              <a:t>i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na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y </a:t>
            </a:r>
            <a:r>
              <a:rPr sz="900" spc="10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900" spc="0" dirty="0">
                <a:solidFill>
                  <a:srgbClr val="1A1C1D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42484D"/>
                </a:solidFill>
                <a:latin typeface="Arial"/>
                <a:cs typeface="Arial"/>
              </a:rPr>
              <a:t>ansmissio</a:t>
            </a:r>
            <a:r>
              <a:rPr sz="900" spc="0" dirty="0">
                <a:solidFill>
                  <a:srgbClr val="313438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74" y="1700785"/>
            <a:ext cx="1290828" cy="9387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045" marR="68313">
              <a:lnSpc>
                <a:spcPct val="100041"/>
              </a:lnSpc>
              <a:spcBef>
                <a:spcPts val="380"/>
              </a:spcBef>
            </a:pPr>
            <a:r>
              <a:rPr sz="1100" spc="0" dirty="0">
                <a:latin typeface="Times New Roman"/>
                <a:cs typeface="Times New Roman"/>
              </a:rPr>
              <a:t>F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7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nt</a:t>
            </a:r>
            <a:r>
              <a:rPr sz="1100" spc="5" dirty="0">
                <a:latin typeface="Times New Roman"/>
                <a:cs typeface="Times New Roman"/>
              </a:rPr>
              <a:t>ex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f this</a:t>
            </a:r>
            <a:r>
              <a:rPr sz="1100" spc="19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ur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e,</a:t>
            </a:r>
            <a:r>
              <a:rPr sz="1100" spc="-10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 ter</a:t>
            </a:r>
            <a:r>
              <a:rPr sz="1100" spc="5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7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Pa</a:t>
            </a:r>
            <a:r>
              <a:rPr sz="1100" b="1" spc="0" dirty="0">
                <a:latin typeface="Times New Roman"/>
                <a:cs typeface="Times New Roman"/>
              </a:rPr>
              <a:t>cket</a:t>
            </a:r>
            <a:r>
              <a:rPr sz="1100" b="1" spc="26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and </a:t>
            </a:r>
            <a:r>
              <a:rPr sz="1100" b="1" spc="0" dirty="0">
                <a:latin typeface="Times New Roman"/>
                <a:cs typeface="Times New Roman"/>
              </a:rPr>
              <a:t>Dat</a:t>
            </a:r>
            <a:r>
              <a:rPr sz="1100" b="1" spc="-4" dirty="0">
                <a:latin typeface="Times New Roman"/>
                <a:cs typeface="Times New Roman"/>
              </a:rPr>
              <a:t>a</a:t>
            </a:r>
            <a:r>
              <a:rPr sz="1100" b="1" spc="4" dirty="0">
                <a:latin typeface="Times New Roman"/>
                <a:cs typeface="Times New Roman"/>
              </a:rPr>
              <a:t>gr</a:t>
            </a:r>
            <a:r>
              <a:rPr sz="1100" b="1" spc="-4" dirty="0">
                <a:latin typeface="Times New Roman"/>
                <a:cs typeface="Times New Roman"/>
              </a:rPr>
              <a:t>a</a:t>
            </a:r>
            <a:r>
              <a:rPr sz="1100" b="1" spc="0" dirty="0">
                <a:latin typeface="Times New Roman"/>
                <a:cs typeface="Times New Roman"/>
              </a:rPr>
              <a:t>m</a:t>
            </a:r>
            <a:r>
              <a:rPr sz="1100" b="1" spc="-2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are 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non</a:t>
            </a:r>
            <a:r>
              <a:rPr sz="1100" spc="4" dirty="0">
                <a:latin typeface="Times New Roman"/>
                <a:cs typeface="Times New Roman"/>
              </a:rPr>
              <a:t>ym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0096" y="1423415"/>
            <a:ext cx="3778504" cy="29580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5064" marR="1096905" algn="ctr">
              <a:lnSpc>
                <a:spcPct val="95825"/>
              </a:lnSpc>
              <a:spcBef>
                <a:spcPts val="390"/>
              </a:spcBef>
            </a:pPr>
            <a:r>
              <a:rPr sz="1400" spc="0" dirty="0">
                <a:solidFill>
                  <a:srgbClr val="1A1C1D"/>
                </a:solidFill>
                <a:latin typeface="Arial"/>
                <a:cs typeface="Arial"/>
              </a:rPr>
              <a:t>DA</a:t>
            </a:r>
            <a:r>
              <a:rPr sz="1400" spc="0" dirty="0">
                <a:latin typeface="Arial"/>
                <a:cs typeface="Arial"/>
              </a:rPr>
              <a:t>T</a:t>
            </a:r>
            <a:r>
              <a:rPr sz="1400" spc="0" dirty="0">
                <a:solidFill>
                  <a:srgbClr val="1A1C1D"/>
                </a:solidFill>
                <a:latin typeface="Arial"/>
                <a:cs typeface="Arial"/>
              </a:rPr>
              <a:t>A                   </a:t>
            </a:r>
            <a:r>
              <a:rPr sz="1400" spc="177" dirty="0">
                <a:solidFill>
                  <a:srgbClr val="1A1C1D"/>
                </a:solidFill>
                <a:latin typeface="Arial"/>
                <a:cs typeface="Arial"/>
              </a:rPr>
              <a:t> </a:t>
            </a:r>
            <a:r>
              <a:rPr sz="1400" spc="0" dirty="0">
                <a:solidFill>
                  <a:srgbClr val="1A1C1D"/>
                </a:solidFill>
                <a:latin typeface="Arial"/>
                <a:cs typeface="Arial"/>
              </a:rPr>
              <a:t>OSI </a:t>
            </a:r>
            <a:r>
              <a:rPr sz="1400" spc="175" dirty="0">
                <a:solidFill>
                  <a:srgbClr val="1A1C1D"/>
                </a:solidFill>
                <a:latin typeface="Arial"/>
                <a:cs typeface="Arial"/>
              </a:rPr>
              <a:t> </a:t>
            </a:r>
            <a:r>
              <a:rPr sz="1400" spc="0" dirty="0">
                <a:solidFill>
                  <a:srgbClr val="1A1C1D"/>
                </a:solidFill>
                <a:latin typeface="Arial"/>
                <a:cs typeface="Arial"/>
              </a:rPr>
              <a:t>MOD</a:t>
            </a:r>
            <a:r>
              <a:rPr sz="1400" spc="-4" dirty="0">
                <a:solidFill>
                  <a:srgbClr val="1A1C1D"/>
                </a:solidFill>
                <a:latin typeface="Arial"/>
                <a:cs typeface="Arial"/>
              </a:rPr>
              <a:t>E</a:t>
            </a:r>
            <a:r>
              <a:rPr sz="1400" spc="0" dirty="0"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  <a:p>
            <a:pPr marL="237744">
              <a:lnSpc>
                <a:spcPts val="1585"/>
              </a:lnSpc>
              <a:spcBef>
                <a:spcPts val="574"/>
              </a:spcBef>
            </a:pPr>
            <a:r>
              <a:rPr sz="1350" spc="0" baseline="-16104" dirty="0">
                <a:solidFill>
                  <a:srgbClr val="42484D"/>
                </a:solidFill>
                <a:latin typeface="Arial"/>
                <a:cs typeface="Arial"/>
              </a:rPr>
              <a:t>Data                                       </a:t>
            </a:r>
            <a:r>
              <a:rPr sz="1350" spc="224" baseline="-1610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Appli</a:t>
            </a:r>
            <a:r>
              <a:rPr sz="1800" spc="0" baseline="7246" dirty="0">
                <a:solidFill>
                  <a:srgbClr val="42484D"/>
                </a:solidFill>
                <a:latin typeface="Arial"/>
                <a:cs typeface="Arial"/>
              </a:rPr>
              <a:t>ca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1800" spc="0" baseline="7246" dirty="0">
                <a:solidFill>
                  <a:srgbClr val="42484D"/>
                </a:solidFill>
                <a:latin typeface="Arial"/>
                <a:cs typeface="Arial"/>
              </a:rPr>
              <a:t>i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  <a:p>
            <a:pPr marL="1344231" marR="789340" algn="ctr">
              <a:lnSpc>
                <a:spcPts val="790"/>
              </a:lnSpc>
            </a:pP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Network</a:t>
            </a:r>
            <a:r>
              <a:rPr sz="1350" spc="194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Process</a:t>
            </a:r>
            <a:r>
              <a:rPr sz="1350" spc="-89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to</a:t>
            </a:r>
            <a:r>
              <a:rPr sz="1350" spc="54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App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l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icatio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L="237744">
              <a:lnSpc>
                <a:spcPts val="1610"/>
              </a:lnSpc>
              <a:spcBef>
                <a:spcPts val="596"/>
              </a:spcBef>
            </a:pPr>
            <a:r>
              <a:rPr sz="1350" spc="0" baseline="-12883" dirty="0">
                <a:solidFill>
                  <a:srgbClr val="42484D"/>
                </a:solidFill>
                <a:latin typeface="Arial"/>
                <a:cs typeface="Arial"/>
              </a:rPr>
              <a:t>Da</a:t>
            </a:r>
            <a:r>
              <a:rPr sz="1350" spc="0" baseline="-12883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1350" spc="0" baseline="-12883" dirty="0">
                <a:solidFill>
                  <a:srgbClr val="42484D"/>
                </a:solidFill>
                <a:latin typeface="Arial"/>
                <a:cs typeface="Arial"/>
              </a:rPr>
              <a:t>a                                      </a:t>
            </a:r>
            <a:r>
              <a:rPr sz="1350" spc="136" baseline="-12883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Pr</a:t>
            </a:r>
            <a:r>
              <a:rPr sz="1800" spc="0" baseline="7246" dirty="0">
                <a:solidFill>
                  <a:srgbClr val="42484D"/>
                </a:solidFill>
                <a:latin typeface="Arial"/>
                <a:cs typeface="Arial"/>
              </a:rPr>
              <a:t>ese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nta</a:t>
            </a:r>
            <a:r>
              <a:rPr sz="1800" spc="-4" baseline="7246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1800" spc="0" baseline="7246" dirty="0">
                <a:solidFill>
                  <a:srgbClr val="1A1C1D"/>
                </a:solidFill>
                <a:latin typeface="Arial"/>
                <a:cs typeface="Arial"/>
              </a:rPr>
              <a:t>i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  <a:p>
            <a:pPr marL="1210119" marR="667681" algn="ctr">
              <a:lnSpc>
                <a:spcPts val="810"/>
              </a:lnSpc>
            </a:pP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Data</a:t>
            </a:r>
            <a:r>
              <a:rPr sz="1350" spc="104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Representation</a:t>
            </a:r>
            <a:r>
              <a:rPr sz="1350" spc="124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and</a:t>
            </a:r>
            <a:r>
              <a:rPr sz="1350" spc="119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E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n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cr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y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ption</a:t>
            </a:r>
            <a:endParaRPr sz="900">
              <a:latin typeface="Arial"/>
              <a:cs typeface="Arial"/>
            </a:endParaRPr>
          </a:p>
          <a:p>
            <a:pPr marL="210498" marR="1280016" algn="ctr">
              <a:lnSpc>
                <a:spcPts val="1297"/>
              </a:lnSpc>
              <a:spcBef>
                <a:spcPts val="515"/>
              </a:spcBef>
            </a:pPr>
            <a:r>
              <a:rPr sz="1350" spc="0" baseline="-25767" dirty="0">
                <a:solidFill>
                  <a:srgbClr val="42484D"/>
                </a:solidFill>
                <a:latin typeface="Arial"/>
                <a:cs typeface="Arial"/>
              </a:rPr>
              <a:t>Data                                           </a:t>
            </a:r>
            <a:r>
              <a:rPr sz="1350" spc="234" baseline="-25767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Session</a:t>
            </a:r>
            <a:endParaRPr sz="1200">
              <a:latin typeface="Arial"/>
              <a:cs typeface="Arial"/>
            </a:endParaRPr>
          </a:p>
          <a:p>
            <a:pPr marL="94217" marR="1236686" algn="ctr">
              <a:lnSpc>
                <a:spcPts val="1610"/>
              </a:lnSpc>
              <a:spcBef>
                <a:spcPts val="1644"/>
              </a:spcBef>
            </a:pPr>
            <a:r>
              <a:rPr sz="1350" spc="0" baseline="-16104" dirty="0">
                <a:solidFill>
                  <a:srgbClr val="42484D"/>
                </a:solidFill>
                <a:latin typeface="Arial"/>
                <a:cs typeface="Arial"/>
              </a:rPr>
              <a:t>S</a:t>
            </a:r>
            <a:r>
              <a:rPr sz="1350" spc="0" baseline="-16104" dirty="0">
                <a:solidFill>
                  <a:srgbClr val="606467"/>
                </a:solidFill>
                <a:latin typeface="Arial"/>
                <a:cs typeface="Arial"/>
              </a:rPr>
              <a:t>e</a:t>
            </a:r>
            <a:r>
              <a:rPr sz="1350" spc="0" baseline="-16104" dirty="0">
                <a:solidFill>
                  <a:srgbClr val="42484D"/>
                </a:solidFill>
                <a:latin typeface="Arial"/>
                <a:cs typeface="Arial"/>
              </a:rPr>
              <a:t>gm</a:t>
            </a:r>
            <a:r>
              <a:rPr sz="1350" spc="0" baseline="-16104" dirty="0">
                <a:solidFill>
                  <a:srgbClr val="606467"/>
                </a:solidFill>
                <a:latin typeface="Arial"/>
                <a:cs typeface="Arial"/>
              </a:rPr>
              <a:t>e</a:t>
            </a:r>
            <a:r>
              <a:rPr sz="1350" spc="0" baseline="-16104" dirty="0">
                <a:solidFill>
                  <a:srgbClr val="42484D"/>
                </a:solidFill>
                <a:latin typeface="Arial"/>
                <a:cs typeface="Arial"/>
              </a:rPr>
              <a:t>nt                                         </a:t>
            </a:r>
            <a:r>
              <a:rPr sz="1350" spc="115" baseline="-16104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800" spc="0" baseline="7246" dirty="0">
                <a:solidFill>
                  <a:srgbClr val="1A1C1D"/>
                </a:solidFill>
                <a:latin typeface="Arial"/>
                <a:cs typeface="Arial"/>
              </a:rPr>
              <a:t>T</a:t>
            </a:r>
            <a:r>
              <a:rPr sz="1800" spc="0" baseline="7246" dirty="0">
                <a:solidFill>
                  <a:srgbClr val="313438"/>
                </a:solidFill>
                <a:latin typeface="Arial"/>
                <a:cs typeface="Arial"/>
              </a:rPr>
              <a:t>ranspor</a:t>
            </a:r>
            <a:r>
              <a:rPr sz="1800" spc="0" baseline="7246" dirty="0">
                <a:solidFill>
                  <a:srgbClr val="1A1C1D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  <a:p>
            <a:pPr marL="1197927" marR="665716" algn="ctr">
              <a:lnSpc>
                <a:spcPts val="765"/>
              </a:lnSpc>
            </a:pP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End</a:t>
            </a:r>
            <a:r>
              <a:rPr sz="1350" spc="-74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o</a:t>
            </a:r>
            <a:r>
              <a:rPr sz="1350" spc="32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En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d</a:t>
            </a:r>
            <a:r>
              <a:rPr sz="1350" spc="-25" baseline="3220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c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onn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ec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ion</a:t>
            </a:r>
            <a:r>
              <a:rPr sz="1350" spc="148" baseline="3220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a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nd</a:t>
            </a:r>
            <a:r>
              <a:rPr sz="1350" spc="74" baseline="3220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r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e</a:t>
            </a:r>
            <a:r>
              <a:rPr sz="1350" spc="0" baseline="3220" dirty="0">
                <a:solidFill>
                  <a:srgbClr val="1A1C1D"/>
                </a:solidFill>
                <a:latin typeface="Arial"/>
                <a:cs typeface="Arial"/>
              </a:rPr>
              <a:t>l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iabil</a:t>
            </a:r>
            <a:r>
              <a:rPr sz="1350" spc="0" baseline="3220" dirty="0">
                <a:solidFill>
                  <a:srgbClr val="1A1C1D"/>
                </a:solidFill>
                <a:latin typeface="Arial"/>
                <a:cs typeface="Arial"/>
              </a:rPr>
              <a:t>i</a:t>
            </a:r>
            <a:r>
              <a:rPr sz="1350" spc="0" baseline="3220" dirty="0">
                <a:solidFill>
                  <a:srgbClr val="42484D"/>
                </a:solidFill>
                <a:latin typeface="Arial"/>
                <a:cs typeface="Arial"/>
              </a:rPr>
              <a:t>t</a:t>
            </a:r>
            <a:r>
              <a:rPr sz="1350" spc="0" baseline="3220" dirty="0">
                <a:solidFill>
                  <a:srgbClr val="313438"/>
                </a:solidFill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  <a:p>
            <a:pPr marL="182880">
              <a:lnSpc>
                <a:spcPts val="1994"/>
              </a:lnSpc>
              <a:spcBef>
                <a:spcPts val="181"/>
              </a:spcBef>
            </a:pPr>
            <a:r>
              <a:rPr sz="1350" spc="0" baseline="-25767" dirty="0">
                <a:solidFill>
                  <a:srgbClr val="42484D"/>
                </a:solidFill>
                <a:latin typeface="Arial"/>
                <a:cs typeface="Arial"/>
              </a:rPr>
              <a:t>Packe</a:t>
            </a:r>
            <a:r>
              <a:rPr sz="1350" spc="0" baseline="-25767" dirty="0">
                <a:solidFill>
                  <a:srgbClr val="313438"/>
                </a:solidFill>
                <a:latin typeface="Arial"/>
                <a:cs typeface="Arial"/>
              </a:rPr>
              <a:t>t   </a:t>
            </a:r>
            <a:r>
              <a:rPr sz="1350" spc="44" baseline="-25767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3450" spc="0" baseline="-16384" dirty="0">
                <a:solidFill>
                  <a:srgbClr val="8A8A8C"/>
                </a:solidFill>
                <a:latin typeface="Arial"/>
                <a:cs typeface="Arial"/>
              </a:rPr>
              <a:t>l                              </a:t>
            </a:r>
            <a:r>
              <a:rPr sz="3450" spc="231" baseline="-16384" dirty="0">
                <a:solidFill>
                  <a:srgbClr val="8A8A8C"/>
                </a:solidFill>
                <a:latin typeface="Arial"/>
                <a:cs typeface="Arial"/>
              </a:rPr>
              <a:t> </a:t>
            </a:r>
            <a:r>
              <a:rPr sz="1200" spc="0" dirty="0">
                <a:solidFill>
                  <a:srgbClr val="1A1C1D"/>
                </a:solidFill>
                <a:latin typeface="Arial"/>
                <a:cs typeface="Arial"/>
              </a:rPr>
              <a:t>N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e</a:t>
            </a:r>
            <a:r>
              <a:rPr sz="1200" spc="0" dirty="0">
                <a:solidFill>
                  <a:srgbClr val="1A1C1D"/>
                </a:solidFill>
                <a:latin typeface="Arial"/>
                <a:cs typeface="Arial"/>
              </a:rPr>
              <a:t>tw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o</a:t>
            </a:r>
            <a:r>
              <a:rPr sz="1200" spc="0" dirty="0">
                <a:solidFill>
                  <a:srgbClr val="1A1C1D"/>
                </a:solidFill>
                <a:latin typeface="Arial"/>
                <a:cs typeface="Arial"/>
              </a:rPr>
              <a:t>r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k</a:t>
            </a:r>
            <a:endParaRPr sz="1200">
              <a:latin typeface="Arial"/>
              <a:cs typeface="Arial"/>
            </a:endParaRPr>
          </a:p>
          <a:p>
            <a:pPr marL="168283" marR="1245881" algn="ctr">
              <a:lnSpc>
                <a:spcPts val="1297"/>
              </a:lnSpc>
              <a:spcBef>
                <a:spcPts val="1363"/>
              </a:spcBef>
            </a:pPr>
            <a:r>
              <a:rPr sz="1350" baseline="-22546" dirty="0">
                <a:solidFill>
                  <a:srgbClr val="313438"/>
                </a:solidFill>
                <a:latin typeface="Arial"/>
                <a:cs typeface="Arial"/>
              </a:rPr>
              <a:t>F</a:t>
            </a:r>
            <a:r>
              <a:rPr sz="1350" baseline="-22546" dirty="0">
                <a:solidFill>
                  <a:srgbClr val="606467"/>
                </a:solidFill>
                <a:latin typeface="Arial"/>
                <a:cs typeface="Arial"/>
              </a:rPr>
              <a:t>r</a:t>
            </a:r>
            <a:r>
              <a:rPr sz="1350" baseline="-22546" dirty="0">
                <a:solidFill>
                  <a:srgbClr val="42484D"/>
                </a:solidFill>
                <a:latin typeface="Arial"/>
                <a:cs typeface="Arial"/>
              </a:rPr>
              <a:t>ame                                          </a:t>
            </a:r>
            <a:r>
              <a:rPr sz="1200" spc="0" dirty="0">
                <a:solidFill>
                  <a:srgbClr val="1A1C1D"/>
                </a:solidFill>
                <a:latin typeface="Arial"/>
                <a:cs typeface="Arial"/>
              </a:rPr>
              <a:t>Da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ta</a:t>
            </a:r>
            <a:r>
              <a:rPr sz="1200" spc="255" dirty="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sz="1200" spc="0" dirty="0">
                <a:solidFill>
                  <a:srgbClr val="1A1C1D"/>
                </a:solidFill>
                <a:latin typeface="Arial"/>
                <a:cs typeface="Arial"/>
              </a:rPr>
              <a:t>Li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nk</a:t>
            </a:r>
            <a:endParaRPr sz="1200">
              <a:latin typeface="Arial"/>
              <a:cs typeface="Arial"/>
            </a:endParaRPr>
          </a:p>
          <a:p>
            <a:pPr marL="221234" marR="1307416" algn="ctr">
              <a:lnSpc>
                <a:spcPts val="3865"/>
              </a:lnSpc>
              <a:spcBef>
                <a:spcPts val="1067"/>
              </a:spcBef>
            </a:pPr>
            <a:r>
              <a:rPr sz="1350" baseline="54755" dirty="0">
                <a:solidFill>
                  <a:srgbClr val="42484D"/>
                </a:solidFill>
                <a:latin typeface="Arial"/>
                <a:cs typeface="Arial"/>
              </a:rPr>
              <a:t>B</a:t>
            </a:r>
            <a:r>
              <a:rPr sz="1350" baseline="54755" dirty="0">
                <a:solidFill>
                  <a:srgbClr val="313438"/>
                </a:solidFill>
                <a:latin typeface="Arial"/>
                <a:cs typeface="Arial"/>
              </a:rPr>
              <a:t>i</a:t>
            </a:r>
            <a:r>
              <a:rPr sz="1350" baseline="54755" dirty="0">
                <a:solidFill>
                  <a:srgbClr val="42484D"/>
                </a:solidFill>
                <a:latin typeface="Arial"/>
                <a:cs typeface="Arial"/>
              </a:rPr>
              <a:t>ts      </a:t>
            </a:r>
            <a:r>
              <a:rPr sz="1350" spc="-104" baseline="54755" dirty="0">
                <a:solidFill>
                  <a:srgbClr val="42484D"/>
                </a:solidFill>
                <a:latin typeface="Arial"/>
                <a:cs typeface="Arial"/>
              </a:rPr>
              <a:t> </a:t>
            </a:r>
            <a:r>
              <a:rPr sz="5400" spc="0" baseline="-4026" dirty="0">
                <a:solidFill>
                  <a:srgbClr val="8A8A8C"/>
                </a:solidFill>
                <a:latin typeface="Times New Roman"/>
                <a:cs typeface="Times New Roman"/>
              </a:rPr>
              <a:t>J                    </a:t>
            </a:r>
            <a:r>
              <a:rPr sz="5400" spc="192" baseline="-4026" dirty="0">
                <a:solidFill>
                  <a:srgbClr val="8A8A8C"/>
                </a:solidFill>
                <a:latin typeface="Times New Roman"/>
                <a:cs typeface="Times New Roman"/>
              </a:rPr>
              <a:t> </a:t>
            </a:r>
            <a:r>
              <a:rPr sz="1800" spc="0" baseline="57975" dirty="0">
                <a:solidFill>
                  <a:srgbClr val="313438"/>
                </a:solidFill>
                <a:latin typeface="Arial"/>
                <a:cs typeface="Arial"/>
              </a:rPr>
              <a:t>Phys</a:t>
            </a:r>
            <a:r>
              <a:rPr sz="1800" spc="0" baseline="57975" dirty="0">
                <a:solidFill>
                  <a:srgbClr val="1A1C1D"/>
                </a:solidFill>
                <a:latin typeface="Arial"/>
                <a:cs typeface="Arial"/>
              </a:rPr>
              <a:t>i</a:t>
            </a:r>
            <a:r>
              <a:rPr sz="1800" spc="0" baseline="57975" dirty="0">
                <a:solidFill>
                  <a:srgbClr val="313438"/>
                </a:solidFill>
                <a:latin typeface="Arial"/>
                <a:cs typeface="Arial"/>
              </a:rPr>
              <a:t>ca</a:t>
            </a:r>
            <a:r>
              <a:rPr sz="1800" spc="0" baseline="57975" dirty="0">
                <a:solidFill>
                  <a:srgbClr val="1A1C1D"/>
                </a:solidFill>
                <a:latin typeface="Arial"/>
                <a:cs typeface="Arial"/>
              </a:rPr>
              <a:t>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8600" y="1423415"/>
            <a:ext cx="2098040" cy="21325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28904">
              <a:lnSpc>
                <a:spcPct val="95825"/>
              </a:lnSpc>
              <a:spcBef>
                <a:spcPts val="340"/>
              </a:spcBef>
            </a:pPr>
            <a:r>
              <a:rPr sz="1400" spc="0" dirty="0">
                <a:solidFill>
                  <a:srgbClr val="1A1C1D"/>
                </a:solidFill>
                <a:latin typeface="Arial"/>
                <a:cs typeface="Arial"/>
              </a:rPr>
              <a:t>TCP</a:t>
            </a:r>
            <a:r>
              <a:rPr sz="1400" spc="317" dirty="0">
                <a:solidFill>
                  <a:srgbClr val="1A1C1D"/>
                </a:solidFill>
                <a:latin typeface="Arial"/>
                <a:cs typeface="Arial"/>
              </a:rPr>
              <a:t> </a:t>
            </a:r>
            <a:r>
              <a:rPr sz="1400" spc="0" dirty="0">
                <a:solidFill>
                  <a:srgbClr val="1A1C1D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marL="523812" marR="754185" algn="ctr">
              <a:lnSpc>
                <a:spcPct val="95825"/>
              </a:lnSpc>
              <a:spcBef>
                <a:spcPts val="3905"/>
              </a:spcBef>
            </a:pP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App</a:t>
            </a:r>
            <a:r>
              <a:rPr sz="1200" dirty="0">
                <a:solidFill>
                  <a:srgbClr val="1A1C1D"/>
                </a:solidFill>
                <a:latin typeface="Arial"/>
                <a:cs typeface="Arial"/>
              </a:rPr>
              <a:t>li</a:t>
            </a: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cation</a:t>
            </a:r>
            <a:endParaRPr sz="1200">
              <a:latin typeface="Arial"/>
              <a:cs typeface="Arial"/>
            </a:endParaRPr>
          </a:p>
          <a:p>
            <a:pPr marL="604520">
              <a:lnSpc>
                <a:spcPct val="95825"/>
              </a:lnSpc>
              <a:spcBef>
                <a:spcPts val="4572"/>
              </a:spcBef>
            </a:pP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42484D"/>
                </a:solidFill>
                <a:latin typeface="Arial"/>
                <a:cs typeface="Arial"/>
              </a:rPr>
              <a:t>r</a:t>
            </a: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anspor</a:t>
            </a:r>
            <a:r>
              <a:rPr sz="1200" dirty="0">
                <a:solidFill>
                  <a:srgbClr val="1A1C1D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  <a:p>
            <a:pPr marL="665480">
              <a:lnSpc>
                <a:spcPct val="95825"/>
              </a:lnSpc>
              <a:spcBef>
                <a:spcPts val="1596"/>
              </a:spcBef>
            </a:pP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In</a:t>
            </a:r>
            <a:r>
              <a:rPr sz="1200" dirty="0">
                <a:solidFill>
                  <a:srgbClr val="1A1C1D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ernet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8600" y="3556000"/>
            <a:ext cx="2006600" cy="774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409448">
              <a:lnSpc>
                <a:spcPct val="95825"/>
              </a:lnSpc>
              <a:spcBef>
                <a:spcPts val="1410"/>
              </a:spcBef>
            </a:pP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Ne</a:t>
            </a:r>
            <a:r>
              <a:rPr sz="1200" dirty="0">
                <a:solidFill>
                  <a:srgbClr val="1A1C1D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313438"/>
                </a:solidFill>
                <a:latin typeface="Arial"/>
                <a:cs typeface="Arial"/>
              </a:rPr>
              <a:t>wor</a:t>
            </a:r>
            <a:r>
              <a:rPr sz="1200" dirty="0">
                <a:solidFill>
                  <a:srgbClr val="1A1C1D"/>
                </a:solidFill>
                <a:latin typeface="Arial"/>
                <a:cs typeface="Arial"/>
              </a:rPr>
              <a:t>k</a:t>
            </a:r>
            <a:r>
              <a:rPr sz="1200" spc="89" dirty="0">
                <a:solidFill>
                  <a:srgbClr val="1A1C1D"/>
                </a:solidFill>
                <a:latin typeface="Arial"/>
                <a:cs typeface="Arial"/>
              </a:rPr>
              <a:t> </a:t>
            </a:r>
            <a:r>
              <a:rPr sz="1200" spc="0" dirty="0">
                <a:solidFill>
                  <a:srgbClr val="313438"/>
                </a:solidFill>
                <a:latin typeface="Arial"/>
                <a:cs typeface="Arial"/>
              </a:rPr>
              <a:t>Access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5200" y="3556000"/>
            <a:ext cx="91439" cy="774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308600" y="4330700"/>
            <a:ext cx="2098040" cy="50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8623300" y="3695700"/>
            <a:ext cx="5206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1276" y="359537"/>
            <a:ext cx="77284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8516" y="359537"/>
            <a:ext cx="224192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7637" y="359537"/>
            <a:ext cx="108449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665" y="2314575"/>
            <a:ext cx="606795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Under</a:t>
            </a:r>
            <a:r>
              <a:rPr sz="2400" spc="2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hood,</a:t>
            </a:r>
            <a:r>
              <a:rPr sz="2400" spc="4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dur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2400" spc="4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host </a:t>
            </a:r>
            <a:r>
              <a:rPr sz="2400" spc="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commu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ation,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8989" y="2314575"/>
            <a:ext cx="87816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665" y="2680093"/>
            <a:ext cx="555356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</a:t>
            </a:r>
            <a:r>
              <a:rPr sz="2400" spc="-16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nicate with</a:t>
            </a:r>
            <a:r>
              <a:rPr sz="2400" spc="2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per </a:t>
            </a:r>
            <a:r>
              <a:rPr sz="24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lower</a:t>
            </a:r>
            <a:r>
              <a:rPr sz="2400" spc="3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aye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8753" y="2680093"/>
            <a:ext cx="40249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6673" y="2680093"/>
            <a:ext cx="603452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5966" y="2680093"/>
            <a:ext cx="385209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3046347"/>
            <a:ext cx="218928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commu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9189" y="3046347"/>
            <a:ext cx="95638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pie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1750" y="3046347"/>
            <a:ext cx="50153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7413" y="3046347"/>
            <a:ext cx="135283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gat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1198626"/>
            <a:ext cx="788833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focus</a:t>
            </a:r>
            <a:r>
              <a:rPr sz="24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our</a:t>
            </a:r>
            <a:r>
              <a:rPr sz="2400" spc="2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ion</a:t>
            </a:r>
            <a:r>
              <a:rPr sz="24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TC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4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model </a:t>
            </a:r>
            <a:r>
              <a:rPr sz="2400" spc="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2003676"/>
            <a:ext cx="8003738" cy="6593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400" spc="1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iously </a:t>
            </a:r>
            <a:r>
              <a:rPr sz="2400" spc="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tioned,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24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commu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ation</a:t>
            </a:r>
            <a:r>
              <a:rPr sz="2400" spc="-1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pie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2400" spc="1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should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590"/>
              </a:lnSpc>
              <a:spcBef>
                <a:spcPts val="3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ered</a:t>
            </a:r>
            <a:r>
              <a:rPr sz="2400" spc="-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24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2400" spc="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r>
              <a:rPr sz="2400" spc="5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ore</a:t>
            </a:r>
            <a:r>
              <a:rPr sz="2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essage</a:t>
            </a:r>
            <a:r>
              <a:rPr sz="2400" spc="-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3137786"/>
            <a:ext cx="7302249" cy="13180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3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specifi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y,</a:t>
            </a:r>
            <a:r>
              <a:rPr sz="2400" spc="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whe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ever</a:t>
            </a:r>
            <a:r>
              <a:rPr sz="2400" spc="3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 </a:t>
            </a:r>
            <a:r>
              <a:rPr sz="2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being</a:t>
            </a:r>
            <a:r>
              <a:rPr sz="2400" spc="5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prepa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24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590"/>
              </a:lnSpc>
              <a:spcBef>
                <a:spcPts val="3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host </a:t>
            </a:r>
            <a:r>
              <a:rPr sz="2400" spc="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2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transmis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ion,</a:t>
            </a:r>
            <a:r>
              <a:rPr sz="2400" spc="-2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lower</a:t>
            </a:r>
            <a:r>
              <a:rPr sz="2400" spc="3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r>
              <a:rPr sz="2400" spc="5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590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4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</a:t>
            </a:r>
            <a:r>
              <a:rPr sz="24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400" spc="4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ing;</a:t>
            </a:r>
            <a:r>
              <a:rPr sz="24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4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own</a:t>
            </a:r>
            <a:r>
              <a:rPr sz="2400" spc="4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595"/>
              </a:lnSpc>
              <a:spcBef>
                <a:spcPts val="0"/>
              </a:spcBef>
            </a:pP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enc</a:t>
            </a:r>
            <a:r>
              <a:rPr sz="2400" i="1" spc="1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psulation</a:t>
            </a:r>
            <a:r>
              <a:rPr sz="2400" i="1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i="1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i="1" spc="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i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7940" y="3137786"/>
            <a:ext cx="23691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 txBox="1"/>
          <p:nvPr/>
        </p:nvSpPr>
        <p:spPr>
          <a:xfrm>
            <a:off x="5731093" y="2573274"/>
            <a:ext cx="1711106" cy="6064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825"/>
              </a:lnSpc>
              <a:spcBef>
                <a:spcPts val="210"/>
              </a:spcBef>
            </a:pPr>
            <a:r>
              <a:rPr sz="900" dirty="0">
                <a:solidFill>
                  <a:srgbClr val="595404"/>
                </a:solidFill>
                <a:latin typeface="Arial"/>
                <a:cs typeface="Arial"/>
              </a:rPr>
              <a:t>eade</a:t>
            </a:r>
            <a:r>
              <a:rPr sz="900" dirty="0">
                <a:solidFill>
                  <a:srgbClr val="7C7C07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35374" y="4002024"/>
            <a:ext cx="4392675" cy="520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22603" marR="1973250" algn="ctr">
              <a:lnSpc>
                <a:spcPct val="95825"/>
              </a:lnSpc>
              <a:spcBef>
                <a:spcPts val="265"/>
              </a:spcBef>
            </a:pPr>
            <a:r>
              <a:rPr sz="900" spc="0" dirty="0">
                <a:solidFill>
                  <a:srgbClr val="6E6904"/>
                </a:solidFill>
                <a:latin typeface="Arial"/>
                <a:cs typeface="Arial"/>
              </a:rPr>
              <a:t>TCP</a:t>
            </a:r>
            <a:r>
              <a:rPr sz="900" spc="199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6E6904"/>
                </a:solidFill>
                <a:latin typeface="Arial"/>
                <a:cs typeface="Arial"/>
              </a:rPr>
              <a:t>h</a:t>
            </a:r>
            <a:r>
              <a:rPr sz="900" spc="0" dirty="0">
                <a:solidFill>
                  <a:srgbClr val="595404"/>
                </a:solidFill>
                <a:latin typeface="Arial"/>
                <a:cs typeface="Arial"/>
              </a:rPr>
              <a:t>eade</a:t>
            </a:r>
            <a:r>
              <a:rPr sz="900" spc="0" dirty="0">
                <a:solidFill>
                  <a:srgbClr val="6E6904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6828" y="1222246"/>
            <a:ext cx="4494276" cy="3351276"/>
          </a:xfrm>
          <a:custGeom>
            <a:avLst/>
            <a:gdLst/>
            <a:ahLst/>
            <a:cxnLst/>
            <a:rect l="l" t="t" r="r" b="b"/>
            <a:pathLst>
              <a:path w="4494276" h="3351276">
                <a:moveTo>
                  <a:pt x="0" y="3351276"/>
                </a:moveTo>
                <a:lnTo>
                  <a:pt x="4494276" y="3351276"/>
                </a:lnTo>
                <a:lnTo>
                  <a:pt x="4494276" y="0"/>
                </a:lnTo>
                <a:lnTo>
                  <a:pt x="0" y="0"/>
                </a:lnTo>
                <a:lnTo>
                  <a:pt x="0" y="335127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90600" y="1962913"/>
            <a:ext cx="2209800" cy="1107945"/>
          </a:xfrm>
          <a:custGeom>
            <a:avLst/>
            <a:gdLst/>
            <a:ahLst/>
            <a:cxnLst/>
            <a:rect l="l" t="t" r="r" b="b"/>
            <a:pathLst>
              <a:path w="2209800" h="1107945">
                <a:moveTo>
                  <a:pt x="0" y="1107945"/>
                </a:moveTo>
                <a:lnTo>
                  <a:pt x="2209800" y="1107945"/>
                </a:lnTo>
                <a:lnTo>
                  <a:pt x="2209800" y="0"/>
                </a:lnTo>
                <a:lnTo>
                  <a:pt x="0" y="0"/>
                </a:lnTo>
                <a:lnTo>
                  <a:pt x="0" y="110794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89150" y="2078354"/>
            <a:ext cx="4006469" cy="1029081"/>
          </a:xfrm>
          <a:custGeom>
            <a:avLst/>
            <a:gdLst/>
            <a:ahLst/>
            <a:cxnLst/>
            <a:rect l="l" t="t" r="r" b="b"/>
            <a:pathLst>
              <a:path w="4006469" h="1029081">
                <a:moveTo>
                  <a:pt x="3930904" y="76073"/>
                </a:moveTo>
                <a:lnTo>
                  <a:pt x="3943223" y="44196"/>
                </a:lnTo>
                <a:lnTo>
                  <a:pt x="3930379" y="44627"/>
                </a:lnTo>
                <a:lnTo>
                  <a:pt x="3930904" y="76073"/>
                </a:lnTo>
                <a:close/>
              </a:path>
              <a:path w="4006469" h="1029081">
                <a:moveTo>
                  <a:pt x="16256" y="1006221"/>
                </a:moveTo>
                <a:lnTo>
                  <a:pt x="19050" y="1010793"/>
                </a:lnTo>
                <a:lnTo>
                  <a:pt x="16084" y="1005810"/>
                </a:lnTo>
                <a:lnTo>
                  <a:pt x="16256" y="1006221"/>
                </a:lnTo>
                <a:close/>
              </a:path>
              <a:path w="4006469" h="1029081">
                <a:moveTo>
                  <a:pt x="14351" y="1001776"/>
                </a:moveTo>
                <a:lnTo>
                  <a:pt x="13970" y="1000760"/>
                </a:lnTo>
                <a:lnTo>
                  <a:pt x="18034" y="1029081"/>
                </a:lnTo>
                <a:lnTo>
                  <a:pt x="15875" y="1005459"/>
                </a:lnTo>
                <a:lnTo>
                  <a:pt x="14351" y="1001776"/>
                </a:lnTo>
                <a:close/>
              </a:path>
              <a:path w="4006469" h="1029081">
                <a:moveTo>
                  <a:pt x="46101" y="1035304"/>
                </a:moveTo>
                <a:lnTo>
                  <a:pt x="38989" y="1030351"/>
                </a:lnTo>
                <a:lnTo>
                  <a:pt x="32639" y="1025271"/>
                </a:lnTo>
                <a:lnTo>
                  <a:pt x="27305" y="1020318"/>
                </a:lnTo>
                <a:lnTo>
                  <a:pt x="22733" y="1015619"/>
                </a:lnTo>
                <a:lnTo>
                  <a:pt x="19050" y="1010793"/>
                </a:lnTo>
                <a:lnTo>
                  <a:pt x="16256" y="1006221"/>
                </a:lnTo>
                <a:lnTo>
                  <a:pt x="16084" y="1005810"/>
                </a:lnTo>
                <a:lnTo>
                  <a:pt x="14276" y="1001493"/>
                </a:lnTo>
                <a:lnTo>
                  <a:pt x="12954" y="996442"/>
                </a:lnTo>
                <a:lnTo>
                  <a:pt x="13208" y="997331"/>
                </a:lnTo>
                <a:lnTo>
                  <a:pt x="12700" y="991997"/>
                </a:lnTo>
                <a:lnTo>
                  <a:pt x="0" y="993140"/>
                </a:lnTo>
                <a:lnTo>
                  <a:pt x="508" y="998474"/>
                </a:lnTo>
                <a:lnTo>
                  <a:pt x="508" y="998855"/>
                </a:lnTo>
                <a:lnTo>
                  <a:pt x="635" y="999109"/>
                </a:lnTo>
                <a:lnTo>
                  <a:pt x="635" y="999490"/>
                </a:lnTo>
                <a:lnTo>
                  <a:pt x="2032" y="1004824"/>
                </a:lnTo>
                <a:lnTo>
                  <a:pt x="2032" y="1005078"/>
                </a:lnTo>
                <a:lnTo>
                  <a:pt x="2159" y="1005459"/>
                </a:lnTo>
                <a:lnTo>
                  <a:pt x="2286" y="1005713"/>
                </a:lnTo>
                <a:lnTo>
                  <a:pt x="4572" y="1011174"/>
                </a:lnTo>
                <a:lnTo>
                  <a:pt x="4699" y="1011428"/>
                </a:lnTo>
                <a:lnTo>
                  <a:pt x="4826" y="1011682"/>
                </a:lnTo>
                <a:lnTo>
                  <a:pt x="5080" y="1011936"/>
                </a:lnTo>
                <a:lnTo>
                  <a:pt x="8255" y="1017270"/>
                </a:lnTo>
                <a:lnTo>
                  <a:pt x="12573" y="1023239"/>
                </a:lnTo>
                <a:lnTo>
                  <a:pt x="18034" y="1029081"/>
                </a:lnTo>
                <a:lnTo>
                  <a:pt x="13970" y="1000760"/>
                </a:lnTo>
                <a:lnTo>
                  <a:pt x="14351" y="1001776"/>
                </a:lnTo>
                <a:lnTo>
                  <a:pt x="15875" y="1005459"/>
                </a:lnTo>
                <a:lnTo>
                  <a:pt x="18034" y="1029081"/>
                </a:lnTo>
                <a:lnTo>
                  <a:pt x="24257" y="1034669"/>
                </a:lnTo>
                <a:lnTo>
                  <a:pt x="56515" y="1056513"/>
                </a:lnTo>
                <a:lnTo>
                  <a:pt x="100838" y="1077341"/>
                </a:lnTo>
                <a:lnTo>
                  <a:pt x="141478" y="1092454"/>
                </a:lnTo>
                <a:lnTo>
                  <a:pt x="188214" y="1107186"/>
                </a:lnTo>
                <a:lnTo>
                  <a:pt x="240284" y="1121283"/>
                </a:lnTo>
                <a:lnTo>
                  <a:pt x="278130" y="1130427"/>
                </a:lnTo>
                <a:lnTo>
                  <a:pt x="318008" y="1139317"/>
                </a:lnTo>
                <a:lnTo>
                  <a:pt x="360045" y="1147826"/>
                </a:lnTo>
                <a:lnTo>
                  <a:pt x="404114" y="1155954"/>
                </a:lnTo>
                <a:lnTo>
                  <a:pt x="449834" y="1163955"/>
                </a:lnTo>
                <a:lnTo>
                  <a:pt x="497586" y="1171321"/>
                </a:lnTo>
                <a:lnTo>
                  <a:pt x="546862" y="1178560"/>
                </a:lnTo>
                <a:lnTo>
                  <a:pt x="597535" y="1185291"/>
                </a:lnTo>
                <a:lnTo>
                  <a:pt x="649732" y="1191641"/>
                </a:lnTo>
                <a:lnTo>
                  <a:pt x="703199" y="1197483"/>
                </a:lnTo>
                <a:lnTo>
                  <a:pt x="757809" y="1202944"/>
                </a:lnTo>
                <a:lnTo>
                  <a:pt x="813562" y="1207897"/>
                </a:lnTo>
                <a:lnTo>
                  <a:pt x="870077" y="1212342"/>
                </a:lnTo>
                <a:lnTo>
                  <a:pt x="927481" y="1216152"/>
                </a:lnTo>
                <a:lnTo>
                  <a:pt x="985647" y="1219581"/>
                </a:lnTo>
                <a:lnTo>
                  <a:pt x="1044321" y="1222375"/>
                </a:lnTo>
                <a:lnTo>
                  <a:pt x="1103503" y="1224534"/>
                </a:lnTo>
                <a:lnTo>
                  <a:pt x="1162939" y="1226185"/>
                </a:lnTo>
                <a:lnTo>
                  <a:pt x="1222629" y="1227201"/>
                </a:lnTo>
                <a:lnTo>
                  <a:pt x="1282573" y="1227582"/>
                </a:lnTo>
                <a:lnTo>
                  <a:pt x="1342644" y="1226693"/>
                </a:lnTo>
                <a:lnTo>
                  <a:pt x="1402588" y="1224153"/>
                </a:lnTo>
                <a:lnTo>
                  <a:pt x="1462151" y="1219962"/>
                </a:lnTo>
                <a:lnTo>
                  <a:pt x="1521460" y="1214247"/>
                </a:lnTo>
                <a:lnTo>
                  <a:pt x="1580261" y="1206881"/>
                </a:lnTo>
                <a:lnTo>
                  <a:pt x="1638554" y="1198245"/>
                </a:lnTo>
                <a:lnTo>
                  <a:pt x="1696085" y="1187958"/>
                </a:lnTo>
                <a:lnTo>
                  <a:pt x="1752727" y="1176528"/>
                </a:lnTo>
                <a:lnTo>
                  <a:pt x="1808480" y="1163701"/>
                </a:lnTo>
                <a:lnTo>
                  <a:pt x="1863217" y="1149604"/>
                </a:lnTo>
                <a:lnTo>
                  <a:pt x="1916684" y="1134364"/>
                </a:lnTo>
                <a:lnTo>
                  <a:pt x="1969008" y="1117981"/>
                </a:lnTo>
                <a:lnTo>
                  <a:pt x="2019808" y="1100582"/>
                </a:lnTo>
                <a:lnTo>
                  <a:pt x="2069211" y="1082040"/>
                </a:lnTo>
                <a:lnTo>
                  <a:pt x="2116963" y="1062355"/>
                </a:lnTo>
                <a:lnTo>
                  <a:pt x="2162937" y="1041908"/>
                </a:lnTo>
                <a:lnTo>
                  <a:pt x="2207006" y="1020699"/>
                </a:lnTo>
                <a:lnTo>
                  <a:pt x="2249170" y="998474"/>
                </a:lnTo>
                <a:lnTo>
                  <a:pt x="2289175" y="975487"/>
                </a:lnTo>
                <a:lnTo>
                  <a:pt x="2327021" y="951992"/>
                </a:lnTo>
                <a:lnTo>
                  <a:pt x="2362454" y="927608"/>
                </a:lnTo>
                <a:lnTo>
                  <a:pt x="2395601" y="902716"/>
                </a:lnTo>
                <a:lnTo>
                  <a:pt x="2426081" y="877062"/>
                </a:lnTo>
                <a:lnTo>
                  <a:pt x="2466721" y="837819"/>
                </a:lnTo>
                <a:lnTo>
                  <a:pt x="2501011" y="797687"/>
                </a:lnTo>
                <a:lnTo>
                  <a:pt x="2528443" y="756539"/>
                </a:lnTo>
                <a:lnTo>
                  <a:pt x="2548763" y="714629"/>
                </a:lnTo>
                <a:lnTo>
                  <a:pt x="2561209" y="672211"/>
                </a:lnTo>
                <a:lnTo>
                  <a:pt x="2565527" y="629285"/>
                </a:lnTo>
                <a:lnTo>
                  <a:pt x="2566035" y="615442"/>
                </a:lnTo>
                <a:lnTo>
                  <a:pt x="2573528" y="575310"/>
                </a:lnTo>
                <a:lnTo>
                  <a:pt x="2589911" y="535051"/>
                </a:lnTo>
                <a:lnTo>
                  <a:pt x="2614676" y="495046"/>
                </a:lnTo>
                <a:lnTo>
                  <a:pt x="2647442" y="455422"/>
                </a:lnTo>
                <a:lnTo>
                  <a:pt x="2687828" y="416306"/>
                </a:lnTo>
                <a:lnTo>
                  <a:pt x="2718689" y="390906"/>
                </a:lnTo>
                <a:lnTo>
                  <a:pt x="2752725" y="365760"/>
                </a:lnTo>
                <a:lnTo>
                  <a:pt x="2789809" y="341122"/>
                </a:lnTo>
                <a:lnTo>
                  <a:pt x="2829560" y="317119"/>
                </a:lnTo>
                <a:lnTo>
                  <a:pt x="2871978" y="293751"/>
                </a:lnTo>
                <a:lnTo>
                  <a:pt x="2916936" y="271018"/>
                </a:lnTo>
                <a:lnTo>
                  <a:pt x="2964307" y="249047"/>
                </a:lnTo>
                <a:lnTo>
                  <a:pt x="3013964" y="227838"/>
                </a:lnTo>
                <a:lnTo>
                  <a:pt x="3065780" y="207518"/>
                </a:lnTo>
                <a:lnTo>
                  <a:pt x="3119501" y="188214"/>
                </a:lnTo>
                <a:lnTo>
                  <a:pt x="3175127" y="169799"/>
                </a:lnTo>
                <a:lnTo>
                  <a:pt x="3232531" y="152273"/>
                </a:lnTo>
                <a:lnTo>
                  <a:pt x="3291459" y="136017"/>
                </a:lnTo>
                <a:lnTo>
                  <a:pt x="3351784" y="120777"/>
                </a:lnTo>
                <a:lnTo>
                  <a:pt x="3413506" y="106807"/>
                </a:lnTo>
                <a:lnTo>
                  <a:pt x="3476371" y="94107"/>
                </a:lnTo>
                <a:lnTo>
                  <a:pt x="3540379" y="82550"/>
                </a:lnTo>
                <a:lnTo>
                  <a:pt x="3605149" y="72517"/>
                </a:lnTo>
                <a:lnTo>
                  <a:pt x="3670935" y="63754"/>
                </a:lnTo>
                <a:lnTo>
                  <a:pt x="3737229" y="56515"/>
                </a:lnTo>
                <a:lnTo>
                  <a:pt x="3804158" y="50800"/>
                </a:lnTo>
                <a:lnTo>
                  <a:pt x="3871468" y="46609"/>
                </a:lnTo>
                <a:lnTo>
                  <a:pt x="3930379" y="44627"/>
                </a:lnTo>
                <a:lnTo>
                  <a:pt x="3943223" y="44196"/>
                </a:lnTo>
                <a:lnTo>
                  <a:pt x="3930904" y="76073"/>
                </a:lnTo>
                <a:lnTo>
                  <a:pt x="4006469" y="36830"/>
                </a:lnTo>
                <a:lnTo>
                  <a:pt x="3942715" y="31496"/>
                </a:lnTo>
                <a:lnTo>
                  <a:pt x="3930167" y="31915"/>
                </a:lnTo>
                <a:lnTo>
                  <a:pt x="3870579" y="33909"/>
                </a:lnTo>
                <a:lnTo>
                  <a:pt x="3803015" y="38100"/>
                </a:lnTo>
                <a:lnTo>
                  <a:pt x="3735832" y="43942"/>
                </a:lnTo>
                <a:lnTo>
                  <a:pt x="3669157" y="51181"/>
                </a:lnTo>
                <a:lnTo>
                  <a:pt x="3603244" y="59944"/>
                </a:lnTo>
                <a:lnTo>
                  <a:pt x="3538093" y="70104"/>
                </a:lnTo>
                <a:lnTo>
                  <a:pt x="3473958" y="81534"/>
                </a:lnTo>
                <a:lnTo>
                  <a:pt x="3410712" y="94361"/>
                </a:lnTo>
                <a:lnTo>
                  <a:pt x="3348609" y="108585"/>
                </a:lnTo>
                <a:lnTo>
                  <a:pt x="3288030" y="123825"/>
                </a:lnTo>
                <a:lnTo>
                  <a:pt x="3228848" y="140081"/>
                </a:lnTo>
                <a:lnTo>
                  <a:pt x="3171190" y="157734"/>
                </a:lnTo>
                <a:lnTo>
                  <a:pt x="3115310" y="176276"/>
                </a:lnTo>
                <a:lnTo>
                  <a:pt x="3061081" y="195707"/>
                </a:lnTo>
                <a:lnTo>
                  <a:pt x="3009011" y="216154"/>
                </a:lnTo>
                <a:lnTo>
                  <a:pt x="2958973" y="237490"/>
                </a:lnTo>
                <a:lnTo>
                  <a:pt x="2911348" y="259715"/>
                </a:lnTo>
                <a:lnTo>
                  <a:pt x="2866009" y="282575"/>
                </a:lnTo>
                <a:lnTo>
                  <a:pt x="2823083" y="306197"/>
                </a:lnTo>
                <a:lnTo>
                  <a:pt x="2782824" y="330581"/>
                </a:lnTo>
                <a:lnTo>
                  <a:pt x="2745359" y="355473"/>
                </a:lnTo>
                <a:lnTo>
                  <a:pt x="2710815" y="381000"/>
                </a:lnTo>
                <a:lnTo>
                  <a:pt x="2679319" y="407035"/>
                </a:lnTo>
                <a:lnTo>
                  <a:pt x="2650871" y="433578"/>
                </a:lnTo>
                <a:lnTo>
                  <a:pt x="2614549" y="474091"/>
                </a:lnTo>
                <a:lnTo>
                  <a:pt x="2586101" y="515747"/>
                </a:lnTo>
                <a:lnTo>
                  <a:pt x="2566035" y="557784"/>
                </a:lnTo>
                <a:lnTo>
                  <a:pt x="2554986" y="600710"/>
                </a:lnTo>
                <a:lnTo>
                  <a:pt x="2552827" y="628904"/>
                </a:lnTo>
                <a:lnTo>
                  <a:pt x="2552319" y="642366"/>
                </a:lnTo>
                <a:lnTo>
                  <a:pt x="2545715" y="682752"/>
                </a:lnTo>
                <a:lnTo>
                  <a:pt x="2531364" y="723138"/>
                </a:lnTo>
                <a:lnTo>
                  <a:pt x="2509520" y="763270"/>
                </a:lnTo>
                <a:lnTo>
                  <a:pt x="2480691" y="802894"/>
                </a:lnTo>
                <a:lnTo>
                  <a:pt x="2445004" y="841883"/>
                </a:lnTo>
                <a:lnTo>
                  <a:pt x="2403094" y="880110"/>
                </a:lnTo>
                <a:lnTo>
                  <a:pt x="2371852" y="905002"/>
                </a:lnTo>
                <a:lnTo>
                  <a:pt x="2337943" y="929259"/>
                </a:lnTo>
                <a:lnTo>
                  <a:pt x="2301748" y="953008"/>
                </a:lnTo>
                <a:lnTo>
                  <a:pt x="2243201" y="987298"/>
                </a:lnTo>
                <a:lnTo>
                  <a:pt x="2201545" y="1009269"/>
                </a:lnTo>
                <a:lnTo>
                  <a:pt x="2157730" y="1030351"/>
                </a:lnTo>
                <a:lnTo>
                  <a:pt x="2112137" y="1050671"/>
                </a:lnTo>
                <a:lnTo>
                  <a:pt x="2064766" y="1070102"/>
                </a:lnTo>
                <a:lnTo>
                  <a:pt x="2015617" y="1088517"/>
                </a:lnTo>
                <a:lnTo>
                  <a:pt x="1965198" y="1105916"/>
                </a:lnTo>
                <a:lnTo>
                  <a:pt x="1913255" y="1122172"/>
                </a:lnTo>
                <a:lnTo>
                  <a:pt x="1860042" y="1137285"/>
                </a:lnTo>
                <a:lnTo>
                  <a:pt x="1805686" y="1151382"/>
                </a:lnTo>
                <a:lnTo>
                  <a:pt x="1750187" y="1164082"/>
                </a:lnTo>
                <a:lnTo>
                  <a:pt x="1693799" y="1175512"/>
                </a:lnTo>
                <a:lnTo>
                  <a:pt x="1636649" y="1185672"/>
                </a:lnTo>
                <a:lnTo>
                  <a:pt x="1578737" y="1194308"/>
                </a:lnTo>
                <a:lnTo>
                  <a:pt x="1520190" y="1201547"/>
                </a:lnTo>
                <a:lnTo>
                  <a:pt x="1461389" y="1207389"/>
                </a:lnTo>
                <a:lnTo>
                  <a:pt x="1402080" y="1211453"/>
                </a:lnTo>
                <a:lnTo>
                  <a:pt x="1342517" y="1213993"/>
                </a:lnTo>
                <a:lnTo>
                  <a:pt x="1282573" y="1214882"/>
                </a:lnTo>
                <a:lnTo>
                  <a:pt x="1222883" y="1214628"/>
                </a:lnTo>
                <a:lnTo>
                  <a:pt x="1163320" y="1213485"/>
                </a:lnTo>
                <a:lnTo>
                  <a:pt x="1104011" y="1211961"/>
                </a:lnTo>
                <a:lnTo>
                  <a:pt x="1044829" y="1209675"/>
                </a:lnTo>
                <a:lnTo>
                  <a:pt x="986409" y="1207008"/>
                </a:lnTo>
                <a:lnTo>
                  <a:pt x="928370" y="1203579"/>
                </a:lnTo>
                <a:lnTo>
                  <a:pt x="871093" y="1199642"/>
                </a:lnTo>
                <a:lnTo>
                  <a:pt x="814578" y="1195197"/>
                </a:lnTo>
                <a:lnTo>
                  <a:pt x="759079" y="1190244"/>
                </a:lnTo>
                <a:lnTo>
                  <a:pt x="704596" y="1184910"/>
                </a:lnTo>
                <a:lnTo>
                  <a:pt x="651256" y="1178941"/>
                </a:lnTo>
                <a:lnTo>
                  <a:pt x="599313" y="1172718"/>
                </a:lnTo>
                <a:lnTo>
                  <a:pt x="548640" y="1165987"/>
                </a:lnTo>
                <a:lnTo>
                  <a:pt x="499618" y="1158875"/>
                </a:lnTo>
                <a:lnTo>
                  <a:pt x="452120" y="1151382"/>
                </a:lnTo>
                <a:lnTo>
                  <a:pt x="406400" y="1143508"/>
                </a:lnTo>
                <a:lnTo>
                  <a:pt x="362585" y="1135380"/>
                </a:lnTo>
                <a:lnTo>
                  <a:pt x="320675" y="1126871"/>
                </a:lnTo>
                <a:lnTo>
                  <a:pt x="280924" y="1118108"/>
                </a:lnTo>
                <a:lnTo>
                  <a:pt x="262001" y="1113536"/>
                </a:lnTo>
                <a:lnTo>
                  <a:pt x="243459" y="1109091"/>
                </a:lnTo>
                <a:lnTo>
                  <a:pt x="225679" y="1104392"/>
                </a:lnTo>
                <a:lnTo>
                  <a:pt x="208407" y="1099693"/>
                </a:lnTo>
                <a:lnTo>
                  <a:pt x="191770" y="1094994"/>
                </a:lnTo>
                <a:lnTo>
                  <a:pt x="175768" y="1090168"/>
                </a:lnTo>
                <a:lnTo>
                  <a:pt x="160401" y="1085342"/>
                </a:lnTo>
                <a:lnTo>
                  <a:pt x="145669" y="1080516"/>
                </a:lnTo>
                <a:lnTo>
                  <a:pt x="131699" y="1075563"/>
                </a:lnTo>
                <a:lnTo>
                  <a:pt x="118364" y="1070610"/>
                </a:lnTo>
                <a:lnTo>
                  <a:pt x="105791" y="1065657"/>
                </a:lnTo>
                <a:lnTo>
                  <a:pt x="93980" y="1060577"/>
                </a:lnTo>
                <a:lnTo>
                  <a:pt x="82804" y="1055624"/>
                </a:lnTo>
                <a:lnTo>
                  <a:pt x="72390" y="1050544"/>
                </a:lnTo>
                <a:lnTo>
                  <a:pt x="62865" y="1045464"/>
                </a:lnTo>
                <a:lnTo>
                  <a:pt x="54102" y="1040384"/>
                </a:lnTo>
                <a:lnTo>
                  <a:pt x="46101" y="1035304"/>
                </a:lnTo>
                <a:close/>
              </a:path>
              <a:path w="4006469" h="1029081">
                <a:moveTo>
                  <a:pt x="3942715" y="31496"/>
                </a:moveTo>
                <a:lnTo>
                  <a:pt x="4006469" y="36830"/>
                </a:lnTo>
                <a:lnTo>
                  <a:pt x="3929634" y="0"/>
                </a:lnTo>
                <a:lnTo>
                  <a:pt x="3930167" y="31915"/>
                </a:lnTo>
                <a:lnTo>
                  <a:pt x="3942715" y="31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-76200" y="1200911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1766355" y="380991"/>
                </a:moveTo>
                <a:lnTo>
                  <a:pt x="1805444" y="366691"/>
                </a:lnTo>
                <a:lnTo>
                  <a:pt x="1827155" y="331913"/>
                </a:lnTo>
                <a:lnTo>
                  <a:pt x="1828800" y="317500"/>
                </a:lnTo>
                <a:lnTo>
                  <a:pt x="1828791" y="62445"/>
                </a:lnTo>
                <a:lnTo>
                  <a:pt x="1814491" y="23355"/>
                </a:lnTo>
                <a:lnTo>
                  <a:pt x="1779713" y="1645"/>
                </a:lnTo>
                <a:lnTo>
                  <a:pt x="1765300" y="0"/>
                </a:lnTo>
                <a:lnTo>
                  <a:pt x="76200" y="8"/>
                </a:lnTo>
                <a:lnTo>
                  <a:pt x="76200" y="381000"/>
                </a:lnTo>
                <a:lnTo>
                  <a:pt x="17663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78499" y="2573274"/>
            <a:ext cx="1663699" cy="606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35374" y="4002024"/>
            <a:ext cx="4392675" cy="520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35550" y="3316224"/>
            <a:ext cx="2906775" cy="363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30999" y="16256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12699">
            <a:solidFill>
              <a:srgbClr val="AF77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2199" y="1930400"/>
            <a:ext cx="1244600" cy="0"/>
          </a:xfrm>
          <a:custGeom>
            <a:avLst/>
            <a:gdLst/>
            <a:ahLst/>
            <a:cxnLst/>
            <a:rect l="l" t="t" r="r" b="b"/>
            <a:pathLst>
              <a:path w="1244600">
                <a:moveTo>
                  <a:pt x="0" y="0"/>
                </a:moveTo>
                <a:lnTo>
                  <a:pt x="1244600" y="0"/>
                </a:lnTo>
              </a:path>
            </a:pathLst>
          </a:custGeom>
          <a:ln w="12699">
            <a:solidFill>
              <a:srgbClr val="B88E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72199" y="2247900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>
                <a:moveTo>
                  <a:pt x="0" y="0"/>
                </a:moveTo>
                <a:lnTo>
                  <a:pt x="1257300" y="0"/>
                </a:lnTo>
              </a:path>
            </a:pathLst>
          </a:custGeom>
          <a:ln w="12699">
            <a:solidFill>
              <a:srgbClr val="B88E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21299" y="316230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12699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46599" y="3835400"/>
            <a:ext cx="2857500" cy="0"/>
          </a:xfrm>
          <a:custGeom>
            <a:avLst/>
            <a:gdLst/>
            <a:ahLst/>
            <a:cxnLst/>
            <a:rect l="l" t="t" r="r" b="b"/>
            <a:pathLst>
              <a:path w="2857500">
                <a:moveTo>
                  <a:pt x="0" y="0"/>
                </a:moveTo>
                <a:lnTo>
                  <a:pt x="2857500" y="0"/>
                </a:lnTo>
              </a:path>
            </a:pathLst>
          </a:custGeom>
          <a:ln w="12699">
            <a:solidFill>
              <a:srgbClr val="57575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33999" y="4025900"/>
            <a:ext cx="825500" cy="0"/>
          </a:xfrm>
          <a:custGeom>
            <a:avLst/>
            <a:gdLst/>
            <a:ahLst/>
            <a:cxnLst/>
            <a:rect l="l" t="t" r="r" b="b"/>
            <a:pathLst>
              <a:path w="825500">
                <a:moveTo>
                  <a:pt x="0" y="0"/>
                </a:moveTo>
                <a:lnTo>
                  <a:pt x="825500" y="0"/>
                </a:lnTo>
              </a:path>
            </a:pathLst>
          </a:custGeom>
          <a:ln w="12699">
            <a:solidFill>
              <a:srgbClr val="BFB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67499" y="4572000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>
                <a:moveTo>
                  <a:pt x="0" y="0"/>
                </a:moveTo>
                <a:lnTo>
                  <a:pt x="901700" y="0"/>
                </a:lnTo>
              </a:path>
            </a:pathLst>
          </a:custGeom>
          <a:ln w="12699">
            <a:solidFill>
              <a:srgbClr val="C8C8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77199" y="2578100"/>
            <a:ext cx="0" cy="546099"/>
          </a:xfrm>
          <a:custGeom>
            <a:avLst/>
            <a:gdLst/>
            <a:ahLst/>
            <a:cxnLst/>
            <a:rect l="l" t="t" r="r" b="b"/>
            <a:pathLst>
              <a:path h="546099">
                <a:moveTo>
                  <a:pt x="0" y="546099"/>
                </a:moveTo>
                <a:lnTo>
                  <a:pt x="0" y="0"/>
                </a:lnTo>
              </a:path>
            </a:pathLst>
          </a:custGeom>
          <a:ln w="12700">
            <a:solidFill>
              <a:srgbClr val="C8C8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07424" y="2608199"/>
            <a:ext cx="434974" cy="249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35999" y="20320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10599" y="20574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700" y="0"/>
                </a:lnTo>
              </a:path>
            </a:pathLst>
          </a:custGeom>
          <a:ln w="25399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35999" y="2997200"/>
            <a:ext cx="0" cy="850899"/>
          </a:xfrm>
          <a:custGeom>
            <a:avLst/>
            <a:gdLst/>
            <a:ahLst/>
            <a:cxnLst/>
            <a:rect l="l" t="t" r="r" b="b"/>
            <a:pathLst>
              <a:path h="850899">
                <a:moveTo>
                  <a:pt x="0" y="850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10599" y="38354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700" y="0"/>
                </a:lnTo>
              </a:path>
            </a:pathLst>
          </a:custGeom>
          <a:ln w="25399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8409" y="1283207"/>
            <a:ext cx="13532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9642" y="2185161"/>
            <a:ext cx="173948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At</a:t>
            </a:r>
            <a:r>
              <a:rPr sz="1100" spc="-3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20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pp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</a:t>
            </a:r>
            <a:r>
              <a:rPr sz="1100" spc="-4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 </a:t>
            </a:r>
            <a:r>
              <a:rPr sz="1100" spc="22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er,</a:t>
            </a:r>
            <a:r>
              <a:rPr sz="1100" spc="7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642" y="2688081"/>
            <a:ext cx="1455079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w</a:t>
            </a:r>
            <a:r>
              <a:rPr sz="1100" spc="-4" dirty="0">
                <a:latin typeface="Times New Roman"/>
                <a:cs typeface="Times New Roman"/>
              </a:rPr>
              <a:t>il</a:t>
            </a:r>
            <a:r>
              <a:rPr sz="1100" spc="0" dirty="0">
                <a:latin typeface="Times New Roman"/>
                <a:cs typeface="Times New Roman"/>
              </a:rPr>
              <a:t>l</a:t>
            </a:r>
            <a:r>
              <a:rPr sz="1100" spc="-10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pp</a:t>
            </a:r>
            <a:r>
              <a:rPr sz="1100" spc="0" dirty="0">
                <a:latin typeface="Times New Roman"/>
                <a:cs typeface="Times New Roman"/>
              </a:rPr>
              <a:t>ear</a:t>
            </a:r>
            <a:r>
              <a:rPr sz="1100" spc="-4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after </a:t>
            </a:r>
            <a:r>
              <a:rPr sz="1100" spc="2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l</a:t>
            </a:r>
            <a:r>
              <a:rPr sz="1100" spc="2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73238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5999" y="2057400"/>
            <a:ext cx="495300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990600" y="1962913"/>
            <a:ext cx="2209800" cy="11079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742">
              <a:lnSpc>
                <a:spcPct val="95825"/>
              </a:lnSpc>
              <a:spcBef>
                <a:spcPts val="375"/>
              </a:spcBef>
            </a:pPr>
            <a:r>
              <a:rPr sz="1100" b="1" spc="0" dirty="0">
                <a:latin typeface="Times New Roman"/>
                <a:cs typeface="Times New Roman"/>
              </a:rPr>
              <a:t>Appl</a:t>
            </a:r>
            <a:r>
              <a:rPr sz="1100" b="1" spc="-4" dirty="0">
                <a:latin typeface="Times New Roman"/>
                <a:cs typeface="Times New Roman"/>
              </a:rPr>
              <a:t>i</a:t>
            </a:r>
            <a:r>
              <a:rPr sz="1100" b="1" spc="0" dirty="0">
                <a:latin typeface="Times New Roman"/>
                <a:cs typeface="Times New Roman"/>
              </a:rPr>
              <a:t>ca</a:t>
            </a:r>
            <a:r>
              <a:rPr sz="1100" b="1" spc="-4" dirty="0">
                <a:latin typeface="Times New Roman"/>
                <a:cs typeface="Times New Roman"/>
              </a:rPr>
              <a:t>ti</a:t>
            </a:r>
            <a:r>
              <a:rPr sz="1100" b="1" spc="0" dirty="0">
                <a:latin typeface="Times New Roman"/>
                <a:cs typeface="Times New Roman"/>
              </a:rPr>
              <a:t>on</a:t>
            </a:r>
            <a:r>
              <a:rPr sz="1100" b="1" spc="112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Pa</a:t>
            </a:r>
            <a:r>
              <a:rPr sz="1100" b="1" spc="0" dirty="0">
                <a:latin typeface="Times New Roman"/>
                <a:cs typeface="Times New Roman"/>
              </a:rPr>
              <a:t>y</a:t>
            </a:r>
            <a:r>
              <a:rPr sz="1100" b="1" spc="-4" dirty="0">
                <a:latin typeface="Times New Roman"/>
                <a:cs typeface="Times New Roman"/>
              </a:rPr>
              <a:t>l</a:t>
            </a:r>
            <a:r>
              <a:rPr sz="1100" b="1" spc="0" dirty="0">
                <a:latin typeface="Times New Roman"/>
                <a:cs typeface="Times New Roman"/>
              </a:rPr>
              <a:t>o</a:t>
            </a:r>
            <a:r>
              <a:rPr sz="1100" b="1" spc="-4" dirty="0">
                <a:latin typeface="Times New Roman"/>
                <a:cs typeface="Times New Roman"/>
              </a:rPr>
              <a:t>a</a:t>
            </a:r>
            <a:r>
              <a:rPr sz="1100" b="1" spc="0" dirty="0">
                <a:latin typeface="Times New Roman"/>
                <a:cs typeface="Times New Roman"/>
              </a:rPr>
              <a:t>d</a:t>
            </a:r>
            <a:endParaRPr sz="1100">
              <a:latin typeface="Times New Roman"/>
              <a:cs typeface="Times New Roman"/>
            </a:endParaRPr>
          </a:p>
          <a:p>
            <a:pPr marL="91742" marR="264870">
              <a:lnSpc>
                <a:spcPct val="100041"/>
              </a:lnSpc>
              <a:spcBef>
                <a:spcPts val="1375"/>
              </a:spcBef>
            </a:pPr>
            <a:r>
              <a:rPr sz="1100" spc="0" dirty="0">
                <a:latin typeface="Times New Roman"/>
                <a:cs typeface="Times New Roman"/>
              </a:rPr>
              <a:t>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ect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5" dirty="0">
                <a:latin typeface="Times New Roman"/>
                <a:cs typeface="Times New Roman"/>
              </a:rPr>
              <a:t>v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-28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lo</a:t>
            </a:r>
            <a:r>
              <a:rPr sz="1100" spc="0" dirty="0">
                <a:latin typeface="Times New Roman"/>
                <a:cs typeface="Times New Roman"/>
              </a:rPr>
              <a:t>ad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data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is 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u</a:t>
            </a:r>
            <a:r>
              <a:rPr sz="1100" spc="4" dirty="0">
                <a:latin typeface="Times New Roman"/>
                <a:cs typeface="Times New Roman"/>
              </a:rPr>
              <a:t>pp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4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24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lo</a:t>
            </a:r>
            <a:r>
              <a:rPr sz="1100" spc="0" dirty="0">
                <a:latin typeface="Times New Roman"/>
                <a:cs typeface="Times New Roman"/>
              </a:rPr>
              <a:t>ad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91742">
              <a:lnSpc>
                <a:spcPct val="95825"/>
              </a:lnSpc>
              <a:spcBef>
                <a:spcPts val="1321"/>
              </a:spcBef>
            </a:pP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capsu</a:t>
            </a:r>
            <a:r>
              <a:rPr sz="1100" spc="-5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at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r>
              <a:rPr sz="1100" spc="-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hea</a:t>
            </a:r>
            <a:r>
              <a:rPr sz="1100" spc="4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6828" y="1222246"/>
            <a:ext cx="4494276" cy="33512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740605" algn="r">
              <a:lnSpc>
                <a:spcPct val="95825"/>
              </a:lnSpc>
              <a:spcBef>
                <a:spcPts val="405"/>
              </a:spcBef>
            </a:pPr>
            <a:r>
              <a:rPr sz="1000" spc="0" dirty="0">
                <a:solidFill>
                  <a:srgbClr val="563352"/>
                </a:solidFill>
                <a:latin typeface="Arial"/>
                <a:cs typeface="Arial"/>
              </a:rPr>
              <a:t>Uset'</a:t>
            </a:r>
            <a:r>
              <a:rPr sz="1000" spc="143" dirty="0">
                <a:solidFill>
                  <a:srgbClr val="563352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63352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2659672" marR="720890" indent="-7143">
              <a:lnSpc>
                <a:spcPts val="1034"/>
              </a:lnSpc>
              <a:spcBef>
                <a:spcPts val="4025"/>
              </a:spcBef>
              <a:tabLst>
                <a:tab pos="3225800" algn="l"/>
              </a:tabLst>
            </a:pPr>
            <a:r>
              <a:rPr sz="900" spc="0" dirty="0">
                <a:solidFill>
                  <a:srgbClr val="563352"/>
                </a:solidFill>
                <a:latin typeface="Arial"/>
                <a:cs typeface="Arial"/>
              </a:rPr>
              <a:t>Appl	</a:t>
            </a:r>
            <a:r>
              <a:rPr sz="1000" spc="0" dirty="0">
                <a:solidFill>
                  <a:srgbClr val="563352"/>
                </a:solidFill>
                <a:latin typeface="Arial"/>
                <a:cs typeface="Arial"/>
              </a:rPr>
              <a:t>User</a:t>
            </a:r>
            <a:r>
              <a:rPr sz="1000" spc="-25" dirty="0">
                <a:solidFill>
                  <a:srgbClr val="563352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63352"/>
                </a:solidFill>
                <a:latin typeface="Arial"/>
                <a:cs typeface="Arial"/>
              </a:rPr>
              <a:t>data header</a:t>
            </a:r>
            <a:endParaRPr sz="900">
              <a:latin typeface="Arial"/>
              <a:cs typeface="Arial"/>
            </a:endParaRPr>
          </a:p>
          <a:p>
            <a:pPr marL="1781149" marR="2318738" algn="ctr">
              <a:lnSpc>
                <a:spcPct val="95825"/>
              </a:lnSpc>
              <a:spcBef>
                <a:spcPts val="3016"/>
              </a:spcBef>
            </a:pPr>
            <a:r>
              <a:rPr sz="900" spc="0" dirty="0">
                <a:solidFill>
                  <a:srgbClr val="6E6904"/>
                </a:solidFill>
                <a:latin typeface="Arial"/>
                <a:cs typeface="Arial"/>
              </a:rPr>
              <a:t>TCP</a:t>
            </a:r>
            <a:r>
              <a:rPr sz="900" spc="199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95404"/>
                </a:solidFill>
                <a:latin typeface="Arial"/>
                <a:cs typeface="Arial"/>
              </a:rPr>
              <a:t>h</a:t>
            </a:r>
            <a:endParaRPr sz="900">
              <a:latin typeface="Arial"/>
              <a:cs typeface="Arial"/>
            </a:endParaRPr>
          </a:p>
          <a:p>
            <a:pPr marL="1838299" marR="1583399" algn="ctr">
              <a:lnSpc>
                <a:spcPct val="95825"/>
              </a:lnSpc>
              <a:spcBef>
                <a:spcPts val="7458"/>
              </a:spcBef>
            </a:pPr>
            <a:r>
              <a:rPr sz="900" spc="0" dirty="0">
                <a:solidFill>
                  <a:srgbClr val="696969"/>
                </a:solidFill>
                <a:latin typeface="Arial"/>
                <a:cs typeface="Arial"/>
              </a:rPr>
              <a:t>IP</a:t>
            </a:r>
            <a:r>
              <a:rPr sz="900" spc="79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696969"/>
                </a:solidFill>
                <a:latin typeface="Arial"/>
                <a:cs typeface="Arial"/>
              </a:rPr>
              <a:t>d</a:t>
            </a:r>
            <a:r>
              <a:rPr sz="900" spc="0" dirty="0">
                <a:solidFill>
                  <a:srgbClr val="575757"/>
                </a:solidFill>
                <a:latin typeface="Arial"/>
                <a:cs typeface="Arial"/>
              </a:rPr>
              <a:t>atag</a:t>
            </a:r>
            <a:r>
              <a:rPr sz="900" spc="0" dirty="0">
                <a:solidFill>
                  <a:srgbClr val="696969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900" spc="0" dirty="0">
                <a:solidFill>
                  <a:srgbClr val="696969"/>
                </a:solidFill>
                <a:latin typeface="Arial"/>
                <a:cs typeface="Arial"/>
              </a:rPr>
              <a:t>ml</a:t>
            </a:r>
            <a:r>
              <a:rPr sz="900" spc="0" dirty="0">
                <a:solidFill>
                  <a:srgbClr val="575757"/>
                </a:solidFill>
                <a:latin typeface="Arial"/>
                <a:cs typeface="Arial"/>
              </a:rPr>
              <a:t>pa</a:t>
            </a:r>
            <a:r>
              <a:rPr sz="900" spc="0" dirty="0">
                <a:solidFill>
                  <a:srgbClr val="696969"/>
                </a:solidFill>
                <a:latin typeface="Arial"/>
                <a:cs typeface="Arial"/>
              </a:rPr>
              <a:t>c</a:t>
            </a:r>
            <a:r>
              <a:rPr sz="900" spc="0" dirty="0">
                <a:solidFill>
                  <a:srgbClr val="575757"/>
                </a:solidFill>
                <a:latin typeface="Arial"/>
                <a:cs typeface="Arial"/>
              </a:rPr>
              <a:t>ket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999" y="1485900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6172199" y="1790700"/>
            <a:ext cx="1244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6172199" y="2108200"/>
            <a:ext cx="12573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546599" y="3695700"/>
            <a:ext cx="2857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333999" y="3886200"/>
            <a:ext cx="825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6828" y="1226820"/>
            <a:ext cx="4494276" cy="3351276"/>
          </a:xfrm>
          <a:custGeom>
            <a:avLst/>
            <a:gdLst/>
            <a:ahLst/>
            <a:cxnLst/>
            <a:rect l="l" t="t" r="r" b="b"/>
            <a:pathLst>
              <a:path w="4494276" h="3351276">
                <a:moveTo>
                  <a:pt x="0" y="3351276"/>
                </a:moveTo>
                <a:lnTo>
                  <a:pt x="4494276" y="3351276"/>
                </a:lnTo>
                <a:lnTo>
                  <a:pt x="4494276" y="0"/>
                </a:lnTo>
                <a:lnTo>
                  <a:pt x="0" y="0"/>
                </a:lnTo>
                <a:lnTo>
                  <a:pt x="0" y="335127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8200" y="1886713"/>
            <a:ext cx="2209800" cy="2461260"/>
          </a:xfrm>
          <a:custGeom>
            <a:avLst/>
            <a:gdLst/>
            <a:ahLst/>
            <a:cxnLst/>
            <a:rect l="l" t="t" r="r" b="b"/>
            <a:pathLst>
              <a:path w="2209800" h="2461260">
                <a:moveTo>
                  <a:pt x="0" y="2461260"/>
                </a:moveTo>
                <a:lnTo>
                  <a:pt x="2209800" y="2461260"/>
                </a:lnTo>
                <a:lnTo>
                  <a:pt x="2209800" y="0"/>
                </a:lnTo>
                <a:lnTo>
                  <a:pt x="0" y="0"/>
                </a:lnTo>
                <a:lnTo>
                  <a:pt x="0" y="24612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36750" y="2688462"/>
            <a:ext cx="3168269" cy="76200"/>
          </a:xfrm>
          <a:custGeom>
            <a:avLst/>
            <a:gdLst/>
            <a:ahLst/>
            <a:cxnLst/>
            <a:rect l="l" t="t" r="r" b="b"/>
            <a:pathLst>
              <a:path w="3168269" h="76200">
                <a:moveTo>
                  <a:pt x="3092958" y="76200"/>
                </a:moveTo>
                <a:lnTo>
                  <a:pt x="3105023" y="44196"/>
                </a:lnTo>
                <a:lnTo>
                  <a:pt x="3092276" y="44702"/>
                </a:lnTo>
                <a:lnTo>
                  <a:pt x="3092958" y="76200"/>
                </a:lnTo>
                <a:close/>
              </a:path>
              <a:path w="3168269" h="76200">
                <a:moveTo>
                  <a:pt x="12700" y="1660116"/>
                </a:moveTo>
                <a:lnTo>
                  <a:pt x="0" y="1660805"/>
                </a:lnTo>
                <a:lnTo>
                  <a:pt x="254" y="1666138"/>
                </a:lnTo>
                <a:lnTo>
                  <a:pt x="1397" y="1672246"/>
                </a:lnTo>
                <a:lnTo>
                  <a:pt x="19939" y="1706967"/>
                </a:lnTo>
                <a:lnTo>
                  <a:pt x="58039" y="1739431"/>
                </a:lnTo>
                <a:lnTo>
                  <a:pt x="92837" y="1759930"/>
                </a:lnTo>
                <a:lnTo>
                  <a:pt x="134366" y="1779496"/>
                </a:lnTo>
                <a:lnTo>
                  <a:pt x="182245" y="1798054"/>
                </a:lnTo>
                <a:lnTo>
                  <a:pt x="235966" y="1815503"/>
                </a:lnTo>
                <a:lnTo>
                  <a:pt x="294640" y="1831670"/>
                </a:lnTo>
                <a:lnTo>
                  <a:pt x="358013" y="1846300"/>
                </a:lnTo>
                <a:lnTo>
                  <a:pt x="425196" y="1859392"/>
                </a:lnTo>
                <a:lnTo>
                  <a:pt x="495808" y="1870762"/>
                </a:lnTo>
                <a:lnTo>
                  <a:pt x="569087" y="1880133"/>
                </a:lnTo>
                <a:lnTo>
                  <a:pt x="644525" y="1887485"/>
                </a:lnTo>
                <a:lnTo>
                  <a:pt x="682879" y="1890254"/>
                </a:lnTo>
                <a:lnTo>
                  <a:pt x="721487" y="1892452"/>
                </a:lnTo>
                <a:lnTo>
                  <a:pt x="760349" y="1894079"/>
                </a:lnTo>
                <a:lnTo>
                  <a:pt x="799338" y="1895121"/>
                </a:lnTo>
                <a:lnTo>
                  <a:pt x="838454" y="1895414"/>
                </a:lnTo>
                <a:lnTo>
                  <a:pt x="858393" y="1895032"/>
                </a:lnTo>
                <a:lnTo>
                  <a:pt x="897763" y="1892338"/>
                </a:lnTo>
                <a:lnTo>
                  <a:pt x="937006" y="1887055"/>
                </a:lnTo>
                <a:lnTo>
                  <a:pt x="976122" y="1879271"/>
                </a:lnTo>
                <a:lnTo>
                  <a:pt x="1014857" y="1868981"/>
                </a:lnTo>
                <a:lnTo>
                  <a:pt x="1053338" y="1856396"/>
                </a:lnTo>
                <a:lnTo>
                  <a:pt x="1109853" y="1833283"/>
                </a:lnTo>
                <a:lnTo>
                  <a:pt x="1147064" y="1815136"/>
                </a:lnTo>
                <a:lnTo>
                  <a:pt x="1183640" y="1794994"/>
                </a:lnTo>
                <a:lnTo>
                  <a:pt x="1219454" y="1772933"/>
                </a:lnTo>
                <a:lnTo>
                  <a:pt x="1254506" y="1748956"/>
                </a:lnTo>
                <a:lnTo>
                  <a:pt x="1288796" y="1723160"/>
                </a:lnTo>
                <a:lnTo>
                  <a:pt x="1322070" y="1695741"/>
                </a:lnTo>
                <a:lnTo>
                  <a:pt x="1354328" y="1666595"/>
                </a:lnTo>
                <a:lnTo>
                  <a:pt x="1385443" y="1636040"/>
                </a:lnTo>
                <a:lnTo>
                  <a:pt x="1415542" y="1603949"/>
                </a:lnTo>
                <a:lnTo>
                  <a:pt x="1444244" y="1570497"/>
                </a:lnTo>
                <a:lnTo>
                  <a:pt x="1471803" y="1535825"/>
                </a:lnTo>
                <a:lnTo>
                  <a:pt x="1497965" y="1499898"/>
                </a:lnTo>
                <a:lnTo>
                  <a:pt x="1522603" y="1462914"/>
                </a:lnTo>
                <a:lnTo>
                  <a:pt x="1545717" y="1424879"/>
                </a:lnTo>
                <a:lnTo>
                  <a:pt x="1567307" y="1385876"/>
                </a:lnTo>
                <a:lnTo>
                  <a:pt x="1587119" y="1346009"/>
                </a:lnTo>
                <a:lnTo>
                  <a:pt x="1605153" y="1305369"/>
                </a:lnTo>
                <a:lnTo>
                  <a:pt x="1621282" y="1264069"/>
                </a:lnTo>
                <a:lnTo>
                  <a:pt x="1635760" y="1222184"/>
                </a:lnTo>
                <a:lnTo>
                  <a:pt x="1647952" y="1179830"/>
                </a:lnTo>
                <a:lnTo>
                  <a:pt x="1658239" y="1136904"/>
                </a:lnTo>
                <a:lnTo>
                  <a:pt x="1666367" y="1093597"/>
                </a:lnTo>
                <a:lnTo>
                  <a:pt x="1672209" y="1050036"/>
                </a:lnTo>
                <a:lnTo>
                  <a:pt x="1675765" y="1006475"/>
                </a:lnTo>
                <a:lnTo>
                  <a:pt x="1677035" y="962660"/>
                </a:lnTo>
                <a:lnTo>
                  <a:pt x="1677924" y="941324"/>
                </a:lnTo>
                <a:lnTo>
                  <a:pt x="1682242" y="898525"/>
                </a:lnTo>
                <a:lnTo>
                  <a:pt x="1690624" y="855853"/>
                </a:lnTo>
                <a:lnTo>
                  <a:pt x="1702943" y="813308"/>
                </a:lnTo>
                <a:lnTo>
                  <a:pt x="1719326" y="771017"/>
                </a:lnTo>
                <a:lnTo>
                  <a:pt x="1739265" y="729234"/>
                </a:lnTo>
                <a:lnTo>
                  <a:pt x="1762887" y="687705"/>
                </a:lnTo>
                <a:lnTo>
                  <a:pt x="1789938" y="646684"/>
                </a:lnTo>
                <a:lnTo>
                  <a:pt x="1820545" y="606298"/>
                </a:lnTo>
                <a:lnTo>
                  <a:pt x="1854200" y="566547"/>
                </a:lnTo>
                <a:lnTo>
                  <a:pt x="1891030" y="527558"/>
                </a:lnTo>
                <a:lnTo>
                  <a:pt x="1930781" y="489585"/>
                </a:lnTo>
                <a:lnTo>
                  <a:pt x="1973326" y="452501"/>
                </a:lnTo>
                <a:lnTo>
                  <a:pt x="2018538" y="416306"/>
                </a:lnTo>
                <a:lnTo>
                  <a:pt x="2066290" y="381508"/>
                </a:lnTo>
                <a:lnTo>
                  <a:pt x="2116455" y="347726"/>
                </a:lnTo>
                <a:lnTo>
                  <a:pt x="2195957" y="299593"/>
                </a:lnTo>
                <a:lnTo>
                  <a:pt x="2251583" y="269240"/>
                </a:lnTo>
                <a:lnTo>
                  <a:pt x="2308987" y="240411"/>
                </a:lnTo>
                <a:lnTo>
                  <a:pt x="2368296" y="213233"/>
                </a:lnTo>
                <a:lnTo>
                  <a:pt x="2429256" y="187706"/>
                </a:lnTo>
                <a:lnTo>
                  <a:pt x="2491613" y="163957"/>
                </a:lnTo>
                <a:lnTo>
                  <a:pt x="2555494" y="142113"/>
                </a:lnTo>
                <a:lnTo>
                  <a:pt x="2620391" y="122174"/>
                </a:lnTo>
                <a:lnTo>
                  <a:pt x="2686685" y="104267"/>
                </a:lnTo>
                <a:lnTo>
                  <a:pt x="2753614" y="88392"/>
                </a:lnTo>
                <a:lnTo>
                  <a:pt x="2821559" y="74930"/>
                </a:lnTo>
                <a:lnTo>
                  <a:pt x="2890139" y="63500"/>
                </a:lnTo>
                <a:lnTo>
                  <a:pt x="2959227" y="54610"/>
                </a:lnTo>
                <a:lnTo>
                  <a:pt x="3028696" y="48133"/>
                </a:lnTo>
                <a:lnTo>
                  <a:pt x="3092276" y="44702"/>
                </a:lnTo>
                <a:lnTo>
                  <a:pt x="3105023" y="44196"/>
                </a:lnTo>
                <a:lnTo>
                  <a:pt x="3092958" y="76200"/>
                </a:lnTo>
                <a:lnTo>
                  <a:pt x="3168269" y="36449"/>
                </a:lnTo>
                <a:lnTo>
                  <a:pt x="3104515" y="31496"/>
                </a:lnTo>
                <a:lnTo>
                  <a:pt x="3092000" y="31990"/>
                </a:lnTo>
                <a:lnTo>
                  <a:pt x="3062732" y="33147"/>
                </a:lnTo>
                <a:lnTo>
                  <a:pt x="2992501" y="38481"/>
                </a:lnTo>
                <a:lnTo>
                  <a:pt x="2922778" y="46101"/>
                </a:lnTo>
                <a:lnTo>
                  <a:pt x="2853563" y="56388"/>
                </a:lnTo>
                <a:lnTo>
                  <a:pt x="2784856" y="68961"/>
                </a:lnTo>
                <a:lnTo>
                  <a:pt x="2683256" y="91948"/>
                </a:lnTo>
                <a:lnTo>
                  <a:pt x="2616708" y="109982"/>
                </a:lnTo>
                <a:lnTo>
                  <a:pt x="2551430" y="130048"/>
                </a:lnTo>
                <a:lnTo>
                  <a:pt x="2487168" y="152019"/>
                </a:lnTo>
                <a:lnTo>
                  <a:pt x="2424303" y="175895"/>
                </a:lnTo>
                <a:lnTo>
                  <a:pt x="2363089" y="201676"/>
                </a:lnTo>
                <a:lnTo>
                  <a:pt x="2303272" y="229108"/>
                </a:lnTo>
                <a:lnTo>
                  <a:pt x="2245487" y="258064"/>
                </a:lnTo>
                <a:lnTo>
                  <a:pt x="2189480" y="288671"/>
                </a:lnTo>
                <a:lnTo>
                  <a:pt x="2135632" y="320548"/>
                </a:lnTo>
                <a:lnTo>
                  <a:pt x="2083816" y="353949"/>
                </a:lnTo>
                <a:lnTo>
                  <a:pt x="2034540" y="388493"/>
                </a:lnTo>
                <a:lnTo>
                  <a:pt x="1987550" y="424434"/>
                </a:lnTo>
                <a:lnTo>
                  <a:pt x="1943227" y="461391"/>
                </a:lnTo>
                <a:lnTo>
                  <a:pt x="1901571" y="499364"/>
                </a:lnTo>
                <a:lnTo>
                  <a:pt x="1862836" y="538353"/>
                </a:lnTo>
                <a:lnTo>
                  <a:pt x="1827149" y="578231"/>
                </a:lnTo>
                <a:lnTo>
                  <a:pt x="1794637" y="618871"/>
                </a:lnTo>
                <a:lnTo>
                  <a:pt x="1765300" y="660273"/>
                </a:lnTo>
                <a:lnTo>
                  <a:pt x="1739519" y="702310"/>
                </a:lnTo>
                <a:lnTo>
                  <a:pt x="1717294" y="744728"/>
                </a:lnTo>
                <a:lnTo>
                  <a:pt x="1698625" y="787781"/>
                </a:lnTo>
                <a:lnTo>
                  <a:pt x="1684020" y="831215"/>
                </a:lnTo>
                <a:lnTo>
                  <a:pt x="1673352" y="875030"/>
                </a:lnTo>
                <a:lnTo>
                  <a:pt x="1666875" y="918845"/>
                </a:lnTo>
                <a:lnTo>
                  <a:pt x="1664335" y="962533"/>
                </a:lnTo>
                <a:lnTo>
                  <a:pt x="1664081" y="983996"/>
                </a:lnTo>
                <a:lnTo>
                  <a:pt x="1663065" y="1005586"/>
                </a:lnTo>
                <a:lnTo>
                  <a:pt x="1659636" y="1048639"/>
                </a:lnTo>
                <a:lnTo>
                  <a:pt x="1653794" y="1091311"/>
                </a:lnTo>
                <a:lnTo>
                  <a:pt x="1645920" y="1133983"/>
                </a:lnTo>
                <a:lnTo>
                  <a:pt x="1635760" y="1176274"/>
                </a:lnTo>
                <a:lnTo>
                  <a:pt x="1623695" y="1218057"/>
                </a:lnTo>
                <a:lnTo>
                  <a:pt x="1609471" y="1259431"/>
                </a:lnTo>
                <a:lnTo>
                  <a:pt x="1593469" y="1300224"/>
                </a:lnTo>
                <a:lnTo>
                  <a:pt x="1575689" y="1340359"/>
                </a:lnTo>
                <a:lnTo>
                  <a:pt x="1556131" y="1379739"/>
                </a:lnTo>
                <a:lnTo>
                  <a:pt x="1534795" y="1418285"/>
                </a:lnTo>
                <a:lnTo>
                  <a:pt x="1512062" y="1455864"/>
                </a:lnTo>
                <a:lnTo>
                  <a:pt x="1487678" y="1492416"/>
                </a:lnTo>
                <a:lnTo>
                  <a:pt x="1461897" y="1527922"/>
                </a:lnTo>
                <a:lnTo>
                  <a:pt x="1434719" y="1562212"/>
                </a:lnTo>
                <a:lnTo>
                  <a:pt x="1406271" y="1595262"/>
                </a:lnTo>
                <a:lnTo>
                  <a:pt x="1376553" y="1626971"/>
                </a:lnTo>
                <a:lnTo>
                  <a:pt x="1345819" y="1657185"/>
                </a:lnTo>
                <a:lnTo>
                  <a:pt x="1313942" y="1685953"/>
                </a:lnTo>
                <a:lnTo>
                  <a:pt x="1281176" y="1713014"/>
                </a:lnTo>
                <a:lnTo>
                  <a:pt x="1247394" y="1738465"/>
                </a:lnTo>
                <a:lnTo>
                  <a:pt x="1212850" y="1762122"/>
                </a:lnTo>
                <a:lnTo>
                  <a:pt x="1177544" y="1783867"/>
                </a:lnTo>
                <a:lnTo>
                  <a:pt x="1141476" y="1803730"/>
                </a:lnTo>
                <a:lnTo>
                  <a:pt x="1104900" y="1821585"/>
                </a:lnTo>
                <a:lnTo>
                  <a:pt x="1067816" y="1837311"/>
                </a:lnTo>
                <a:lnTo>
                  <a:pt x="1030224" y="1850809"/>
                </a:lnTo>
                <a:lnTo>
                  <a:pt x="992505" y="1862135"/>
                </a:lnTo>
                <a:lnTo>
                  <a:pt x="954278" y="1871001"/>
                </a:lnTo>
                <a:lnTo>
                  <a:pt x="915924" y="1877429"/>
                </a:lnTo>
                <a:lnTo>
                  <a:pt x="877443" y="1881389"/>
                </a:lnTo>
                <a:lnTo>
                  <a:pt x="838581" y="1882714"/>
                </a:lnTo>
                <a:lnTo>
                  <a:pt x="799719" y="1882431"/>
                </a:lnTo>
                <a:lnTo>
                  <a:pt x="760857" y="1881389"/>
                </a:lnTo>
                <a:lnTo>
                  <a:pt x="722249" y="1879766"/>
                </a:lnTo>
                <a:lnTo>
                  <a:pt x="683895" y="1877579"/>
                </a:lnTo>
                <a:lnTo>
                  <a:pt x="645668" y="1874835"/>
                </a:lnTo>
                <a:lnTo>
                  <a:pt x="570611" y="1867523"/>
                </a:lnTo>
                <a:lnTo>
                  <a:pt x="497713" y="1858212"/>
                </a:lnTo>
                <a:lnTo>
                  <a:pt x="427609" y="1846910"/>
                </a:lnTo>
                <a:lnTo>
                  <a:pt x="360680" y="1833908"/>
                </a:lnTo>
                <a:lnTo>
                  <a:pt x="297942" y="1819387"/>
                </a:lnTo>
                <a:lnTo>
                  <a:pt x="239649" y="1803373"/>
                </a:lnTo>
                <a:lnTo>
                  <a:pt x="186690" y="1786139"/>
                </a:lnTo>
                <a:lnTo>
                  <a:pt x="139573" y="1767927"/>
                </a:lnTo>
                <a:lnTo>
                  <a:pt x="98933" y="1748828"/>
                </a:lnTo>
                <a:lnTo>
                  <a:pt x="65532" y="1729133"/>
                </a:lnTo>
                <a:lnTo>
                  <a:pt x="30099" y="1699298"/>
                </a:lnTo>
                <a:lnTo>
                  <a:pt x="12954" y="1665454"/>
                </a:lnTo>
                <a:lnTo>
                  <a:pt x="12700" y="1660116"/>
                </a:lnTo>
                <a:close/>
              </a:path>
              <a:path w="3168269" h="76200">
                <a:moveTo>
                  <a:pt x="3104515" y="31496"/>
                </a:moveTo>
                <a:lnTo>
                  <a:pt x="3168269" y="36449"/>
                </a:lnTo>
                <a:lnTo>
                  <a:pt x="3091307" y="0"/>
                </a:lnTo>
                <a:lnTo>
                  <a:pt x="3092000" y="31990"/>
                </a:lnTo>
                <a:lnTo>
                  <a:pt x="3104515" y="31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-76200" y="1200911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1766355" y="380991"/>
                </a:moveTo>
                <a:lnTo>
                  <a:pt x="1805444" y="366691"/>
                </a:lnTo>
                <a:lnTo>
                  <a:pt x="1827155" y="331913"/>
                </a:lnTo>
                <a:lnTo>
                  <a:pt x="1828800" y="317500"/>
                </a:lnTo>
                <a:lnTo>
                  <a:pt x="1828791" y="62445"/>
                </a:lnTo>
                <a:lnTo>
                  <a:pt x="1814491" y="23355"/>
                </a:lnTo>
                <a:lnTo>
                  <a:pt x="1779713" y="1645"/>
                </a:lnTo>
                <a:lnTo>
                  <a:pt x="1765300" y="0"/>
                </a:lnTo>
                <a:lnTo>
                  <a:pt x="76200" y="8"/>
                </a:lnTo>
                <a:lnTo>
                  <a:pt x="76200" y="381000"/>
                </a:lnTo>
                <a:lnTo>
                  <a:pt x="17663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78549" y="1901825"/>
            <a:ext cx="592201" cy="377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49974" y="2573274"/>
            <a:ext cx="1292225" cy="377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49774" y="3330448"/>
            <a:ext cx="2892425" cy="535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35374" y="4002024"/>
            <a:ext cx="1706626" cy="3350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8549" y="4002024"/>
            <a:ext cx="1849501" cy="3350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56399" y="125729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ln w="25399">
            <a:solidFill>
              <a:srgbClr val="CD8CA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30999" y="1625599"/>
            <a:ext cx="685799" cy="0"/>
          </a:xfrm>
          <a:custGeom>
            <a:avLst/>
            <a:gdLst/>
            <a:ahLst/>
            <a:cxnLst/>
            <a:rect l="l" t="t" r="r" b="b"/>
            <a:pathLst>
              <a:path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2700">
            <a:solidFill>
              <a:srgbClr val="B377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56399" y="1930399"/>
            <a:ext cx="660399" cy="0"/>
          </a:xfrm>
          <a:custGeom>
            <a:avLst/>
            <a:gdLst/>
            <a:ahLst/>
            <a:cxnLst/>
            <a:rect l="l" t="t" r="r" b="b"/>
            <a:pathLst>
              <a:path w="660399">
                <a:moveTo>
                  <a:pt x="0" y="0"/>
                </a:moveTo>
                <a:lnTo>
                  <a:pt x="660399" y="0"/>
                </a:lnTo>
              </a:path>
            </a:pathLst>
          </a:custGeom>
          <a:ln w="12700">
            <a:solidFill>
              <a:srgbClr val="CD8CA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56399" y="2247899"/>
            <a:ext cx="673099" cy="0"/>
          </a:xfrm>
          <a:custGeom>
            <a:avLst/>
            <a:gdLst/>
            <a:ahLst/>
            <a:cxnLst/>
            <a:rect l="l" t="t" r="r" b="b"/>
            <a:pathLst>
              <a:path w="673099">
                <a:moveTo>
                  <a:pt x="0" y="0"/>
                </a:moveTo>
                <a:lnTo>
                  <a:pt x="673099" y="0"/>
                </a:lnTo>
              </a:path>
            </a:pathLst>
          </a:custGeom>
          <a:ln w="12700">
            <a:solidFill>
              <a:srgbClr val="CD8CA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21299" y="3162299"/>
            <a:ext cx="2082799" cy="0"/>
          </a:xfrm>
          <a:custGeom>
            <a:avLst/>
            <a:gdLst/>
            <a:ahLst/>
            <a:cxnLst/>
            <a:rect l="l" t="t" r="r" b="b"/>
            <a:pathLst>
              <a:path w="2082799">
                <a:moveTo>
                  <a:pt x="0" y="0"/>
                </a:moveTo>
                <a:lnTo>
                  <a:pt x="2082799" y="0"/>
                </a:lnTo>
              </a:path>
            </a:pathLst>
          </a:custGeom>
          <a:ln w="12700">
            <a:solidFill>
              <a:srgbClr val="49494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33999" y="4025900"/>
            <a:ext cx="825499" cy="0"/>
          </a:xfrm>
          <a:custGeom>
            <a:avLst/>
            <a:gdLst/>
            <a:ahLst/>
            <a:cxnLst/>
            <a:rect l="l" t="t" r="r" b="b"/>
            <a:pathLst>
              <a:path w="825499">
                <a:moveTo>
                  <a:pt x="0" y="0"/>
                </a:moveTo>
                <a:lnTo>
                  <a:pt x="825499" y="0"/>
                </a:lnTo>
              </a:path>
            </a:pathLst>
          </a:custGeom>
          <a:ln w="12700">
            <a:solidFill>
              <a:srgbClr val="B6AF6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33999" y="4318000"/>
            <a:ext cx="838199" cy="0"/>
          </a:xfrm>
          <a:custGeom>
            <a:avLst/>
            <a:gdLst/>
            <a:ahLst/>
            <a:cxnLst/>
            <a:rect l="l" t="t" r="r" b="b"/>
            <a:pathLst>
              <a:path w="838199">
                <a:moveTo>
                  <a:pt x="0" y="0"/>
                </a:moveTo>
                <a:lnTo>
                  <a:pt x="838199" y="0"/>
                </a:lnTo>
              </a:path>
            </a:pathLst>
          </a:custGeom>
          <a:ln w="25400">
            <a:solidFill>
              <a:srgbClr val="CAD1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06799" y="4495800"/>
            <a:ext cx="4368799" cy="0"/>
          </a:xfrm>
          <a:custGeom>
            <a:avLst/>
            <a:gdLst/>
            <a:ahLst/>
            <a:cxnLst/>
            <a:rect l="l" t="t" r="r" b="b"/>
            <a:pathLst>
              <a:path w="4368799">
                <a:moveTo>
                  <a:pt x="0" y="0"/>
                </a:moveTo>
                <a:lnTo>
                  <a:pt x="4368799" y="0"/>
                </a:lnTo>
              </a:path>
            </a:pathLst>
          </a:custGeom>
          <a:ln w="25400">
            <a:solidFill>
              <a:srgbClr val="5B5B5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077199" y="2578099"/>
            <a:ext cx="0" cy="546100"/>
          </a:xfrm>
          <a:custGeom>
            <a:avLst/>
            <a:gdLst/>
            <a:ahLst/>
            <a:cxnLst/>
            <a:rect l="l" t="t" r="r" b="b"/>
            <a:pathLst>
              <a:path h="546100">
                <a:moveTo>
                  <a:pt x="0" y="5461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8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07424" y="2608199"/>
            <a:ext cx="434975" cy="249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35999" y="2031999"/>
            <a:ext cx="0" cy="939800"/>
          </a:xfrm>
          <a:custGeom>
            <a:avLst/>
            <a:gdLst/>
            <a:ahLst/>
            <a:cxnLst/>
            <a:rect l="l" t="t" r="r" b="b"/>
            <a:pathLst>
              <a:path h="939800">
                <a:moveTo>
                  <a:pt x="0" y="9398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9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10599" y="20573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9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35999" y="2997199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8509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9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10599" y="3835400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9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8409" y="1283207"/>
            <a:ext cx="13532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40" y="4120701"/>
            <a:ext cx="1295241" cy="1659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5"/>
              </a:lnSpc>
              <a:spcBef>
                <a:spcPts val="60"/>
              </a:spcBef>
            </a:pPr>
            <a:r>
              <a:rPr sz="1100" dirty="0">
                <a:latin typeface="Times New Roman"/>
                <a:cs typeface="Times New Roman"/>
              </a:rPr>
              <a:t>ar</a:t>
            </a:r>
            <a:r>
              <a:rPr sz="1100" spc="-4" dirty="0">
                <a:latin typeface="Times New Roman"/>
                <a:cs typeface="Times New Roman"/>
              </a:rPr>
              <a:t>ri</a:t>
            </a:r>
            <a:r>
              <a:rPr sz="1100" spc="4" dirty="0">
                <a:latin typeface="Times New Roman"/>
                <a:cs typeface="Times New Roman"/>
              </a:rPr>
              <a:t>ve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7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9" dirty="0">
                <a:latin typeface="Times New Roman"/>
                <a:cs typeface="Times New Roman"/>
              </a:rPr>
              <a:t>x</a:t>
            </a:r>
            <a:r>
              <a:rPr sz="1100" spc="4" dirty="0">
                <a:latin typeface="Times New Roman"/>
                <a:cs typeface="Times New Roman"/>
              </a:rPr>
              <a:t>pe</a:t>
            </a:r>
            <a:r>
              <a:rPr sz="1100" spc="0" dirty="0">
                <a:latin typeface="Times New Roman"/>
                <a:cs typeface="Times New Roman"/>
              </a:rPr>
              <a:t>cte</a:t>
            </a:r>
            <a:r>
              <a:rPr sz="1100" spc="4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35138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5999" y="2057399"/>
            <a:ext cx="495299" cy="177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838200" y="1886713"/>
            <a:ext cx="2209800" cy="24612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>
              <a:lnSpc>
                <a:spcPct val="95825"/>
              </a:lnSpc>
              <a:spcBef>
                <a:spcPts val="375"/>
              </a:spcBef>
            </a:pPr>
            <a:r>
              <a:rPr sz="1100" b="1" spc="0" dirty="0">
                <a:latin typeface="Times New Roman"/>
                <a:cs typeface="Times New Roman"/>
              </a:rPr>
              <a:t>TCP</a:t>
            </a:r>
            <a:r>
              <a:rPr sz="1100" b="1" spc="-87" dirty="0">
                <a:latin typeface="Times New Roman"/>
                <a:cs typeface="Times New Roman"/>
              </a:rPr>
              <a:t> </a:t>
            </a:r>
            <a:r>
              <a:rPr sz="1100" b="1" spc="0" dirty="0">
                <a:latin typeface="Times New Roman"/>
                <a:cs typeface="Times New Roman"/>
              </a:rPr>
              <a:t>Head</a:t>
            </a:r>
            <a:r>
              <a:rPr sz="1100" b="1" spc="4" dirty="0">
                <a:latin typeface="Times New Roman"/>
                <a:cs typeface="Times New Roman"/>
              </a:rPr>
              <a:t>e</a:t>
            </a:r>
            <a:r>
              <a:rPr sz="1100" b="1" spc="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91440" marR="76838">
              <a:lnSpc>
                <a:spcPct val="100041"/>
              </a:lnSpc>
              <a:spcBef>
                <a:spcPts val="55"/>
              </a:spcBef>
            </a:pPr>
            <a:r>
              <a:rPr sz="1100" spc="4" dirty="0">
                <a:latin typeface="Times New Roman"/>
                <a:cs typeface="Times New Roman"/>
              </a:rPr>
              <a:t>Th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3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p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cati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 </a:t>
            </a:r>
            <a:r>
              <a:rPr sz="1100" spc="22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144" dirty="0">
                <a:latin typeface="Times New Roman"/>
                <a:cs typeface="Times New Roman"/>
              </a:rPr>
              <a:t> </a:t>
            </a:r>
            <a:r>
              <a:rPr sz="1100" spc="6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6" dirty="0">
                <a:latin typeface="Times New Roman"/>
                <a:cs typeface="Times New Roman"/>
              </a:rPr>
              <a:t>s</a:t>
            </a:r>
            <a:r>
              <a:rPr sz="1100" spc="6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6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oad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down</a:t>
            </a:r>
            <a:r>
              <a:rPr sz="1100" spc="24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r>
              <a:rPr sz="1100" spc="12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ra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o</a:t>
            </a:r>
            <a:r>
              <a:rPr sz="1100" spc="-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t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14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(i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3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case</a:t>
            </a:r>
            <a:r>
              <a:rPr sz="1100" spc="-7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CP).</a:t>
            </a:r>
            <a:r>
              <a:rPr sz="1100" spc="84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Th</a:t>
            </a:r>
            <a:r>
              <a:rPr sz="1100" spc="0" dirty="0">
                <a:latin typeface="Times New Roman"/>
                <a:cs typeface="Times New Roman"/>
              </a:rPr>
              <a:t>e 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ra</a:t>
            </a:r>
            <a:r>
              <a:rPr sz="1100" spc="5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o</a:t>
            </a:r>
            <a:r>
              <a:rPr sz="1100" spc="-5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la</a:t>
            </a:r>
            <a:r>
              <a:rPr sz="1100" spc="4" dirty="0">
                <a:latin typeface="Times New Roman"/>
                <a:cs typeface="Times New Roman"/>
              </a:rPr>
              <a:t>ye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14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ds</a:t>
            </a:r>
            <a:r>
              <a:rPr sz="1100" spc="-4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102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CP </a:t>
            </a:r>
            <a:r>
              <a:rPr sz="1100" spc="5" dirty="0">
                <a:latin typeface="Times New Roman"/>
                <a:cs typeface="Times New Roman"/>
              </a:rPr>
              <a:t>he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3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r>
              <a:rPr sz="1100" spc="12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p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cati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lo</a:t>
            </a:r>
            <a:r>
              <a:rPr sz="1100" spc="0" dirty="0">
                <a:latin typeface="Times New Roman"/>
                <a:cs typeface="Times New Roman"/>
              </a:rPr>
              <a:t>ad.</a:t>
            </a:r>
            <a:endParaRPr sz="1100">
              <a:latin typeface="Times New Roman"/>
              <a:cs typeface="Times New Roman"/>
            </a:endParaRPr>
          </a:p>
          <a:p>
            <a:pPr marL="91440" marR="126115">
              <a:lnSpc>
                <a:spcPct val="100041"/>
              </a:lnSpc>
              <a:spcBef>
                <a:spcPts val="1323"/>
              </a:spcBef>
            </a:pPr>
            <a:r>
              <a:rPr sz="1100" spc="4" dirty="0">
                <a:latin typeface="Times New Roman"/>
                <a:cs typeface="Times New Roman"/>
              </a:rPr>
              <a:t>Th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he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36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clu</a:t>
            </a:r>
            <a:r>
              <a:rPr sz="1100" spc="4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s crucial tra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si</a:t>
            </a:r>
            <a:r>
              <a:rPr sz="1100" spc="0" dirty="0">
                <a:latin typeface="Times New Roman"/>
                <a:cs typeface="Times New Roman"/>
              </a:rPr>
              <a:t>on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formation such 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5" dirty="0">
                <a:latin typeface="Times New Roman"/>
                <a:cs typeface="Times New Roman"/>
              </a:rPr>
              <a:t>u</a:t>
            </a:r>
            <a:r>
              <a:rPr sz="1100" spc="0" dirty="0">
                <a:latin typeface="Times New Roman"/>
                <a:cs typeface="Times New Roman"/>
              </a:rPr>
              <a:t>rce</a:t>
            </a:r>
            <a:r>
              <a:rPr sz="1100" spc="-13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an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238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ti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ation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o</a:t>
            </a:r>
            <a:r>
              <a:rPr sz="1100" spc="-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ts as</a:t>
            </a:r>
            <a:r>
              <a:rPr sz="1100" spc="-7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w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l</a:t>
            </a:r>
            <a:r>
              <a:rPr sz="1100" spc="3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7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formation 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at 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sure </a:t>
            </a:r>
            <a:r>
              <a:rPr sz="1100" spc="2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CP</a:t>
            </a:r>
            <a:r>
              <a:rPr sz="1100" spc="5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se</a:t>
            </a:r>
            <a:r>
              <a:rPr sz="1100" spc="9" dirty="0">
                <a:latin typeface="Times New Roman"/>
                <a:cs typeface="Times New Roman"/>
              </a:rPr>
              <a:t>g</a:t>
            </a:r>
            <a:r>
              <a:rPr sz="1100" spc="4" dirty="0">
                <a:latin typeface="Times New Roman"/>
                <a:cs typeface="Times New Roman"/>
              </a:rPr>
              <a:t>men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6828" y="1226820"/>
            <a:ext cx="3179571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6756399" y="1226820"/>
            <a:ext cx="660399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601">
              <a:lnSpc>
                <a:spcPct val="95825"/>
              </a:lnSpc>
              <a:spcBef>
                <a:spcPts val="275"/>
              </a:spcBef>
            </a:pPr>
            <a:r>
              <a:rPr sz="1100" b="1" spc="0" dirty="0">
                <a:solidFill>
                  <a:srgbClr val="5D334B"/>
                </a:solidFill>
                <a:latin typeface="Arial"/>
                <a:cs typeface="Arial"/>
              </a:rPr>
              <a:t>User</a:t>
            </a:r>
            <a:r>
              <a:rPr sz="1100" b="1" spc="-86" dirty="0">
                <a:solidFill>
                  <a:srgbClr val="5D334B"/>
                </a:solidFill>
                <a:latin typeface="Arial"/>
                <a:cs typeface="Arial"/>
              </a:rPr>
              <a:t> </a:t>
            </a:r>
            <a:r>
              <a:rPr sz="1000" b="1" spc="0" dirty="0">
                <a:solidFill>
                  <a:srgbClr val="5D334B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16799" y="1226820"/>
            <a:ext cx="558799" cy="32689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7975599" y="1226820"/>
            <a:ext cx="95505" cy="33512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576828" y="1625599"/>
            <a:ext cx="3839971" cy="287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5"/>
              </a:spcBef>
            </a:pPr>
            <a:endParaRPr sz="550"/>
          </a:p>
          <a:p>
            <a:pPr marR="86300" algn="r">
              <a:lnSpc>
                <a:spcPct val="95825"/>
              </a:lnSpc>
              <a:spcBef>
                <a:spcPts val="2000"/>
              </a:spcBef>
            </a:pPr>
            <a:r>
              <a:rPr sz="900" spc="0" dirty="0">
                <a:solidFill>
                  <a:srgbClr val="5D334B"/>
                </a:solidFill>
                <a:latin typeface="Arial"/>
                <a:cs typeface="Arial"/>
              </a:rPr>
              <a:t>User</a:t>
            </a:r>
            <a:r>
              <a:rPr sz="900" spc="214" dirty="0">
                <a:solidFill>
                  <a:srgbClr val="5D334B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D334B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1781149" marR="1365176" algn="ctr">
              <a:lnSpc>
                <a:spcPct val="95825"/>
              </a:lnSpc>
              <a:spcBef>
                <a:spcPts val="4083"/>
              </a:spcBef>
            </a:pPr>
            <a:r>
              <a:rPr sz="900" spc="0" dirty="0">
                <a:solidFill>
                  <a:srgbClr val="6D6704"/>
                </a:solidFill>
                <a:latin typeface="Arial"/>
                <a:cs typeface="Arial"/>
              </a:rPr>
              <a:t>TCP</a:t>
            </a:r>
            <a:r>
              <a:rPr sz="900" spc="199" dirty="0">
                <a:solidFill>
                  <a:srgbClr val="6D6704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6D6704"/>
                </a:solidFill>
                <a:latin typeface="Arial"/>
                <a:cs typeface="Arial"/>
              </a:rPr>
              <a:t>h</a:t>
            </a:r>
            <a:r>
              <a:rPr sz="900" spc="0" dirty="0">
                <a:solidFill>
                  <a:srgbClr val="544F04"/>
                </a:solidFill>
                <a:latin typeface="Arial"/>
                <a:cs typeface="Arial"/>
              </a:rPr>
              <a:t>eade</a:t>
            </a:r>
            <a:r>
              <a:rPr sz="900" spc="0" dirty="0">
                <a:solidFill>
                  <a:srgbClr val="7C7905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  <a:p>
            <a:pPr marL="2195328">
              <a:lnSpc>
                <a:spcPct val="95825"/>
              </a:lnSpc>
              <a:spcBef>
                <a:spcPts val="1777"/>
              </a:spcBef>
            </a:pPr>
            <a:r>
              <a:rPr sz="900" spc="0" dirty="0">
                <a:solidFill>
                  <a:srgbClr val="707070"/>
                </a:solidFill>
                <a:latin typeface="Arial"/>
                <a:cs typeface="Arial"/>
              </a:rPr>
              <a:t>TC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P</a:t>
            </a:r>
            <a:r>
              <a:rPr sz="900" spc="199" dirty="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s</a:t>
            </a:r>
            <a:r>
              <a:rPr sz="900" spc="0" dirty="0">
                <a:solidFill>
                  <a:srgbClr val="494949"/>
                </a:solidFill>
                <a:latin typeface="Arial"/>
                <a:cs typeface="Arial"/>
              </a:rPr>
              <a:t>eg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m</a:t>
            </a:r>
            <a:r>
              <a:rPr sz="900" spc="0" dirty="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n</a:t>
            </a:r>
            <a:r>
              <a:rPr sz="900" spc="0" dirty="0">
                <a:solidFill>
                  <a:srgbClr val="707070"/>
                </a:solidFill>
                <a:latin typeface="Arial"/>
                <a:cs typeface="Arial"/>
              </a:rPr>
              <a:t>t/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packe</a:t>
            </a:r>
            <a:r>
              <a:rPr sz="900" spc="0" dirty="0">
                <a:solidFill>
                  <a:srgbClr val="494949"/>
                </a:solidFill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  <a:p>
            <a:pPr marL="1779864" marR="1363891" algn="ctr">
              <a:lnSpc>
                <a:spcPct val="95825"/>
              </a:lnSpc>
              <a:spcBef>
                <a:spcPts val="7515"/>
              </a:spcBef>
            </a:pPr>
            <a:r>
              <a:rPr sz="900" spc="0" dirty="0">
                <a:solidFill>
                  <a:srgbClr val="6D6704"/>
                </a:solidFill>
                <a:latin typeface="Arial"/>
                <a:cs typeface="Arial"/>
              </a:rPr>
              <a:t>TC</a:t>
            </a:r>
            <a:r>
              <a:rPr sz="900" spc="0" dirty="0">
                <a:solidFill>
                  <a:srgbClr val="7C7905"/>
                </a:solidFill>
                <a:latin typeface="Arial"/>
                <a:cs typeface="Arial"/>
              </a:rPr>
              <a:t>P</a:t>
            </a:r>
            <a:r>
              <a:rPr sz="900" spc="200" dirty="0">
                <a:solidFill>
                  <a:srgbClr val="7C7905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6D6704"/>
                </a:solidFill>
                <a:latin typeface="Arial"/>
                <a:cs typeface="Arial"/>
              </a:rPr>
              <a:t>h</a:t>
            </a:r>
            <a:r>
              <a:rPr sz="900" spc="0" dirty="0">
                <a:solidFill>
                  <a:srgbClr val="544F04"/>
                </a:solidFill>
                <a:latin typeface="Arial"/>
                <a:cs typeface="Arial"/>
              </a:rPr>
              <a:t>eade</a:t>
            </a:r>
            <a:r>
              <a:rPr sz="900" spc="0" dirty="0">
                <a:solidFill>
                  <a:srgbClr val="7C7905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  <a:p>
            <a:pPr marL="1630972">
              <a:lnSpc>
                <a:spcPct val="95825"/>
              </a:lnSpc>
              <a:spcBef>
                <a:spcPts val="1327"/>
              </a:spcBef>
            </a:pPr>
            <a:r>
              <a:rPr sz="900" spc="0" dirty="0">
                <a:solidFill>
                  <a:srgbClr val="494949"/>
                </a:solidFill>
                <a:latin typeface="Arial"/>
                <a:cs typeface="Arial"/>
              </a:rPr>
              <a:t>Et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he</a:t>
            </a:r>
            <a:r>
              <a:rPr sz="900" spc="0" dirty="0">
                <a:solidFill>
                  <a:srgbClr val="707070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ne</a:t>
            </a:r>
            <a:r>
              <a:rPr sz="900" spc="0" dirty="0">
                <a:solidFill>
                  <a:srgbClr val="494949"/>
                </a:solidFill>
                <a:latin typeface="Arial"/>
                <a:cs typeface="Arial"/>
              </a:rPr>
              <a:t>t </a:t>
            </a:r>
            <a:r>
              <a:rPr sz="900" spc="92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frame</a:t>
            </a:r>
            <a:r>
              <a:rPr sz="900" spc="0" dirty="0">
                <a:solidFill>
                  <a:srgbClr val="999A9C"/>
                </a:solidFill>
                <a:latin typeface="Arial"/>
                <a:cs typeface="Arial"/>
              </a:rPr>
              <a:t>/</a:t>
            </a:r>
            <a:r>
              <a:rPr sz="900" spc="0" dirty="0">
                <a:solidFill>
                  <a:srgbClr val="5B5B5B"/>
                </a:solidFill>
                <a:latin typeface="Arial"/>
                <a:cs typeface="Arial"/>
              </a:rPr>
              <a:t>packe</a:t>
            </a:r>
            <a:r>
              <a:rPr sz="900" spc="0" dirty="0">
                <a:solidFill>
                  <a:srgbClr val="494949"/>
                </a:solidFill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6828" y="4495800"/>
            <a:ext cx="4398771" cy="822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48"/>
              </a:spcBef>
            </a:pPr>
            <a:endParaRPr sz="600"/>
          </a:p>
        </p:txBody>
      </p:sp>
      <p:sp>
        <p:nvSpPr>
          <p:cNvPr id="2" name="object 2"/>
          <p:cNvSpPr txBox="1"/>
          <p:nvPr/>
        </p:nvSpPr>
        <p:spPr>
          <a:xfrm>
            <a:off x="5321299" y="3022599"/>
            <a:ext cx="20827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4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76828" y="1229867"/>
            <a:ext cx="4494276" cy="3349752"/>
          </a:xfrm>
          <a:custGeom>
            <a:avLst/>
            <a:gdLst/>
            <a:ahLst/>
            <a:cxnLst/>
            <a:rect l="l" t="t" r="r" b="b"/>
            <a:pathLst>
              <a:path w="4494276" h="3349752">
                <a:moveTo>
                  <a:pt x="0" y="3349752"/>
                </a:moveTo>
                <a:lnTo>
                  <a:pt x="4494276" y="3349752"/>
                </a:lnTo>
                <a:lnTo>
                  <a:pt x="4494276" y="0"/>
                </a:lnTo>
                <a:lnTo>
                  <a:pt x="0" y="0"/>
                </a:lnTo>
                <a:lnTo>
                  <a:pt x="0" y="33497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5800" y="1804414"/>
            <a:ext cx="2563368" cy="2631948"/>
          </a:xfrm>
          <a:custGeom>
            <a:avLst/>
            <a:gdLst/>
            <a:ahLst/>
            <a:cxnLst/>
            <a:rect l="l" t="t" r="r" b="b"/>
            <a:pathLst>
              <a:path w="2563368" h="2631948">
                <a:moveTo>
                  <a:pt x="0" y="2631948"/>
                </a:moveTo>
                <a:lnTo>
                  <a:pt x="2563368" y="2631948"/>
                </a:lnTo>
                <a:lnTo>
                  <a:pt x="2563368" y="0"/>
                </a:lnTo>
                <a:lnTo>
                  <a:pt x="0" y="0"/>
                </a:lnTo>
                <a:lnTo>
                  <a:pt x="0" y="26319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61134" y="3451097"/>
            <a:ext cx="2457831" cy="1220597"/>
          </a:xfrm>
          <a:custGeom>
            <a:avLst/>
            <a:gdLst/>
            <a:ahLst/>
            <a:cxnLst/>
            <a:rect l="l" t="t" r="r" b="b"/>
            <a:pathLst>
              <a:path w="2457831" h="1220597">
                <a:moveTo>
                  <a:pt x="803402" y="1207043"/>
                </a:moveTo>
                <a:lnTo>
                  <a:pt x="767969" y="1207897"/>
                </a:lnTo>
                <a:lnTo>
                  <a:pt x="732282" y="1207618"/>
                </a:lnTo>
                <a:lnTo>
                  <a:pt x="696849" y="1206577"/>
                </a:lnTo>
                <a:lnTo>
                  <a:pt x="661543" y="1204964"/>
                </a:lnTo>
                <a:lnTo>
                  <a:pt x="626364" y="1202777"/>
                </a:lnTo>
                <a:lnTo>
                  <a:pt x="591439" y="1200024"/>
                </a:lnTo>
                <a:lnTo>
                  <a:pt x="557022" y="1196605"/>
                </a:lnTo>
                <a:lnTo>
                  <a:pt x="489204" y="1188350"/>
                </a:lnTo>
                <a:lnTo>
                  <a:pt x="456057" y="1183410"/>
                </a:lnTo>
                <a:lnTo>
                  <a:pt x="423672" y="1178002"/>
                </a:lnTo>
                <a:lnTo>
                  <a:pt x="391922" y="1172118"/>
                </a:lnTo>
                <a:lnTo>
                  <a:pt x="361061" y="1165857"/>
                </a:lnTo>
                <a:lnTo>
                  <a:pt x="330835" y="1159116"/>
                </a:lnTo>
                <a:lnTo>
                  <a:pt x="301625" y="1152001"/>
                </a:lnTo>
                <a:lnTo>
                  <a:pt x="273431" y="1144615"/>
                </a:lnTo>
                <a:lnTo>
                  <a:pt x="246253" y="1136751"/>
                </a:lnTo>
                <a:lnTo>
                  <a:pt x="220091" y="1128610"/>
                </a:lnTo>
                <a:lnTo>
                  <a:pt x="195326" y="1120192"/>
                </a:lnTo>
                <a:lnTo>
                  <a:pt x="149479" y="1102422"/>
                </a:lnTo>
                <a:lnTo>
                  <a:pt x="109220" y="1083689"/>
                </a:lnTo>
                <a:lnTo>
                  <a:pt x="75311" y="1064322"/>
                </a:lnTo>
                <a:lnTo>
                  <a:pt x="48260" y="1044538"/>
                </a:lnTo>
                <a:lnTo>
                  <a:pt x="28702" y="1024674"/>
                </a:lnTo>
                <a:lnTo>
                  <a:pt x="21552" y="1014577"/>
                </a:lnTo>
                <a:lnTo>
                  <a:pt x="21717" y="1014906"/>
                </a:lnTo>
                <a:lnTo>
                  <a:pt x="21209" y="1014092"/>
                </a:lnTo>
                <a:lnTo>
                  <a:pt x="16764" y="1005243"/>
                </a:lnTo>
                <a:lnTo>
                  <a:pt x="16590" y="1004656"/>
                </a:lnTo>
                <a:lnTo>
                  <a:pt x="13793" y="995179"/>
                </a:lnTo>
                <a:lnTo>
                  <a:pt x="12700" y="984972"/>
                </a:lnTo>
                <a:lnTo>
                  <a:pt x="0" y="986321"/>
                </a:lnTo>
                <a:lnTo>
                  <a:pt x="1143" y="996988"/>
                </a:lnTo>
                <a:lnTo>
                  <a:pt x="1270" y="997379"/>
                </a:lnTo>
                <a:lnTo>
                  <a:pt x="1270" y="997776"/>
                </a:lnTo>
                <a:lnTo>
                  <a:pt x="1397" y="998143"/>
                </a:lnTo>
                <a:lnTo>
                  <a:pt x="4699" y="1008913"/>
                </a:lnTo>
                <a:lnTo>
                  <a:pt x="4699" y="1009256"/>
                </a:lnTo>
                <a:lnTo>
                  <a:pt x="4953" y="1009597"/>
                </a:lnTo>
                <a:lnTo>
                  <a:pt x="5080" y="1009915"/>
                </a:lnTo>
                <a:lnTo>
                  <a:pt x="10414" y="1020587"/>
                </a:lnTo>
                <a:lnTo>
                  <a:pt x="10541" y="1020864"/>
                </a:lnTo>
                <a:lnTo>
                  <a:pt x="10668" y="1021142"/>
                </a:lnTo>
                <a:lnTo>
                  <a:pt x="10922" y="1021394"/>
                </a:lnTo>
                <a:lnTo>
                  <a:pt x="13589" y="994487"/>
                </a:lnTo>
                <a:lnTo>
                  <a:pt x="13843" y="995643"/>
                </a:lnTo>
                <a:lnTo>
                  <a:pt x="16383" y="1004241"/>
                </a:lnTo>
                <a:lnTo>
                  <a:pt x="18288" y="1031976"/>
                </a:lnTo>
                <a:lnTo>
                  <a:pt x="28067" y="1043025"/>
                </a:lnTo>
                <a:lnTo>
                  <a:pt x="68199" y="1074799"/>
                </a:lnTo>
                <a:lnTo>
                  <a:pt x="103251" y="1094867"/>
                </a:lnTo>
                <a:lnTo>
                  <a:pt x="144399" y="1114046"/>
                </a:lnTo>
                <a:lnTo>
                  <a:pt x="190881" y="1132089"/>
                </a:lnTo>
                <a:lnTo>
                  <a:pt x="242443" y="1148867"/>
                </a:lnTo>
                <a:lnTo>
                  <a:pt x="298450" y="1164285"/>
                </a:lnTo>
                <a:lnTo>
                  <a:pt x="358267" y="1178255"/>
                </a:lnTo>
                <a:lnTo>
                  <a:pt x="421386" y="1190484"/>
                </a:lnTo>
                <a:lnTo>
                  <a:pt x="487299" y="1200912"/>
                </a:lnTo>
                <a:lnTo>
                  <a:pt x="555498" y="1209216"/>
                </a:lnTo>
                <a:lnTo>
                  <a:pt x="625348" y="1215442"/>
                </a:lnTo>
                <a:lnTo>
                  <a:pt x="696214" y="1219262"/>
                </a:lnTo>
                <a:lnTo>
                  <a:pt x="767842" y="1220597"/>
                </a:lnTo>
                <a:lnTo>
                  <a:pt x="803783" y="1219733"/>
                </a:lnTo>
                <a:lnTo>
                  <a:pt x="875411" y="1213026"/>
                </a:lnTo>
                <a:lnTo>
                  <a:pt x="946277" y="1199984"/>
                </a:lnTo>
                <a:lnTo>
                  <a:pt x="1015619" y="1181097"/>
                </a:lnTo>
                <a:lnTo>
                  <a:pt x="1082929" y="1156844"/>
                </a:lnTo>
                <a:lnTo>
                  <a:pt x="1147826" y="1127494"/>
                </a:lnTo>
                <a:lnTo>
                  <a:pt x="1209548" y="1093646"/>
                </a:lnTo>
                <a:lnTo>
                  <a:pt x="1267714" y="1055660"/>
                </a:lnTo>
                <a:lnTo>
                  <a:pt x="1321689" y="1013929"/>
                </a:lnTo>
                <a:lnTo>
                  <a:pt x="1370838" y="968894"/>
                </a:lnTo>
                <a:lnTo>
                  <a:pt x="1414653" y="921064"/>
                </a:lnTo>
                <a:lnTo>
                  <a:pt x="1452626" y="870761"/>
                </a:lnTo>
                <a:lnTo>
                  <a:pt x="1484249" y="818374"/>
                </a:lnTo>
                <a:lnTo>
                  <a:pt x="1508760" y="764438"/>
                </a:lnTo>
                <a:lnTo>
                  <a:pt x="1525778" y="709283"/>
                </a:lnTo>
                <a:lnTo>
                  <a:pt x="1534541" y="653388"/>
                </a:lnTo>
                <a:lnTo>
                  <a:pt x="1536065" y="611389"/>
                </a:lnTo>
                <a:lnTo>
                  <a:pt x="1537081" y="597841"/>
                </a:lnTo>
                <a:lnTo>
                  <a:pt x="1543939" y="557503"/>
                </a:lnTo>
                <a:lnTo>
                  <a:pt x="1556258" y="517204"/>
                </a:lnTo>
                <a:lnTo>
                  <a:pt x="1567434" y="490639"/>
                </a:lnTo>
                <a:lnTo>
                  <a:pt x="1580896" y="464296"/>
                </a:lnTo>
                <a:lnTo>
                  <a:pt x="1596644" y="438089"/>
                </a:lnTo>
                <a:lnTo>
                  <a:pt x="1614424" y="412242"/>
                </a:lnTo>
                <a:lnTo>
                  <a:pt x="1634363" y="386969"/>
                </a:lnTo>
                <a:lnTo>
                  <a:pt x="1656080" y="362077"/>
                </a:lnTo>
                <a:lnTo>
                  <a:pt x="1679702" y="337566"/>
                </a:lnTo>
                <a:lnTo>
                  <a:pt x="1705229" y="313690"/>
                </a:lnTo>
                <a:lnTo>
                  <a:pt x="1732280" y="290449"/>
                </a:lnTo>
                <a:lnTo>
                  <a:pt x="1761109" y="267970"/>
                </a:lnTo>
                <a:lnTo>
                  <a:pt x="1791462" y="246253"/>
                </a:lnTo>
                <a:lnTo>
                  <a:pt x="1823085" y="225171"/>
                </a:lnTo>
                <a:lnTo>
                  <a:pt x="1856232" y="205105"/>
                </a:lnTo>
                <a:lnTo>
                  <a:pt x="1890649" y="185801"/>
                </a:lnTo>
                <a:lnTo>
                  <a:pt x="1926209" y="167513"/>
                </a:lnTo>
                <a:lnTo>
                  <a:pt x="1962912" y="150241"/>
                </a:lnTo>
                <a:lnTo>
                  <a:pt x="2000631" y="133985"/>
                </a:lnTo>
                <a:lnTo>
                  <a:pt x="2039239" y="118872"/>
                </a:lnTo>
                <a:lnTo>
                  <a:pt x="2078736" y="104902"/>
                </a:lnTo>
                <a:lnTo>
                  <a:pt x="2118995" y="92202"/>
                </a:lnTo>
                <a:lnTo>
                  <a:pt x="2159889" y="80899"/>
                </a:lnTo>
                <a:lnTo>
                  <a:pt x="2201418" y="70866"/>
                </a:lnTo>
                <a:lnTo>
                  <a:pt x="2243455" y="62230"/>
                </a:lnTo>
                <a:lnTo>
                  <a:pt x="2285746" y="54991"/>
                </a:lnTo>
                <a:lnTo>
                  <a:pt x="2328672" y="49276"/>
                </a:lnTo>
                <a:lnTo>
                  <a:pt x="2371598" y="45085"/>
                </a:lnTo>
                <a:lnTo>
                  <a:pt x="2394712" y="44069"/>
                </a:lnTo>
                <a:lnTo>
                  <a:pt x="2383155" y="76200"/>
                </a:lnTo>
                <a:lnTo>
                  <a:pt x="2457831" y="35306"/>
                </a:lnTo>
                <a:lnTo>
                  <a:pt x="2394077" y="31369"/>
                </a:lnTo>
                <a:lnTo>
                  <a:pt x="2381531" y="31908"/>
                </a:lnTo>
                <a:lnTo>
                  <a:pt x="2370455" y="32385"/>
                </a:lnTo>
                <a:lnTo>
                  <a:pt x="2326894" y="36703"/>
                </a:lnTo>
                <a:lnTo>
                  <a:pt x="2283714" y="42545"/>
                </a:lnTo>
                <a:lnTo>
                  <a:pt x="2240915" y="49784"/>
                </a:lnTo>
                <a:lnTo>
                  <a:pt x="2198370" y="58547"/>
                </a:lnTo>
                <a:lnTo>
                  <a:pt x="2156460" y="68707"/>
                </a:lnTo>
                <a:lnTo>
                  <a:pt x="2115185" y="80137"/>
                </a:lnTo>
                <a:lnTo>
                  <a:pt x="2074545" y="92964"/>
                </a:lnTo>
                <a:lnTo>
                  <a:pt x="2034540" y="107061"/>
                </a:lnTo>
                <a:lnTo>
                  <a:pt x="1995551" y="122301"/>
                </a:lnTo>
                <a:lnTo>
                  <a:pt x="1957578" y="138684"/>
                </a:lnTo>
                <a:lnTo>
                  <a:pt x="1920367" y="156210"/>
                </a:lnTo>
                <a:lnTo>
                  <a:pt x="1884426" y="174625"/>
                </a:lnTo>
                <a:lnTo>
                  <a:pt x="1849628" y="194183"/>
                </a:lnTo>
                <a:lnTo>
                  <a:pt x="1816100" y="214503"/>
                </a:lnTo>
                <a:lnTo>
                  <a:pt x="1783969" y="235966"/>
                </a:lnTo>
                <a:lnTo>
                  <a:pt x="1753235" y="257937"/>
                </a:lnTo>
                <a:lnTo>
                  <a:pt x="1724025" y="280797"/>
                </a:lnTo>
                <a:lnTo>
                  <a:pt x="1696466" y="304419"/>
                </a:lnTo>
                <a:lnTo>
                  <a:pt x="1670558" y="328803"/>
                </a:lnTo>
                <a:lnTo>
                  <a:pt x="1646555" y="353695"/>
                </a:lnTo>
                <a:lnTo>
                  <a:pt x="1624330" y="379095"/>
                </a:lnTo>
                <a:lnTo>
                  <a:pt x="1604010" y="405003"/>
                </a:lnTo>
                <a:lnTo>
                  <a:pt x="1585722" y="431544"/>
                </a:lnTo>
                <a:lnTo>
                  <a:pt x="1569720" y="458294"/>
                </a:lnTo>
                <a:lnTo>
                  <a:pt x="1549781" y="499221"/>
                </a:lnTo>
                <a:lnTo>
                  <a:pt x="1535176" y="540829"/>
                </a:lnTo>
                <a:lnTo>
                  <a:pt x="1526159" y="582814"/>
                </a:lnTo>
                <a:lnTo>
                  <a:pt x="1523111" y="624763"/>
                </a:lnTo>
                <a:lnTo>
                  <a:pt x="1521968" y="651915"/>
                </a:lnTo>
                <a:lnTo>
                  <a:pt x="1518793" y="678967"/>
                </a:lnTo>
                <a:lnTo>
                  <a:pt x="1513586" y="705944"/>
                </a:lnTo>
                <a:lnTo>
                  <a:pt x="1506220" y="732877"/>
                </a:lnTo>
                <a:lnTo>
                  <a:pt x="1497076" y="759561"/>
                </a:lnTo>
                <a:lnTo>
                  <a:pt x="1486027" y="785964"/>
                </a:lnTo>
                <a:lnTo>
                  <a:pt x="1473200" y="812112"/>
                </a:lnTo>
                <a:lnTo>
                  <a:pt x="1458595" y="837920"/>
                </a:lnTo>
                <a:lnTo>
                  <a:pt x="1442339" y="863360"/>
                </a:lnTo>
                <a:lnTo>
                  <a:pt x="1424559" y="888249"/>
                </a:lnTo>
                <a:lnTo>
                  <a:pt x="1405128" y="912686"/>
                </a:lnTo>
                <a:lnTo>
                  <a:pt x="1384173" y="936499"/>
                </a:lnTo>
                <a:lnTo>
                  <a:pt x="1362075" y="959726"/>
                </a:lnTo>
                <a:lnTo>
                  <a:pt x="1338453" y="982308"/>
                </a:lnTo>
                <a:lnTo>
                  <a:pt x="1313688" y="1004046"/>
                </a:lnTo>
                <a:lnTo>
                  <a:pt x="1287653" y="1025032"/>
                </a:lnTo>
                <a:lnTo>
                  <a:pt x="1260602" y="1045173"/>
                </a:lnTo>
                <a:lnTo>
                  <a:pt x="1232408" y="1064371"/>
                </a:lnTo>
                <a:lnTo>
                  <a:pt x="1203198" y="1082622"/>
                </a:lnTo>
                <a:lnTo>
                  <a:pt x="1173226" y="1099847"/>
                </a:lnTo>
                <a:lnTo>
                  <a:pt x="1142365" y="1116025"/>
                </a:lnTo>
                <a:lnTo>
                  <a:pt x="1110742" y="1131077"/>
                </a:lnTo>
                <a:lnTo>
                  <a:pt x="1078357" y="1144982"/>
                </a:lnTo>
                <a:lnTo>
                  <a:pt x="1045464" y="1157568"/>
                </a:lnTo>
                <a:lnTo>
                  <a:pt x="1012063" y="1168909"/>
                </a:lnTo>
                <a:lnTo>
                  <a:pt x="978027" y="1178939"/>
                </a:lnTo>
                <a:lnTo>
                  <a:pt x="943610" y="1187551"/>
                </a:lnTo>
                <a:lnTo>
                  <a:pt x="908812" y="1194741"/>
                </a:lnTo>
                <a:lnTo>
                  <a:pt x="873887" y="1200415"/>
                </a:lnTo>
                <a:lnTo>
                  <a:pt x="838835" y="1204583"/>
                </a:lnTo>
                <a:lnTo>
                  <a:pt x="803402" y="1207043"/>
                </a:lnTo>
                <a:close/>
              </a:path>
              <a:path w="2457831" h="1220597">
                <a:moveTo>
                  <a:pt x="2394077" y="31369"/>
                </a:moveTo>
                <a:lnTo>
                  <a:pt x="2457831" y="35306"/>
                </a:lnTo>
                <a:lnTo>
                  <a:pt x="2380361" y="0"/>
                </a:lnTo>
                <a:lnTo>
                  <a:pt x="2381531" y="31908"/>
                </a:lnTo>
                <a:lnTo>
                  <a:pt x="2394077" y="31369"/>
                </a:lnTo>
                <a:close/>
              </a:path>
              <a:path w="2457831" h="1220597">
                <a:moveTo>
                  <a:pt x="2383155" y="76200"/>
                </a:moveTo>
                <a:lnTo>
                  <a:pt x="2394712" y="44069"/>
                </a:lnTo>
                <a:lnTo>
                  <a:pt x="2381997" y="44627"/>
                </a:lnTo>
                <a:lnTo>
                  <a:pt x="2383155" y="76200"/>
                </a:lnTo>
                <a:close/>
              </a:path>
              <a:path w="2457831" h="1220597">
                <a:moveTo>
                  <a:pt x="21552" y="1014577"/>
                </a:moveTo>
                <a:lnTo>
                  <a:pt x="16590" y="1004656"/>
                </a:lnTo>
                <a:lnTo>
                  <a:pt x="16764" y="1005243"/>
                </a:lnTo>
                <a:lnTo>
                  <a:pt x="21209" y="1014092"/>
                </a:lnTo>
                <a:lnTo>
                  <a:pt x="21717" y="1014906"/>
                </a:lnTo>
                <a:lnTo>
                  <a:pt x="21552" y="1014577"/>
                </a:lnTo>
                <a:close/>
              </a:path>
              <a:path w="2457831" h="1220597">
                <a:moveTo>
                  <a:pt x="18288" y="1031976"/>
                </a:moveTo>
                <a:lnTo>
                  <a:pt x="16383" y="1004241"/>
                </a:lnTo>
                <a:lnTo>
                  <a:pt x="13843" y="995643"/>
                </a:lnTo>
                <a:lnTo>
                  <a:pt x="13589" y="994487"/>
                </a:lnTo>
                <a:lnTo>
                  <a:pt x="10922" y="1021394"/>
                </a:lnTo>
                <a:lnTo>
                  <a:pt x="18288" y="1031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-76200" y="1200911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1766355" y="380991"/>
                </a:moveTo>
                <a:lnTo>
                  <a:pt x="1805444" y="366691"/>
                </a:lnTo>
                <a:lnTo>
                  <a:pt x="1827155" y="331913"/>
                </a:lnTo>
                <a:lnTo>
                  <a:pt x="1828800" y="317500"/>
                </a:lnTo>
                <a:lnTo>
                  <a:pt x="1828791" y="62445"/>
                </a:lnTo>
                <a:lnTo>
                  <a:pt x="1814491" y="23355"/>
                </a:lnTo>
                <a:lnTo>
                  <a:pt x="1779713" y="1645"/>
                </a:lnTo>
                <a:lnTo>
                  <a:pt x="17653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7663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8549" y="1901825"/>
            <a:ext cx="592201" cy="377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49974" y="2573274"/>
            <a:ext cx="1292225" cy="377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35550" y="3330575"/>
            <a:ext cx="806450" cy="349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64325" y="3330575"/>
            <a:ext cx="1278001" cy="349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35374" y="4002024"/>
            <a:ext cx="1706626" cy="3350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78549" y="4002024"/>
            <a:ext cx="1849501" cy="335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56399" y="125729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ln w="25399">
            <a:solidFill>
              <a:srgbClr val="DB91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30999" y="1638299"/>
            <a:ext cx="685799" cy="0"/>
          </a:xfrm>
          <a:custGeom>
            <a:avLst/>
            <a:gdLst/>
            <a:ahLst/>
            <a:cxnLst/>
            <a:rect l="l" t="t" r="r" b="b"/>
            <a:pathLst>
              <a:path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2700">
            <a:solidFill>
              <a:srgbClr val="AF77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56399" y="1943099"/>
            <a:ext cx="660399" cy="0"/>
          </a:xfrm>
          <a:custGeom>
            <a:avLst/>
            <a:gdLst/>
            <a:ahLst/>
            <a:cxnLst/>
            <a:rect l="l" t="t" r="r" b="b"/>
            <a:pathLst>
              <a:path w="660399">
                <a:moveTo>
                  <a:pt x="0" y="0"/>
                </a:moveTo>
                <a:lnTo>
                  <a:pt x="660399" y="0"/>
                </a:lnTo>
              </a:path>
            </a:pathLst>
          </a:custGeom>
          <a:ln w="12700">
            <a:solidFill>
              <a:srgbClr val="C885A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56399" y="2247899"/>
            <a:ext cx="673099" cy="0"/>
          </a:xfrm>
          <a:custGeom>
            <a:avLst/>
            <a:gdLst/>
            <a:ahLst/>
            <a:cxnLst/>
            <a:rect l="l" t="t" r="r" b="b"/>
            <a:pathLst>
              <a:path w="673099">
                <a:moveTo>
                  <a:pt x="0" y="0"/>
                </a:moveTo>
                <a:lnTo>
                  <a:pt x="673099" y="0"/>
                </a:lnTo>
              </a:path>
            </a:pathLst>
          </a:custGeom>
          <a:ln w="12700">
            <a:solidFill>
              <a:srgbClr val="DB91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24499" y="3352799"/>
            <a:ext cx="647699" cy="0"/>
          </a:xfrm>
          <a:custGeom>
            <a:avLst/>
            <a:gdLst/>
            <a:ahLst/>
            <a:cxnLst/>
            <a:rect l="l" t="t" r="r" b="b"/>
            <a:pathLst>
              <a:path w="647699">
                <a:moveTo>
                  <a:pt x="0" y="0"/>
                </a:moveTo>
                <a:lnTo>
                  <a:pt x="647699" y="0"/>
                </a:lnTo>
              </a:path>
            </a:pathLst>
          </a:custGeom>
          <a:ln w="12700">
            <a:solidFill>
              <a:srgbClr val="BFBD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33999" y="3670299"/>
            <a:ext cx="825499" cy="0"/>
          </a:xfrm>
          <a:custGeom>
            <a:avLst/>
            <a:gdLst/>
            <a:ahLst/>
            <a:cxnLst/>
            <a:rect l="l" t="t" r="r" b="b"/>
            <a:pathLst>
              <a:path w="825499">
                <a:moveTo>
                  <a:pt x="0" y="0"/>
                </a:moveTo>
                <a:lnTo>
                  <a:pt x="825499" y="0"/>
                </a:lnTo>
              </a:path>
            </a:pathLst>
          </a:custGeom>
          <a:ln w="25400">
            <a:solidFill>
              <a:srgbClr val="E1E2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33999" y="4025899"/>
            <a:ext cx="825499" cy="0"/>
          </a:xfrm>
          <a:custGeom>
            <a:avLst/>
            <a:gdLst/>
            <a:ahLst/>
            <a:cxnLst/>
            <a:rect l="l" t="t" r="r" b="b"/>
            <a:pathLst>
              <a:path w="825499">
                <a:moveTo>
                  <a:pt x="0" y="0"/>
                </a:moveTo>
                <a:lnTo>
                  <a:pt x="825499" y="0"/>
                </a:lnTo>
              </a:path>
            </a:pathLst>
          </a:custGeom>
          <a:ln w="12700">
            <a:solidFill>
              <a:srgbClr val="BFBD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33999" y="4330700"/>
            <a:ext cx="838199" cy="0"/>
          </a:xfrm>
          <a:custGeom>
            <a:avLst/>
            <a:gdLst/>
            <a:ahLst/>
            <a:cxnLst/>
            <a:rect l="l" t="t" r="r" b="b"/>
            <a:pathLst>
              <a:path w="838199">
                <a:moveTo>
                  <a:pt x="0" y="0"/>
                </a:moveTo>
                <a:lnTo>
                  <a:pt x="838199" y="0"/>
                </a:lnTo>
              </a:path>
            </a:pathLst>
          </a:custGeom>
          <a:ln w="12700">
            <a:solidFill>
              <a:srgbClr val="BFBD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606799" y="4495800"/>
            <a:ext cx="4368799" cy="0"/>
          </a:xfrm>
          <a:custGeom>
            <a:avLst/>
            <a:gdLst/>
            <a:ahLst/>
            <a:cxnLst/>
            <a:rect l="l" t="t" r="r" b="b"/>
            <a:pathLst>
              <a:path w="4368799">
                <a:moveTo>
                  <a:pt x="0" y="0"/>
                </a:moveTo>
                <a:lnTo>
                  <a:pt x="4368799" y="0"/>
                </a:lnTo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77199" y="2578099"/>
            <a:ext cx="0" cy="546100"/>
          </a:xfrm>
          <a:custGeom>
            <a:avLst/>
            <a:gdLst/>
            <a:ahLst/>
            <a:cxnLst/>
            <a:rect l="l" t="t" r="r" b="b"/>
            <a:pathLst>
              <a:path h="546100">
                <a:moveTo>
                  <a:pt x="0" y="5461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8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07424" y="2608199"/>
            <a:ext cx="434975" cy="2493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35999" y="2031999"/>
            <a:ext cx="0" cy="939800"/>
          </a:xfrm>
          <a:custGeom>
            <a:avLst/>
            <a:gdLst/>
            <a:ahLst/>
            <a:cxnLst/>
            <a:rect l="l" t="t" r="r" b="b"/>
            <a:pathLst>
              <a:path h="939800">
                <a:moveTo>
                  <a:pt x="0" y="9398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10599" y="20573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35999" y="2997199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8509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10599" y="38353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8409" y="1283207"/>
            <a:ext cx="13532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540" y="2027300"/>
            <a:ext cx="226365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2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TCP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hea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-2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and</a:t>
            </a:r>
            <a:r>
              <a:rPr sz="1100" spc="23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pp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</a:t>
            </a:r>
            <a:r>
              <a:rPr sz="1100" spc="-4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540" y="2698113"/>
            <a:ext cx="2297221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4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no</a:t>
            </a:r>
            <a:r>
              <a:rPr sz="1100" spc="-4" dirty="0">
                <a:latin typeface="Times New Roman"/>
                <a:cs typeface="Times New Roman"/>
              </a:rPr>
              <a:t>w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23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8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20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hea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hea</a:t>
            </a:r>
            <a:r>
              <a:rPr sz="1100" spc="4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40" y="3033393"/>
            <a:ext cx="2304018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ack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28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del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5" dirty="0">
                <a:latin typeface="Times New Roman"/>
                <a:cs typeface="Times New Roman"/>
              </a:rPr>
              <a:t>v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r>
              <a:rPr sz="1100" spc="13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rrect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35138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35999" y="2057399"/>
            <a:ext cx="495299" cy="177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685800" y="1804414"/>
            <a:ext cx="2563368" cy="2631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>
              <a:lnSpc>
                <a:spcPct val="95825"/>
              </a:lnSpc>
              <a:spcBef>
                <a:spcPts val="380"/>
              </a:spcBef>
            </a:pPr>
            <a:r>
              <a:rPr sz="1100" b="1" spc="0" dirty="0">
                <a:latin typeface="Times New Roman"/>
                <a:cs typeface="Times New Roman"/>
              </a:rPr>
              <a:t>IP</a:t>
            </a:r>
            <a:r>
              <a:rPr sz="1100" b="1" spc="-65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Pa</a:t>
            </a:r>
            <a:r>
              <a:rPr sz="1100" b="1" spc="0" dirty="0">
                <a:latin typeface="Times New Roman"/>
                <a:cs typeface="Times New Roman"/>
              </a:rPr>
              <a:t>cket</a:t>
            </a:r>
            <a:r>
              <a:rPr sz="1100" b="1" spc="269" dirty="0">
                <a:latin typeface="Times New Roman"/>
                <a:cs typeface="Times New Roman"/>
              </a:rPr>
              <a:t> </a:t>
            </a:r>
            <a:r>
              <a:rPr sz="1100" b="1" spc="0" dirty="0">
                <a:latin typeface="Times New Roman"/>
                <a:cs typeface="Times New Roman"/>
              </a:rPr>
              <a:t>Head</a:t>
            </a:r>
            <a:r>
              <a:rPr sz="1100" b="1" spc="4" dirty="0">
                <a:latin typeface="Times New Roman"/>
                <a:cs typeface="Times New Roman"/>
              </a:rPr>
              <a:t>e</a:t>
            </a:r>
            <a:r>
              <a:rPr sz="1100" b="1" spc="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91440" marR="89359">
              <a:lnSpc>
                <a:spcPct val="100041"/>
              </a:lnSpc>
              <a:spcBef>
                <a:spcPts val="1375"/>
              </a:spcBef>
            </a:pPr>
            <a:r>
              <a:rPr sz="1100" dirty="0">
                <a:latin typeface="Times New Roman"/>
                <a:cs typeface="Times New Roman"/>
              </a:rPr>
              <a:t>pa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lo</a:t>
            </a:r>
            <a:r>
              <a:rPr sz="1100" spc="0" dirty="0">
                <a:latin typeface="Times New Roman"/>
                <a:cs typeface="Times New Roman"/>
              </a:rPr>
              <a:t>ad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-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16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w</a:t>
            </a:r>
            <a:r>
              <a:rPr sz="1100" spc="16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be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r>
              <a:rPr sz="1100" spc="23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p</a:t>
            </a:r>
            <a:r>
              <a:rPr sz="1100" spc="5" dirty="0">
                <a:latin typeface="Times New Roman"/>
                <a:cs typeface="Times New Roman"/>
              </a:rPr>
              <a:t>u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h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-5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r>
              <a:rPr sz="1100" spc="13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 Int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rn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er.</a:t>
            </a:r>
            <a:r>
              <a:rPr sz="1100" spc="14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46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</a:t>
            </a:r>
            <a:r>
              <a:rPr sz="1100" spc="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can</a:t>
            </a:r>
            <a:r>
              <a:rPr sz="1100" spc="26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g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 Int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rn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adds</a:t>
            </a:r>
            <a:r>
              <a:rPr sz="1100" spc="-57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et</a:t>
            </a:r>
            <a:r>
              <a:rPr sz="1100" spc="1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ano</a:t>
            </a:r>
            <a:r>
              <a:rPr sz="1100" spc="-5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her</a:t>
            </a:r>
            <a:r>
              <a:rPr sz="1100" spc="-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hea</a:t>
            </a:r>
            <a:r>
              <a:rPr sz="1100" spc="4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endParaRPr sz="11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  <a:spcBef>
                <a:spcPts val="1321"/>
              </a:spcBef>
            </a:pP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nclud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inf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rmat</a:t>
            </a:r>
            <a:r>
              <a:rPr sz="1100" spc="-5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that </a:t>
            </a:r>
            <a:r>
              <a:rPr sz="1100" spc="4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akes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ure</a:t>
            </a:r>
            <a:endParaRPr sz="11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  <a:spcBef>
                <a:spcPts val="1375"/>
              </a:spcBef>
            </a:pPr>
            <a:r>
              <a:rPr sz="1100" spc="0" dirty="0">
                <a:latin typeface="Times New Roman"/>
                <a:cs typeface="Times New Roman"/>
              </a:rPr>
              <a:t>de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nat</a:t>
            </a:r>
            <a:r>
              <a:rPr sz="1100" spc="-5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28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IP.</a:t>
            </a:r>
            <a:endParaRPr sz="1100">
              <a:latin typeface="Times New Roman"/>
              <a:cs typeface="Times New Roman"/>
            </a:endParaRPr>
          </a:p>
          <a:p>
            <a:pPr marL="91440" marR="69241">
              <a:lnSpc>
                <a:spcPct val="99945"/>
              </a:lnSpc>
              <a:spcBef>
                <a:spcPts val="1378"/>
              </a:spcBef>
            </a:pPr>
            <a:r>
              <a:rPr sz="1100" spc="0" dirty="0">
                <a:latin typeface="Times New Roman"/>
                <a:cs typeface="Times New Roman"/>
              </a:rPr>
              <a:t>At</a:t>
            </a:r>
            <a:r>
              <a:rPr sz="1100" spc="-3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this</a:t>
            </a:r>
            <a:r>
              <a:rPr sz="1100" spc="191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oi</a:t>
            </a:r>
            <a:r>
              <a:rPr sz="1100" spc="0" dirty="0">
                <a:latin typeface="Times New Roman"/>
                <a:cs typeface="Times New Roman"/>
              </a:rPr>
              <a:t>nt,</a:t>
            </a:r>
            <a:r>
              <a:rPr sz="1100" spc="14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TCP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hea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-2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can</a:t>
            </a:r>
            <a:r>
              <a:rPr sz="1100" spc="25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b</a:t>
            </a:r>
            <a:r>
              <a:rPr sz="1100" spc="0" dirty="0">
                <a:latin typeface="Times New Roman"/>
                <a:cs typeface="Times New Roman"/>
              </a:rPr>
              <a:t>e </a:t>
            </a:r>
            <a:r>
              <a:rPr sz="1100" spc="-6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6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12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3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data.</a:t>
            </a:r>
            <a:r>
              <a:rPr sz="1100" spc="-4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b</a:t>
            </a:r>
            <a:r>
              <a:rPr sz="1100" spc="0" dirty="0">
                <a:latin typeface="Times New Roman"/>
                <a:cs typeface="Times New Roman"/>
              </a:rPr>
              <a:t>eca</a:t>
            </a:r>
            <a:r>
              <a:rPr sz="1100" spc="5" dirty="0">
                <a:latin typeface="Times New Roman"/>
                <a:cs typeface="Times New Roman"/>
              </a:rPr>
              <a:t>u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e,</a:t>
            </a:r>
            <a:r>
              <a:rPr sz="1100" spc="-2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at this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oi</a:t>
            </a:r>
            <a:r>
              <a:rPr sz="1100" spc="0" dirty="0">
                <a:latin typeface="Times New Roman"/>
                <a:cs typeface="Times New Roman"/>
              </a:rPr>
              <a:t>nt,</a:t>
            </a:r>
            <a:r>
              <a:rPr sz="1100" spc="14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etw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rking</a:t>
            </a:r>
            <a:r>
              <a:rPr sz="1100" spc="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 not</a:t>
            </a:r>
            <a:r>
              <a:rPr sz="1100" spc="17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inter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ted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no</a:t>
            </a:r>
            <a:r>
              <a:rPr sz="1100" spc="-4" dirty="0">
                <a:latin typeface="Times New Roman"/>
                <a:cs typeface="Times New Roman"/>
              </a:rPr>
              <a:t>wi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r>
              <a:rPr sz="1100" spc="252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nf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rmat</a:t>
            </a:r>
            <a:r>
              <a:rPr sz="1100" spc="-4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uch</a:t>
            </a:r>
            <a:r>
              <a:rPr sz="1100" spc="-14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dest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nati</a:t>
            </a:r>
            <a:r>
              <a:rPr sz="1100" spc="-9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rt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6828" y="1229867"/>
            <a:ext cx="3179571" cy="4084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6756399" y="1229867"/>
            <a:ext cx="660399" cy="4084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601">
              <a:lnSpc>
                <a:spcPct val="95825"/>
              </a:lnSpc>
              <a:spcBef>
                <a:spcPts val="309"/>
              </a:spcBef>
            </a:pPr>
            <a:r>
              <a:rPr sz="1100" b="1" spc="0" dirty="0">
                <a:solidFill>
                  <a:srgbClr val="5B334B"/>
                </a:solidFill>
                <a:latin typeface="Times New Roman"/>
                <a:cs typeface="Times New Roman"/>
              </a:rPr>
              <a:t>Uset"</a:t>
            </a:r>
            <a:r>
              <a:rPr sz="1100" b="1" spc="-9" dirty="0">
                <a:solidFill>
                  <a:srgbClr val="5B334B"/>
                </a:solidFill>
                <a:latin typeface="Times New Roman"/>
                <a:cs typeface="Times New Roman"/>
              </a:rPr>
              <a:t> </a:t>
            </a:r>
            <a:r>
              <a:rPr sz="1100" b="1" spc="0" dirty="0">
                <a:solidFill>
                  <a:srgbClr val="5B334B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16799" y="1229867"/>
            <a:ext cx="558799" cy="32659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7975599" y="1229867"/>
            <a:ext cx="95505" cy="33497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576828" y="1638299"/>
            <a:ext cx="3859021" cy="285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9050">
              <a:lnSpc>
                <a:spcPts val="1000"/>
              </a:lnSpc>
            </a:pPr>
            <a:endParaRPr sz="1000"/>
          </a:p>
          <a:p>
            <a:pPr marR="105350" algn="r">
              <a:lnSpc>
                <a:spcPct val="95825"/>
              </a:lnSpc>
              <a:spcBef>
                <a:spcPts val="1455"/>
              </a:spcBef>
            </a:pPr>
            <a:r>
              <a:rPr sz="900" spc="0" dirty="0">
                <a:solidFill>
                  <a:srgbClr val="5B334B"/>
                </a:solidFill>
                <a:latin typeface="Arial"/>
                <a:cs typeface="Arial"/>
              </a:rPr>
              <a:t>User</a:t>
            </a:r>
            <a:r>
              <a:rPr sz="900" spc="214" dirty="0">
                <a:solidFill>
                  <a:srgbClr val="5B334B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B334B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1780197" marR="1382490" algn="ctr">
              <a:lnSpc>
                <a:spcPct val="95825"/>
              </a:lnSpc>
              <a:spcBef>
                <a:spcPts val="4046"/>
              </a:spcBef>
            </a:pP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TCP</a:t>
            </a:r>
            <a:r>
              <a:rPr sz="1000" spc="-24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h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eade</a:t>
            </a:r>
            <a:r>
              <a:rPr sz="1000" spc="0" dirty="0">
                <a:solidFill>
                  <a:srgbClr val="7E7B05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1802422" marR="9844" indent="-57951">
              <a:lnSpc>
                <a:spcPts val="3210"/>
              </a:lnSpc>
              <a:spcBef>
                <a:spcPts val="190"/>
              </a:spcBef>
              <a:tabLst>
                <a:tab pos="2184400" algn="l"/>
                <a:tab pos="3822700" algn="l"/>
              </a:tabLst>
            </a:pPr>
            <a:r>
              <a:rPr sz="1000" u="heavy" dirty="0">
                <a:solidFill>
                  <a:srgbClr val="6E6E6E"/>
                </a:solidFill>
                <a:latin typeface="Arial"/>
                <a:cs typeface="Arial"/>
              </a:rPr>
              <a:t> 		TC</a:t>
            </a:r>
            <a:r>
              <a:rPr sz="1000" u="heavy" dirty="0">
                <a:solidFill>
                  <a:srgbClr val="595959"/>
                </a:solidFill>
                <a:latin typeface="Arial"/>
                <a:cs typeface="Arial"/>
              </a:rPr>
              <a:t>P </a:t>
            </a:r>
            <a:r>
              <a:rPr sz="1000" u="heavy" spc="-9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sz="1000" u="heavy" spc="0" dirty="0">
                <a:solidFill>
                  <a:srgbClr val="494B4B"/>
                </a:solidFill>
                <a:latin typeface="Arial"/>
                <a:cs typeface="Arial"/>
              </a:rPr>
              <a:t>e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gm</a:t>
            </a:r>
            <a:r>
              <a:rPr sz="1000" u="heavy" spc="0" dirty="0">
                <a:solidFill>
                  <a:srgbClr val="494B4B"/>
                </a:solidFill>
                <a:latin typeface="Arial"/>
                <a:cs typeface="Arial"/>
              </a:rPr>
              <a:t>e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000" u="heavy" spc="0" dirty="0">
                <a:solidFill>
                  <a:srgbClr val="6E6E6E"/>
                </a:solidFill>
                <a:latin typeface="Arial"/>
                <a:cs typeface="Arial"/>
              </a:rPr>
              <a:t>U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packe</a:t>
            </a:r>
            <a:r>
              <a:rPr sz="1000" u="heavy" spc="0" dirty="0">
                <a:solidFill>
                  <a:srgbClr val="494B4B"/>
                </a:solidFill>
                <a:latin typeface="Arial"/>
                <a:cs typeface="Arial"/>
              </a:rPr>
              <a:t>t 	</a:t>
            </a:r>
            <a:r>
              <a:rPr sz="1000" spc="0" dirty="0">
                <a:solidFill>
                  <a:srgbClr val="494B4B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T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CP </a:t>
            </a:r>
            <a:r>
              <a:rPr sz="1000" spc="-125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h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eade</a:t>
            </a:r>
            <a:r>
              <a:rPr sz="1000" spc="0" dirty="0">
                <a:solidFill>
                  <a:srgbClr val="7E7B05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982471">
              <a:lnSpc>
                <a:spcPct val="100000"/>
              </a:lnSpc>
              <a:spcBef>
                <a:spcPts val="734"/>
              </a:spcBef>
              <a:tabLst>
                <a:tab pos="3822700" algn="l"/>
              </a:tabLst>
            </a:pPr>
            <a:r>
              <a:rPr sz="1000" u="heavy" dirty="0">
                <a:solidFill>
                  <a:srgbClr val="6E6E6E"/>
                </a:solidFill>
                <a:latin typeface="Arial"/>
                <a:cs typeface="Arial"/>
              </a:rPr>
              <a:t>                        </a:t>
            </a:r>
            <a:r>
              <a:rPr sz="1000" u="heavy" spc="-7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000" u="heavy" spc="0" dirty="0">
                <a:solidFill>
                  <a:srgbClr val="6E6E6E"/>
                </a:solidFill>
                <a:latin typeface="Arial"/>
                <a:cs typeface="Arial"/>
              </a:rPr>
              <a:t>IP </a:t>
            </a:r>
            <a:r>
              <a:rPr sz="1000" u="heavy" spc="-184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datagra</a:t>
            </a:r>
            <a:r>
              <a:rPr sz="1000" u="heavy" spc="0" dirty="0">
                <a:solidFill>
                  <a:srgbClr val="6E6E6E"/>
                </a:solidFill>
                <a:latin typeface="Arial"/>
                <a:cs typeface="Arial"/>
              </a:rPr>
              <a:t>m/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pa</a:t>
            </a:r>
            <a:r>
              <a:rPr sz="1000" u="heavy" spc="0" dirty="0">
                <a:solidFill>
                  <a:srgbClr val="6E6E6E"/>
                </a:solidFill>
                <a:latin typeface="Arial"/>
                <a:cs typeface="Arial"/>
              </a:rPr>
              <a:t>c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ke</a:t>
            </a:r>
            <a:r>
              <a:rPr sz="1000" u="heavy" spc="0" dirty="0">
                <a:solidFill>
                  <a:srgbClr val="494B4B"/>
                </a:solidFill>
                <a:latin typeface="Arial"/>
                <a:cs typeface="Arial"/>
              </a:rPr>
              <a:t>t 	</a:t>
            </a:r>
            <a:endParaRPr sz="1000">
              <a:latin typeface="Arial"/>
              <a:cs typeface="Arial"/>
            </a:endParaRPr>
          </a:p>
          <a:p>
            <a:pPr marL="1779864" marR="1377506" algn="ctr">
              <a:lnSpc>
                <a:spcPct val="95825"/>
              </a:lnSpc>
              <a:spcBef>
                <a:spcPts val="1662"/>
              </a:spcBef>
            </a:pP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TCP</a:t>
            </a:r>
            <a:r>
              <a:rPr sz="1000" spc="-24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heade</a:t>
            </a:r>
            <a:r>
              <a:rPr sz="1000" spc="0" dirty="0">
                <a:solidFill>
                  <a:srgbClr val="7E7B05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1630972" marR="19050">
              <a:lnSpc>
                <a:spcPct val="95825"/>
              </a:lnSpc>
              <a:spcBef>
                <a:spcPts val="1306"/>
              </a:spcBef>
            </a:pP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Ethe</a:t>
            </a:r>
            <a:r>
              <a:rPr sz="900" spc="0" dirty="0">
                <a:solidFill>
                  <a:srgbClr val="6E6E6E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ne</a:t>
            </a:r>
            <a:r>
              <a:rPr sz="900" spc="0" dirty="0">
                <a:solidFill>
                  <a:srgbClr val="494B4B"/>
                </a:solidFill>
                <a:latin typeface="Arial"/>
                <a:cs typeface="Arial"/>
              </a:rPr>
              <a:t>t </a:t>
            </a:r>
            <a:r>
              <a:rPr sz="900" spc="153" dirty="0">
                <a:solidFill>
                  <a:srgbClr val="494B4B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rrame</a:t>
            </a:r>
            <a:r>
              <a:rPr sz="900" spc="0" dirty="0">
                <a:solidFill>
                  <a:srgbClr val="9A9A9C"/>
                </a:solidFill>
                <a:latin typeface="Arial"/>
                <a:cs typeface="Arial"/>
              </a:rPr>
              <a:t>/</a:t>
            </a:r>
            <a:r>
              <a:rPr sz="900" spc="0" dirty="0">
                <a:solidFill>
                  <a:srgbClr val="6E6E6E"/>
                </a:solidFill>
                <a:latin typeface="Arial"/>
                <a:cs typeface="Arial"/>
              </a:rPr>
              <a:t>p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900" spc="0" dirty="0">
                <a:solidFill>
                  <a:srgbClr val="6E6E6E"/>
                </a:solidFill>
                <a:latin typeface="Arial"/>
                <a:cs typeface="Arial"/>
              </a:rPr>
              <a:t>c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ket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6828" y="4495800"/>
            <a:ext cx="4398771" cy="838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50"/>
              </a:lnSpc>
              <a:spcBef>
                <a:spcPts val="9"/>
              </a:spcBef>
            </a:pPr>
            <a:endParaRPr sz="650"/>
          </a:p>
        </p:txBody>
      </p:sp>
      <p:sp>
        <p:nvSpPr>
          <p:cNvPr id="6" name="object 6"/>
          <p:cNvSpPr txBox="1"/>
          <p:nvPr/>
        </p:nvSpPr>
        <p:spPr>
          <a:xfrm>
            <a:off x="5321299" y="2932112"/>
            <a:ext cx="45085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5999784" y="2932112"/>
            <a:ext cx="581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6898886" y="2932112"/>
            <a:ext cx="5052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559299" y="3653631"/>
            <a:ext cx="86995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476268" y="3653631"/>
            <a:ext cx="92783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bject 4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76828" y="1229867"/>
            <a:ext cx="4494276" cy="3349752"/>
          </a:xfrm>
          <a:custGeom>
            <a:avLst/>
            <a:gdLst/>
            <a:ahLst/>
            <a:cxnLst/>
            <a:rect l="l" t="t" r="r" b="b"/>
            <a:pathLst>
              <a:path w="4494276" h="3349752">
                <a:moveTo>
                  <a:pt x="0" y="3349752"/>
                </a:moveTo>
                <a:lnTo>
                  <a:pt x="4494276" y="3349752"/>
                </a:lnTo>
                <a:lnTo>
                  <a:pt x="4494276" y="0"/>
                </a:lnTo>
                <a:lnTo>
                  <a:pt x="0" y="0"/>
                </a:lnTo>
                <a:lnTo>
                  <a:pt x="0" y="33497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8200" y="1810514"/>
            <a:ext cx="2209800" cy="2461260"/>
          </a:xfrm>
          <a:custGeom>
            <a:avLst/>
            <a:gdLst/>
            <a:ahLst/>
            <a:cxnLst/>
            <a:rect l="l" t="t" r="r" b="b"/>
            <a:pathLst>
              <a:path w="2209800" h="2461260">
                <a:moveTo>
                  <a:pt x="0" y="2461260"/>
                </a:moveTo>
                <a:lnTo>
                  <a:pt x="2209800" y="2461260"/>
                </a:lnTo>
                <a:lnTo>
                  <a:pt x="2209800" y="0"/>
                </a:lnTo>
                <a:lnTo>
                  <a:pt x="0" y="0"/>
                </a:lnTo>
                <a:lnTo>
                  <a:pt x="0" y="24612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42846" y="4243908"/>
            <a:ext cx="1644650" cy="221565"/>
          </a:xfrm>
          <a:custGeom>
            <a:avLst/>
            <a:gdLst/>
            <a:ahLst/>
            <a:cxnLst/>
            <a:rect l="l" t="t" r="r" b="b"/>
            <a:pathLst>
              <a:path w="1644650" h="221565">
                <a:moveTo>
                  <a:pt x="1342390" y="95007"/>
                </a:moveTo>
                <a:lnTo>
                  <a:pt x="1340739" y="115202"/>
                </a:lnTo>
                <a:lnTo>
                  <a:pt x="1343279" y="111799"/>
                </a:lnTo>
                <a:lnTo>
                  <a:pt x="1346581" y="108139"/>
                </a:lnTo>
                <a:lnTo>
                  <a:pt x="1355852" y="100722"/>
                </a:lnTo>
                <a:lnTo>
                  <a:pt x="1368044" y="93271"/>
                </a:lnTo>
                <a:lnTo>
                  <a:pt x="1375156" y="89495"/>
                </a:lnTo>
                <a:lnTo>
                  <a:pt x="1383030" y="85928"/>
                </a:lnTo>
                <a:lnTo>
                  <a:pt x="1391539" y="82282"/>
                </a:lnTo>
                <a:lnTo>
                  <a:pt x="1400556" y="78740"/>
                </a:lnTo>
                <a:lnTo>
                  <a:pt x="1410081" y="75377"/>
                </a:lnTo>
                <a:lnTo>
                  <a:pt x="1431036" y="68783"/>
                </a:lnTo>
                <a:lnTo>
                  <a:pt x="1453515" y="62865"/>
                </a:lnTo>
                <a:lnTo>
                  <a:pt x="1477899" y="57393"/>
                </a:lnTo>
                <a:lnTo>
                  <a:pt x="1503553" y="52576"/>
                </a:lnTo>
                <a:lnTo>
                  <a:pt x="1530477" y="48527"/>
                </a:lnTo>
                <a:lnTo>
                  <a:pt x="1558163" y="45313"/>
                </a:lnTo>
                <a:lnTo>
                  <a:pt x="1568884" y="44622"/>
                </a:lnTo>
                <a:lnTo>
                  <a:pt x="1581658" y="43799"/>
                </a:lnTo>
                <a:lnTo>
                  <a:pt x="1570355" y="76111"/>
                </a:lnTo>
                <a:lnTo>
                  <a:pt x="1644650" y="34533"/>
                </a:lnTo>
                <a:lnTo>
                  <a:pt x="1580769" y="31130"/>
                </a:lnTo>
                <a:lnTo>
                  <a:pt x="1568291" y="31947"/>
                </a:lnTo>
                <a:lnTo>
                  <a:pt x="1556766" y="32702"/>
                </a:lnTo>
                <a:lnTo>
                  <a:pt x="1528572" y="35966"/>
                </a:lnTo>
                <a:lnTo>
                  <a:pt x="1501267" y="40104"/>
                </a:lnTo>
                <a:lnTo>
                  <a:pt x="1475105" y="45011"/>
                </a:lnTo>
                <a:lnTo>
                  <a:pt x="1450340" y="50581"/>
                </a:lnTo>
                <a:lnTo>
                  <a:pt x="1427226" y="56668"/>
                </a:lnTo>
                <a:lnTo>
                  <a:pt x="1405890" y="63395"/>
                </a:lnTo>
                <a:lnTo>
                  <a:pt x="1395984" y="66903"/>
                </a:lnTo>
                <a:lnTo>
                  <a:pt x="1386459" y="70599"/>
                </a:lnTo>
                <a:lnTo>
                  <a:pt x="1377696" y="74383"/>
                </a:lnTo>
                <a:lnTo>
                  <a:pt x="1369314" y="78244"/>
                </a:lnTo>
                <a:lnTo>
                  <a:pt x="1361567" y="82271"/>
                </a:lnTo>
                <a:lnTo>
                  <a:pt x="1354582" y="86375"/>
                </a:lnTo>
                <a:lnTo>
                  <a:pt x="1348105" y="90641"/>
                </a:lnTo>
                <a:lnTo>
                  <a:pt x="1342390" y="95007"/>
                </a:lnTo>
                <a:close/>
              </a:path>
              <a:path w="1644650" h="221565">
                <a:moveTo>
                  <a:pt x="1580769" y="31130"/>
                </a:moveTo>
                <a:lnTo>
                  <a:pt x="1644650" y="34533"/>
                </a:lnTo>
                <a:lnTo>
                  <a:pt x="1566799" y="0"/>
                </a:lnTo>
                <a:lnTo>
                  <a:pt x="1568291" y="31947"/>
                </a:lnTo>
                <a:lnTo>
                  <a:pt x="1580769" y="31130"/>
                </a:lnTo>
                <a:close/>
              </a:path>
              <a:path w="1644650" h="221565">
                <a:moveTo>
                  <a:pt x="1570355" y="76111"/>
                </a:moveTo>
                <a:lnTo>
                  <a:pt x="1581658" y="43799"/>
                </a:lnTo>
                <a:lnTo>
                  <a:pt x="1568884" y="44622"/>
                </a:lnTo>
                <a:lnTo>
                  <a:pt x="1570355" y="76111"/>
                </a:lnTo>
                <a:close/>
              </a:path>
              <a:path w="1644650" h="221565">
                <a:moveTo>
                  <a:pt x="20447" y="45998"/>
                </a:moveTo>
                <a:lnTo>
                  <a:pt x="26416" y="54178"/>
                </a:lnTo>
                <a:lnTo>
                  <a:pt x="20315" y="45745"/>
                </a:lnTo>
                <a:lnTo>
                  <a:pt x="20447" y="45998"/>
                </a:lnTo>
                <a:close/>
              </a:path>
              <a:path w="1644650" h="221565">
                <a:moveTo>
                  <a:pt x="12700" y="21108"/>
                </a:moveTo>
                <a:lnTo>
                  <a:pt x="0" y="22428"/>
                </a:lnTo>
                <a:lnTo>
                  <a:pt x="1016" y="31482"/>
                </a:lnTo>
                <a:lnTo>
                  <a:pt x="1016" y="31903"/>
                </a:lnTo>
                <a:lnTo>
                  <a:pt x="1143" y="32320"/>
                </a:lnTo>
                <a:lnTo>
                  <a:pt x="1270" y="32727"/>
                </a:lnTo>
                <a:lnTo>
                  <a:pt x="4064" y="41781"/>
                </a:lnTo>
                <a:lnTo>
                  <a:pt x="4191" y="42123"/>
                </a:lnTo>
                <a:lnTo>
                  <a:pt x="4318" y="42456"/>
                </a:lnTo>
                <a:lnTo>
                  <a:pt x="4572" y="42773"/>
                </a:lnTo>
                <a:lnTo>
                  <a:pt x="9144" y="51827"/>
                </a:lnTo>
                <a:lnTo>
                  <a:pt x="9271" y="52095"/>
                </a:lnTo>
                <a:lnTo>
                  <a:pt x="9525" y="52348"/>
                </a:lnTo>
                <a:lnTo>
                  <a:pt x="9652" y="52600"/>
                </a:lnTo>
                <a:lnTo>
                  <a:pt x="16002" y="61555"/>
                </a:lnTo>
                <a:lnTo>
                  <a:pt x="15748" y="36959"/>
                </a:lnTo>
                <a:lnTo>
                  <a:pt x="16256" y="37946"/>
                </a:lnTo>
                <a:lnTo>
                  <a:pt x="19939" y="45224"/>
                </a:lnTo>
                <a:lnTo>
                  <a:pt x="24638" y="71005"/>
                </a:lnTo>
                <a:lnTo>
                  <a:pt x="34798" y="80303"/>
                </a:lnTo>
                <a:lnTo>
                  <a:pt x="74422" y="106680"/>
                </a:lnTo>
                <a:lnTo>
                  <a:pt x="125984" y="131316"/>
                </a:lnTo>
                <a:lnTo>
                  <a:pt x="166624" y="146611"/>
                </a:lnTo>
                <a:lnTo>
                  <a:pt x="211455" y="160818"/>
                </a:lnTo>
                <a:lnTo>
                  <a:pt x="260223" y="173940"/>
                </a:lnTo>
                <a:lnTo>
                  <a:pt x="312293" y="185713"/>
                </a:lnTo>
                <a:lnTo>
                  <a:pt x="367157" y="196126"/>
                </a:lnTo>
                <a:lnTo>
                  <a:pt x="424561" y="204927"/>
                </a:lnTo>
                <a:lnTo>
                  <a:pt x="483870" y="212001"/>
                </a:lnTo>
                <a:lnTo>
                  <a:pt x="544703" y="217170"/>
                </a:lnTo>
                <a:lnTo>
                  <a:pt x="606425" y="220419"/>
                </a:lnTo>
                <a:lnTo>
                  <a:pt x="668655" y="221565"/>
                </a:lnTo>
                <a:lnTo>
                  <a:pt x="730758" y="221094"/>
                </a:lnTo>
                <a:lnTo>
                  <a:pt x="792353" y="219571"/>
                </a:lnTo>
                <a:lnTo>
                  <a:pt x="853059" y="217096"/>
                </a:lnTo>
                <a:lnTo>
                  <a:pt x="912241" y="213841"/>
                </a:lnTo>
                <a:lnTo>
                  <a:pt x="969645" y="209739"/>
                </a:lnTo>
                <a:lnTo>
                  <a:pt x="1024382" y="204876"/>
                </a:lnTo>
                <a:lnTo>
                  <a:pt x="1076325" y="199439"/>
                </a:lnTo>
                <a:lnTo>
                  <a:pt x="1124966" y="193318"/>
                </a:lnTo>
                <a:lnTo>
                  <a:pt x="1169670" y="186625"/>
                </a:lnTo>
                <a:lnTo>
                  <a:pt x="1209929" y="179551"/>
                </a:lnTo>
                <a:lnTo>
                  <a:pt x="1261364" y="168136"/>
                </a:lnTo>
                <a:lnTo>
                  <a:pt x="1300480" y="155942"/>
                </a:lnTo>
                <a:lnTo>
                  <a:pt x="1319149" y="147449"/>
                </a:lnTo>
                <a:lnTo>
                  <a:pt x="1318387" y="132868"/>
                </a:lnTo>
                <a:lnTo>
                  <a:pt x="1319149" y="132283"/>
                </a:lnTo>
                <a:lnTo>
                  <a:pt x="1321943" y="129882"/>
                </a:lnTo>
                <a:lnTo>
                  <a:pt x="1326134" y="142900"/>
                </a:lnTo>
                <a:lnTo>
                  <a:pt x="1324864" y="125591"/>
                </a:lnTo>
                <a:lnTo>
                  <a:pt x="1324864" y="123522"/>
                </a:lnTo>
                <a:lnTo>
                  <a:pt x="1324225" y="126529"/>
                </a:lnTo>
                <a:lnTo>
                  <a:pt x="1323975" y="127709"/>
                </a:lnTo>
                <a:lnTo>
                  <a:pt x="1323086" y="128676"/>
                </a:lnTo>
                <a:lnTo>
                  <a:pt x="1322266" y="129407"/>
                </a:lnTo>
                <a:lnTo>
                  <a:pt x="1318748" y="132546"/>
                </a:lnTo>
                <a:lnTo>
                  <a:pt x="1272413" y="151944"/>
                </a:lnTo>
                <a:lnTo>
                  <a:pt x="1225931" y="163462"/>
                </a:lnTo>
                <a:lnTo>
                  <a:pt x="1188339" y="170661"/>
                </a:lnTo>
                <a:lnTo>
                  <a:pt x="1145921" y="177497"/>
                </a:lnTo>
                <a:lnTo>
                  <a:pt x="1099566" y="183767"/>
                </a:lnTo>
                <a:lnTo>
                  <a:pt x="1049401" y="189572"/>
                </a:lnTo>
                <a:lnTo>
                  <a:pt x="996188" y="194702"/>
                </a:lnTo>
                <a:lnTo>
                  <a:pt x="940308" y="199171"/>
                </a:lnTo>
                <a:lnTo>
                  <a:pt x="852551" y="204396"/>
                </a:lnTo>
                <a:lnTo>
                  <a:pt x="792099" y="206871"/>
                </a:lnTo>
                <a:lnTo>
                  <a:pt x="730631" y="208394"/>
                </a:lnTo>
                <a:lnTo>
                  <a:pt x="668782" y="208875"/>
                </a:lnTo>
                <a:lnTo>
                  <a:pt x="607060" y="207733"/>
                </a:lnTo>
                <a:lnTo>
                  <a:pt x="545719" y="204509"/>
                </a:lnTo>
                <a:lnTo>
                  <a:pt x="485394" y="199390"/>
                </a:lnTo>
                <a:lnTo>
                  <a:pt x="426339" y="192365"/>
                </a:lnTo>
                <a:lnTo>
                  <a:pt x="369443" y="183644"/>
                </a:lnTo>
                <a:lnTo>
                  <a:pt x="314960" y="173290"/>
                </a:lnTo>
                <a:lnTo>
                  <a:pt x="263398" y="161632"/>
                </a:lnTo>
                <a:lnTo>
                  <a:pt x="215138" y="148654"/>
                </a:lnTo>
                <a:lnTo>
                  <a:pt x="170942" y="134659"/>
                </a:lnTo>
                <a:lnTo>
                  <a:pt x="131064" y="119673"/>
                </a:lnTo>
                <a:lnTo>
                  <a:pt x="96266" y="103872"/>
                </a:lnTo>
                <a:lnTo>
                  <a:pt x="54356" y="79211"/>
                </a:lnTo>
                <a:lnTo>
                  <a:pt x="20447" y="45998"/>
                </a:lnTo>
                <a:lnTo>
                  <a:pt x="20315" y="45745"/>
                </a:lnTo>
                <a:lnTo>
                  <a:pt x="16247" y="37920"/>
                </a:lnTo>
                <a:lnTo>
                  <a:pt x="13589" y="30147"/>
                </a:lnTo>
                <a:lnTo>
                  <a:pt x="13335" y="28907"/>
                </a:lnTo>
                <a:lnTo>
                  <a:pt x="13524" y="29495"/>
                </a:lnTo>
                <a:lnTo>
                  <a:pt x="12700" y="21108"/>
                </a:lnTo>
                <a:close/>
              </a:path>
              <a:path w="1644650" h="221565">
                <a:moveTo>
                  <a:pt x="13589" y="30147"/>
                </a:moveTo>
                <a:lnTo>
                  <a:pt x="16247" y="37920"/>
                </a:lnTo>
                <a:lnTo>
                  <a:pt x="13524" y="29495"/>
                </a:lnTo>
                <a:lnTo>
                  <a:pt x="13335" y="28907"/>
                </a:lnTo>
                <a:lnTo>
                  <a:pt x="13589" y="30147"/>
                </a:lnTo>
                <a:close/>
              </a:path>
              <a:path w="1644650" h="221565">
                <a:moveTo>
                  <a:pt x="1324225" y="126529"/>
                </a:moveTo>
                <a:lnTo>
                  <a:pt x="1322266" y="129407"/>
                </a:lnTo>
                <a:lnTo>
                  <a:pt x="1323086" y="128676"/>
                </a:lnTo>
                <a:lnTo>
                  <a:pt x="1323975" y="127709"/>
                </a:lnTo>
                <a:lnTo>
                  <a:pt x="1324225" y="126529"/>
                </a:lnTo>
                <a:close/>
              </a:path>
              <a:path w="1644650" h="221565">
                <a:moveTo>
                  <a:pt x="1326896" y="114513"/>
                </a:moveTo>
                <a:lnTo>
                  <a:pt x="1325499" y="118705"/>
                </a:lnTo>
                <a:lnTo>
                  <a:pt x="1325372" y="119112"/>
                </a:lnTo>
                <a:lnTo>
                  <a:pt x="1325245" y="119519"/>
                </a:lnTo>
                <a:lnTo>
                  <a:pt x="1325245" y="119941"/>
                </a:lnTo>
                <a:lnTo>
                  <a:pt x="1324864" y="123522"/>
                </a:lnTo>
                <a:lnTo>
                  <a:pt x="1324864" y="125591"/>
                </a:lnTo>
                <a:lnTo>
                  <a:pt x="1326134" y="142900"/>
                </a:lnTo>
                <a:lnTo>
                  <a:pt x="1326388" y="142721"/>
                </a:lnTo>
                <a:lnTo>
                  <a:pt x="1326642" y="142533"/>
                </a:lnTo>
                <a:lnTo>
                  <a:pt x="1326896" y="142314"/>
                </a:lnTo>
                <a:lnTo>
                  <a:pt x="1331468" y="138127"/>
                </a:lnTo>
                <a:lnTo>
                  <a:pt x="1331976" y="137770"/>
                </a:lnTo>
                <a:lnTo>
                  <a:pt x="1332230" y="137363"/>
                </a:lnTo>
                <a:lnTo>
                  <a:pt x="1332611" y="136917"/>
                </a:lnTo>
                <a:lnTo>
                  <a:pt x="1335405" y="132641"/>
                </a:lnTo>
                <a:lnTo>
                  <a:pt x="1335786" y="131991"/>
                </a:lnTo>
                <a:lnTo>
                  <a:pt x="1336167" y="131281"/>
                </a:lnTo>
                <a:lnTo>
                  <a:pt x="1336294" y="130517"/>
                </a:lnTo>
                <a:lnTo>
                  <a:pt x="1337310" y="126325"/>
                </a:lnTo>
                <a:lnTo>
                  <a:pt x="1337748" y="122016"/>
                </a:lnTo>
                <a:lnTo>
                  <a:pt x="1338699" y="119164"/>
                </a:lnTo>
                <a:lnTo>
                  <a:pt x="1338961" y="118377"/>
                </a:lnTo>
                <a:lnTo>
                  <a:pt x="1340231" y="115986"/>
                </a:lnTo>
                <a:lnTo>
                  <a:pt x="1340588" y="115496"/>
                </a:lnTo>
                <a:lnTo>
                  <a:pt x="1343279" y="111799"/>
                </a:lnTo>
                <a:lnTo>
                  <a:pt x="1340739" y="115202"/>
                </a:lnTo>
                <a:lnTo>
                  <a:pt x="1342390" y="95007"/>
                </a:lnTo>
                <a:lnTo>
                  <a:pt x="1338580" y="119395"/>
                </a:lnTo>
                <a:lnTo>
                  <a:pt x="1337818" y="121334"/>
                </a:lnTo>
                <a:lnTo>
                  <a:pt x="1337564" y="122570"/>
                </a:lnTo>
                <a:lnTo>
                  <a:pt x="1337310" y="99606"/>
                </a:lnTo>
                <a:lnTo>
                  <a:pt x="1332992" y="104329"/>
                </a:lnTo>
                <a:lnTo>
                  <a:pt x="1329944" y="108520"/>
                </a:lnTo>
                <a:lnTo>
                  <a:pt x="1329817" y="108774"/>
                </a:lnTo>
                <a:lnTo>
                  <a:pt x="1329563" y="109042"/>
                </a:lnTo>
                <a:lnTo>
                  <a:pt x="1329436" y="109308"/>
                </a:lnTo>
                <a:lnTo>
                  <a:pt x="1327277" y="113501"/>
                </a:lnTo>
                <a:lnTo>
                  <a:pt x="1327150" y="113828"/>
                </a:lnTo>
                <a:lnTo>
                  <a:pt x="1326896" y="114171"/>
                </a:lnTo>
                <a:lnTo>
                  <a:pt x="1326896" y="114513"/>
                </a:lnTo>
                <a:close/>
              </a:path>
              <a:path w="1644650" h="221565">
                <a:moveTo>
                  <a:pt x="1319149" y="132283"/>
                </a:moveTo>
                <a:lnTo>
                  <a:pt x="1318387" y="132868"/>
                </a:lnTo>
                <a:lnTo>
                  <a:pt x="1319149" y="147449"/>
                </a:lnTo>
                <a:lnTo>
                  <a:pt x="1326134" y="142900"/>
                </a:lnTo>
                <a:lnTo>
                  <a:pt x="1321943" y="129882"/>
                </a:lnTo>
                <a:lnTo>
                  <a:pt x="1319149" y="132283"/>
                </a:lnTo>
                <a:close/>
              </a:path>
              <a:path w="1644650" h="221565">
                <a:moveTo>
                  <a:pt x="1338961" y="118377"/>
                </a:moveTo>
                <a:lnTo>
                  <a:pt x="1338699" y="119164"/>
                </a:lnTo>
                <a:lnTo>
                  <a:pt x="1340588" y="115496"/>
                </a:lnTo>
                <a:lnTo>
                  <a:pt x="1340231" y="115986"/>
                </a:lnTo>
                <a:lnTo>
                  <a:pt x="1338961" y="118377"/>
                </a:lnTo>
                <a:close/>
              </a:path>
              <a:path w="1644650" h="221565">
                <a:moveTo>
                  <a:pt x="1342390" y="95007"/>
                </a:moveTo>
                <a:lnTo>
                  <a:pt x="1337310" y="99606"/>
                </a:lnTo>
                <a:lnTo>
                  <a:pt x="1337564" y="122570"/>
                </a:lnTo>
                <a:lnTo>
                  <a:pt x="1337818" y="121334"/>
                </a:lnTo>
                <a:lnTo>
                  <a:pt x="1338580" y="119395"/>
                </a:lnTo>
                <a:lnTo>
                  <a:pt x="1342390" y="95007"/>
                </a:lnTo>
                <a:close/>
              </a:path>
              <a:path w="1644650" h="221565">
                <a:moveTo>
                  <a:pt x="16256" y="37946"/>
                </a:moveTo>
                <a:lnTo>
                  <a:pt x="15748" y="36959"/>
                </a:lnTo>
                <a:lnTo>
                  <a:pt x="16002" y="61555"/>
                </a:lnTo>
                <a:lnTo>
                  <a:pt x="24638" y="71005"/>
                </a:lnTo>
                <a:lnTo>
                  <a:pt x="19939" y="45224"/>
                </a:lnTo>
                <a:lnTo>
                  <a:pt x="16256" y="37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-76200" y="1200911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1766355" y="380991"/>
                </a:moveTo>
                <a:lnTo>
                  <a:pt x="1805444" y="366691"/>
                </a:lnTo>
                <a:lnTo>
                  <a:pt x="1827155" y="331913"/>
                </a:lnTo>
                <a:lnTo>
                  <a:pt x="1828800" y="317500"/>
                </a:lnTo>
                <a:lnTo>
                  <a:pt x="1828791" y="62445"/>
                </a:lnTo>
                <a:lnTo>
                  <a:pt x="1814491" y="23355"/>
                </a:lnTo>
                <a:lnTo>
                  <a:pt x="1779713" y="1645"/>
                </a:lnTo>
                <a:lnTo>
                  <a:pt x="17653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7663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8550" y="1901825"/>
            <a:ext cx="592201" cy="377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49975" y="2573274"/>
            <a:ext cx="1292225" cy="377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35550" y="3330575"/>
            <a:ext cx="806450" cy="349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64326" y="3330575"/>
            <a:ext cx="1278001" cy="349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35374" y="4002024"/>
            <a:ext cx="1706626" cy="3350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78550" y="4002024"/>
            <a:ext cx="1849501" cy="335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56399" y="125729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ln w="25399">
            <a:solidFill>
              <a:srgbClr val="DB91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30999" y="1638299"/>
            <a:ext cx="685799" cy="0"/>
          </a:xfrm>
          <a:custGeom>
            <a:avLst/>
            <a:gdLst/>
            <a:ahLst/>
            <a:cxnLst/>
            <a:rect l="l" t="t" r="r" b="b"/>
            <a:pathLst>
              <a:path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2700">
            <a:solidFill>
              <a:srgbClr val="AF77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56399" y="1943099"/>
            <a:ext cx="660399" cy="0"/>
          </a:xfrm>
          <a:custGeom>
            <a:avLst/>
            <a:gdLst/>
            <a:ahLst/>
            <a:cxnLst/>
            <a:rect l="l" t="t" r="r" b="b"/>
            <a:pathLst>
              <a:path w="660399">
                <a:moveTo>
                  <a:pt x="0" y="0"/>
                </a:moveTo>
                <a:lnTo>
                  <a:pt x="660399" y="0"/>
                </a:lnTo>
              </a:path>
            </a:pathLst>
          </a:custGeom>
          <a:ln w="12700">
            <a:solidFill>
              <a:srgbClr val="C885A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56399" y="2247899"/>
            <a:ext cx="673099" cy="0"/>
          </a:xfrm>
          <a:custGeom>
            <a:avLst/>
            <a:gdLst/>
            <a:ahLst/>
            <a:cxnLst/>
            <a:rect l="l" t="t" r="r" b="b"/>
            <a:pathLst>
              <a:path w="673099">
                <a:moveTo>
                  <a:pt x="0" y="0"/>
                </a:moveTo>
                <a:lnTo>
                  <a:pt x="673099" y="0"/>
                </a:lnTo>
              </a:path>
            </a:pathLst>
          </a:custGeom>
          <a:ln w="12700">
            <a:solidFill>
              <a:srgbClr val="DB91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21299" y="3162299"/>
            <a:ext cx="2082799" cy="0"/>
          </a:xfrm>
          <a:custGeom>
            <a:avLst/>
            <a:gdLst/>
            <a:ahLst/>
            <a:cxnLst/>
            <a:rect l="l" t="t" r="r" b="b"/>
            <a:pathLst>
              <a:path w="2082799">
                <a:moveTo>
                  <a:pt x="0" y="0"/>
                </a:moveTo>
                <a:lnTo>
                  <a:pt x="2082799" y="0"/>
                </a:lnTo>
              </a:path>
            </a:pathLst>
          </a:custGeom>
          <a:ln w="12700">
            <a:solidFill>
              <a:srgbClr val="494B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24499" y="3352799"/>
            <a:ext cx="647699" cy="0"/>
          </a:xfrm>
          <a:custGeom>
            <a:avLst/>
            <a:gdLst/>
            <a:ahLst/>
            <a:cxnLst/>
            <a:rect l="l" t="t" r="r" b="b"/>
            <a:pathLst>
              <a:path w="647699">
                <a:moveTo>
                  <a:pt x="0" y="0"/>
                </a:moveTo>
                <a:lnTo>
                  <a:pt x="647699" y="0"/>
                </a:lnTo>
              </a:path>
            </a:pathLst>
          </a:custGeom>
          <a:ln w="12700">
            <a:solidFill>
              <a:srgbClr val="BFBD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33999" y="3670299"/>
            <a:ext cx="825499" cy="0"/>
          </a:xfrm>
          <a:custGeom>
            <a:avLst/>
            <a:gdLst/>
            <a:ahLst/>
            <a:cxnLst/>
            <a:rect l="l" t="t" r="r" b="b"/>
            <a:pathLst>
              <a:path w="825499">
                <a:moveTo>
                  <a:pt x="0" y="0"/>
                </a:moveTo>
                <a:lnTo>
                  <a:pt x="825499" y="0"/>
                </a:lnTo>
              </a:path>
            </a:pathLst>
          </a:custGeom>
          <a:ln w="25400">
            <a:solidFill>
              <a:srgbClr val="E1E2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33999" y="4025899"/>
            <a:ext cx="825499" cy="0"/>
          </a:xfrm>
          <a:custGeom>
            <a:avLst/>
            <a:gdLst/>
            <a:ahLst/>
            <a:cxnLst/>
            <a:rect l="l" t="t" r="r" b="b"/>
            <a:pathLst>
              <a:path w="825499">
                <a:moveTo>
                  <a:pt x="0" y="0"/>
                </a:moveTo>
                <a:lnTo>
                  <a:pt x="825499" y="0"/>
                </a:lnTo>
              </a:path>
            </a:pathLst>
          </a:custGeom>
          <a:ln w="12700">
            <a:solidFill>
              <a:srgbClr val="BFBD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33999" y="4330700"/>
            <a:ext cx="838199" cy="0"/>
          </a:xfrm>
          <a:custGeom>
            <a:avLst/>
            <a:gdLst/>
            <a:ahLst/>
            <a:cxnLst/>
            <a:rect l="l" t="t" r="r" b="b"/>
            <a:pathLst>
              <a:path w="838199">
                <a:moveTo>
                  <a:pt x="0" y="0"/>
                </a:moveTo>
                <a:lnTo>
                  <a:pt x="838199" y="0"/>
                </a:lnTo>
              </a:path>
            </a:pathLst>
          </a:custGeom>
          <a:ln w="12700">
            <a:solidFill>
              <a:srgbClr val="BFBD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06799" y="4495800"/>
            <a:ext cx="4368799" cy="0"/>
          </a:xfrm>
          <a:custGeom>
            <a:avLst/>
            <a:gdLst/>
            <a:ahLst/>
            <a:cxnLst/>
            <a:rect l="l" t="t" r="r" b="b"/>
            <a:pathLst>
              <a:path w="4368799">
                <a:moveTo>
                  <a:pt x="0" y="0"/>
                </a:moveTo>
                <a:lnTo>
                  <a:pt x="4368799" y="0"/>
                </a:lnTo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77199" y="2578099"/>
            <a:ext cx="0" cy="546100"/>
          </a:xfrm>
          <a:custGeom>
            <a:avLst/>
            <a:gdLst/>
            <a:ahLst/>
            <a:cxnLst/>
            <a:rect l="l" t="t" r="r" b="b"/>
            <a:pathLst>
              <a:path h="546100">
                <a:moveTo>
                  <a:pt x="0" y="5461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8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-12699"/>
            <a:ext cx="9136126" cy="1092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07425" y="2608199"/>
            <a:ext cx="434975" cy="2493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35999" y="2031999"/>
            <a:ext cx="0" cy="939800"/>
          </a:xfrm>
          <a:custGeom>
            <a:avLst/>
            <a:gdLst/>
            <a:ahLst/>
            <a:cxnLst/>
            <a:rect l="l" t="t" r="r" b="b"/>
            <a:pathLst>
              <a:path h="939800">
                <a:moveTo>
                  <a:pt x="0" y="9398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10599" y="20573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35999" y="2997199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8509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10599" y="38353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A9A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8409" y="1283207"/>
            <a:ext cx="13532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940" y="2033015"/>
            <a:ext cx="2041550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4" dirty="0">
                <a:latin typeface="Times New Roman"/>
                <a:cs typeface="Times New Roman"/>
              </a:rPr>
              <a:t>Th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3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237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T</a:t>
            </a:r>
            <a:r>
              <a:rPr sz="1100" spc="0" dirty="0">
                <a:latin typeface="Times New Roman"/>
                <a:cs typeface="Times New Roman"/>
              </a:rPr>
              <a:t>CP</a:t>
            </a:r>
            <a:r>
              <a:rPr sz="1100" spc="51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he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7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w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40" y="3039238"/>
            <a:ext cx="1915406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Acc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ss</a:t>
            </a:r>
            <a:r>
              <a:rPr sz="1100" spc="-43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14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ds</a:t>
            </a:r>
            <a:r>
              <a:rPr sz="1100" spc="-4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102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he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5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940" y="3709798"/>
            <a:ext cx="2058608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dirty="0">
                <a:latin typeface="Times New Roman"/>
                <a:cs typeface="Times New Roman"/>
              </a:rPr>
              <a:t>d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ti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ation MAC</a:t>
            </a:r>
            <a:r>
              <a:rPr sz="1100" spc="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dr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s,</a:t>
            </a:r>
            <a:r>
              <a:rPr sz="1100" spc="-8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35138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35999" y="2057399"/>
            <a:ext cx="495299" cy="177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838200" y="1810514"/>
            <a:ext cx="2209800" cy="24612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 marR="1217973" algn="just">
              <a:lnSpc>
                <a:spcPct val="95825"/>
              </a:lnSpc>
              <a:spcBef>
                <a:spcPts val="380"/>
              </a:spcBef>
            </a:pPr>
            <a:r>
              <a:rPr sz="1100" b="1" spc="0" dirty="0">
                <a:latin typeface="Times New Roman"/>
                <a:cs typeface="Times New Roman"/>
              </a:rPr>
              <a:t>Fra</a:t>
            </a:r>
            <a:r>
              <a:rPr sz="1100" b="1" spc="4" dirty="0">
                <a:latin typeface="Times New Roman"/>
                <a:cs typeface="Times New Roman"/>
              </a:rPr>
              <a:t>m</a:t>
            </a:r>
            <a:r>
              <a:rPr sz="1100" b="1" spc="0" dirty="0">
                <a:latin typeface="Times New Roman"/>
                <a:cs typeface="Times New Roman"/>
              </a:rPr>
              <a:t>e</a:t>
            </a:r>
            <a:r>
              <a:rPr sz="1100" b="1" spc="8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h</a:t>
            </a:r>
            <a:r>
              <a:rPr sz="1100" b="1" spc="4" dirty="0">
                <a:latin typeface="Times New Roman"/>
                <a:cs typeface="Times New Roman"/>
              </a:rPr>
              <a:t>e</a:t>
            </a:r>
            <a:r>
              <a:rPr sz="1100" b="1" spc="0" dirty="0">
                <a:latin typeface="Times New Roman"/>
                <a:cs typeface="Times New Roman"/>
              </a:rPr>
              <a:t>ad</a:t>
            </a:r>
            <a:r>
              <a:rPr sz="1100" b="1" spc="4" dirty="0">
                <a:latin typeface="Times New Roman"/>
                <a:cs typeface="Times New Roman"/>
              </a:rPr>
              <a:t>e</a:t>
            </a:r>
            <a:r>
              <a:rPr sz="1100" b="1" spc="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91440" marR="160226" algn="just">
              <a:lnSpc>
                <a:spcPct val="100041"/>
              </a:lnSpc>
              <a:spcBef>
                <a:spcPts val="1375"/>
              </a:spcBef>
            </a:pP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7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p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cati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oad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(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a 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0" dirty="0">
                <a:latin typeface="Times New Roman"/>
                <a:cs typeface="Times New Roman"/>
              </a:rPr>
              <a:t>k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t),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are</a:t>
            </a:r>
            <a:r>
              <a:rPr sz="1100" spc="21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ow</a:t>
            </a:r>
            <a:r>
              <a:rPr sz="1100" spc="162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d to</a:t>
            </a:r>
            <a:r>
              <a:rPr sz="1100" spc="12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Ne</a:t>
            </a:r>
            <a:r>
              <a:rPr sz="1100" spc="0" dirty="0">
                <a:latin typeface="Times New Roman"/>
                <a:cs typeface="Times New Roman"/>
              </a:rPr>
              <a:t>two</a:t>
            </a:r>
            <a:r>
              <a:rPr sz="1100" spc="-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k</a:t>
            </a:r>
            <a:r>
              <a:rPr sz="1100" spc="261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A</a:t>
            </a:r>
            <a:r>
              <a:rPr sz="1100" spc="0" dirty="0">
                <a:latin typeface="Times New Roman"/>
                <a:cs typeface="Times New Roman"/>
              </a:rPr>
              <a:t>cc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r.</a:t>
            </a:r>
            <a:endParaRPr sz="1100">
              <a:latin typeface="Times New Roman"/>
              <a:cs typeface="Times New Roman"/>
            </a:endParaRPr>
          </a:p>
          <a:p>
            <a:pPr marL="91440" marR="408637">
              <a:lnSpc>
                <a:spcPts val="2640"/>
              </a:lnSpc>
              <a:spcBef>
                <a:spcPts val="372"/>
              </a:spcBef>
            </a:pPr>
            <a:r>
              <a:rPr sz="1100" spc="0" dirty="0">
                <a:latin typeface="Times New Roman"/>
                <a:cs typeface="Times New Roman"/>
              </a:rPr>
              <a:t>At</a:t>
            </a:r>
            <a:r>
              <a:rPr sz="1100" spc="-3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o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t,</a:t>
            </a:r>
            <a:r>
              <a:rPr sz="1100" spc="14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Ne</a:t>
            </a:r>
            <a:r>
              <a:rPr sz="1100" spc="0" dirty="0">
                <a:latin typeface="Times New Roman"/>
                <a:cs typeface="Times New Roman"/>
              </a:rPr>
              <a:t>two</a:t>
            </a:r>
            <a:r>
              <a:rPr sz="1100" spc="-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k 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1" dirty="0">
                <a:latin typeface="Times New Roman"/>
                <a:cs typeface="Times New Roman"/>
              </a:rPr>
              <a:t>k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36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kn</a:t>
            </a:r>
            <a:r>
              <a:rPr sz="1100" spc="0" dirty="0">
                <a:latin typeface="Times New Roman"/>
                <a:cs typeface="Times New Roman"/>
              </a:rPr>
              <a:t>own</a:t>
            </a:r>
            <a:r>
              <a:rPr sz="1100" spc="230" dirty="0">
                <a:latin typeface="Times New Roman"/>
                <a:cs typeface="Times New Roman"/>
              </a:rPr>
              <a:t> </a:t>
            </a:r>
            <a:r>
              <a:rPr sz="1100" spc="6" dirty="0">
                <a:latin typeface="Times New Roman"/>
                <a:cs typeface="Times New Roman"/>
              </a:rPr>
              <a:t>a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6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  <a:p>
            <a:pPr marL="91440" marR="515362" algn="just">
              <a:lnSpc>
                <a:spcPts val="1030"/>
              </a:lnSpc>
            </a:pPr>
            <a:r>
              <a:rPr sz="1650" spc="4" baseline="2635" dirty="0">
                <a:latin typeface="Times New Roman"/>
                <a:cs typeface="Times New Roman"/>
              </a:rPr>
              <a:t>F</a:t>
            </a:r>
            <a:r>
              <a:rPr sz="1650" spc="0" baseline="2635" dirty="0">
                <a:latin typeface="Times New Roman"/>
                <a:cs typeface="Times New Roman"/>
              </a:rPr>
              <a:t>ra</a:t>
            </a:r>
            <a:r>
              <a:rPr sz="1650" spc="4" baseline="2635" dirty="0">
                <a:latin typeface="Times New Roman"/>
                <a:cs typeface="Times New Roman"/>
              </a:rPr>
              <a:t>m</a:t>
            </a:r>
            <a:r>
              <a:rPr sz="1650" spc="0" baseline="2635" dirty="0">
                <a:latin typeface="Times New Roman"/>
                <a:cs typeface="Times New Roman"/>
              </a:rPr>
              <a:t>e </a:t>
            </a:r>
            <a:r>
              <a:rPr sz="1650" spc="33" baseline="2635" dirty="0">
                <a:latin typeface="Times New Roman"/>
                <a:cs typeface="Times New Roman"/>
              </a:rPr>
              <a:t> </a:t>
            </a:r>
            <a:r>
              <a:rPr sz="1650" spc="4" baseline="2635" dirty="0">
                <a:latin typeface="Times New Roman"/>
                <a:cs typeface="Times New Roman"/>
              </a:rPr>
              <a:t>he</a:t>
            </a:r>
            <a:r>
              <a:rPr sz="1650" spc="0" baseline="2635" dirty="0">
                <a:latin typeface="Times New Roman"/>
                <a:cs typeface="Times New Roman"/>
              </a:rPr>
              <a:t>a</a:t>
            </a:r>
            <a:r>
              <a:rPr sz="1650" spc="4" baseline="2635" dirty="0">
                <a:latin typeface="Times New Roman"/>
                <a:cs typeface="Times New Roman"/>
              </a:rPr>
              <a:t>de</a:t>
            </a:r>
            <a:r>
              <a:rPr sz="1650" spc="0" baseline="2635" dirty="0">
                <a:latin typeface="Times New Roman"/>
                <a:cs typeface="Times New Roman"/>
              </a:rPr>
              <a:t>r,</a:t>
            </a:r>
            <a:r>
              <a:rPr sz="1650" spc="-14" baseline="2635" dirty="0">
                <a:latin typeface="Times New Roman"/>
                <a:cs typeface="Times New Roman"/>
              </a:rPr>
              <a:t> </a:t>
            </a:r>
            <a:r>
              <a:rPr sz="1650" spc="0" baseline="2635" dirty="0">
                <a:latin typeface="Times New Roman"/>
                <a:cs typeface="Times New Roman"/>
              </a:rPr>
              <a:t>cont</a:t>
            </a:r>
            <a:r>
              <a:rPr sz="1650" spc="4" baseline="2635" dirty="0">
                <a:latin typeface="Times New Roman"/>
                <a:cs typeface="Times New Roman"/>
              </a:rPr>
              <a:t>a</a:t>
            </a:r>
            <a:r>
              <a:rPr sz="1650" spc="-4" baseline="2635" dirty="0">
                <a:latin typeface="Times New Roman"/>
                <a:cs typeface="Times New Roman"/>
              </a:rPr>
              <a:t>i</a:t>
            </a:r>
            <a:r>
              <a:rPr sz="1650" spc="4" baseline="2635" dirty="0">
                <a:latin typeface="Times New Roman"/>
                <a:cs typeface="Times New Roman"/>
              </a:rPr>
              <a:t>n</a:t>
            </a:r>
            <a:r>
              <a:rPr sz="1650" spc="-4" baseline="2635" dirty="0">
                <a:latin typeface="Times New Roman"/>
                <a:cs typeface="Times New Roman"/>
              </a:rPr>
              <a:t>i</a:t>
            </a:r>
            <a:r>
              <a:rPr sz="1650" spc="4" baseline="2635" dirty="0">
                <a:latin typeface="Times New Roman"/>
                <a:cs typeface="Times New Roman"/>
              </a:rPr>
              <a:t>n</a:t>
            </a:r>
            <a:r>
              <a:rPr sz="1650" spc="0" baseline="2635" dirty="0">
                <a:latin typeface="Times New Roman"/>
                <a:cs typeface="Times New Roman"/>
              </a:rPr>
              <a:t>g</a:t>
            </a:r>
            <a:endParaRPr sz="1100">
              <a:latin typeface="Times New Roman"/>
              <a:cs typeface="Times New Roman"/>
            </a:endParaRPr>
          </a:p>
          <a:p>
            <a:pPr marL="91440" marR="128243" algn="just">
              <a:lnSpc>
                <a:spcPct val="95825"/>
              </a:lnSpc>
              <a:spcBef>
                <a:spcPts val="3"/>
              </a:spcBef>
            </a:pP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formation such</a:t>
            </a:r>
            <a:r>
              <a:rPr sz="1100" spc="-10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5" dirty="0">
                <a:latin typeface="Times New Roman"/>
                <a:cs typeface="Times New Roman"/>
              </a:rPr>
              <a:t>u</a:t>
            </a:r>
            <a:r>
              <a:rPr sz="1100" spc="0" dirty="0">
                <a:latin typeface="Times New Roman"/>
                <a:cs typeface="Times New Roman"/>
              </a:rPr>
              <a:t>rce</a:t>
            </a:r>
            <a:r>
              <a:rPr sz="1100" spc="-13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an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endParaRPr sz="1100">
              <a:latin typeface="Times New Roman"/>
              <a:cs typeface="Times New Roman"/>
            </a:endParaRPr>
          </a:p>
          <a:p>
            <a:pPr marL="91440" marR="272431" algn="just">
              <a:lnSpc>
                <a:spcPct val="95825"/>
              </a:lnSpc>
              <a:spcBef>
                <a:spcPts val="1374"/>
              </a:spcBef>
            </a:pP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2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19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5" dirty="0">
                <a:latin typeface="Times New Roman"/>
                <a:cs typeface="Times New Roman"/>
              </a:rPr>
              <a:t>ke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can</a:t>
            </a:r>
            <a:r>
              <a:rPr sz="1100" spc="25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b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58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ee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3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  <a:p>
            <a:pPr marL="91440" marR="1347504" algn="just">
              <a:lnSpc>
                <a:spcPct val="95825"/>
              </a:lnSpc>
              <a:spcBef>
                <a:spcPts val="55"/>
              </a:spcBef>
            </a:pPr>
            <a:r>
              <a:rPr sz="1100" spc="4" dirty="0">
                <a:latin typeface="Times New Roman"/>
                <a:cs typeface="Times New Roman"/>
              </a:rPr>
              <a:t>F</a:t>
            </a:r>
            <a:r>
              <a:rPr sz="1100" spc="0" dirty="0">
                <a:latin typeface="Times New Roman"/>
                <a:cs typeface="Times New Roman"/>
              </a:rPr>
              <a:t>ra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e </a:t>
            </a:r>
            <a:r>
              <a:rPr sz="1100" spc="3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6828" y="1229867"/>
            <a:ext cx="3179571" cy="4084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6756399" y="1229867"/>
            <a:ext cx="660399" cy="4084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601">
              <a:lnSpc>
                <a:spcPct val="95825"/>
              </a:lnSpc>
              <a:spcBef>
                <a:spcPts val="309"/>
              </a:spcBef>
            </a:pPr>
            <a:r>
              <a:rPr sz="1100" b="1" spc="0" dirty="0">
                <a:solidFill>
                  <a:srgbClr val="5B334B"/>
                </a:solidFill>
                <a:latin typeface="Times New Roman"/>
                <a:cs typeface="Times New Roman"/>
              </a:rPr>
              <a:t>Uset"</a:t>
            </a:r>
            <a:r>
              <a:rPr sz="1100" b="1" spc="-9" dirty="0">
                <a:solidFill>
                  <a:srgbClr val="5B334B"/>
                </a:solidFill>
                <a:latin typeface="Times New Roman"/>
                <a:cs typeface="Times New Roman"/>
              </a:rPr>
              <a:t> </a:t>
            </a:r>
            <a:r>
              <a:rPr sz="1100" b="1" spc="0" dirty="0">
                <a:solidFill>
                  <a:srgbClr val="5B334B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6799" y="1229867"/>
            <a:ext cx="558799" cy="32659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7975599" y="1229867"/>
            <a:ext cx="95505" cy="33497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3576828" y="1638299"/>
            <a:ext cx="3849177" cy="285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9205">
              <a:lnSpc>
                <a:spcPts val="1000"/>
              </a:lnSpc>
            </a:pPr>
            <a:endParaRPr sz="1000"/>
          </a:p>
          <a:p>
            <a:pPr marR="95505" algn="r">
              <a:lnSpc>
                <a:spcPct val="95825"/>
              </a:lnSpc>
              <a:spcBef>
                <a:spcPts val="1455"/>
              </a:spcBef>
            </a:pPr>
            <a:r>
              <a:rPr sz="900" spc="0" dirty="0">
                <a:solidFill>
                  <a:srgbClr val="5B334B"/>
                </a:solidFill>
                <a:latin typeface="Arial"/>
                <a:cs typeface="Arial"/>
              </a:rPr>
              <a:t>User</a:t>
            </a:r>
            <a:r>
              <a:rPr sz="900" spc="214" dirty="0">
                <a:solidFill>
                  <a:srgbClr val="5B334B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B334B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1780197" marR="1372646" algn="ctr">
              <a:lnSpc>
                <a:spcPct val="95825"/>
              </a:lnSpc>
              <a:spcBef>
                <a:spcPts val="4046"/>
              </a:spcBef>
            </a:pP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TCP</a:t>
            </a:r>
            <a:r>
              <a:rPr sz="1000" spc="-24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h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eade</a:t>
            </a:r>
            <a:r>
              <a:rPr sz="1000" spc="0" dirty="0">
                <a:solidFill>
                  <a:srgbClr val="7E7B05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2195328" marR="9205">
              <a:lnSpc>
                <a:spcPct val="95825"/>
              </a:lnSpc>
              <a:spcBef>
                <a:spcPts val="1662"/>
              </a:spcBef>
            </a:pPr>
            <a:r>
              <a:rPr sz="1000" spc="0" dirty="0">
                <a:solidFill>
                  <a:srgbClr val="6E6E6E"/>
                </a:solidFill>
                <a:latin typeface="Arial"/>
                <a:cs typeface="Arial"/>
              </a:rPr>
              <a:t>TC</a:t>
            </a:r>
            <a:r>
              <a:rPr sz="1000" spc="0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000" spc="2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sz="1000" spc="0" dirty="0">
                <a:solidFill>
                  <a:srgbClr val="494B4B"/>
                </a:solidFill>
                <a:latin typeface="Arial"/>
                <a:cs typeface="Arial"/>
              </a:rPr>
              <a:t>e</a:t>
            </a:r>
            <a:r>
              <a:rPr sz="1000" spc="0" dirty="0">
                <a:solidFill>
                  <a:srgbClr val="595959"/>
                </a:solidFill>
                <a:latin typeface="Arial"/>
                <a:cs typeface="Arial"/>
              </a:rPr>
              <a:t>gm</a:t>
            </a:r>
            <a:r>
              <a:rPr sz="1000" spc="0" dirty="0">
                <a:solidFill>
                  <a:srgbClr val="494B4B"/>
                </a:solidFill>
                <a:latin typeface="Arial"/>
                <a:cs typeface="Arial"/>
              </a:rPr>
              <a:t>e</a:t>
            </a:r>
            <a:r>
              <a:rPr sz="1000" spc="0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000" spc="0" dirty="0">
                <a:solidFill>
                  <a:srgbClr val="6E6E6E"/>
                </a:solidFill>
                <a:latin typeface="Arial"/>
                <a:cs typeface="Arial"/>
              </a:rPr>
              <a:t>U</a:t>
            </a:r>
            <a:r>
              <a:rPr sz="1000" spc="0" dirty="0">
                <a:solidFill>
                  <a:srgbClr val="595959"/>
                </a:solidFill>
                <a:latin typeface="Arial"/>
                <a:cs typeface="Arial"/>
              </a:rPr>
              <a:t>packe</a:t>
            </a:r>
            <a:r>
              <a:rPr sz="1000" spc="0" dirty="0">
                <a:solidFill>
                  <a:srgbClr val="494B4B"/>
                </a:solidFill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1780197" marR="1367994" algn="ctr">
              <a:lnSpc>
                <a:spcPct val="95825"/>
              </a:lnSpc>
              <a:spcBef>
                <a:spcPts val="2056"/>
              </a:spcBef>
            </a:pP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T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CP</a:t>
            </a:r>
            <a:r>
              <a:rPr sz="1000" spc="-26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h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eade</a:t>
            </a:r>
            <a:r>
              <a:rPr sz="1000" spc="0" dirty="0">
                <a:solidFill>
                  <a:srgbClr val="7E7B05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1802422" indent="-819951">
              <a:lnSpc>
                <a:spcPts val="2810"/>
              </a:lnSpc>
              <a:spcBef>
                <a:spcPts val="155"/>
              </a:spcBef>
              <a:tabLst>
                <a:tab pos="1841500" algn="l"/>
                <a:tab pos="3822700" algn="l"/>
              </a:tabLst>
            </a:pPr>
            <a:r>
              <a:rPr sz="1000" u="heavy" dirty="0">
                <a:solidFill>
                  <a:srgbClr val="6E6E6E"/>
                </a:solidFill>
                <a:latin typeface="Arial"/>
                <a:cs typeface="Arial"/>
              </a:rPr>
              <a:t> 		IP </a:t>
            </a:r>
            <a:r>
              <a:rPr sz="1000" u="heavy" spc="-184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datagra</a:t>
            </a:r>
            <a:r>
              <a:rPr sz="1000" u="heavy" spc="0" dirty="0">
                <a:solidFill>
                  <a:srgbClr val="6E6E6E"/>
                </a:solidFill>
                <a:latin typeface="Arial"/>
                <a:cs typeface="Arial"/>
              </a:rPr>
              <a:t>m/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pa</a:t>
            </a:r>
            <a:r>
              <a:rPr sz="1000" u="heavy" spc="0" dirty="0">
                <a:solidFill>
                  <a:srgbClr val="6E6E6E"/>
                </a:solidFill>
                <a:latin typeface="Arial"/>
                <a:cs typeface="Arial"/>
              </a:rPr>
              <a:t>c</a:t>
            </a:r>
            <a:r>
              <a:rPr sz="1000" u="heavy" spc="0" dirty="0">
                <a:solidFill>
                  <a:srgbClr val="595959"/>
                </a:solidFill>
                <a:latin typeface="Arial"/>
                <a:cs typeface="Arial"/>
              </a:rPr>
              <a:t>ke</a:t>
            </a:r>
            <a:r>
              <a:rPr sz="1000" u="heavy" spc="0" dirty="0">
                <a:solidFill>
                  <a:srgbClr val="494B4B"/>
                </a:solidFill>
                <a:latin typeface="Arial"/>
                <a:cs typeface="Arial"/>
              </a:rPr>
              <a:t>t 	</a:t>
            </a:r>
            <a:r>
              <a:rPr sz="1000" spc="0" dirty="0">
                <a:solidFill>
                  <a:srgbClr val="494B4B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6E6904"/>
                </a:solidFill>
                <a:latin typeface="Arial"/>
                <a:cs typeface="Arial"/>
              </a:rPr>
              <a:t>TCP</a:t>
            </a:r>
            <a:r>
              <a:rPr sz="1000" spc="134" dirty="0">
                <a:solidFill>
                  <a:srgbClr val="6E6904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5B5404"/>
                </a:solidFill>
                <a:latin typeface="Arial"/>
                <a:cs typeface="Arial"/>
              </a:rPr>
              <a:t>heade</a:t>
            </a:r>
            <a:r>
              <a:rPr sz="1000" spc="0" dirty="0">
                <a:solidFill>
                  <a:srgbClr val="7E7B05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1630972" marR="9205">
              <a:lnSpc>
                <a:spcPct val="95825"/>
              </a:lnSpc>
              <a:spcBef>
                <a:spcPts val="815"/>
              </a:spcBef>
            </a:pP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Ethe</a:t>
            </a:r>
            <a:r>
              <a:rPr sz="900" spc="0" dirty="0">
                <a:solidFill>
                  <a:srgbClr val="6E6E6E"/>
                </a:solidFill>
                <a:latin typeface="Arial"/>
                <a:cs typeface="Arial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ne</a:t>
            </a:r>
            <a:r>
              <a:rPr sz="900" spc="0" dirty="0">
                <a:solidFill>
                  <a:srgbClr val="494B4B"/>
                </a:solidFill>
                <a:latin typeface="Arial"/>
                <a:cs typeface="Arial"/>
              </a:rPr>
              <a:t>t </a:t>
            </a:r>
            <a:r>
              <a:rPr sz="900" spc="153" dirty="0">
                <a:solidFill>
                  <a:srgbClr val="494B4B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rrame</a:t>
            </a:r>
            <a:r>
              <a:rPr sz="900" spc="0" dirty="0">
                <a:solidFill>
                  <a:srgbClr val="9A9A9C"/>
                </a:solidFill>
                <a:latin typeface="Arial"/>
                <a:cs typeface="Arial"/>
              </a:rPr>
              <a:t>/</a:t>
            </a:r>
            <a:r>
              <a:rPr sz="900" spc="0" dirty="0">
                <a:solidFill>
                  <a:srgbClr val="6E6E6E"/>
                </a:solidFill>
                <a:latin typeface="Arial"/>
                <a:cs typeface="Arial"/>
              </a:rPr>
              <a:t>p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900" spc="0" dirty="0">
                <a:solidFill>
                  <a:srgbClr val="6E6E6E"/>
                </a:solidFill>
                <a:latin typeface="Arial"/>
                <a:cs typeface="Arial"/>
              </a:rPr>
              <a:t>c</a:t>
            </a:r>
            <a:r>
              <a:rPr sz="900" spc="0" dirty="0">
                <a:solidFill>
                  <a:srgbClr val="595959"/>
                </a:solidFill>
                <a:latin typeface="Arial"/>
                <a:cs typeface="Arial"/>
              </a:rPr>
              <a:t>ket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6828" y="4495800"/>
            <a:ext cx="4398771" cy="838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50"/>
              </a:lnSpc>
              <a:spcBef>
                <a:spcPts val="9"/>
              </a:spcBef>
            </a:pPr>
            <a:endParaRPr sz="650"/>
          </a:p>
        </p:txBody>
      </p:sp>
      <p:sp>
        <p:nvSpPr>
          <p:cNvPr id="4" name="object 4"/>
          <p:cNvSpPr txBox="1"/>
          <p:nvPr/>
        </p:nvSpPr>
        <p:spPr>
          <a:xfrm>
            <a:off x="5321299" y="3022599"/>
            <a:ext cx="20827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559299" y="3653631"/>
            <a:ext cx="86995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476268" y="3653631"/>
            <a:ext cx="92783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79" y="1089660"/>
            <a:ext cx="2814352" cy="1116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  <a:p>
            <a:pPr marL="354686">
              <a:lnSpc>
                <a:spcPct val="95825"/>
              </a:lnSpc>
              <a:spcBef>
                <a:spcPts val="1035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ination</a:t>
            </a:r>
            <a:endParaRPr sz="2400">
              <a:latin typeface="Times New Roman"/>
              <a:cs typeface="Times New Roman"/>
            </a:endParaRPr>
          </a:p>
          <a:p>
            <a:pPr marL="354686" marR="52573">
              <a:lnSpc>
                <a:spcPct val="95825"/>
              </a:lnSpc>
              <a:spcBef>
                <a:spcPts val="120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3231" y="1509280"/>
            <a:ext cx="4313332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t,</a:t>
            </a:r>
            <a:r>
              <a:rPr sz="2400" spc="5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capsulation</a:t>
            </a:r>
            <a:r>
              <a:rPr sz="24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will</a:t>
            </a:r>
            <a:r>
              <a:rPr sz="2400" spc="-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have</a:t>
            </a:r>
            <a:r>
              <a:rPr sz="2400" spc="4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2598" y="1509280"/>
            <a:ext cx="40398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2753245"/>
            <a:ext cx="6794747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4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rece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ved</a:t>
            </a:r>
            <a:r>
              <a:rPr sz="2400" spc="-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</a:t>
            </a:r>
            <a:r>
              <a:rPr sz="24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will</a:t>
            </a:r>
            <a:r>
              <a:rPr sz="2400" spc="-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have</a:t>
            </a:r>
            <a:r>
              <a:rPr sz="2400" spc="4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1450" y="2753245"/>
            <a:ext cx="1161081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headers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3119499"/>
            <a:ext cx="3003840" cy="106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897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</a:t>
            </a:r>
            <a:r>
              <a:rPr sz="2400" spc="4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resulting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appropr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ate</a:t>
            </a:r>
            <a:r>
              <a:rPr sz="2400" spc="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er;</a:t>
            </a:r>
            <a:r>
              <a:rPr sz="2400" spc="1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capsulatio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4468" y="3119499"/>
            <a:ext cx="3536022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007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age</a:t>
            </a:r>
            <a:r>
              <a:rPr sz="2400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passed</a:t>
            </a:r>
            <a:r>
              <a:rPr sz="2400" spc="-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process</a:t>
            </a:r>
            <a:r>
              <a:rPr sz="24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own</a:t>
            </a:r>
            <a:r>
              <a:rPr sz="2400" spc="4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400" spc="-1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216" y="1283208"/>
            <a:ext cx="16806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700" spc="-19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1872869"/>
            <a:ext cx="8140433" cy="10621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example,</a:t>
            </a:r>
            <a:r>
              <a:rPr sz="2400" spc="-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Network</a:t>
            </a:r>
            <a:r>
              <a:rPr sz="2400" spc="5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Access</a:t>
            </a:r>
            <a:r>
              <a:rPr sz="24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2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will</a:t>
            </a:r>
            <a:r>
              <a:rPr sz="2400" spc="-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ece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ve </a:t>
            </a:r>
            <a:r>
              <a:rPr sz="2400" spc="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frame,</a:t>
            </a:r>
            <a:r>
              <a:rPr sz="2400" spc="5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analyze</a:t>
            </a:r>
            <a:r>
              <a:rPr sz="240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data,</a:t>
            </a:r>
            <a:r>
              <a:rPr sz="2400" spc="5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</a:t>
            </a:r>
            <a:r>
              <a:rPr sz="2400" spc="-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header</a:t>
            </a:r>
            <a:r>
              <a:rPr sz="24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off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pass</a:t>
            </a:r>
            <a:endParaRPr sz="2400" dirty="0">
              <a:latin typeface="Times New Roman"/>
              <a:cs typeface="Times New Roman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accompanying</a:t>
            </a:r>
            <a:r>
              <a:rPr sz="24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 </a:t>
            </a:r>
            <a:r>
              <a:rPr sz="2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2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ternet</a:t>
            </a:r>
            <a:r>
              <a:rPr sz="2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482846"/>
            <a:ext cx="7858594" cy="10617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ch</a:t>
            </a:r>
            <a:r>
              <a:rPr sz="2400" spc="4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layer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als</a:t>
            </a:r>
            <a:r>
              <a:rPr sz="2400" spc="-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2400" spc="1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 </a:t>
            </a:r>
            <a:r>
              <a:rPr sz="2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hat</a:t>
            </a:r>
            <a:r>
              <a:rPr sz="2400" spc="5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meant</a:t>
            </a:r>
            <a:r>
              <a:rPr sz="2400" spc="-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handled</a:t>
            </a:r>
            <a:r>
              <a:rPr sz="2400" spc="-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400" spc="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it.</a:t>
            </a:r>
            <a:r>
              <a:rPr sz="2400" spc="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Most</a:t>
            </a:r>
            <a:r>
              <a:rPr sz="2400" spc="5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time,</a:t>
            </a:r>
            <a:r>
              <a:rPr sz="2400" spc="3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rotocol</a:t>
            </a:r>
            <a:r>
              <a:rPr sz="2400" spc="-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identifier</a:t>
            </a:r>
            <a:r>
              <a:rPr sz="2400" spc="5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exists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3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400" spc="5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previous</a:t>
            </a:r>
            <a:r>
              <a:rPr sz="2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19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216" y="1283208"/>
            <a:ext cx="7786766" cy="18346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9873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700" spc="-19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 dirty="0">
              <a:latin typeface="Calibri"/>
              <a:cs typeface="Calibri"/>
            </a:endParaRPr>
          </a:p>
          <a:p>
            <a:pPr marL="257149">
              <a:lnSpc>
                <a:spcPct val="100041"/>
              </a:lnSpc>
              <a:spcBef>
                <a:spcPts val="932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4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should</a:t>
            </a:r>
            <a:r>
              <a:rPr sz="2400" spc="-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ed, 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some</a:t>
            </a:r>
            <a:r>
              <a:rPr sz="2400" spc="-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yer</a:t>
            </a:r>
            <a:r>
              <a:rPr sz="2400" spc="3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r>
              <a:rPr sz="24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fixed size,</a:t>
            </a:r>
            <a:r>
              <a:rPr sz="2400" spc="3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2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r>
              <a:rPr sz="2400" spc="-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var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able 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leng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 </a:t>
            </a:r>
            <a:r>
              <a:rPr sz="24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size</a:t>
            </a:r>
            <a:r>
              <a:rPr sz="2400" spc="5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 ac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ompa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ied</a:t>
            </a:r>
            <a:r>
              <a:rPr sz="24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400" spc="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leng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 </a:t>
            </a:r>
            <a:r>
              <a:rPr sz="24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detai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4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ul </a:t>
            </a:r>
            <a:r>
              <a:rPr sz="2400" spc="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 dis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minate</a:t>
            </a:r>
            <a:r>
              <a:rPr sz="24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optional</a:t>
            </a:r>
            <a:r>
              <a:rPr sz="2400" spc="-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 </a:t>
            </a:r>
            <a:r>
              <a:rPr sz="2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know</a:t>
            </a:r>
            <a:r>
              <a:rPr sz="2400" spc="3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where</a:t>
            </a:r>
            <a:r>
              <a:rPr sz="2400" spc="5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layer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ends).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665726"/>
            <a:ext cx="8006428" cy="10620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987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sed</a:t>
            </a:r>
            <a:r>
              <a:rPr sz="2400" spc="-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4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owledge,</a:t>
            </a:r>
            <a:r>
              <a:rPr sz="2400" spc="-2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3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current</a:t>
            </a:r>
            <a:r>
              <a:rPr sz="2400" spc="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2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ows </a:t>
            </a:r>
            <a:r>
              <a:rPr sz="2400" spc="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where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start</a:t>
            </a:r>
            <a:r>
              <a:rPr sz="2400" spc="-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top</a:t>
            </a:r>
            <a:r>
              <a:rPr sz="24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processing</a:t>
            </a:r>
            <a:r>
              <a:rPr sz="2400" spc="-2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 </a:t>
            </a:r>
            <a:r>
              <a:rPr sz="2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5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ub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equen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2400" spc="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what</a:t>
            </a:r>
            <a:r>
              <a:rPr sz="2400" spc="5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 should</a:t>
            </a:r>
            <a:r>
              <a:rPr sz="2400" spc="-2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pass</a:t>
            </a:r>
            <a:r>
              <a:rPr sz="2400" spc="2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upp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 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216" y="1283208"/>
            <a:ext cx="16806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700" spc="-19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2055507"/>
            <a:ext cx="2248633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1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conclude</a:t>
            </a:r>
            <a:r>
              <a:rPr sz="2400" spc="-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5392" y="2055507"/>
            <a:ext cx="525976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ic</a:t>
            </a:r>
            <a:r>
              <a:rPr sz="2400" spc="5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each</a:t>
            </a:r>
            <a:r>
              <a:rPr sz="2400" spc="-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2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ws </a:t>
            </a:r>
            <a:r>
              <a:rPr sz="2400" spc="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5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2421891"/>
            <a:ext cx="7463353" cy="10617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process,</a:t>
            </a:r>
            <a:r>
              <a:rPr sz="2400" spc="-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op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ion 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fields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also </a:t>
            </a:r>
            <a:r>
              <a:rPr sz="2400" spc="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exist,</a:t>
            </a:r>
            <a:r>
              <a:rPr sz="2400" spc="3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res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ding</a:t>
            </a:r>
            <a:r>
              <a:rPr sz="2400" spc="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CP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headers,</a:t>
            </a:r>
            <a:r>
              <a:rPr sz="2400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400" spc="5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used</a:t>
            </a:r>
            <a:r>
              <a:rPr sz="2400" spc="-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identify</a:t>
            </a:r>
            <a:r>
              <a:rPr sz="2400" spc="3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where</a:t>
            </a:r>
            <a:r>
              <a:rPr sz="2400" spc="5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current</a:t>
            </a:r>
            <a:r>
              <a:rPr sz="2400" spc="-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op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ions</a:t>
            </a:r>
            <a:r>
              <a:rPr sz="2400" spc="-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art</a:t>
            </a:r>
            <a:r>
              <a:rPr sz="2400" spc="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4031486"/>
            <a:ext cx="330413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efly</a:t>
            </a:r>
            <a:r>
              <a:rPr sz="2400" spc="1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see </a:t>
            </a:r>
            <a:r>
              <a:rPr sz="2400" spc="1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9268" y="4031486"/>
            <a:ext cx="370839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1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-encapsulation</a:t>
            </a:r>
            <a:r>
              <a:rPr sz="24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example.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216" y="1283208"/>
            <a:ext cx="16806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700" spc="-19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2238387"/>
            <a:ext cx="1949693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sup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7298" y="2238387"/>
            <a:ext cx="6112847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 </a:t>
            </a:r>
            <a:r>
              <a:rPr sz="2400" spc="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2400" spc="6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ess</a:t>
            </a:r>
            <a:r>
              <a:rPr sz="2400" spc="-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5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orts</a:t>
            </a:r>
            <a:r>
              <a:rPr sz="2400" spc="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Ether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2604771"/>
            <a:ext cx="360627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.3) </a:t>
            </a:r>
            <a:r>
              <a:rPr sz="24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nk</a:t>
            </a:r>
            <a:r>
              <a:rPr sz="2400" spc="-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2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protocol.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3482846"/>
            <a:ext cx="5207396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3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means</a:t>
            </a:r>
            <a:r>
              <a:rPr sz="2400" spc="-1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5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unders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ands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fields</a:t>
            </a:r>
            <a:r>
              <a:rPr sz="2400" spc="5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400" spc="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</a:t>
            </a:r>
            <a:r>
              <a:rPr sz="2400" spc="-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heade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4273" y="3482846"/>
            <a:ext cx="246389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format</a:t>
            </a:r>
            <a:r>
              <a:rPr sz="2400" spc="-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2234" y="4105657"/>
            <a:ext cx="1110992" cy="762000"/>
          </a:xfrm>
          <a:custGeom>
            <a:avLst/>
            <a:gdLst/>
            <a:ahLst/>
            <a:cxnLst/>
            <a:rect l="l" t="t" r="r" b="b"/>
            <a:pathLst>
              <a:path w="1110992" h="762000">
                <a:moveTo>
                  <a:pt x="0" y="761999"/>
                </a:moveTo>
                <a:lnTo>
                  <a:pt x="1110992" y="761999"/>
                </a:lnTo>
                <a:lnTo>
                  <a:pt x="1110992" y="0"/>
                </a:lnTo>
                <a:lnTo>
                  <a:pt x="0" y="0"/>
                </a:lnTo>
                <a:lnTo>
                  <a:pt x="0" y="761999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2234" y="3296414"/>
            <a:ext cx="1110992" cy="763522"/>
          </a:xfrm>
          <a:custGeom>
            <a:avLst/>
            <a:gdLst/>
            <a:ahLst/>
            <a:cxnLst/>
            <a:rect l="l" t="t" r="r" b="b"/>
            <a:pathLst>
              <a:path w="1110992" h="763522">
                <a:moveTo>
                  <a:pt x="0" y="763522"/>
                </a:moveTo>
                <a:lnTo>
                  <a:pt x="1110992" y="763522"/>
                </a:lnTo>
                <a:lnTo>
                  <a:pt x="1110992" y="0"/>
                </a:lnTo>
                <a:lnTo>
                  <a:pt x="0" y="0"/>
                </a:lnTo>
                <a:lnTo>
                  <a:pt x="0" y="763522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2234" y="2496313"/>
            <a:ext cx="1110992" cy="763522"/>
          </a:xfrm>
          <a:custGeom>
            <a:avLst/>
            <a:gdLst/>
            <a:ahLst/>
            <a:cxnLst/>
            <a:rect l="l" t="t" r="r" b="b"/>
            <a:pathLst>
              <a:path w="1110992" h="763522">
                <a:moveTo>
                  <a:pt x="0" y="763522"/>
                </a:moveTo>
                <a:lnTo>
                  <a:pt x="1110992" y="763522"/>
                </a:lnTo>
                <a:lnTo>
                  <a:pt x="1110992" y="0"/>
                </a:lnTo>
                <a:lnTo>
                  <a:pt x="0" y="0"/>
                </a:lnTo>
                <a:lnTo>
                  <a:pt x="0" y="763522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2234" y="1700783"/>
            <a:ext cx="1110992" cy="762000"/>
          </a:xfrm>
          <a:custGeom>
            <a:avLst/>
            <a:gdLst/>
            <a:ahLst/>
            <a:cxnLst/>
            <a:rect l="l" t="t" r="r" b="b"/>
            <a:pathLst>
              <a:path w="1110992" h="762000">
                <a:moveTo>
                  <a:pt x="0" y="762000"/>
                </a:moveTo>
                <a:lnTo>
                  <a:pt x="1110992" y="762000"/>
                </a:lnTo>
                <a:lnTo>
                  <a:pt x="1110992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74692" y="3909060"/>
            <a:ext cx="484631" cy="265177"/>
          </a:xfrm>
          <a:custGeom>
            <a:avLst/>
            <a:gdLst/>
            <a:ahLst/>
            <a:cxnLst/>
            <a:rect l="l" t="t" r="r" b="b"/>
            <a:pathLst>
              <a:path w="484631" h="265177">
                <a:moveTo>
                  <a:pt x="242315" y="0"/>
                </a:moveTo>
                <a:lnTo>
                  <a:pt x="0" y="132585"/>
                </a:lnTo>
                <a:lnTo>
                  <a:pt x="121157" y="132585"/>
                </a:lnTo>
                <a:lnTo>
                  <a:pt x="121157" y="265177"/>
                </a:lnTo>
                <a:lnTo>
                  <a:pt x="363474" y="265177"/>
                </a:lnTo>
                <a:lnTo>
                  <a:pt x="363474" y="132585"/>
                </a:lnTo>
                <a:lnTo>
                  <a:pt x="484631" y="132585"/>
                </a:lnTo>
                <a:lnTo>
                  <a:pt x="242315" y="0"/>
                </a:lnTo>
                <a:close/>
              </a:path>
            </a:pathLst>
          </a:custGeom>
          <a:solidFill>
            <a:srgbClr val="4965A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74692" y="3909060"/>
            <a:ext cx="484631" cy="265177"/>
          </a:xfrm>
          <a:custGeom>
            <a:avLst/>
            <a:gdLst/>
            <a:ahLst/>
            <a:cxnLst/>
            <a:rect l="l" t="t" r="r" b="b"/>
            <a:pathLst>
              <a:path w="484631" h="265177">
                <a:moveTo>
                  <a:pt x="0" y="132585"/>
                </a:moveTo>
                <a:lnTo>
                  <a:pt x="242315" y="0"/>
                </a:lnTo>
                <a:lnTo>
                  <a:pt x="484631" y="132585"/>
                </a:lnTo>
                <a:lnTo>
                  <a:pt x="363474" y="132585"/>
                </a:lnTo>
                <a:lnTo>
                  <a:pt x="363474" y="265177"/>
                </a:lnTo>
                <a:lnTo>
                  <a:pt x="121157" y="265177"/>
                </a:lnTo>
                <a:lnTo>
                  <a:pt x="121157" y="132585"/>
                </a:lnTo>
                <a:lnTo>
                  <a:pt x="0" y="132585"/>
                </a:lnTo>
                <a:close/>
              </a:path>
            </a:pathLst>
          </a:custGeom>
          <a:ln w="12192">
            <a:solidFill>
              <a:srgbClr val="34487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74692" y="3243072"/>
            <a:ext cx="484631" cy="284988"/>
          </a:xfrm>
          <a:custGeom>
            <a:avLst/>
            <a:gdLst/>
            <a:ahLst/>
            <a:cxnLst/>
            <a:rect l="l" t="t" r="r" b="b"/>
            <a:pathLst>
              <a:path w="484631" h="284988">
                <a:moveTo>
                  <a:pt x="242315" y="0"/>
                </a:moveTo>
                <a:lnTo>
                  <a:pt x="0" y="142494"/>
                </a:lnTo>
                <a:lnTo>
                  <a:pt x="121157" y="142494"/>
                </a:lnTo>
                <a:lnTo>
                  <a:pt x="121157" y="284988"/>
                </a:lnTo>
                <a:lnTo>
                  <a:pt x="363474" y="284988"/>
                </a:lnTo>
                <a:lnTo>
                  <a:pt x="363474" y="142494"/>
                </a:lnTo>
                <a:lnTo>
                  <a:pt x="484631" y="142494"/>
                </a:lnTo>
                <a:lnTo>
                  <a:pt x="242315" y="0"/>
                </a:lnTo>
                <a:close/>
              </a:path>
            </a:pathLst>
          </a:custGeom>
          <a:solidFill>
            <a:srgbClr val="4965A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74692" y="3243072"/>
            <a:ext cx="484631" cy="284988"/>
          </a:xfrm>
          <a:custGeom>
            <a:avLst/>
            <a:gdLst/>
            <a:ahLst/>
            <a:cxnLst/>
            <a:rect l="l" t="t" r="r" b="b"/>
            <a:pathLst>
              <a:path w="484631" h="284988">
                <a:moveTo>
                  <a:pt x="0" y="142494"/>
                </a:moveTo>
                <a:lnTo>
                  <a:pt x="242315" y="0"/>
                </a:lnTo>
                <a:lnTo>
                  <a:pt x="484631" y="142494"/>
                </a:lnTo>
                <a:lnTo>
                  <a:pt x="363474" y="142494"/>
                </a:lnTo>
                <a:lnTo>
                  <a:pt x="363474" y="284988"/>
                </a:lnTo>
                <a:lnTo>
                  <a:pt x="121157" y="284988"/>
                </a:lnTo>
                <a:lnTo>
                  <a:pt x="121157" y="142494"/>
                </a:lnTo>
                <a:lnTo>
                  <a:pt x="0" y="142494"/>
                </a:lnTo>
                <a:close/>
              </a:path>
            </a:pathLst>
          </a:custGeom>
          <a:ln w="12191">
            <a:solidFill>
              <a:srgbClr val="34487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74692" y="2308860"/>
            <a:ext cx="484631" cy="292608"/>
          </a:xfrm>
          <a:custGeom>
            <a:avLst/>
            <a:gdLst/>
            <a:ahLst/>
            <a:cxnLst/>
            <a:rect l="l" t="t" r="r" b="b"/>
            <a:pathLst>
              <a:path w="484631" h="292608">
                <a:moveTo>
                  <a:pt x="242315" y="0"/>
                </a:moveTo>
                <a:lnTo>
                  <a:pt x="0" y="146303"/>
                </a:lnTo>
                <a:lnTo>
                  <a:pt x="121157" y="146303"/>
                </a:lnTo>
                <a:lnTo>
                  <a:pt x="121157" y="292608"/>
                </a:lnTo>
                <a:lnTo>
                  <a:pt x="363474" y="292608"/>
                </a:lnTo>
                <a:lnTo>
                  <a:pt x="363474" y="146303"/>
                </a:lnTo>
                <a:lnTo>
                  <a:pt x="484631" y="146303"/>
                </a:lnTo>
                <a:lnTo>
                  <a:pt x="242315" y="0"/>
                </a:lnTo>
                <a:close/>
              </a:path>
            </a:pathLst>
          </a:custGeom>
          <a:solidFill>
            <a:srgbClr val="4965A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74692" y="2308860"/>
            <a:ext cx="484631" cy="292608"/>
          </a:xfrm>
          <a:custGeom>
            <a:avLst/>
            <a:gdLst/>
            <a:ahLst/>
            <a:cxnLst/>
            <a:rect l="l" t="t" r="r" b="b"/>
            <a:pathLst>
              <a:path w="484631" h="292608">
                <a:moveTo>
                  <a:pt x="0" y="146303"/>
                </a:moveTo>
                <a:lnTo>
                  <a:pt x="242315" y="0"/>
                </a:lnTo>
                <a:lnTo>
                  <a:pt x="484631" y="146303"/>
                </a:lnTo>
                <a:lnTo>
                  <a:pt x="363474" y="146303"/>
                </a:lnTo>
                <a:lnTo>
                  <a:pt x="363474" y="292608"/>
                </a:lnTo>
                <a:lnTo>
                  <a:pt x="121157" y="292608"/>
                </a:lnTo>
                <a:lnTo>
                  <a:pt x="121157" y="146303"/>
                </a:lnTo>
                <a:lnTo>
                  <a:pt x="0" y="146303"/>
                </a:lnTo>
                <a:close/>
              </a:path>
            </a:pathLst>
          </a:custGeom>
          <a:ln w="12192">
            <a:solidFill>
              <a:srgbClr val="34487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216" y="1283208"/>
            <a:ext cx="16806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lang="en-US"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700" spc="-19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8794" y="1719527"/>
            <a:ext cx="199901" cy="204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4.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6376" y="1719527"/>
            <a:ext cx="6374247" cy="6309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rtu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ate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rt</a:t>
            </a:r>
            <a:r>
              <a:rPr sz="1400" spc="-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ayer</a:t>
            </a:r>
            <a:r>
              <a:rPr sz="1400" spc="1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ws </a:t>
            </a:r>
            <a:r>
              <a:rPr sz="1400" spc="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ng </a:t>
            </a:r>
            <a:r>
              <a:rPr sz="14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otocol</a:t>
            </a:r>
            <a:r>
              <a:rPr sz="1400" spc="-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at </a:t>
            </a:r>
            <a:r>
              <a:rPr sz="1400" spc="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ows</a:t>
            </a:r>
            <a:endParaRPr sz="1400">
              <a:latin typeface="Times New Roman"/>
              <a:cs typeface="Times New Roman"/>
            </a:endParaRPr>
          </a:p>
          <a:p>
            <a:pPr marL="12700" marR="26791">
              <a:lnSpc>
                <a:spcPct val="95825"/>
              </a:lnSpc>
            </a:pP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4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app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cat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’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dat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/p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col</a:t>
            </a:r>
            <a:r>
              <a:rPr sz="1400" spc="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11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ma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t.</a:t>
            </a:r>
            <a:r>
              <a:rPr sz="1400" spc="-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1400" spc="-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4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kn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ws </a:t>
            </a:r>
            <a:r>
              <a:rPr sz="1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de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na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400" spc="-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t.</a:t>
            </a:r>
            <a:r>
              <a:rPr sz="1400" spc="2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endParaRPr sz="1400">
              <a:latin typeface="Times New Roman"/>
              <a:cs typeface="Times New Roman"/>
            </a:endParaRPr>
          </a:p>
          <a:p>
            <a:pPr marL="12700" marR="26791">
              <a:lnSpc>
                <a:spcPct val="95825"/>
              </a:lnSpc>
              <a:spcBef>
                <a:spcPts val="70"/>
              </a:spcBef>
            </a:pP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ma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400" spc="2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de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g </a:t>
            </a:r>
            <a:r>
              <a:rPr sz="14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1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bu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2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400" spc="1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1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su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4863" y="2645724"/>
            <a:ext cx="200556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3.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2445" y="2645724"/>
            <a:ext cx="6245582" cy="3957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0"/>
              </a:lnSpc>
              <a:spcBef>
                <a:spcPts val="75"/>
              </a:spcBef>
            </a:pP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400" spc="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14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tu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des</a:t>
            </a:r>
            <a:r>
              <a:rPr sz="14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2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cator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ab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11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pr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otocol</a:t>
            </a:r>
            <a:r>
              <a:rPr sz="1400" spc="-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ol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;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pr</a:t>
            </a:r>
            <a:r>
              <a:rPr sz="1400" i="1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tocol</a:t>
            </a:r>
            <a:r>
              <a:rPr sz="1400" i="1" spc="3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d.</a:t>
            </a:r>
            <a:r>
              <a:rPr sz="1400" spc="1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Let</a:t>
            </a:r>
            <a:r>
              <a:rPr sz="1400" u="dashHeavy" spc="-4" dirty="0">
                <a:solidFill>
                  <a:srgbClr val="595959"/>
                </a:solidFill>
                <a:latin typeface="Times New Roman"/>
                <a:cs typeface="Times New Roman"/>
              </a:rPr>
              <a:t>’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u="dashHeavy" spc="-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dashHeavy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u="dashHeavy" spc="5" dirty="0">
                <a:solidFill>
                  <a:srgbClr val="595959"/>
                </a:solidFill>
                <a:latin typeface="Times New Roman"/>
                <a:cs typeface="Times New Roman"/>
              </a:rPr>
              <a:t>upp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ose</a:t>
            </a:r>
            <a:r>
              <a:rPr sz="1400" u="dashHeavy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u="dashHeavy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u="dashHeavy" spc="2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dashHeavy" spc="5" dirty="0">
                <a:solidFill>
                  <a:srgbClr val="595959"/>
                </a:solidFill>
                <a:latin typeface="Times New Roman"/>
                <a:cs typeface="Times New Roman"/>
              </a:rPr>
              <a:t>pr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1400" u="dashHeavy" spc="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col</a:t>
            </a:r>
            <a:r>
              <a:rPr sz="1400" u="dashHeavy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dashHeavy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u="dashHeavy" spc="-4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dashHeavy" spc="0" dirty="0">
                <a:solidFill>
                  <a:srgbClr val="595959"/>
                </a:solidFill>
                <a:latin typeface="Times New Roman"/>
                <a:cs typeface="Times New Roman"/>
              </a:rPr>
              <a:t>TC</a:t>
            </a:r>
            <a:r>
              <a:rPr sz="1400" u="dashHeavy" spc="1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400" spc="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2441" y="3029774"/>
            <a:ext cx="4907764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ol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400" spc="2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TCP</a:t>
            </a:r>
            <a:r>
              <a:rPr sz="1400" spc="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header</a:t>
            </a:r>
            <a:r>
              <a:rPr sz="1400" spc="-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4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ran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pr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otocol.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3556" y="3579685"/>
            <a:ext cx="199947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2.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1139" y="3579685"/>
            <a:ext cx="6140317" cy="417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400" spc="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yer</a:t>
            </a:r>
            <a:r>
              <a:rPr sz="14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-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6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-6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-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4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</a:t>
            </a:r>
            <a:r>
              <a:rPr sz="1400" spc="-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ol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400" spc="2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400" spc="-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400" spc="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400" spc="29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endParaRPr sz="1400">
              <a:latin typeface="Times New Roman"/>
              <a:cs typeface="Times New Roman"/>
            </a:endParaRPr>
          </a:p>
          <a:p>
            <a:pPr marL="12700" marR="26746">
              <a:lnSpc>
                <a:spcPct val="95825"/>
              </a:lnSpc>
            </a:pP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rt</a:t>
            </a:r>
            <a:r>
              <a:rPr sz="1400" spc="2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400" spc="1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ayer.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6794" y="4239525"/>
            <a:ext cx="199947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15"/>
              </a:lnSpc>
              <a:spcBef>
                <a:spcPts val="75"/>
              </a:spcBef>
            </a:pP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1.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994" y="4239525"/>
            <a:ext cx="6553151" cy="5877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1510"/>
              </a:lnSpc>
              <a:spcBef>
                <a:spcPts val="75"/>
              </a:spcBef>
            </a:pP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1400" spc="-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4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pr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400" spc="2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4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layer,</a:t>
            </a:r>
            <a:r>
              <a:rPr sz="1400" spc="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2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cator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sh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 ex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 </a:t>
            </a:r>
            <a:r>
              <a:rPr sz="14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-1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 what</a:t>
            </a:r>
            <a:r>
              <a:rPr sz="1400" spc="3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otocol</a:t>
            </a:r>
            <a:r>
              <a:rPr sz="14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fo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4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400" spc="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(co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3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400" spc="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4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6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)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;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wh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3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14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type</a:t>
            </a:r>
            <a:r>
              <a:rPr sz="1400" i="1" spc="2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400" spc="1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400" spc="-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ea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400" spc="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j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ump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4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3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Let</a:t>
            </a:r>
            <a:r>
              <a:rPr sz="1400" u="sng" spc="-4" dirty="0">
                <a:solidFill>
                  <a:srgbClr val="595959"/>
                </a:solidFill>
                <a:latin typeface="Times New Roman"/>
                <a:cs typeface="Times New Roman"/>
              </a:rPr>
              <a:t>’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u="sng" spc="-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sng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u="sng" spc="5" dirty="0">
                <a:solidFill>
                  <a:srgbClr val="595959"/>
                </a:solidFill>
                <a:latin typeface="Times New Roman"/>
                <a:cs typeface="Times New Roman"/>
              </a:rPr>
              <a:t>upp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ose</a:t>
            </a:r>
            <a:r>
              <a:rPr sz="1400" u="sng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u="sng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u="sng" spc="2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sng" spc="5" dirty="0">
                <a:solidFill>
                  <a:srgbClr val="595959"/>
                </a:solidFill>
                <a:latin typeface="Times New Roman"/>
                <a:cs typeface="Times New Roman"/>
              </a:rPr>
              <a:t>pr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1400" u="sng" spc="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col</a:t>
            </a:r>
            <a:r>
              <a:rPr sz="1400" u="sng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sng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u="sng" spc="-4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400" u="sng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400" u="sng" spc="0" dirty="0">
                <a:solidFill>
                  <a:srgbClr val="595959"/>
                </a:solidFill>
                <a:latin typeface="Times New Roman"/>
                <a:cs typeface="Times New Roman"/>
              </a:rPr>
              <a:t>4.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234" y="1700783"/>
            <a:ext cx="1110992" cy="7787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1742">
              <a:lnSpc>
                <a:spcPct val="95825"/>
              </a:lnSpc>
              <a:spcBef>
                <a:spcPts val="1191"/>
              </a:spcBef>
            </a:pPr>
            <a:r>
              <a:rPr sz="1400" b="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plic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234" y="2479548"/>
            <a:ext cx="1110992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1742">
              <a:lnSpc>
                <a:spcPct val="95825"/>
              </a:lnSpc>
              <a:spcBef>
                <a:spcPts val="1330"/>
              </a:spcBef>
            </a:pPr>
            <a:r>
              <a:rPr sz="1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sport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234" y="3278125"/>
            <a:ext cx="1110992" cy="781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1742">
              <a:lnSpc>
                <a:spcPct val="95825"/>
              </a:lnSpc>
              <a:spcBef>
                <a:spcPts val="1345"/>
              </a:spcBef>
            </a:pPr>
            <a:r>
              <a:rPr sz="1400" b="1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4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234" y="4059937"/>
            <a:ext cx="1110992" cy="45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332234" y="4105657"/>
            <a:ext cx="1110992" cy="7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86"/>
              </a:spcBef>
            </a:pPr>
            <a:endParaRPr sz="1100"/>
          </a:p>
          <a:p>
            <a:pPr marL="91742">
              <a:lnSpc>
                <a:spcPct val="95825"/>
              </a:lnSpc>
            </a:pP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etwo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91742">
              <a:lnSpc>
                <a:spcPct val="95825"/>
              </a:lnSpc>
              <a:spcBef>
                <a:spcPts val="405"/>
              </a:spcBef>
            </a:pP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2234" y="4105657"/>
            <a:ext cx="1110992" cy="762000"/>
          </a:xfrm>
          <a:custGeom>
            <a:avLst/>
            <a:gdLst/>
            <a:ahLst/>
            <a:cxnLst/>
            <a:rect l="l" t="t" r="r" b="b"/>
            <a:pathLst>
              <a:path w="1110992" h="762000">
                <a:moveTo>
                  <a:pt x="0" y="761999"/>
                </a:moveTo>
                <a:lnTo>
                  <a:pt x="1110992" y="761999"/>
                </a:lnTo>
                <a:lnTo>
                  <a:pt x="1110992" y="0"/>
                </a:lnTo>
                <a:lnTo>
                  <a:pt x="0" y="0"/>
                </a:lnTo>
                <a:lnTo>
                  <a:pt x="0" y="761999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2234" y="3296414"/>
            <a:ext cx="1110992" cy="763522"/>
          </a:xfrm>
          <a:custGeom>
            <a:avLst/>
            <a:gdLst/>
            <a:ahLst/>
            <a:cxnLst/>
            <a:rect l="l" t="t" r="r" b="b"/>
            <a:pathLst>
              <a:path w="1110992" h="763522">
                <a:moveTo>
                  <a:pt x="0" y="763522"/>
                </a:moveTo>
                <a:lnTo>
                  <a:pt x="1110992" y="763522"/>
                </a:lnTo>
                <a:lnTo>
                  <a:pt x="1110992" y="0"/>
                </a:lnTo>
                <a:lnTo>
                  <a:pt x="0" y="0"/>
                </a:lnTo>
                <a:lnTo>
                  <a:pt x="0" y="763522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2234" y="2496313"/>
            <a:ext cx="1110992" cy="763522"/>
          </a:xfrm>
          <a:custGeom>
            <a:avLst/>
            <a:gdLst/>
            <a:ahLst/>
            <a:cxnLst/>
            <a:rect l="l" t="t" r="r" b="b"/>
            <a:pathLst>
              <a:path w="1110992" h="763522">
                <a:moveTo>
                  <a:pt x="0" y="763522"/>
                </a:moveTo>
                <a:lnTo>
                  <a:pt x="1110992" y="763522"/>
                </a:lnTo>
                <a:lnTo>
                  <a:pt x="1110992" y="0"/>
                </a:lnTo>
                <a:lnTo>
                  <a:pt x="0" y="0"/>
                </a:lnTo>
                <a:lnTo>
                  <a:pt x="0" y="763522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2234" y="1700783"/>
            <a:ext cx="1110992" cy="762000"/>
          </a:xfrm>
          <a:custGeom>
            <a:avLst/>
            <a:gdLst/>
            <a:ahLst/>
            <a:cxnLst/>
            <a:rect l="l" t="t" r="r" b="b"/>
            <a:pathLst>
              <a:path w="1110992" h="762000">
                <a:moveTo>
                  <a:pt x="0" y="762000"/>
                </a:moveTo>
                <a:lnTo>
                  <a:pt x="1110992" y="762000"/>
                </a:lnTo>
                <a:lnTo>
                  <a:pt x="1110992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74692" y="4210814"/>
            <a:ext cx="484631" cy="266700"/>
          </a:xfrm>
          <a:custGeom>
            <a:avLst/>
            <a:gdLst/>
            <a:ahLst/>
            <a:cxnLst/>
            <a:rect l="l" t="t" r="r" b="b"/>
            <a:pathLst>
              <a:path w="484631" h="266700">
                <a:moveTo>
                  <a:pt x="242315" y="0"/>
                </a:moveTo>
                <a:lnTo>
                  <a:pt x="0" y="133349"/>
                </a:lnTo>
                <a:lnTo>
                  <a:pt x="121157" y="133349"/>
                </a:lnTo>
                <a:lnTo>
                  <a:pt x="121157" y="266699"/>
                </a:lnTo>
                <a:lnTo>
                  <a:pt x="363474" y="266699"/>
                </a:lnTo>
                <a:lnTo>
                  <a:pt x="363474" y="133349"/>
                </a:lnTo>
                <a:lnTo>
                  <a:pt x="484631" y="133349"/>
                </a:lnTo>
                <a:lnTo>
                  <a:pt x="242315" y="0"/>
                </a:lnTo>
                <a:close/>
              </a:path>
            </a:pathLst>
          </a:custGeom>
          <a:solidFill>
            <a:srgbClr val="4965A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74692" y="4210814"/>
            <a:ext cx="484631" cy="266700"/>
          </a:xfrm>
          <a:custGeom>
            <a:avLst/>
            <a:gdLst/>
            <a:ahLst/>
            <a:cxnLst/>
            <a:rect l="l" t="t" r="r" b="b"/>
            <a:pathLst>
              <a:path w="484631" h="266700">
                <a:moveTo>
                  <a:pt x="0" y="133349"/>
                </a:moveTo>
                <a:lnTo>
                  <a:pt x="242315" y="0"/>
                </a:lnTo>
                <a:lnTo>
                  <a:pt x="484631" y="133349"/>
                </a:lnTo>
                <a:lnTo>
                  <a:pt x="363474" y="133349"/>
                </a:lnTo>
                <a:lnTo>
                  <a:pt x="363474" y="266699"/>
                </a:lnTo>
                <a:lnTo>
                  <a:pt x="121157" y="266699"/>
                </a:lnTo>
                <a:lnTo>
                  <a:pt x="121157" y="133349"/>
                </a:lnTo>
                <a:lnTo>
                  <a:pt x="0" y="133349"/>
                </a:lnTo>
                <a:close/>
              </a:path>
            </a:pathLst>
          </a:custGeom>
          <a:ln w="12192">
            <a:solidFill>
              <a:srgbClr val="34487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74692" y="3105911"/>
            <a:ext cx="484631" cy="283464"/>
          </a:xfrm>
          <a:custGeom>
            <a:avLst/>
            <a:gdLst/>
            <a:ahLst/>
            <a:cxnLst/>
            <a:rect l="l" t="t" r="r" b="b"/>
            <a:pathLst>
              <a:path w="484631" h="283464">
                <a:moveTo>
                  <a:pt x="242315" y="0"/>
                </a:moveTo>
                <a:lnTo>
                  <a:pt x="0" y="141732"/>
                </a:lnTo>
                <a:lnTo>
                  <a:pt x="121157" y="141732"/>
                </a:lnTo>
                <a:lnTo>
                  <a:pt x="121157" y="283464"/>
                </a:lnTo>
                <a:lnTo>
                  <a:pt x="363474" y="283464"/>
                </a:lnTo>
                <a:lnTo>
                  <a:pt x="363474" y="141732"/>
                </a:lnTo>
                <a:lnTo>
                  <a:pt x="484631" y="141732"/>
                </a:lnTo>
                <a:lnTo>
                  <a:pt x="242315" y="0"/>
                </a:lnTo>
                <a:close/>
              </a:path>
            </a:pathLst>
          </a:custGeom>
          <a:solidFill>
            <a:srgbClr val="4965A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74692" y="3105911"/>
            <a:ext cx="484631" cy="283464"/>
          </a:xfrm>
          <a:custGeom>
            <a:avLst/>
            <a:gdLst/>
            <a:ahLst/>
            <a:cxnLst/>
            <a:rect l="l" t="t" r="r" b="b"/>
            <a:pathLst>
              <a:path w="484631" h="283464">
                <a:moveTo>
                  <a:pt x="0" y="141732"/>
                </a:moveTo>
                <a:lnTo>
                  <a:pt x="242315" y="0"/>
                </a:lnTo>
                <a:lnTo>
                  <a:pt x="484631" y="141732"/>
                </a:lnTo>
                <a:lnTo>
                  <a:pt x="363474" y="141732"/>
                </a:lnTo>
                <a:lnTo>
                  <a:pt x="363474" y="283464"/>
                </a:lnTo>
                <a:lnTo>
                  <a:pt x="121157" y="283464"/>
                </a:lnTo>
                <a:lnTo>
                  <a:pt x="121157" y="141732"/>
                </a:lnTo>
                <a:lnTo>
                  <a:pt x="0" y="141732"/>
                </a:lnTo>
                <a:close/>
              </a:path>
            </a:pathLst>
          </a:custGeom>
          <a:ln w="12192">
            <a:solidFill>
              <a:srgbClr val="34487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74692" y="2183891"/>
            <a:ext cx="484631" cy="294131"/>
          </a:xfrm>
          <a:custGeom>
            <a:avLst/>
            <a:gdLst/>
            <a:ahLst/>
            <a:cxnLst/>
            <a:rect l="l" t="t" r="r" b="b"/>
            <a:pathLst>
              <a:path w="484631" h="294131">
                <a:moveTo>
                  <a:pt x="242315" y="0"/>
                </a:moveTo>
                <a:lnTo>
                  <a:pt x="0" y="147066"/>
                </a:lnTo>
                <a:lnTo>
                  <a:pt x="121157" y="147066"/>
                </a:lnTo>
                <a:lnTo>
                  <a:pt x="121157" y="294131"/>
                </a:lnTo>
                <a:lnTo>
                  <a:pt x="363474" y="294131"/>
                </a:lnTo>
                <a:lnTo>
                  <a:pt x="363474" y="147066"/>
                </a:lnTo>
                <a:lnTo>
                  <a:pt x="484631" y="147066"/>
                </a:lnTo>
                <a:lnTo>
                  <a:pt x="242315" y="0"/>
                </a:lnTo>
                <a:close/>
              </a:path>
            </a:pathLst>
          </a:custGeom>
          <a:solidFill>
            <a:srgbClr val="4965A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74692" y="2183891"/>
            <a:ext cx="484631" cy="294131"/>
          </a:xfrm>
          <a:custGeom>
            <a:avLst/>
            <a:gdLst/>
            <a:ahLst/>
            <a:cxnLst/>
            <a:rect l="l" t="t" r="r" b="b"/>
            <a:pathLst>
              <a:path w="484631" h="294131">
                <a:moveTo>
                  <a:pt x="0" y="147066"/>
                </a:moveTo>
                <a:lnTo>
                  <a:pt x="242315" y="0"/>
                </a:lnTo>
                <a:lnTo>
                  <a:pt x="484631" y="147066"/>
                </a:lnTo>
                <a:lnTo>
                  <a:pt x="363474" y="147066"/>
                </a:lnTo>
                <a:lnTo>
                  <a:pt x="363474" y="294131"/>
                </a:lnTo>
                <a:lnTo>
                  <a:pt x="121157" y="294131"/>
                </a:lnTo>
                <a:lnTo>
                  <a:pt x="121157" y="147066"/>
                </a:lnTo>
                <a:lnTo>
                  <a:pt x="0" y="147066"/>
                </a:lnTo>
                <a:close/>
              </a:path>
            </a:pathLst>
          </a:custGeom>
          <a:ln w="12192">
            <a:solidFill>
              <a:srgbClr val="34487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95244" y="1200913"/>
            <a:ext cx="3000756" cy="306322"/>
          </a:xfrm>
          <a:custGeom>
            <a:avLst/>
            <a:gdLst/>
            <a:ahLst/>
            <a:cxnLst/>
            <a:rect l="l" t="t" r="r" b="b"/>
            <a:pathLst>
              <a:path w="3000756" h="306322">
                <a:moveTo>
                  <a:pt x="0" y="306322"/>
                </a:moveTo>
                <a:lnTo>
                  <a:pt x="3000756" y="306322"/>
                </a:lnTo>
                <a:lnTo>
                  <a:pt x="3000756" y="0"/>
                </a:lnTo>
                <a:lnTo>
                  <a:pt x="0" y="0"/>
                </a:lnTo>
                <a:lnTo>
                  <a:pt x="0" y="306322"/>
                </a:lnTo>
                <a:close/>
              </a:path>
            </a:pathLst>
          </a:custGeom>
          <a:ln w="9144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216" y="1283208"/>
            <a:ext cx="16806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700" spc="-19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8798" y="1770757"/>
            <a:ext cx="17333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6380" y="1770757"/>
            <a:ext cx="6243118" cy="360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ou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-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2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200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-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App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lica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on </a:t>
            </a:r>
            <a:r>
              <a:rPr sz="12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200" spc="1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2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200" spc="1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2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ows. 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b="1" spc="-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endParaRPr sz="1200">
              <a:latin typeface="Times New Roman"/>
              <a:cs typeface="Times New Roman"/>
            </a:endParaRPr>
          </a:p>
          <a:p>
            <a:pPr marL="12700" marR="22859">
              <a:lnSpc>
                <a:spcPct val="95825"/>
              </a:lnSpc>
            </a:pP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200" b="1" spc="1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ength</a:t>
            </a:r>
            <a:r>
              <a:rPr sz="1200" b="1" spc="1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b="1" spc="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200" b="1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b="1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ength</a:t>
            </a:r>
            <a:r>
              <a:rPr sz="1200" b="1" spc="1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b="1" spc="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b="1" spc="-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b="1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ength</a:t>
            </a:r>
            <a:r>
              <a:rPr sz="1200" b="1" spc="1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= Length</a:t>
            </a:r>
            <a:r>
              <a:rPr sz="1200" b="1" spc="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200" b="1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1200" b="1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200" b="1" spc="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b="1" spc="1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4863" y="2517517"/>
            <a:ext cx="17394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3.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2445" y="2517517"/>
            <a:ext cx="6522738" cy="543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286">
              <a:lnSpc>
                <a:spcPts val="1310"/>
              </a:lnSpc>
              <a:spcBef>
                <a:spcPts val="65"/>
              </a:spcBef>
            </a:pP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port</a:t>
            </a:r>
            <a:r>
              <a:rPr sz="1200" spc="-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2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ou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2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200" spc="1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2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x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1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2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(U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2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IC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P)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2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2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1200" spc="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2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(TCP).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200" spc="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x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mp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e,</a:t>
            </a:r>
            <a:r>
              <a:rPr sz="1200" spc="-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200" spc="1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2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1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 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gth</a:t>
            </a:r>
            <a:r>
              <a:rPr sz="1200" spc="2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val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ue</a:t>
            </a:r>
            <a:r>
              <a:rPr sz="1200" spc="2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ut</a:t>
            </a:r>
            <a:r>
              <a:rPr sz="12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2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CP</a:t>
            </a:r>
            <a:r>
              <a:rPr sz="1200" spc="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ead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er,</a:t>
            </a:r>
            <a:r>
              <a:rPr sz="1200" spc="-1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2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2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sition</a:t>
            </a:r>
            <a:r>
              <a:rPr sz="1200" spc="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2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12700" marR="26286">
              <a:lnSpc>
                <a:spcPct val="95825"/>
              </a:lnSpc>
              <a:spcBef>
                <a:spcPts val="60"/>
              </a:spcBef>
            </a:pP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2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1200" spc="1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CP</a:t>
            </a:r>
            <a:r>
              <a:rPr sz="12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200" spc="1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entified </a:t>
            </a:r>
            <a:r>
              <a:rPr sz="1200" spc="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2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-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lica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on </a:t>
            </a:r>
            <a:r>
              <a:rPr sz="1200" spc="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3556" y="3423412"/>
            <a:ext cx="17333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1139" y="3423412"/>
            <a:ext cx="6568841" cy="7264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rd</a:t>
            </a:r>
            <a:r>
              <a:rPr sz="12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Pv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200" spc="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2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2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20</a:t>
            </a:r>
            <a:r>
              <a:rPr sz="1200" spc="1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; howe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er, </a:t>
            </a:r>
            <a:r>
              <a:rPr sz="1200" spc="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here </a:t>
            </a:r>
            <a:r>
              <a:rPr sz="12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2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1200" spc="6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12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when</a:t>
            </a:r>
            <a:r>
              <a:rPr sz="1200" spc="2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option </a:t>
            </a:r>
            <a:r>
              <a:rPr sz="1200" spc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 marR="40842" indent="0">
              <a:lnSpc>
                <a:spcPct val="99945"/>
              </a:lnSpc>
            </a:pP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x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hose</a:t>
            </a:r>
            <a:r>
              <a:rPr sz="1200" spc="-9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 </a:t>
            </a:r>
            <a:r>
              <a:rPr sz="1200" spc="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2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x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di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up</a:t>
            </a:r>
            <a:r>
              <a:rPr sz="1200" spc="1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60</a:t>
            </a:r>
            <a:r>
              <a:rPr sz="1200" spc="1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es </a:t>
            </a:r>
            <a:r>
              <a:rPr sz="1200" spc="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12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h). </a:t>
            </a:r>
            <a:r>
              <a:rPr sz="12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 he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ont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ns a</a:t>
            </a:r>
            <a:r>
              <a:rPr sz="1200" spc="1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th-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fiel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200" spc="12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hat</a:t>
            </a:r>
            <a:r>
              <a:rPr sz="1200" spc="2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1200" spc="2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eader</a:t>
            </a:r>
            <a:r>
              <a:rPr sz="12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1200" spc="2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 Tr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sport</a:t>
            </a:r>
            <a:r>
              <a:rPr sz="1200" spc="-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lay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er.</a:t>
            </a:r>
            <a:r>
              <a:rPr sz="12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so </a:t>
            </a:r>
            <a:r>
              <a:rPr sz="1200" spc="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1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fie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200" spc="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indica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2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2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 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2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gth.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6794" y="4479795"/>
            <a:ext cx="17333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3994" y="4479795"/>
            <a:ext cx="6479676" cy="360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hernet</a:t>
            </a:r>
            <a:r>
              <a:rPr sz="1200" spc="-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2.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3) </a:t>
            </a:r>
            <a:r>
              <a:rPr sz="1200" spc="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-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fi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x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1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le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gth  of</a:t>
            </a:r>
            <a:r>
              <a:rPr sz="12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14</a:t>
            </a:r>
            <a:r>
              <a:rPr sz="1200" spc="1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byte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;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20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ns</a:t>
            </a:r>
            <a:r>
              <a:rPr sz="1200" spc="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2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da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2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il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200" spc="-1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endParaRPr sz="1200">
              <a:latin typeface="Times New Roman"/>
              <a:cs typeface="Times New Roman"/>
            </a:endParaRPr>
          </a:p>
          <a:p>
            <a:pPr marL="12700" marR="22859">
              <a:lnSpc>
                <a:spcPct val="95825"/>
              </a:lnSpc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1200" spc="-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200" spc="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1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2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beg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200" spc="2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14</a:t>
            </a:r>
            <a:r>
              <a:rPr sz="1200" spc="1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es </a:t>
            </a:r>
            <a:r>
              <a:rPr sz="1200" spc="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200" spc="2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hernet</a:t>
            </a:r>
            <a:r>
              <a:rPr sz="1200" spc="-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234" y="1700783"/>
            <a:ext cx="1110992" cy="7787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1742">
              <a:lnSpc>
                <a:spcPct val="95825"/>
              </a:lnSpc>
              <a:spcBef>
                <a:spcPts val="1191"/>
              </a:spcBef>
            </a:pPr>
            <a:r>
              <a:rPr sz="1400" b="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plic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234" y="2479548"/>
            <a:ext cx="1110992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1742">
              <a:lnSpc>
                <a:spcPct val="95825"/>
              </a:lnSpc>
              <a:spcBef>
                <a:spcPts val="1330"/>
              </a:spcBef>
            </a:pPr>
            <a:r>
              <a:rPr sz="1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sport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234" y="3278125"/>
            <a:ext cx="1110992" cy="781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1742">
              <a:lnSpc>
                <a:spcPct val="95825"/>
              </a:lnSpc>
              <a:spcBef>
                <a:spcPts val="1345"/>
              </a:spcBef>
            </a:pPr>
            <a:r>
              <a:rPr sz="1400" b="1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4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234" y="4059937"/>
            <a:ext cx="1110992" cy="45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2234" y="4105657"/>
            <a:ext cx="1110992" cy="7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86"/>
              </a:spcBef>
            </a:pPr>
            <a:endParaRPr sz="1100"/>
          </a:p>
          <a:p>
            <a:pPr marL="91742">
              <a:lnSpc>
                <a:spcPct val="95825"/>
              </a:lnSpc>
            </a:pP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etwo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91742">
              <a:lnSpc>
                <a:spcPct val="95825"/>
              </a:lnSpc>
              <a:spcBef>
                <a:spcPts val="405"/>
              </a:spcBef>
            </a:pP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95244" y="1200913"/>
            <a:ext cx="3000756" cy="3063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9">
              <a:lnSpc>
                <a:spcPct val="95825"/>
              </a:lnSpc>
              <a:spcBef>
                <a:spcPts val="380"/>
              </a:spcBef>
            </a:pP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Same</a:t>
            </a:r>
            <a:r>
              <a:rPr sz="1400" b="1" spc="3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ex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mpl</a:t>
            </a:r>
            <a:r>
              <a:rPr sz="1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400" b="1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b="1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b="1" spc="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li</a:t>
            </a:r>
            <a:r>
              <a:rPr sz="1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le</a:t>
            </a:r>
            <a:r>
              <a:rPr sz="1400" b="1" spc="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de</a:t>
            </a:r>
            <a:r>
              <a:rPr sz="1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per…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4" y="380991"/>
                </a:moveTo>
                <a:lnTo>
                  <a:pt x="2110244" y="366691"/>
                </a:lnTo>
                <a:lnTo>
                  <a:pt x="2131954" y="331913"/>
                </a:lnTo>
                <a:lnTo>
                  <a:pt x="2133600" y="317500"/>
                </a:lnTo>
                <a:lnTo>
                  <a:pt x="2133591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276" y="359537"/>
            <a:ext cx="183302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1.1.2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809" y="1283208"/>
            <a:ext cx="135319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6" y="1872866"/>
            <a:ext cx="215318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ic</a:t>
            </a:r>
            <a:r>
              <a:rPr sz="2400" spc="3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anal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8649" y="1872866"/>
            <a:ext cx="5148588" cy="330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ools,</a:t>
            </a:r>
            <a:r>
              <a:rPr sz="2400" spc="5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such </a:t>
            </a:r>
            <a:r>
              <a:rPr sz="24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400" spc="-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746" dirty="0">
                <a:solidFill>
                  <a:srgbClr val="4965AC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3"/>
              </a:rPr>
              <a:t>Wireshar</a:t>
            </a:r>
            <a:r>
              <a:rPr sz="2400" u="heavy" spc="4" dirty="0">
                <a:solidFill>
                  <a:srgbClr val="4965AC"/>
                </a:solidFill>
                <a:latin typeface="Times New Roman"/>
                <a:cs typeface="Times New Roman"/>
                <a:hlinkClick r:id="rId3"/>
              </a:rPr>
              <a:t>k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  <a:hlinkClick r:id="rId3"/>
              </a:rPr>
              <a:t>,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 d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splay</a:t>
            </a:r>
            <a:r>
              <a:rPr sz="2400" spc="5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7" y="2238387"/>
            <a:ext cx="8128369" cy="10623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capsulatio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400" spc="-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J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400" spc="3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 </a:t>
            </a:r>
            <a:r>
              <a:rPr sz="2400" spc="1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Wires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ark’s 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case,</a:t>
            </a:r>
            <a:r>
              <a:rPr sz="2400" spc="-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because</a:t>
            </a:r>
            <a:endParaRPr sz="2400">
              <a:latin typeface="Times New Roman"/>
              <a:cs typeface="Times New Roman"/>
            </a:endParaRPr>
          </a:p>
          <a:p>
            <a:pPr marL="12700" marR="381592">
              <a:lnSpc>
                <a:spcPct val="100041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</a:t>
            </a:r>
            <a:r>
              <a:rPr sz="2400" spc="5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ispl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yed</a:t>
            </a:r>
            <a:r>
              <a:rPr sz="24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eve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5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400" spc="4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lower</a:t>
            </a:r>
            <a:r>
              <a:rPr sz="2400" spc="3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ers are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disp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7" y="3848606"/>
            <a:ext cx="7557309" cy="696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example,</a:t>
            </a:r>
            <a:r>
              <a:rPr sz="24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2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see </a:t>
            </a:r>
            <a:r>
              <a:rPr sz="2400" spc="1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NS</a:t>
            </a:r>
            <a:r>
              <a:rPr sz="2400" spc="-1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espo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400" spc="-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looks</a:t>
            </a:r>
            <a:r>
              <a:rPr sz="2400" spc="5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ke</a:t>
            </a:r>
            <a:r>
              <a:rPr sz="24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Wires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ark,</a:t>
            </a:r>
            <a:r>
              <a:rPr sz="2400" spc="5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om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anied</a:t>
            </a:r>
            <a:r>
              <a:rPr sz="24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4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encaps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lation</a:t>
            </a:r>
            <a:r>
              <a:rPr sz="24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details.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3236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02436" y="4880594"/>
            <a:ext cx="1449939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05"/>
              </a:lnSpc>
              <a:spcBef>
                <a:spcPts val="50"/>
              </a:spcBef>
            </a:pP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</a:rPr>
              <a:t>ps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://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www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.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w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i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e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s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h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ark.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g/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 txBox="1"/>
          <p:nvPr/>
        </p:nvSpPr>
        <p:spPr>
          <a:xfrm>
            <a:off x="5307075" y="2187575"/>
            <a:ext cx="1020825" cy="282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23"/>
              </a:spcBef>
            </a:pPr>
            <a:endParaRPr sz="1100"/>
          </a:p>
          <a:p>
            <a:pPr marL="307919">
              <a:lnSpc>
                <a:spcPts val="1100"/>
              </a:lnSpc>
              <a:spcBef>
                <a:spcPts val="55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Sta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ar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6100" y="2209800"/>
            <a:ext cx="4749800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4044">
              <a:lnSpc>
                <a:spcPts val="825"/>
              </a:lnSpc>
              <a:spcBef>
                <a:spcPts val="41"/>
              </a:spcBef>
            </a:pP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I </a:t>
            </a:r>
            <a:r>
              <a:rPr sz="700" spc="119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111                                                                                                                            </a:t>
            </a:r>
            <a:r>
              <a:rPr sz="700" spc="25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112A6E"/>
                </a:solidFill>
                <a:latin typeface="Arial"/>
                <a:cs typeface="Arial"/>
              </a:rPr>
              <a:t>: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9305" y="2069590"/>
            <a:ext cx="7818122" cy="2488692"/>
          </a:xfrm>
          <a:custGeom>
            <a:avLst/>
            <a:gdLst/>
            <a:ahLst/>
            <a:cxnLst/>
            <a:rect l="l" t="t" r="r" b="b"/>
            <a:pathLst>
              <a:path w="7818122" h="2488692">
                <a:moveTo>
                  <a:pt x="0" y="2488692"/>
                </a:moveTo>
                <a:lnTo>
                  <a:pt x="7818122" y="2488692"/>
                </a:lnTo>
                <a:lnTo>
                  <a:pt x="7818122" y="0"/>
                </a:lnTo>
                <a:lnTo>
                  <a:pt x="0" y="0"/>
                </a:lnTo>
                <a:lnTo>
                  <a:pt x="0" y="24886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6352" y="4018027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2450" y="4156709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9404" y="4296916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B7189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6352" y="4463033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3880" y="1668782"/>
            <a:ext cx="1581912" cy="269745"/>
          </a:xfrm>
          <a:custGeom>
            <a:avLst/>
            <a:gdLst/>
            <a:ahLst/>
            <a:cxnLst/>
            <a:rect l="l" t="t" r="r" b="b"/>
            <a:pathLst>
              <a:path w="1581912" h="269745">
                <a:moveTo>
                  <a:pt x="0" y="269745"/>
                </a:moveTo>
                <a:lnTo>
                  <a:pt x="1581912" y="269745"/>
                </a:lnTo>
                <a:lnTo>
                  <a:pt x="1581912" y="0"/>
                </a:lnTo>
                <a:lnTo>
                  <a:pt x="0" y="0"/>
                </a:lnTo>
                <a:lnTo>
                  <a:pt x="0" y="269745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76856" y="1673354"/>
            <a:ext cx="1066800" cy="269745"/>
          </a:xfrm>
          <a:custGeom>
            <a:avLst/>
            <a:gdLst/>
            <a:ahLst/>
            <a:cxnLst/>
            <a:rect l="l" t="t" r="r" b="b"/>
            <a:pathLst>
              <a:path w="1066800" h="269745">
                <a:moveTo>
                  <a:pt x="0" y="269745"/>
                </a:moveTo>
                <a:lnTo>
                  <a:pt x="1066800" y="269745"/>
                </a:lnTo>
                <a:lnTo>
                  <a:pt x="1066800" y="0"/>
                </a:lnTo>
                <a:lnTo>
                  <a:pt x="0" y="0"/>
                </a:lnTo>
                <a:lnTo>
                  <a:pt x="0" y="269745"/>
                </a:lnTo>
                <a:close/>
              </a:path>
            </a:pathLst>
          </a:custGeom>
          <a:ln w="15240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95298" y="1776856"/>
            <a:ext cx="1328674" cy="2457476"/>
          </a:xfrm>
          <a:custGeom>
            <a:avLst/>
            <a:gdLst/>
            <a:ahLst/>
            <a:cxnLst/>
            <a:rect l="l" t="t" r="r" b="b"/>
            <a:pathLst>
              <a:path w="1328674" h="2457476">
                <a:moveTo>
                  <a:pt x="31924" y="2381151"/>
                </a:moveTo>
                <a:lnTo>
                  <a:pt x="0" y="2380373"/>
                </a:lnTo>
                <a:lnTo>
                  <a:pt x="36195" y="2457476"/>
                </a:lnTo>
                <a:lnTo>
                  <a:pt x="76200" y="2382229"/>
                </a:lnTo>
                <a:lnTo>
                  <a:pt x="44607" y="2381459"/>
                </a:lnTo>
                <a:lnTo>
                  <a:pt x="44069" y="2394270"/>
                </a:lnTo>
                <a:lnTo>
                  <a:pt x="31369" y="2393734"/>
                </a:lnTo>
                <a:lnTo>
                  <a:pt x="31924" y="2381151"/>
                </a:lnTo>
                <a:close/>
              </a:path>
              <a:path w="1328674" h="2457476">
                <a:moveTo>
                  <a:pt x="44607" y="2381459"/>
                </a:moveTo>
                <a:lnTo>
                  <a:pt x="46228" y="2342924"/>
                </a:lnTo>
                <a:lnTo>
                  <a:pt x="50673" y="2285961"/>
                </a:lnTo>
                <a:lnTo>
                  <a:pt x="57023" y="2229283"/>
                </a:lnTo>
                <a:lnTo>
                  <a:pt x="64897" y="2172981"/>
                </a:lnTo>
                <a:lnTo>
                  <a:pt x="74295" y="2117355"/>
                </a:lnTo>
                <a:lnTo>
                  <a:pt x="85217" y="2062226"/>
                </a:lnTo>
                <a:lnTo>
                  <a:pt x="97663" y="2008124"/>
                </a:lnTo>
                <a:lnTo>
                  <a:pt x="111633" y="1954657"/>
                </a:lnTo>
                <a:lnTo>
                  <a:pt x="126746" y="1902460"/>
                </a:lnTo>
                <a:lnTo>
                  <a:pt x="143129" y="1851279"/>
                </a:lnTo>
                <a:lnTo>
                  <a:pt x="160909" y="1801241"/>
                </a:lnTo>
                <a:lnTo>
                  <a:pt x="179832" y="1752600"/>
                </a:lnTo>
                <a:lnTo>
                  <a:pt x="199771" y="1705483"/>
                </a:lnTo>
                <a:lnTo>
                  <a:pt x="220726" y="1659890"/>
                </a:lnTo>
                <a:lnTo>
                  <a:pt x="242824" y="1616075"/>
                </a:lnTo>
                <a:lnTo>
                  <a:pt x="265811" y="1573911"/>
                </a:lnTo>
                <a:lnTo>
                  <a:pt x="289560" y="1533779"/>
                </a:lnTo>
                <a:lnTo>
                  <a:pt x="314325" y="1495679"/>
                </a:lnTo>
                <a:lnTo>
                  <a:pt x="339725" y="1459611"/>
                </a:lnTo>
                <a:lnTo>
                  <a:pt x="365760" y="1425956"/>
                </a:lnTo>
                <a:lnTo>
                  <a:pt x="392430" y="1394587"/>
                </a:lnTo>
                <a:lnTo>
                  <a:pt x="419608" y="1365758"/>
                </a:lnTo>
                <a:lnTo>
                  <a:pt x="447421" y="1339469"/>
                </a:lnTo>
                <a:lnTo>
                  <a:pt x="489839" y="1305179"/>
                </a:lnTo>
                <a:lnTo>
                  <a:pt x="532892" y="1277366"/>
                </a:lnTo>
                <a:lnTo>
                  <a:pt x="576453" y="1256284"/>
                </a:lnTo>
                <a:lnTo>
                  <a:pt x="620395" y="1242314"/>
                </a:lnTo>
                <a:lnTo>
                  <a:pt x="664464" y="1235837"/>
                </a:lnTo>
                <a:lnTo>
                  <a:pt x="694944" y="1234948"/>
                </a:lnTo>
                <a:lnTo>
                  <a:pt x="710311" y="1233551"/>
                </a:lnTo>
                <a:lnTo>
                  <a:pt x="756539" y="1224153"/>
                </a:lnTo>
                <a:lnTo>
                  <a:pt x="802005" y="1207135"/>
                </a:lnTo>
                <a:lnTo>
                  <a:pt x="846963" y="1183005"/>
                </a:lnTo>
                <a:lnTo>
                  <a:pt x="891032" y="1152144"/>
                </a:lnTo>
                <a:lnTo>
                  <a:pt x="933958" y="1115060"/>
                </a:lnTo>
                <a:lnTo>
                  <a:pt x="961898" y="1086993"/>
                </a:lnTo>
                <a:lnTo>
                  <a:pt x="989457" y="1056259"/>
                </a:lnTo>
                <a:lnTo>
                  <a:pt x="1016127" y="1023366"/>
                </a:lnTo>
                <a:lnTo>
                  <a:pt x="1054989" y="969391"/>
                </a:lnTo>
                <a:lnTo>
                  <a:pt x="1079881" y="930910"/>
                </a:lnTo>
                <a:lnTo>
                  <a:pt x="1103884" y="890270"/>
                </a:lnTo>
                <a:lnTo>
                  <a:pt x="1127125" y="847852"/>
                </a:lnTo>
                <a:lnTo>
                  <a:pt x="1149350" y="803529"/>
                </a:lnTo>
                <a:lnTo>
                  <a:pt x="1170559" y="757682"/>
                </a:lnTo>
                <a:lnTo>
                  <a:pt x="1190625" y="710184"/>
                </a:lnTo>
                <a:lnTo>
                  <a:pt x="1209675" y="661035"/>
                </a:lnTo>
                <a:lnTo>
                  <a:pt x="1227582" y="610870"/>
                </a:lnTo>
                <a:lnTo>
                  <a:pt x="1244092" y="559181"/>
                </a:lnTo>
                <a:lnTo>
                  <a:pt x="1259332" y="506603"/>
                </a:lnTo>
                <a:lnTo>
                  <a:pt x="1273302" y="452755"/>
                </a:lnTo>
                <a:lnTo>
                  <a:pt x="1285875" y="398145"/>
                </a:lnTo>
                <a:lnTo>
                  <a:pt x="1296797" y="342773"/>
                </a:lnTo>
                <a:lnTo>
                  <a:pt x="1306449" y="286639"/>
                </a:lnTo>
                <a:lnTo>
                  <a:pt x="1314196" y="230124"/>
                </a:lnTo>
                <a:lnTo>
                  <a:pt x="1320546" y="172974"/>
                </a:lnTo>
                <a:lnTo>
                  <a:pt x="1324991" y="115443"/>
                </a:lnTo>
                <a:lnTo>
                  <a:pt x="1327785" y="57912"/>
                </a:lnTo>
                <a:lnTo>
                  <a:pt x="1328674" y="254"/>
                </a:lnTo>
                <a:lnTo>
                  <a:pt x="1316101" y="0"/>
                </a:lnTo>
                <a:lnTo>
                  <a:pt x="1315085" y="57658"/>
                </a:lnTo>
                <a:lnTo>
                  <a:pt x="1312291" y="114935"/>
                </a:lnTo>
                <a:lnTo>
                  <a:pt x="1307846" y="171958"/>
                </a:lnTo>
                <a:lnTo>
                  <a:pt x="1301623" y="228727"/>
                </a:lnTo>
                <a:lnTo>
                  <a:pt x="1293749" y="284861"/>
                </a:lnTo>
                <a:lnTo>
                  <a:pt x="1284351" y="340614"/>
                </a:lnTo>
                <a:lnTo>
                  <a:pt x="1273429" y="395732"/>
                </a:lnTo>
                <a:lnTo>
                  <a:pt x="1260983" y="449961"/>
                </a:lnTo>
                <a:lnTo>
                  <a:pt x="1247140" y="503301"/>
                </a:lnTo>
                <a:lnTo>
                  <a:pt x="1231900" y="555625"/>
                </a:lnTo>
                <a:lnTo>
                  <a:pt x="1215517" y="606933"/>
                </a:lnTo>
                <a:lnTo>
                  <a:pt x="1197737" y="656844"/>
                </a:lnTo>
                <a:lnTo>
                  <a:pt x="1178814" y="705485"/>
                </a:lnTo>
                <a:lnTo>
                  <a:pt x="1158875" y="752729"/>
                </a:lnTo>
                <a:lnTo>
                  <a:pt x="1137793" y="798195"/>
                </a:lnTo>
                <a:lnTo>
                  <a:pt x="1115695" y="842137"/>
                </a:lnTo>
                <a:lnTo>
                  <a:pt x="1092835" y="884301"/>
                </a:lnTo>
                <a:lnTo>
                  <a:pt x="1068959" y="924433"/>
                </a:lnTo>
                <a:lnTo>
                  <a:pt x="1044321" y="962533"/>
                </a:lnTo>
                <a:lnTo>
                  <a:pt x="1018921" y="998601"/>
                </a:lnTo>
                <a:lnTo>
                  <a:pt x="992886" y="1032256"/>
                </a:lnTo>
                <a:lnTo>
                  <a:pt x="966216" y="1063625"/>
                </a:lnTo>
                <a:lnTo>
                  <a:pt x="938911" y="1092454"/>
                </a:lnTo>
                <a:lnTo>
                  <a:pt x="911225" y="1118743"/>
                </a:lnTo>
                <a:lnTo>
                  <a:pt x="868807" y="1153033"/>
                </a:lnTo>
                <a:lnTo>
                  <a:pt x="825627" y="1180973"/>
                </a:lnTo>
                <a:lnTo>
                  <a:pt x="781939" y="1201928"/>
                </a:lnTo>
                <a:lnTo>
                  <a:pt x="737997" y="1215898"/>
                </a:lnTo>
                <a:lnTo>
                  <a:pt x="693801" y="1222248"/>
                </a:lnTo>
                <a:lnTo>
                  <a:pt x="664083" y="1223137"/>
                </a:lnTo>
                <a:lnTo>
                  <a:pt x="648716" y="1224534"/>
                </a:lnTo>
                <a:lnTo>
                  <a:pt x="602615" y="1233805"/>
                </a:lnTo>
                <a:lnTo>
                  <a:pt x="556895" y="1250823"/>
                </a:lnTo>
                <a:lnTo>
                  <a:pt x="512064" y="1274953"/>
                </a:lnTo>
                <a:lnTo>
                  <a:pt x="467868" y="1305687"/>
                </a:lnTo>
                <a:lnTo>
                  <a:pt x="424942" y="1342898"/>
                </a:lnTo>
                <a:lnTo>
                  <a:pt x="396875" y="1370965"/>
                </a:lnTo>
                <a:lnTo>
                  <a:pt x="369443" y="1401572"/>
                </a:lnTo>
                <a:lnTo>
                  <a:pt x="342646" y="1434719"/>
                </a:lnTo>
                <a:lnTo>
                  <a:pt x="303911" y="1488313"/>
                </a:lnTo>
                <a:lnTo>
                  <a:pt x="278892" y="1526921"/>
                </a:lnTo>
                <a:lnTo>
                  <a:pt x="254889" y="1567434"/>
                </a:lnTo>
                <a:lnTo>
                  <a:pt x="231775" y="1609979"/>
                </a:lnTo>
                <a:lnTo>
                  <a:pt x="209423" y="1654302"/>
                </a:lnTo>
                <a:lnTo>
                  <a:pt x="188341" y="1700149"/>
                </a:lnTo>
                <a:lnTo>
                  <a:pt x="168148" y="1747647"/>
                </a:lnTo>
                <a:lnTo>
                  <a:pt x="149098" y="1796669"/>
                </a:lnTo>
                <a:lnTo>
                  <a:pt x="131191" y="1846961"/>
                </a:lnTo>
                <a:lnTo>
                  <a:pt x="114681" y="1898523"/>
                </a:lnTo>
                <a:lnTo>
                  <a:pt x="99314" y="1951228"/>
                </a:lnTo>
                <a:lnTo>
                  <a:pt x="85471" y="2004822"/>
                </a:lnTo>
                <a:lnTo>
                  <a:pt x="72898" y="2059432"/>
                </a:lnTo>
                <a:lnTo>
                  <a:pt x="61849" y="2114854"/>
                </a:lnTo>
                <a:lnTo>
                  <a:pt x="52324" y="2170863"/>
                </a:lnTo>
                <a:lnTo>
                  <a:pt x="44450" y="2227527"/>
                </a:lnTo>
                <a:lnTo>
                  <a:pt x="38100" y="2284577"/>
                </a:lnTo>
                <a:lnTo>
                  <a:pt x="33655" y="2341916"/>
                </a:lnTo>
                <a:lnTo>
                  <a:pt x="31924" y="2381151"/>
                </a:lnTo>
                <a:lnTo>
                  <a:pt x="31369" y="2393734"/>
                </a:lnTo>
                <a:lnTo>
                  <a:pt x="44069" y="2394270"/>
                </a:lnTo>
                <a:lnTo>
                  <a:pt x="44607" y="23814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76245" y="1674878"/>
            <a:ext cx="1147574" cy="269745"/>
          </a:xfrm>
          <a:custGeom>
            <a:avLst/>
            <a:gdLst/>
            <a:ahLst/>
            <a:cxnLst/>
            <a:rect l="l" t="t" r="r" b="b"/>
            <a:pathLst>
              <a:path w="1147574" h="269745">
                <a:moveTo>
                  <a:pt x="0" y="269745"/>
                </a:moveTo>
                <a:lnTo>
                  <a:pt x="1147574" y="269745"/>
                </a:lnTo>
                <a:lnTo>
                  <a:pt x="1147574" y="0"/>
                </a:lnTo>
                <a:lnTo>
                  <a:pt x="0" y="0"/>
                </a:lnTo>
                <a:lnTo>
                  <a:pt x="0" y="269745"/>
                </a:lnTo>
                <a:close/>
              </a:path>
            </a:pathLst>
          </a:custGeom>
          <a:ln w="15240">
            <a:solidFill>
              <a:srgbClr val="6F2F9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84223" y="1944496"/>
            <a:ext cx="2271903" cy="2393952"/>
          </a:xfrm>
          <a:custGeom>
            <a:avLst/>
            <a:gdLst/>
            <a:ahLst/>
            <a:cxnLst/>
            <a:rect l="l" t="t" r="r" b="b"/>
            <a:pathLst>
              <a:path w="2271903" h="2393952">
                <a:moveTo>
                  <a:pt x="44582" y="2318073"/>
                </a:moveTo>
                <a:lnTo>
                  <a:pt x="51308" y="2255000"/>
                </a:lnTo>
                <a:lnTo>
                  <a:pt x="60579" y="2199701"/>
                </a:lnTo>
                <a:lnTo>
                  <a:pt x="72771" y="2144863"/>
                </a:lnTo>
                <a:lnTo>
                  <a:pt x="87884" y="2090381"/>
                </a:lnTo>
                <a:lnTo>
                  <a:pt x="105537" y="2036586"/>
                </a:lnTo>
                <a:lnTo>
                  <a:pt x="125730" y="1983514"/>
                </a:lnTo>
                <a:lnTo>
                  <a:pt x="148590" y="1931176"/>
                </a:lnTo>
                <a:lnTo>
                  <a:pt x="173736" y="1879727"/>
                </a:lnTo>
                <a:lnTo>
                  <a:pt x="215646" y="1804670"/>
                </a:lnTo>
                <a:lnTo>
                  <a:pt x="246380" y="1756029"/>
                </a:lnTo>
                <a:lnTo>
                  <a:pt x="279146" y="1708785"/>
                </a:lnTo>
                <a:lnTo>
                  <a:pt x="313690" y="1662811"/>
                </a:lnTo>
                <a:lnTo>
                  <a:pt x="350266" y="1618488"/>
                </a:lnTo>
                <a:lnTo>
                  <a:pt x="388366" y="1575689"/>
                </a:lnTo>
                <a:lnTo>
                  <a:pt x="428244" y="1534795"/>
                </a:lnTo>
                <a:lnTo>
                  <a:pt x="469519" y="1495552"/>
                </a:lnTo>
                <a:lnTo>
                  <a:pt x="512318" y="1458468"/>
                </a:lnTo>
                <a:lnTo>
                  <a:pt x="556387" y="1423162"/>
                </a:lnTo>
                <a:lnTo>
                  <a:pt x="601726" y="1390269"/>
                </a:lnTo>
                <a:lnTo>
                  <a:pt x="648208" y="1359662"/>
                </a:lnTo>
                <a:lnTo>
                  <a:pt x="695579" y="1331468"/>
                </a:lnTo>
                <a:lnTo>
                  <a:pt x="743839" y="1305814"/>
                </a:lnTo>
                <a:lnTo>
                  <a:pt x="792988" y="1282700"/>
                </a:lnTo>
                <a:lnTo>
                  <a:pt x="842772" y="1262380"/>
                </a:lnTo>
                <a:lnTo>
                  <a:pt x="893191" y="1244854"/>
                </a:lnTo>
                <a:lnTo>
                  <a:pt x="944118" y="1230249"/>
                </a:lnTo>
                <a:lnTo>
                  <a:pt x="995299" y="1218819"/>
                </a:lnTo>
                <a:lnTo>
                  <a:pt x="1046861" y="1210437"/>
                </a:lnTo>
                <a:lnTo>
                  <a:pt x="1098550" y="1205230"/>
                </a:lnTo>
                <a:lnTo>
                  <a:pt x="1150493" y="1203198"/>
                </a:lnTo>
                <a:lnTo>
                  <a:pt x="1176909" y="1202817"/>
                </a:lnTo>
                <a:lnTo>
                  <a:pt x="1203198" y="1201420"/>
                </a:lnTo>
                <a:lnTo>
                  <a:pt x="1255776" y="1196340"/>
                </a:lnTo>
                <a:lnTo>
                  <a:pt x="1308100" y="1187958"/>
                </a:lnTo>
                <a:lnTo>
                  <a:pt x="1360170" y="1176274"/>
                </a:lnTo>
                <a:lnTo>
                  <a:pt x="1411732" y="1161415"/>
                </a:lnTo>
                <a:lnTo>
                  <a:pt x="1462659" y="1143762"/>
                </a:lnTo>
                <a:lnTo>
                  <a:pt x="1513205" y="1123188"/>
                </a:lnTo>
                <a:lnTo>
                  <a:pt x="1562862" y="1099820"/>
                </a:lnTo>
                <a:lnTo>
                  <a:pt x="1611630" y="1073912"/>
                </a:lnTo>
                <a:lnTo>
                  <a:pt x="1659636" y="1045337"/>
                </a:lnTo>
                <a:lnTo>
                  <a:pt x="1706626" y="1014476"/>
                </a:lnTo>
                <a:lnTo>
                  <a:pt x="1752219" y="981075"/>
                </a:lnTo>
                <a:lnTo>
                  <a:pt x="1796796" y="945769"/>
                </a:lnTo>
                <a:lnTo>
                  <a:pt x="1839976" y="908177"/>
                </a:lnTo>
                <a:lnTo>
                  <a:pt x="1881759" y="868680"/>
                </a:lnTo>
                <a:lnTo>
                  <a:pt x="1921891" y="827278"/>
                </a:lnTo>
                <a:lnTo>
                  <a:pt x="1960372" y="784225"/>
                </a:lnTo>
                <a:lnTo>
                  <a:pt x="1997202" y="739394"/>
                </a:lnTo>
                <a:lnTo>
                  <a:pt x="2032127" y="693039"/>
                </a:lnTo>
                <a:lnTo>
                  <a:pt x="2065147" y="645287"/>
                </a:lnTo>
                <a:lnTo>
                  <a:pt x="2096135" y="596265"/>
                </a:lnTo>
                <a:lnTo>
                  <a:pt x="2124964" y="545973"/>
                </a:lnTo>
                <a:lnTo>
                  <a:pt x="2151380" y="494538"/>
                </a:lnTo>
                <a:lnTo>
                  <a:pt x="2175637" y="442214"/>
                </a:lnTo>
                <a:lnTo>
                  <a:pt x="2197354" y="388874"/>
                </a:lnTo>
                <a:lnTo>
                  <a:pt x="2216531" y="334772"/>
                </a:lnTo>
                <a:lnTo>
                  <a:pt x="2233041" y="280035"/>
                </a:lnTo>
                <a:lnTo>
                  <a:pt x="2246757" y="224663"/>
                </a:lnTo>
                <a:lnTo>
                  <a:pt x="2257552" y="168910"/>
                </a:lnTo>
                <a:lnTo>
                  <a:pt x="2265553" y="112903"/>
                </a:lnTo>
                <a:lnTo>
                  <a:pt x="2270379" y="56515"/>
                </a:lnTo>
                <a:lnTo>
                  <a:pt x="2271903" y="254"/>
                </a:lnTo>
                <a:lnTo>
                  <a:pt x="2259330" y="0"/>
                </a:lnTo>
                <a:lnTo>
                  <a:pt x="2258949" y="28194"/>
                </a:lnTo>
                <a:lnTo>
                  <a:pt x="2257679" y="56007"/>
                </a:lnTo>
                <a:lnTo>
                  <a:pt x="2252853" y="111633"/>
                </a:lnTo>
                <a:lnTo>
                  <a:pt x="2245106" y="167005"/>
                </a:lnTo>
                <a:lnTo>
                  <a:pt x="2234311" y="222123"/>
                </a:lnTo>
                <a:lnTo>
                  <a:pt x="2220849" y="276860"/>
                </a:lnTo>
                <a:lnTo>
                  <a:pt x="2204466" y="330962"/>
                </a:lnTo>
                <a:lnTo>
                  <a:pt x="2185416" y="384429"/>
                </a:lnTo>
                <a:lnTo>
                  <a:pt x="2163953" y="437261"/>
                </a:lnTo>
                <a:lnTo>
                  <a:pt x="2139950" y="489077"/>
                </a:lnTo>
                <a:lnTo>
                  <a:pt x="2113661" y="540004"/>
                </a:lnTo>
                <a:lnTo>
                  <a:pt x="2085086" y="589915"/>
                </a:lnTo>
                <a:lnTo>
                  <a:pt x="2054352" y="638556"/>
                </a:lnTo>
                <a:lnTo>
                  <a:pt x="2021713" y="685800"/>
                </a:lnTo>
                <a:lnTo>
                  <a:pt x="1987042" y="731774"/>
                </a:lnTo>
                <a:lnTo>
                  <a:pt x="1950593" y="776097"/>
                </a:lnTo>
                <a:lnTo>
                  <a:pt x="1912493" y="818896"/>
                </a:lnTo>
                <a:lnTo>
                  <a:pt x="1872615" y="859790"/>
                </a:lnTo>
                <a:lnTo>
                  <a:pt x="1831340" y="898906"/>
                </a:lnTo>
                <a:lnTo>
                  <a:pt x="1788414" y="936117"/>
                </a:lnTo>
                <a:lnTo>
                  <a:pt x="1744345" y="971169"/>
                </a:lnTo>
                <a:lnTo>
                  <a:pt x="1699133" y="1004189"/>
                </a:lnTo>
                <a:lnTo>
                  <a:pt x="1652778" y="1034669"/>
                </a:lnTo>
                <a:lnTo>
                  <a:pt x="1605280" y="1062863"/>
                </a:lnTo>
                <a:lnTo>
                  <a:pt x="1557020" y="1088517"/>
                </a:lnTo>
                <a:lnTo>
                  <a:pt x="1507998" y="1111631"/>
                </a:lnTo>
                <a:lnTo>
                  <a:pt x="1458087" y="1131951"/>
                </a:lnTo>
                <a:lnTo>
                  <a:pt x="1407668" y="1149350"/>
                </a:lnTo>
                <a:lnTo>
                  <a:pt x="1356741" y="1163955"/>
                </a:lnTo>
                <a:lnTo>
                  <a:pt x="1305560" y="1175512"/>
                </a:lnTo>
                <a:lnTo>
                  <a:pt x="1253871" y="1183767"/>
                </a:lnTo>
                <a:lnTo>
                  <a:pt x="1202182" y="1188847"/>
                </a:lnTo>
                <a:lnTo>
                  <a:pt x="1150366" y="1190498"/>
                </a:lnTo>
                <a:lnTo>
                  <a:pt x="1124204" y="1191387"/>
                </a:lnTo>
                <a:lnTo>
                  <a:pt x="1071753" y="1194816"/>
                </a:lnTo>
                <a:lnTo>
                  <a:pt x="1019175" y="1201674"/>
                </a:lnTo>
                <a:lnTo>
                  <a:pt x="966978" y="1211707"/>
                </a:lnTo>
                <a:lnTo>
                  <a:pt x="915162" y="1224915"/>
                </a:lnTo>
                <a:lnTo>
                  <a:pt x="863854" y="1241171"/>
                </a:lnTo>
                <a:lnTo>
                  <a:pt x="813054" y="1260348"/>
                </a:lnTo>
                <a:lnTo>
                  <a:pt x="763016" y="1282446"/>
                </a:lnTo>
                <a:lnTo>
                  <a:pt x="713740" y="1307084"/>
                </a:lnTo>
                <a:lnTo>
                  <a:pt x="665353" y="1334389"/>
                </a:lnTo>
                <a:lnTo>
                  <a:pt x="617982" y="1364107"/>
                </a:lnTo>
                <a:lnTo>
                  <a:pt x="571627" y="1396238"/>
                </a:lnTo>
                <a:lnTo>
                  <a:pt x="504444" y="1448435"/>
                </a:lnTo>
                <a:lnTo>
                  <a:pt x="461264" y="1486027"/>
                </a:lnTo>
                <a:lnTo>
                  <a:pt x="419481" y="1525524"/>
                </a:lnTo>
                <a:lnTo>
                  <a:pt x="379349" y="1566799"/>
                </a:lnTo>
                <a:lnTo>
                  <a:pt x="340741" y="1609979"/>
                </a:lnTo>
                <a:lnTo>
                  <a:pt x="303911" y="1654810"/>
                </a:lnTo>
                <a:lnTo>
                  <a:pt x="268986" y="1701038"/>
                </a:lnTo>
                <a:lnTo>
                  <a:pt x="235966" y="1748790"/>
                </a:lnTo>
                <a:lnTo>
                  <a:pt x="204978" y="1797939"/>
                </a:lnTo>
                <a:lnTo>
                  <a:pt x="176149" y="1848104"/>
                </a:lnTo>
                <a:lnTo>
                  <a:pt x="149479" y="1899666"/>
                </a:lnTo>
                <a:lnTo>
                  <a:pt x="125222" y="1952042"/>
                </a:lnTo>
                <a:lnTo>
                  <a:pt x="103505" y="2005291"/>
                </a:lnTo>
                <a:lnTo>
                  <a:pt x="84328" y="2059381"/>
                </a:lnTo>
                <a:lnTo>
                  <a:pt x="67818" y="2114056"/>
                </a:lnTo>
                <a:lnTo>
                  <a:pt x="53975" y="2169325"/>
                </a:lnTo>
                <a:lnTo>
                  <a:pt x="43053" y="2225076"/>
                </a:lnTo>
                <a:lnTo>
                  <a:pt x="35179" y="2281135"/>
                </a:lnTo>
                <a:lnTo>
                  <a:pt x="31932" y="2317567"/>
                </a:lnTo>
                <a:lnTo>
                  <a:pt x="31242" y="2330169"/>
                </a:lnTo>
                <a:lnTo>
                  <a:pt x="43942" y="2330828"/>
                </a:lnTo>
                <a:lnTo>
                  <a:pt x="44582" y="2318073"/>
                </a:lnTo>
                <a:close/>
              </a:path>
              <a:path w="2271903" h="2393952">
                <a:moveTo>
                  <a:pt x="31932" y="2317567"/>
                </a:moveTo>
                <a:lnTo>
                  <a:pt x="0" y="2316288"/>
                </a:lnTo>
                <a:lnTo>
                  <a:pt x="35052" y="2393952"/>
                </a:lnTo>
                <a:lnTo>
                  <a:pt x="76200" y="2319340"/>
                </a:lnTo>
                <a:lnTo>
                  <a:pt x="44582" y="2318073"/>
                </a:lnTo>
                <a:lnTo>
                  <a:pt x="43942" y="2330828"/>
                </a:lnTo>
                <a:lnTo>
                  <a:pt x="31242" y="2330169"/>
                </a:lnTo>
                <a:lnTo>
                  <a:pt x="31932" y="2317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85361" y="1668781"/>
            <a:ext cx="1219200" cy="260602"/>
          </a:xfrm>
          <a:custGeom>
            <a:avLst/>
            <a:gdLst/>
            <a:ahLst/>
            <a:cxnLst/>
            <a:rect l="l" t="t" r="r" b="b"/>
            <a:pathLst>
              <a:path w="1219200" h="260602">
                <a:moveTo>
                  <a:pt x="0" y="260602"/>
                </a:moveTo>
                <a:lnTo>
                  <a:pt x="1219200" y="260602"/>
                </a:lnTo>
                <a:lnTo>
                  <a:pt x="1219200" y="0"/>
                </a:lnTo>
                <a:lnTo>
                  <a:pt x="0" y="0"/>
                </a:lnTo>
                <a:lnTo>
                  <a:pt x="0" y="260602"/>
                </a:lnTo>
                <a:close/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722880" y="1726564"/>
            <a:ext cx="2704592" cy="2759327"/>
          </a:xfrm>
          <a:custGeom>
            <a:avLst/>
            <a:gdLst/>
            <a:ahLst/>
            <a:cxnLst/>
            <a:rect l="l" t="t" r="r" b="b"/>
            <a:pathLst>
              <a:path w="2704592" h="2759327">
                <a:moveTo>
                  <a:pt x="52197" y="2532632"/>
                </a:moveTo>
                <a:lnTo>
                  <a:pt x="46228" y="2564804"/>
                </a:lnTo>
                <a:lnTo>
                  <a:pt x="41021" y="2597061"/>
                </a:lnTo>
                <a:lnTo>
                  <a:pt x="36703" y="2629331"/>
                </a:lnTo>
                <a:lnTo>
                  <a:pt x="33401" y="2661805"/>
                </a:lnTo>
                <a:lnTo>
                  <a:pt x="32125" y="2682956"/>
                </a:lnTo>
                <a:lnTo>
                  <a:pt x="31369" y="2695500"/>
                </a:lnTo>
                <a:lnTo>
                  <a:pt x="44069" y="2696249"/>
                </a:lnTo>
                <a:lnTo>
                  <a:pt x="44806" y="2683415"/>
                </a:lnTo>
                <a:lnTo>
                  <a:pt x="45974" y="2663115"/>
                </a:lnTo>
                <a:lnTo>
                  <a:pt x="49276" y="2631008"/>
                </a:lnTo>
                <a:lnTo>
                  <a:pt x="58674" y="2567141"/>
                </a:lnTo>
                <a:lnTo>
                  <a:pt x="71501" y="2503576"/>
                </a:lnTo>
                <a:lnTo>
                  <a:pt x="87757" y="2440533"/>
                </a:lnTo>
                <a:lnTo>
                  <a:pt x="107315" y="2378049"/>
                </a:lnTo>
                <a:lnTo>
                  <a:pt x="129921" y="2316350"/>
                </a:lnTo>
                <a:lnTo>
                  <a:pt x="155575" y="2255455"/>
                </a:lnTo>
                <a:lnTo>
                  <a:pt x="184277" y="2195611"/>
                </a:lnTo>
                <a:lnTo>
                  <a:pt x="215773" y="2136902"/>
                </a:lnTo>
                <a:lnTo>
                  <a:pt x="249809" y="2079498"/>
                </a:lnTo>
                <a:lnTo>
                  <a:pt x="286385" y="2023364"/>
                </a:lnTo>
                <a:lnTo>
                  <a:pt x="325501" y="1968754"/>
                </a:lnTo>
                <a:lnTo>
                  <a:pt x="366903" y="1915922"/>
                </a:lnTo>
                <a:lnTo>
                  <a:pt x="410464" y="1864741"/>
                </a:lnTo>
                <a:lnTo>
                  <a:pt x="456057" y="1815465"/>
                </a:lnTo>
                <a:lnTo>
                  <a:pt x="503555" y="1768221"/>
                </a:lnTo>
                <a:lnTo>
                  <a:pt x="553085" y="1723009"/>
                </a:lnTo>
                <a:lnTo>
                  <a:pt x="604266" y="1680083"/>
                </a:lnTo>
                <a:lnTo>
                  <a:pt x="656844" y="1639570"/>
                </a:lnTo>
                <a:lnTo>
                  <a:pt x="710946" y="1601597"/>
                </a:lnTo>
                <a:lnTo>
                  <a:pt x="766445" y="1566418"/>
                </a:lnTo>
                <a:lnTo>
                  <a:pt x="822960" y="1533779"/>
                </a:lnTo>
                <a:lnTo>
                  <a:pt x="880745" y="1504188"/>
                </a:lnTo>
                <a:lnTo>
                  <a:pt x="939546" y="1477518"/>
                </a:lnTo>
                <a:lnTo>
                  <a:pt x="998982" y="1454023"/>
                </a:lnTo>
                <a:lnTo>
                  <a:pt x="1059307" y="1433830"/>
                </a:lnTo>
                <a:lnTo>
                  <a:pt x="1120140" y="1416939"/>
                </a:lnTo>
                <a:lnTo>
                  <a:pt x="1181354" y="1403731"/>
                </a:lnTo>
                <a:lnTo>
                  <a:pt x="1242949" y="1394079"/>
                </a:lnTo>
                <a:lnTo>
                  <a:pt x="1304925" y="1388110"/>
                </a:lnTo>
                <a:lnTo>
                  <a:pt x="1366774" y="1385951"/>
                </a:lnTo>
                <a:lnTo>
                  <a:pt x="1398143" y="1385443"/>
                </a:lnTo>
                <a:lnTo>
                  <a:pt x="1429512" y="1383919"/>
                </a:lnTo>
                <a:lnTo>
                  <a:pt x="1492250" y="1378077"/>
                </a:lnTo>
                <a:lnTo>
                  <a:pt x="1554607" y="1368298"/>
                </a:lnTo>
                <a:lnTo>
                  <a:pt x="1616710" y="1354963"/>
                </a:lnTo>
                <a:lnTo>
                  <a:pt x="1678178" y="1337818"/>
                </a:lnTo>
                <a:lnTo>
                  <a:pt x="1739138" y="1317498"/>
                </a:lnTo>
                <a:lnTo>
                  <a:pt x="1799209" y="1293749"/>
                </a:lnTo>
                <a:lnTo>
                  <a:pt x="1858518" y="1266952"/>
                </a:lnTo>
                <a:lnTo>
                  <a:pt x="1916811" y="1236980"/>
                </a:lnTo>
                <a:lnTo>
                  <a:pt x="1973961" y="1204087"/>
                </a:lnTo>
                <a:lnTo>
                  <a:pt x="2029841" y="1168527"/>
                </a:lnTo>
                <a:lnTo>
                  <a:pt x="2084451" y="1130173"/>
                </a:lnTo>
                <a:lnTo>
                  <a:pt x="2137537" y="1089406"/>
                </a:lnTo>
                <a:lnTo>
                  <a:pt x="2189099" y="1046226"/>
                </a:lnTo>
                <a:lnTo>
                  <a:pt x="2238883" y="1000633"/>
                </a:lnTo>
                <a:lnTo>
                  <a:pt x="2286889" y="952881"/>
                </a:lnTo>
                <a:lnTo>
                  <a:pt x="2332863" y="903351"/>
                </a:lnTo>
                <a:lnTo>
                  <a:pt x="2376678" y="851662"/>
                </a:lnTo>
                <a:lnTo>
                  <a:pt x="2418461" y="798322"/>
                </a:lnTo>
                <a:lnTo>
                  <a:pt x="2457831" y="743331"/>
                </a:lnTo>
                <a:lnTo>
                  <a:pt x="2494661" y="686816"/>
                </a:lnTo>
                <a:lnTo>
                  <a:pt x="2529205" y="628904"/>
                </a:lnTo>
                <a:lnTo>
                  <a:pt x="2560828" y="569722"/>
                </a:lnTo>
                <a:lnTo>
                  <a:pt x="2589657" y="509270"/>
                </a:lnTo>
                <a:lnTo>
                  <a:pt x="2615692" y="447802"/>
                </a:lnTo>
                <a:lnTo>
                  <a:pt x="2638552" y="385572"/>
                </a:lnTo>
                <a:lnTo>
                  <a:pt x="2658237" y="322453"/>
                </a:lnTo>
                <a:lnTo>
                  <a:pt x="2674620" y="258826"/>
                </a:lnTo>
                <a:lnTo>
                  <a:pt x="2687447" y="194564"/>
                </a:lnTo>
                <a:lnTo>
                  <a:pt x="2696972" y="129921"/>
                </a:lnTo>
                <a:lnTo>
                  <a:pt x="2702687" y="65024"/>
                </a:lnTo>
                <a:lnTo>
                  <a:pt x="2704592" y="254"/>
                </a:lnTo>
                <a:lnTo>
                  <a:pt x="2691892" y="0"/>
                </a:lnTo>
                <a:lnTo>
                  <a:pt x="2691511" y="32385"/>
                </a:lnTo>
                <a:lnTo>
                  <a:pt x="2689987" y="64516"/>
                </a:lnTo>
                <a:lnTo>
                  <a:pt x="2684399" y="128651"/>
                </a:lnTo>
                <a:lnTo>
                  <a:pt x="2675001" y="192532"/>
                </a:lnTo>
                <a:lnTo>
                  <a:pt x="2662174" y="256159"/>
                </a:lnTo>
                <a:lnTo>
                  <a:pt x="2645918" y="319151"/>
                </a:lnTo>
                <a:lnTo>
                  <a:pt x="2626360" y="381635"/>
                </a:lnTo>
                <a:lnTo>
                  <a:pt x="2603754" y="443357"/>
                </a:lnTo>
                <a:lnTo>
                  <a:pt x="2578100" y="504190"/>
                </a:lnTo>
                <a:lnTo>
                  <a:pt x="2549398" y="564007"/>
                </a:lnTo>
                <a:lnTo>
                  <a:pt x="2518029" y="622808"/>
                </a:lnTo>
                <a:lnTo>
                  <a:pt x="2483866" y="680212"/>
                </a:lnTo>
                <a:lnTo>
                  <a:pt x="2447290" y="736346"/>
                </a:lnTo>
                <a:lnTo>
                  <a:pt x="2408174" y="790829"/>
                </a:lnTo>
                <a:lnTo>
                  <a:pt x="2366772" y="843788"/>
                </a:lnTo>
                <a:lnTo>
                  <a:pt x="2323211" y="895096"/>
                </a:lnTo>
                <a:lnTo>
                  <a:pt x="2277618" y="944372"/>
                </a:lnTo>
                <a:lnTo>
                  <a:pt x="2229993" y="991616"/>
                </a:lnTo>
                <a:lnTo>
                  <a:pt x="2180463" y="1036828"/>
                </a:lnTo>
                <a:lnTo>
                  <a:pt x="2129536" y="1079627"/>
                </a:lnTo>
                <a:lnTo>
                  <a:pt x="2076831" y="1120013"/>
                </a:lnTo>
                <a:lnTo>
                  <a:pt x="2022729" y="1157986"/>
                </a:lnTo>
                <a:lnTo>
                  <a:pt x="1967230" y="1193419"/>
                </a:lnTo>
                <a:lnTo>
                  <a:pt x="1910588" y="1225931"/>
                </a:lnTo>
                <a:lnTo>
                  <a:pt x="1852803" y="1255522"/>
                </a:lnTo>
                <a:lnTo>
                  <a:pt x="1794129" y="1282065"/>
                </a:lnTo>
                <a:lnTo>
                  <a:pt x="1734566" y="1305560"/>
                </a:lnTo>
                <a:lnTo>
                  <a:pt x="1674368" y="1325753"/>
                </a:lnTo>
                <a:lnTo>
                  <a:pt x="1613408" y="1342644"/>
                </a:lnTo>
                <a:lnTo>
                  <a:pt x="1552067" y="1355852"/>
                </a:lnTo>
                <a:lnTo>
                  <a:pt x="1490472" y="1365504"/>
                </a:lnTo>
                <a:lnTo>
                  <a:pt x="1428623" y="1371346"/>
                </a:lnTo>
                <a:lnTo>
                  <a:pt x="1366520" y="1373251"/>
                </a:lnTo>
                <a:lnTo>
                  <a:pt x="1335532" y="1374013"/>
                </a:lnTo>
                <a:lnTo>
                  <a:pt x="1272921" y="1377950"/>
                </a:lnTo>
                <a:lnTo>
                  <a:pt x="1210310" y="1385824"/>
                </a:lnTo>
                <a:lnTo>
                  <a:pt x="1148207" y="1397381"/>
                </a:lnTo>
                <a:lnTo>
                  <a:pt x="1086358" y="1412621"/>
                </a:lnTo>
                <a:lnTo>
                  <a:pt x="1025144" y="1431417"/>
                </a:lnTo>
                <a:lnTo>
                  <a:pt x="964692" y="1453515"/>
                </a:lnTo>
                <a:lnTo>
                  <a:pt x="904875" y="1478788"/>
                </a:lnTo>
                <a:lnTo>
                  <a:pt x="846201" y="1507236"/>
                </a:lnTo>
                <a:lnTo>
                  <a:pt x="788416" y="1538605"/>
                </a:lnTo>
                <a:lnTo>
                  <a:pt x="731774" y="1572768"/>
                </a:lnTo>
                <a:lnTo>
                  <a:pt x="676529" y="1609852"/>
                </a:lnTo>
                <a:lnTo>
                  <a:pt x="622681" y="1649349"/>
                </a:lnTo>
                <a:lnTo>
                  <a:pt x="570357" y="1691386"/>
                </a:lnTo>
                <a:lnTo>
                  <a:pt x="495046" y="1758823"/>
                </a:lnTo>
                <a:lnTo>
                  <a:pt x="447167" y="1806448"/>
                </a:lnTo>
                <a:lnTo>
                  <a:pt x="401193" y="1856105"/>
                </a:lnTo>
                <a:lnTo>
                  <a:pt x="357251" y="1907667"/>
                </a:lnTo>
                <a:lnTo>
                  <a:pt x="315468" y="1961134"/>
                </a:lnTo>
                <a:lnTo>
                  <a:pt x="275971" y="2016125"/>
                </a:lnTo>
                <a:lnTo>
                  <a:pt x="239141" y="2072640"/>
                </a:lnTo>
                <a:lnTo>
                  <a:pt x="204724" y="2130552"/>
                </a:lnTo>
                <a:lnTo>
                  <a:pt x="172974" y="2189748"/>
                </a:lnTo>
                <a:lnTo>
                  <a:pt x="144145" y="2250122"/>
                </a:lnTo>
                <a:lnTo>
                  <a:pt x="118110" y="2311529"/>
                </a:lnTo>
                <a:lnTo>
                  <a:pt x="95250" y="2373848"/>
                </a:lnTo>
                <a:lnTo>
                  <a:pt x="75565" y="2436901"/>
                </a:lnTo>
                <a:lnTo>
                  <a:pt x="59055" y="2500541"/>
                </a:lnTo>
                <a:lnTo>
                  <a:pt x="52197" y="2532632"/>
                </a:lnTo>
                <a:close/>
              </a:path>
              <a:path w="2704592" h="2759327">
                <a:moveTo>
                  <a:pt x="32125" y="2682956"/>
                </a:moveTo>
                <a:lnTo>
                  <a:pt x="0" y="2681793"/>
                </a:lnTo>
                <a:lnTo>
                  <a:pt x="35433" y="2759327"/>
                </a:lnTo>
                <a:lnTo>
                  <a:pt x="76200" y="2684551"/>
                </a:lnTo>
                <a:lnTo>
                  <a:pt x="44806" y="2683415"/>
                </a:lnTo>
                <a:lnTo>
                  <a:pt x="44069" y="2696249"/>
                </a:lnTo>
                <a:lnTo>
                  <a:pt x="31369" y="2695500"/>
                </a:lnTo>
                <a:lnTo>
                  <a:pt x="32125" y="2682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07075" y="2187575"/>
            <a:ext cx="1020825" cy="26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6100" y="2070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95B6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6100" y="227330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126999">
            <a:solidFill>
              <a:srgbClr val="112A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8800" y="3835400"/>
            <a:ext cx="0" cy="723899"/>
          </a:xfrm>
          <a:custGeom>
            <a:avLst/>
            <a:gdLst/>
            <a:ahLst/>
            <a:cxnLst/>
            <a:rect l="l" t="t" r="r" b="b"/>
            <a:pathLst>
              <a:path h="723899">
                <a:moveTo>
                  <a:pt x="0" y="723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110D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46100" y="3848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6495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6100" y="39116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211F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0644" y="1938400"/>
            <a:ext cx="182358" cy="2158163"/>
          </a:xfrm>
          <a:custGeom>
            <a:avLst/>
            <a:gdLst/>
            <a:ahLst/>
            <a:cxnLst/>
            <a:rect l="l" t="t" r="r" b="b"/>
            <a:pathLst>
              <a:path w="182358" h="2158163">
                <a:moveTo>
                  <a:pt x="169369" y="2116732"/>
                </a:moveTo>
                <a:lnTo>
                  <a:pt x="165173" y="2114172"/>
                </a:lnTo>
                <a:lnTo>
                  <a:pt x="165784" y="2114829"/>
                </a:lnTo>
                <a:lnTo>
                  <a:pt x="163906" y="2128279"/>
                </a:lnTo>
                <a:lnTo>
                  <a:pt x="174242" y="2134577"/>
                </a:lnTo>
                <a:lnTo>
                  <a:pt x="180845" y="2123733"/>
                </a:lnTo>
                <a:lnTo>
                  <a:pt x="182358" y="2089274"/>
                </a:lnTo>
                <a:lnTo>
                  <a:pt x="169369" y="2116732"/>
                </a:lnTo>
                <a:close/>
              </a:path>
              <a:path w="182358" h="2158163">
                <a:moveTo>
                  <a:pt x="163906" y="2128279"/>
                </a:moveTo>
                <a:lnTo>
                  <a:pt x="149769" y="2158163"/>
                </a:lnTo>
                <a:lnTo>
                  <a:pt x="234950" y="2156297"/>
                </a:lnTo>
                <a:lnTo>
                  <a:pt x="182358" y="2089274"/>
                </a:lnTo>
                <a:lnTo>
                  <a:pt x="180845" y="2123733"/>
                </a:lnTo>
                <a:lnTo>
                  <a:pt x="174242" y="2134577"/>
                </a:lnTo>
                <a:lnTo>
                  <a:pt x="163906" y="2128279"/>
                </a:lnTo>
                <a:close/>
              </a:path>
              <a:path w="182358" h="2158163">
                <a:moveTo>
                  <a:pt x="13434" y="1572133"/>
                </a:moveTo>
                <a:lnTo>
                  <a:pt x="15591" y="1546479"/>
                </a:lnTo>
                <a:lnTo>
                  <a:pt x="19149" y="1520825"/>
                </a:lnTo>
                <a:lnTo>
                  <a:pt x="24130" y="1495171"/>
                </a:lnTo>
                <a:lnTo>
                  <a:pt x="30425" y="1469898"/>
                </a:lnTo>
                <a:lnTo>
                  <a:pt x="37955" y="1444752"/>
                </a:lnTo>
                <a:lnTo>
                  <a:pt x="46706" y="1419987"/>
                </a:lnTo>
                <a:lnTo>
                  <a:pt x="56687" y="1395476"/>
                </a:lnTo>
                <a:lnTo>
                  <a:pt x="67815" y="1371346"/>
                </a:lnTo>
                <a:lnTo>
                  <a:pt x="79969" y="1347724"/>
                </a:lnTo>
                <a:lnTo>
                  <a:pt x="93165" y="1324610"/>
                </a:lnTo>
                <a:lnTo>
                  <a:pt x="107299" y="1302131"/>
                </a:lnTo>
                <a:lnTo>
                  <a:pt x="122490" y="1280160"/>
                </a:lnTo>
                <a:lnTo>
                  <a:pt x="138503" y="1258824"/>
                </a:lnTo>
                <a:lnTo>
                  <a:pt x="155406" y="1238250"/>
                </a:lnTo>
                <a:lnTo>
                  <a:pt x="173007" y="1218311"/>
                </a:lnTo>
                <a:lnTo>
                  <a:pt x="191510" y="1199388"/>
                </a:lnTo>
                <a:lnTo>
                  <a:pt x="210640" y="1181100"/>
                </a:lnTo>
                <a:lnTo>
                  <a:pt x="230440" y="1163955"/>
                </a:lnTo>
                <a:lnTo>
                  <a:pt x="250784" y="1147572"/>
                </a:lnTo>
                <a:lnTo>
                  <a:pt x="271700" y="1132332"/>
                </a:lnTo>
                <a:lnTo>
                  <a:pt x="293141" y="1118108"/>
                </a:lnTo>
                <a:lnTo>
                  <a:pt x="315098" y="1105154"/>
                </a:lnTo>
                <a:lnTo>
                  <a:pt x="337388" y="1093089"/>
                </a:lnTo>
                <a:lnTo>
                  <a:pt x="360029" y="1082421"/>
                </a:lnTo>
                <a:lnTo>
                  <a:pt x="383043" y="1073023"/>
                </a:lnTo>
                <a:lnTo>
                  <a:pt x="406345" y="1064895"/>
                </a:lnTo>
                <a:lnTo>
                  <a:pt x="429804" y="1058164"/>
                </a:lnTo>
                <a:lnTo>
                  <a:pt x="453414" y="1052830"/>
                </a:lnTo>
                <a:lnTo>
                  <a:pt x="477211" y="1049020"/>
                </a:lnTo>
                <a:lnTo>
                  <a:pt x="501114" y="1046607"/>
                </a:lnTo>
                <a:lnTo>
                  <a:pt x="525372" y="1045718"/>
                </a:lnTo>
                <a:lnTo>
                  <a:pt x="537869" y="1045337"/>
                </a:lnTo>
                <a:lnTo>
                  <a:pt x="550400" y="1044194"/>
                </a:lnTo>
                <a:lnTo>
                  <a:pt x="587855" y="1036193"/>
                </a:lnTo>
                <a:lnTo>
                  <a:pt x="624809" y="1021715"/>
                </a:lnTo>
                <a:lnTo>
                  <a:pt x="661108" y="1001268"/>
                </a:lnTo>
                <a:lnTo>
                  <a:pt x="696743" y="975106"/>
                </a:lnTo>
                <a:lnTo>
                  <a:pt x="742974" y="931926"/>
                </a:lnTo>
                <a:lnTo>
                  <a:pt x="787171" y="880110"/>
                </a:lnTo>
                <a:lnTo>
                  <a:pt x="808568" y="851154"/>
                </a:lnTo>
                <a:lnTo>
                  <a:pt x="829279" y="820293"/>
                </a:lnTo>
                <a:lnTo>
                  <a:pt x="849401" y="787654"/>
                </a:lnTo>
                <a:lnTo>
                  <a:pt x="868853" y="753364"/>
                </a:lnTo>
                <a:lnTo>
                  <a:pt x="887525" y="717296"/>
                </a:lnTo>
                <a:lnTo>
                  <a:pt x="905420" y="679958"/>
                </a:lnTo>
                <a:lnTo>
                  <a:pt x="922541" y="641096"/>
                </a:lnTo>
                <a:lnTo>
                  <a:pt x="938793" y="600837"/>
                </a:lnTo>
                <a:lnTo>
                  <a:pt x="954200" y="559308"/>
                </a:lnTo>
                <a:lnTo>
                  <a:pt x="968499" y="516763"/>
                </a:lnTo>
                <a:lnTo>
                  <a:pt x="981961" y="473075"/>
                </a:lnTo>
                <a:lnTo>
                  <a:pt x="994280" y="428625"/>
                </a:lnTo>
                <a:lnTo>
                  <a:pt x="1005583" y="383159"/>
                </a:lnTo>
                <a:lnTo>
                  <a:pt x="1015616" y="336931"/>
                </a:lnTo>
                <a:lnTo>
                  <a:pt x="1024506" y="290068"/>
                </a:lnTo>
                <a:lnTo>
                  <a:pt x="1032253" y="242570"/>
                </a:lnTo>
                <a:lnTo>
                  <a:pt x="1038603" y="194564"/>
                </a:lnTo>
                <a:lnTo>
                  <a:pt x="1043556" y="146304"/>
                </a:lnTo>
                <a:lnTo>
                  <a:pt x="1047239" y="97790"/>
                </a:lnTo>
                <a:lnTo>
                  <a:pt x="1049525" y="48895"/>
                </a:lnTo>
                <a:lnTo>
                  <a:pt x="1050287" y="254"/>
                </a:lnTo>
                <a:lnTo>
                  <a:pt x="1037587" y="0"/>
                </a:lnTo>
                <a:lnTo>
                  <a:pt x="1036825" y="48641"/>
                </a:lnTo>
                <a:lnTo>
                  <a:pt x="1034666" y="97155"/>
                </a:lnTo>
                <a:lnTo>
                  <a:pt x="1030856" y="145415"/>
                </a:lnTo>
                <a:lnTo>
                  <a:pt x="1026030" y="193294"/>
                </a:lnTo>
                <a:lnTo>
                  <a:pt x="1019553" y="240919"/>
                </a:lnTo>
                <a:lnTo>
                  <a:pt x="1012060" y="288036"/>
                </a:lnTo>
                <a:lnTo>
                  <a:pt x="1003170" y="334518"/>
                </a:lnTo>
                <a:lnTo>
                  <a:pt x="993137" y="380492"/>
                </a:lnTo>
                <a:lnTo>
                  <a:pt x="981961" y="425450"/>
                </a:lnTo>
                <a:lnTo>
                  <a:pt x="969642" y="469773"/>
                </a:lnTo>
                <a:lnTo>
                  <a:pt x="956399" y="513080"/>
                </a:lnTo>
                <a:lnTo>
                  <a:pt x="942161" y="555371"/>
                </a:lnTo>
                <a:lnTo>
                  <a:pt x="926895" y="596392"/>
                </a:lnTo>
                <a:lnTo>
                  <a:pt x="910763" y="636270"/>
                </a:lnTo>
                <a:lnTo>
                  <a:pt x="893797" y="674751"/>
                </a:lnTo>
                <a:lnTo>
                  <a:pt x="876056" y="711835"/>
                </a:lnTo>
                <a:lnTo>
                  <a:pt x="857576" y="747522"/>
                </a:lnTo>
                <a:lnTo>
                  <a:pt x="838362" y="781431"/>
                </a:lnTo>
                <a:lnTo>
                  <a:pt x="818474" y="813689"/>
                </a:lnTo>
                <a:lnTo>
                  <a:pt x="798040" y="844042"/>
                </a:lnTo>
                <a:lnTo>
                  <a:pt x="776957" y="872617"/>
                </a:lnTo>
                <a:lnTo>
                  <a:pt x="755505" y="899033"/>
                </a:lnTo>
                <a:lnTo>
                  <a:pt x="733524" y="923417"/>
                </a:lnTo>
                <a:lnTo>
                  <a:pt x="711200" y="945515"/>
                </a:lnTo>
                <a:lnTo>
                  <a:pt x="677072" y="974344"/>
                </a:lnTo>
                <a:lnTo>
                  <a:pt x="642415" y="997966"/>
                </a:lnTo>
                <a:lnTo>
                  <a:pt x="607362" y="1015619"/>
                </a:lnTo>
                <a:lnTo>
                  <a:pt x="572104" y="1027303"/>
                </a:lnTo>
                <a:lnTo>
                  <a:pt x="536674" y="1032637"/>
                </a:lnTo>
                <a:lnTo>
                  <a:pt x="524976" y="1033018"/>
                </a:lnTo>
                <a:lnTo>
                  <a:pt x="500657" y="1033907"/>
                </a:lnTo>
                <a:lnTo>
                  <a:pt x="451394" y="1040257"/>
                </a:lnTo>
                <a:lnTo>
                  <a:pt x="402827" y="1052703"/>
                </a:lnTo>
                <a:lnTo>
                  <a:pt x="355228" y="1070610"/>
                </a:lnTo>
                <a:lnTo>
                  <a:pt x="309100" y="1093851"/>
                </a:lnTo>
                <a:lnTo>
                  <a:pt x="264680" y="1121791"/>
                </a:lnTo>
                <a:lnTo>
                  <a:pt x="222502" y="1153922"/>
                </a:lnTo>
                <a:lnTo>
                  <a:pt x="182765" y="1190117"/>
                </a:lnTo>
                <a:lnTo>
                  <a:pt x="145895" y="1229741"/>
                </a:lnTo>
                <a:lnTo>
                  <a:pt x="112330" y="1272413"/>
                </a:lnTo>
                <a:lnTo>
                  <a:pt x="82405" y="1317879"/>
                </a:lnTo>
                <a:lnTo>
                  <a:pt x="56515" y="1365631"/>
                </a:lnTo>
                <a:lnTo>
                  <a:pt x="34949" y="1415161"/>
                </a:lnTo>
                <a:lnTo>
                  <a:pt x="18270" y="1466215"/>
                </a:lnTo>
                <a:lnTo>
                  <a:pt x="6691" y="1518285"/>
                </a:lnTo>
                <a:lnTo>
                  <a:pt x="783" y="1571117"/>
                </a:lnTo>
                <a:lnTo>
                  <a:pt x="0" y="1597660"/>
                </a:lnTo>
                <a:lnTo>
                  <a:pt x="287" y="1624076"/>
                </a:lnTo>
                <a:lnTo>
                  <a:pt x="2970" y="1676527"/>
                </a:lnTo>
                <a:lnTo>
                  <a:pt x="7937" y="1728343"/>
                </a:lnTo>
                <a:lnTo>
                  <a:pt x="19709" y="1803908"/>
                </a:lnTo>
                <a:lnTo>
                  <a:pt x="30147" y="1852422"/>
                </a:lnTo>
                <a:lnTo>
                  <a:pt x="42415" y="1899031"/>
                </a:lnTo>
                <a:lnTo>
                  <a:pt x="56424" y="1942937"/>
                </a:lnTo>
                <a:lnTo>
                  <a:pt x="71878" y="1984132"/>
                </a:lnTo>
                <a:lnTo>
                  <a:pt x="88695" y="2022005"/>
                </a:lnTo>
                <a:lnTo>
                  <a:pt x="106793" y="2056295"/>
                </a:lnTo>
                <a:lnTo>
                  <a:pt x="135914" y="2100045"/>
                </a:lnTo>
                <a:lnTo>
                  <a:pt x="157821" y="2124571"/>
                </a:lnTo>
                <a:lnTo>
                  <a:pt x="164434" y="2113722"/>
                </a:lnTo>
                <a:lnTo>
                  <a:pt x="157821" y="2124571"/>
                </a:lnTo>
                <a:lnTo>
                  <a:pt x="163906" y="2128279"/>
                </a:lnTo>
                <a:lnTo>
                  <a:pt x="165784" y="2114829"/>
                </a:lnTo>
                <a:lnTo>
                  <a:pt x="165173" y="2114172"/>
                </a:lnTo>
                <a:lnTo>
                  <a:pt x="155916" y="2104227"/>
                </a:lnTo>
                <a:lnTo>
                  <a:pt x="146149" y="2092539"/>
                </a:lnTo>
                <a:lnTo>
                  <a:pt x="127123" y="2065388"/>
                </a:lnTo>
                <a:lnTo>
                  <a:pt x="117930" y="2050187"/>
                </a:lnTo>
                <a:lnTo>
                  <a:pt x="108976" y="2033880"/>
                </a:lnTo>
                <a:lnTo>
                  <a:pt x="100215" y="2016657"/>
                </a:lnTo>
                <a:lnTo>
                  <a:pt x="91815" y="1998559"/>
                </a:lnTo>
                <a:lnTo>
                  <a:pt x="83690" y="1979474"/>
                </a:lnTo>
                <a:lnTo>
                  <a:pt x="75867" y="1959676"/>
                </a:lnTo>
                <a:lnTo>
                  <a:pt x="68475" y="1938934"/>
                </a:lnTo>
                <a:lnTo>
                  <a:pt x="61376" y="1917573"/>
                </a:lnTo>
                <a:lnTo>
                  <a:pt x="54668" y="1895602"/>
                </a:lnTo>
                <a:lnTo>
                  <a:pt x="48408" y="1872869"/>
                </a:lnTo>
                <a:lnTo>
                  <a:pt x="42553" y="1849755"/>
                </a:lnTo>
                <a:lnTo>
                  <a:pt x="32230" y="1801876"/>
                </a:lnTo>
                <a:lnTo>
                  <a:pt x="23975" y="1752219"/>
                </a:lnTo>
                <a:lnTo>
                  <a:pt x="20572" y="1726946"/>
                </a:lnTo>
                <a:lnTo>
                  <a:pt x="17814" y="1701546"/>
                </a:lnTo>
                <a:lnTo>
                  <a:pt x="15646" y="1675765"/>
                </a:lnTo>
                <a:lnTo>
                  <a:pt x="14028" y="1649857"/>
                </a:lnTo>
                <a:lnTo>
                  <a:pt x="12987" y="1623949"/>
                </a:lnTo>
                <a:lnTo>
                  <a:pt x="12700" y="1598041"/>
                </a:lnTo>
                <a:lnTo>
                  <a:pt x="13434" y="1572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5" y="380991"/>
                </a:moveTo>
                <a:lnTo>
                  <a:pt x="2110244" y="366691"/>
                </a:lnTo>
                <a:lnTo>
                  <a:pt x="2131955" y="331913"/>
                </a:lnTo>
                <a:lnTo>
                  <a:pt x="2133600" y="317500"/>
                </a:lnTo>
                <a:lnTo>
                  <a:pt x="2133592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07424" y="2608199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30809" y="1283207"/>
            <a:ext cx="135320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16345" y="1868797"/>
            <a:ext cx="465497" cy="53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0"/>
              </a:lnSpc>
              <a:spcBef>
                <a:spcPts val="209"/>
              </a:spcBef>
            </a:pPr>
            <a:r>
              <a:rPr sz="2400" dirty="0">
                <a:solidFill>
                  <a:srgbClr val="3B3B72"/>
                </a:solidFill>
                <a:latin typeface="Arial"/>
                <a:cs typeface="Arial"/>
              </a:rPr>
              <a:t>.</a:t>
            </a:r>
            <a:r>
              <a:rPr sz="2400" spc="-379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1900" spc="0" dirty="0">
                <a:solidFill>
                  <a:srgbClr val="112A6E"/>
                </a:solidFill>
                <a:latin typeface="Arial"/>
                <a:cs typeface="Arial"/>
              </a:rPr>
              <a:t>.       </a:t>
            </a:r>
            <a:r>
              <a:rPr sz="1900" spc="44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112A6E"/>
                </a:solidFill>
                <a:latin typeface="Arial"/>
                <a:cs typeface="Arial"/>
              </a:rPr>
              <a:t>.</a:t>
            </a:r>
            <a:endParaRPr sz="4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73239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59305" y="2070100"/>
            <a:ext cx="7818122" cy="139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5107">
              <a:lnSpc>
                <a:spcPts val="1100"/>
              </a:lnSpc>
              <a:spcBef>
                <a:spcPts val="55"/>
              </a:spcBef>
            </a:pP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350" spc="134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350" spc="0" baseline="6538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000000    </a:t>
            </a:r>
            <a:r>
              <a:rPr sz="1350" spc="39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Ox1032</a:t>
            </a:r>
            <a:r>
              <a:rPr sz="1500" spc="-3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TXT</a:t>
            </a:r>
            <a:r>
              <a:rPr sz="1500" spc="4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</a:t>
            </a:r>
            <a:r>
              <a:rPr sz="1500" spc="-4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-209" baseline="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9305" y="2209800"/>
            <a:ext cx="4736594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50"/>
              </a:lnSpc>
              <a:spcBef>
                <a:spcPts val="49"/>
              </a:spcBef>
            </a:pPr>
            <a:endParaRPr sz="950"/>
          </a:p>
        </p:txBody>
      </p:sp>
      <p:sp>
        <p:nvSpPr>
          <p:cNvPr id="16" name="object 16"/>
          <p:cNvSpPr txBox="1"/>
          <p:nvPr/>
        </p:nvSpPr>
        <p:spPr>
          <a:xfrm>
            <a:off x="5295900" y="2209800"/>
            <a:ext cx="308152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9195">
              <a:lnSpc>
                <a:spcPct val="95825"/>
              </a:lnSpc>
              <a:spcBef>
                <a:spcPts val="35"/>
              </a:spcBef>
            </a:pPr>
            <a:r>
              <a:rPr sz="600" spc="0" dirty="0">
                <a:solidFill>
                  <a:srgbClr val="112A6E"/>
                </a:solidFill>
                <a:latin typeface="Times New Roman"/>
                <a:cs typeface="Times New Roman"/>
              </a:rPr>
              <a:t>e    </a:t>
            </a:r>
            <a:r>
              <a:rPr sz="600" spc="50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           </a:t>
            </a:r>
            <a:r>
              <a:rPr sz="600" spc="34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</a:t>
            </a:r>
            <a:r>
              <a:rPr sz="600" spc="110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</a:t>
            </a:r>
            <a:r>
              <a:rPr sz="400" spc="61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          </a:t>
            </a:r>
            <a:r>
              <a:rPr sz="400" spc="20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3B3B72"/>
                </a:solidFill>
                <a:latin typeface="Arial"/>
                <a:cs typeface="Arial"/>
              </a:rPr>
              <a:t>•      </a:t>
            </a:r>
            <a:r>
              <a:rPr sz="400" spc="94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       </a:t>
            </a:r>
            <a:r>
              <a:rPr sz="600" spc="76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305" y="2336800"/>
            <a:ext cx="7854374" cy="1511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2250" marR="36252">
              <a:lnSpc>
                <a:spcPts val="1080"/>
              </a:lnSpc>
              <a:spcBef>
                <a:spcPts val="54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</a:t>
            </a:r>
            <a:r>
              <a:rPr sz="1500" spc="5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</a:t>
            </a:r>
            <a:r>
              <a:rPr sz="1500" spc="-3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052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   </a:t>
            </a:r>
            <a:r>
              <a:rPr sz="1500" spc="4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          </a:t>
            </a:r>
            <a:r>
              <a:rPr sz="1500" spc="37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</a:t>
            </a:r>
            <a:r>
              <a:rPr sz="1500" spc="-16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gl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om</a:t>
            </a:r>
            <a:endParaRPr sz="1000">
              <a:latin typeface="Courier New"/>
              <a:cs typeface="Courier New"/>
            </a:endParaRPr>
          </a:p>
          <a:p>
            <a:pPr marL="455107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4.83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355   </a:t>
            </a:r>
            <a:r>
              <a:rPr sz="1500" spc="-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6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</a:t>
            </a:r>
            <a:r>
              <a:rPr sz="1500" spc="-1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8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298</a:t>
            </a:r>
            <a:r>
              <a:rPr sz="1500" spc="-1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nse</a:t>
            </a:r>
            <a:r>
              <a:rPr sz="1500" spc="4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MX</a:t>
            </a:r>
            <a:r>
              <a:rPr sz="1500" spc="-17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469394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15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817185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-4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 </a:t>
            </a:r>
            <a:r>
              <a:rPr sz="1500" spc="13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LOC</a:t>
            </a:r>
            <a:r>
              <a:rPr sz="1500" spc="4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5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4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956209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28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3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se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al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70"/>
              </a:lnSpc>
              <a:spcBef>
                <a:spcPts val="0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108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2942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82482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  </a:t>
            </a:r>
            <a:r>
              <a:rPr sz="1500" spc="75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09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25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85</a:t>
            </a:r>
            <a:r>
              <a:rPr sz="1500" spc="40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ndar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9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9bb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b </a:t>
            </a:r>
            <a:r>
              <a:rPr sz="1500" spc="428" baseline="8827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PTR</a:t>
            </a:r>
            <a:r>
              <a:rPr sz="1500" spc="186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04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8827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6(</a:t>
            </a:r>
            <a:endParaRPr sz="1000">
              <a:latin typeface="Courier New"/>
              <a:cs typeface="Courier New"/>
            </a:endParaRPr>
          </a:p>
          <a:p>
            <a:pPr marL="462250" marR="14494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5333   </a:t>
            </a:r>
            <a:r>
              <a:rPr sz="1500" spc="-2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4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11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-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x9bbb</a:t>
            </a:r>
            <a:r>
              <a:rPr sz="1500" spc="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PTR 66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-</a:t>
            </a:r>
            <a:endParaRPr sz="1000">
              <a:latin typeface="Courier New"/>
              <a:cs typeface="Courier New"/>
            </a:endParaRPr>
          </a:p>
          <a:p>
            <a:pPr marL="462250">
              <a:lnSpc>
                <a:spcPts val="1070"/>
              </a:lnSpc>
              <a:spcBef>
                <a:spcPts val="2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-4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189905  </a:t>
            </a:r>
            <a:r>
              <a:rPr sz="1500" spc="-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70.20       </a:t>
            </a:r>
            <a:r>
              <a:rPr sz="1500" spc="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3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35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5c0 </a:t>
            </a:r>
            <a:r>
              <a:rPr sz="1500" spc="2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3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1W1W.</a:t>
            </a:r>
            <a:r>
              <a:rPr sz="1050" spc="2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etbsd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-150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or~</a:t>
            </a:r>
            <a:endParaRPr sz="1000">
              <a:latin typeface="Courier New"/>
              <a:cs typeface="Courier New"/>
            </a:endParaRPr>
          </a:p>
          <a:p>
            <a:pPr marL="368587" marR="66512" algn="ctr">
              <a:lnSpc>
                <a:spcPts val="1070"/>
              </a:lnSpc>
            </a:pP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238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  </a:t>
            </a:r>
            <a:r>
              <a:rPr sz="1500" spc="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16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1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onse</a:t>
            </a:r>
            <a:r>
              <a:rPr sz="1500" spc="1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  </a:t>
            </a:r>
            <a:r>
              <a:rPr sz="1500" spc="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204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endParaRPr sz="1000">
              <a:latin typeface="Courier New"/>
              <a:cs typeface="Courier New"/>
            </a:endParaRPr>
          </a:p>
          <a:p>
            <a:pPr marL="368587" marR="55472" algn="ctr">
              <a:lnSpc>
                <a:spcPts val="1055"/>
              </a:lnSpc>
            </a:pP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111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08</a:t>
            </a:r>
            <a:r>
              <a:rPr sz="150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965</a:t>
            </a: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35  </a:t>
            </a:r>
            <a:r>
              <a:rPr sz="1500" spc="-20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1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9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25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y</a:t>
            </a:r>
            <a:r>
              <a:rPr sz="1500" spc="30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fOd4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</a:t>
            </a:r>
            <a:r>
              <a:rPr sz="1050" spc="0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. </a:t>
            </a:r>
            <a:r>
              <a:rPr sz="1050" spc="128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b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sd</a:t>
            </a:r>
            <a:r>
              <a:rPr sz="1500" spc="0" baseline="5885" dirty="0">
                <a:solidFill>
                  <a:srgbClr val="2A2A69"/>
                </a:solidFill>
                <a:latin typeface="Courier New"/>
                <a:cs typeface="Courier New"/>
              </a:rPr>
              <a:t>.</a:t>
            </a:r>
            <a:endParaRPr sz="1000">
              <a:latin typeface="Courier New"/>
              <a:cs typeface="Courier New"/>
            </a:endParaRPr>
          </a:p>
          <a:p>
            <a:pPr marL="368587" marR="18138" algn="ctr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12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03  </a:t>
            </a:r>
            <a:r>
              <a:rPr sz="1500" spc="-28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0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2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102</a:t>
            </a:r>
            <a:r>
              <a:rPr sz="1500" spc="-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d4 </a:t>
            </a:r>
            <a:r>
              <a:rPr sz="1500" spc="8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0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305" y="3848100"/>
            <a:ext cx="7818122" cy="63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9305" y="3911600"/>
            <a:ext cx="7818122" cy="106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840"/>
              </a:lnSpc>
              <a:spcBef>
                <a:spcPts val="42"/>
              </a:spcBef>
            </a:pPr>
            <a:r>
              <a:rPr sz="1350" spc="0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F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303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2:</a:t>
            </a:r>
            <a:r>
              <a:rPr sz="1500" spc="154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98</a:t>
            </a:r>
            <a:r>
              <a:rPr sz="1500" spc="14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30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on</a:t>
            </a:r>
            <a:r>
              <a:rPr sz="1500" spc="9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w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 </a:t>
            </a:r>
            <a:r>
              <a:rPr sz="1500" spc="-8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4 </a:t>
            </a:r>
            <a:r>
              <a:rPr sz="1500" spc="32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7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59" baseline="-5885" dirty="0">
                <a:solidFill>
                  <a:srgbClr val="3D4452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180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d  </a:t>
            </a:r>
            <a:r>
              <a:rPr sz="1500" spc="-164" baseline="-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6B5756"/>
                </a:solidFill>
                <a:latin typeface="Courier New"/>
                <a:cs typeface="Courier New"/>
              </a:rPr>
              <a:t>4</a:t>
            </a:r>
            <a:r>
              <a:rPr sz="1500" spc="354" baseline="-5885" dirty="0">
                <a:solidFill>
                  <a:srgbClr val="6B5756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bits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305" y="4018027"/>
            <a:ext cx="6829810" cy="147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594">
              <a:lnSpc>
                <a:spcPts val="1070"/>
              </a:lnSpc>
              <a:spcBef>
                <a:spcPts val="143"/>
              </a:spcBef>
            </a:pPr>
            <a:r>
              <a:rPr sz="900" spc="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900" spc="14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348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</a:t>
            </a:r>
            <a:r>
              <a:rPr sz="1000" spc="-13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src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Q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an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aco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32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:41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  </a:t>
            </a:r>
            <a:r>
              <a:rPr sz="1000" spc="-17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:9f:32:41:8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 </a:t>
            </a:r>
            <a:r>
              <a:rPr sz="1000" spc="1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Ost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As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ekc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bl: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ad  </a:t>
            </a:r>
            <a:r>
              <a:rPr sz="1000" spc="17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:b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c:ad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89115" y="4018027"/>
            <a:ext cx="988312" cy="5402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559305" y="4165091"/>
            <a:ext cx="6829810" cy="139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095"/>
              </a:lnSpc>
              <a:spcBef>
                <a:spcPts val="54"/>
              </a:spcBef>
            </a:pPr>
            <a:r>
              <a:rPr sz="1350" spc="0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 </a:t>
            </a:r>
            <a:r>
              <a:rPr sz="1500" spc="103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ro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oc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l </a:t>
            </a:r>
            <a:r>
              <a:rPr sz="1500" spc="-129" baseline="2942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ve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 </a:t>
            </a:r>
            <a:r>
              <a:rPr sz="1500" spc="-17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-194" baseline="2942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c: </a:t>
            </a:r>
            <a:r>
              <a:rPr sz="1500" spc="1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19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68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20  </a:t>
            </a:r>
            <a:r>
              <a:rPr sz="1500" spc="-2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0),   </a:t>
            </a:r>
            <a:r>
              <a:rPr sz="1500" spc="-234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Os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20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  </a:t>
            </a:r>
            <a:r>
              <a:rPr sz="1500" spc="26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(192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305" y="4304536"/>
            <a:ext cx="6829810" cy="153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115"/>
              </a:lnSpc>
              <a:spcBef>
                <a:spcPts val="55"/>
              </a:spcBef>
            </a:pPr>
            <a:r>
              <a:rPr sz="1350" spc="0" baseline="6441" dirty="0">
                <a:solidFill>
                  <a:srgbClr val="8A8A8A"/>
                </a:solidFill>
                <a:latin typeface="Arial"/>
                <a:cs typeface="Arial"/>
              </a:rPr>
              <a:t>Iii</a:t>
            </a:r>
            <a:r>
              <a:rPr sz="1350" spc="225" baseline="6441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7B627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24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Dat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agra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 </a:t>
            </a:r>
            <a:r>
              <a:rPr sz="1500" spc="9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Pr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otoco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l, </a:t>
            </a:r>
            <a:r>
              <a:rPr sz="1500" spc="-25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rc</a:t>
            </a:r>
            <a:r>
              <a:rPr sz="1500" spc="2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1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</a:t>
            </a:r>
            <a:r>
              <a:rPr sz="1500" spc="388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9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313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Port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15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795 </a:t>
            </a:r>
            <a:r>
              <a:rPr sz="1500" spc="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305" y="4457700"/>
            <a:ext cx="6829810" cy="100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790"/>
              </a:lnSpc>
              <a:spcBef>
                <a:spcPts val="39"/>
              </a:spcBef>
            </a:pPr>
            <a:r>
              <a:rPr sz="1000" spc="0" dirty="0">
                <a:solidFill>
                  <a:srgbClr val="8A8A8A"/>
                </a:solidFill>
                <a:latin typeface="Courier New"/>
                <a:cs typeface="Courier New"/>
              </a:rPr>
              <a:t>El</a:t>
            </a:r>
            <a:r>
              <a:rPr sz="1000" spc="187" dirty="0">
                <a:solidFill>
                  <a:srgbClr val="8A8A8A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Do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000" spc="194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273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y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ste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m</a:t>
            </a:r>
            <a:r>
              <a:rPr sz="1000" spc="451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espo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305" y="4558282"/>
            <a:ext cx="6829810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89115" y="4558282"/>
            <a:ext cx="988312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85361" y="1668781"/>
            <a:ext cx="1219200" cy="2606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9">
              <a:lnSpc>
                <a:spcPct val="95825"/>
              </a:lnSpc>
              <a:spcBef>
                <a:spcPts val="375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pp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</a:t>
            </a:r>
            <a:r>
              <a:rPr sz="1100" spc="-4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2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6245" y="1674878"/>
            <a:ext cx="1147574" cy="2697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710">
              <a:lnSpc>
                <a:spcPct val="95825"/>
              </a:lnSpc>
              <a:spcBef>
                <a:spcPts val="375"/>
              </a:spcBef>
            </a:pPr>
            <a:r>
              <a:rPr sz="1100" spc="0" dirty="0">
                <a:latin typeface="Times New Roman"/>
                <a:cs typeface="Times New Roman"/>
              </a:rPr>
              <a:t>Tran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rt</a:t>
            </a:r>
            <a:r>
              <a:rPr sz="1100" spc="3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76856" y="1673354"/>
            <a:ext cx="1066800" cy="2697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075">
              <a:lnSpc>
                <a:spcPct val="95825"/>
              </a:lnSpc>
              <a:spcBef>
                <a:spcPts val="375"/>
              </a:spcBef>
            </a:pPr>
            <a:r>
              <a:rPr sz="1100" spc="0" dirty="0">
                <a:latin typeface="Times New Roman"/>
                <a:cs typeface="Times New Roman"/>
              </a:rPr>
              <a:t>Int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rn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63880" y="1668782"/>
            <a:ext cx="1581912" cy="2697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>
              <a:lnSpc>
                <a:spcPct val="95825"/>
              </a:lnSpc>
              <a:spcBef>
                <a:spcPts val="375"/>
              </a:spcBef>
            </a:pP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4" dirty="0">
                <a:latin typeface="Times New Roman"/>
                <a:cs typeface="Times New Roman"/>
              </a:rPr>
              <a:t>wo</a:t>
            </a:r>
            <a:r>
              <a:rPr sz="1100" spc="0" dirty="0">
                <a:latin typeface="Times New Roman"/>
                <a:cs typeface="Times New Roman"/>
              </a:rPr>
              <a:t>rk</a:t>
            </a:r>
            <a:r>
              <a:rPr sz="1100" spc="27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-5" dirty="0">
                <a:latin typeface="Times New Roman"/>
                <a:cs typeface="Times New Roman"/>
              </a:rPr>
              <a:t>c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5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ay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5307075" y="2187575"/>
            <a:ext cx="1020825" cy="282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23"/>
              </a:spcBef>
            </a:pPr>
            <a:endParaRPr sz="1100"/>
          </a:p>
          <a:p>
            <a:pPr marL="307919">
              <a:lnSpc>
                <a:spcPts val="1100"/>
              </a:lnSpc>
              <a:spcBef>
                <a:spcPts val="55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Sta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ar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6100" y="2209800"/>
            <a:ext cx="4749800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4044">
              <a:lnSpc>
                <a:spcPts val="825"/>
              </a:lnSpc>
              <a:spcBef>
                <a:spcPts val="41"/>
              </a:spcBef>
            </a:pP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I </a:t>
            </a:r>
            <a:r>
              <a:rPr sz="700" spc="119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111                                                                                                                            </a:t>
            </a:r>
            <a:r>
              <a:rPr sz="700" spc="25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112A6E"/>
                </a:solidFill>
                <a:latin typeface="Arial"/>
                <a:cs typeface="Arial"/>
              </a:rPr>
              <a:t>: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9305" y="2069590"/>
            <a:ext cx="7818122" cy="2488692"/>
          </a:xfrm>
          <a:custGeom>
            <a:avLst/>
            <a:gdLst/>
            <a:ahLst/>
            <a:cxnLst/>
            <a:rect l="l" t="t" r="r" b="b"/>
            <a:pathLst>
              <a:path w="7818122" h="2488692">
                <a:moveTo>
                  <a:pt x="0" y="2488692"/>
                </a:moveTo>
                <a:lnTo>
                  <a:pt x="7818122" y="2488692"/>
                </a:lnTo>
                <a:lnTo>
                  <a:pt x="7818122" y="0"/>
                </a:lnTo>
                <a:lnTo>
                  <a:pt x="0" y="0"/>
                </a:lnTo>
                <a:lnTo>
                  <a:pt x="0" y="24886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0653" y="1784349"/>
            <a:ext cx="234941" cy="2309773"/>
          </a:xfrm>
          <a:custGeom>
            <a:avLst/>
            <a:gdLst/>
            <a:ahLst/>
            <a:cxnLst/>
            <a:rect l="l" t="t" r="r" b="b"/>
            <a:pathLst>
              <a:path w="234941" h="2309773">
                <a:moveTo>
                  <a:pt x="164627" y="2280016"/>
                </a:moveTo>
                <a:lnTo>
                  <a:pt x="149747" y="2309747"/>
                </a:lnTo>
                <a:lnTo>
                  <a:pt x="234941" y="2309773"/>
                </a:lnTo>
                <a:lnTo>
                  <a:pt x="183847" y="2241614"/>
                </a:lnTo>
                <a:lnTo>
                  <a:pt x="181659" y="2276068"/>
                </a:lnTo>
                <a:lnTo>
                  <a:pt x="174640" y="2286660"/>
                </a:lnTo>
                <a:lnTo>
                  <a:pt x="164627" y="2280016"/>
                </a:lnTo>
                <a:close/>
              </a:path>
              <a:path w="234941" h="2309773">
                <a:moveTo>
                  <a:pt x="967" y="1697863"/>
                </a:moveTo>
                <a:lnTo>
                  <a:pt x="0" y="1712595"/>
                </a:lnTo>
                <a:lnTo>
                  <a:pt x="278" y="1741170"/>
                </a:lnTo>
                <a:lnTo>
                  <a:pt x="1319" y="1769237"/>
                </a:lnTo>
                <a:lnTo>
                  <a:pt x="2961" y="1797177"/>
                </a:lnTo>
                <a:lnTo>
                  <a:pt x="5160" y="1824863"/>
                </a:lnTo>
                <a:lnTo>
                  <a:pt x="7928" y="1852422"/>
                </a:lnTo>
                <a:lnTo>
                  <a:pt x="11380" y="1879727"/>
                </a:lnTo>
                <a:lnTo>
                  <a:pt x="19685" y="1933194"/>
                </a:lnTo>
                <a:lnTo>
                  <a:pt x="30123" y="1984883"/>
                </a:lnTo>
                <a:lnTo>
                  <a:pt x="36071" y="2010029"/>
                </a:lnTo>
                <a:lnTo>
                  <a:pt x="42391" y="2034540"/>
                </a:lnTo>
                <a:lnTo>
                  <a:pt x="49188" y="2058416"/>
                </a:lnTo>
                <a:lnTo>
                  <a:pt x="56376" y="2081530"/>
                </a:lnTo>
                <a:lnTo>
                  <a:pt x="63842" y="2103958"/>
                </a:lnTo>
                <a:lnTo>
                  <a:pt x="71819" y="2125483"/>
                </a:lnTo>
                <a:lnTo>
                  <a:pt x="80074" y="2146201"/>
                </a:lnTo>
                <a:lnTo>
                  <a:pt x="88623" y="2166000"/>
                </a:lnTo>
                <a:lnTo>
                  <a:pt x="97576" y="2184782"/>
                </a:lnTo>
                <a:lnTo>
                  <a:pt x="106705" y="2202572"/>
                </a:lnTo>
                <a:lnTo>
                  <a:pt x="125934" y="2234857"/>
                </a:lnTo>
                <a:lnTo>
                  <a:pt x="146000" y="2262416"/>
                </a:lnTo>
                <a:lnTo>
                  <a:pt x="156349" y="2274237"/>
                </a:lnTo>
                <a:lnTo>
                  <a:pt x="156721" y="2274669"/>
                </a:lnTo>
                <a:lnTo>
                  <a:pt x="157138" y="2275041"/>
                </a:lnTo>
                <a:lnTo>
                  <a:pt x="157609" y="2275358"/>
                </a:lnTo>
                <a:lnTo>
                  <a:pt x="164628" y="2264766"/>
                </a:lnTo>
                <a:lnTo>
                  <a:pt x="157609" y="2275358"/>
                </a:lnTo>
                <a:lnTo>
                  <a:pt x="164627" y="2280016"/>
                </a:lnTo>
                <a:lnTo>
                  <a:pt x="165898" y="2265868"/>
                </a:lnTo>
                <a:lnTo>
                  <a:pt x="165354" y="2265248"/>
                </a:lnTo>
                <a:lnTo>
                  <a:pt x="156046" y="2254656"/>
                </a:lnTo>
                <a:lnTo>
                  <a:pt x="146254" y="2241981"/>
                </a:lnTo>
                <a:lnTo>
                  <a:pt x="117997" y="2196767"/>
                </a:lnTo>
                <a:lnTo>
                  <a:pt x="100280" y="2160954"/>
                </a:lnTo>
                <a:lnTo>
                  <a:pt x="83731" y="2121079"/>
                </a:lnTo>
                <a:lnTo>
                  <a:pt x="68506" y="2077720"/>
                </a:lnTo>
                <a:lnTo>
                  <a:pt x="54690" y="2031365"/>
                </a:lnTo>
                <a:lnTo>
                  <a:pt x="42570" y="1982343"/>
                </a:lnTo>
                <a:lnTo>
                  <a:pt x="32231" y="1931289"/>
                </a:lnTo>
                <a:lnTo>
                  <a:pt x="23976" y="1878203"/>
                </a:lnTo>
                <a:lnTo>
                  <a:pt x="17820" y="1823847"/>
                </a:lnTo>
                <a:lnTo>
                  <a:pt x="14019" y="1768729"/>
                </a:lnTo>
                <a:lnTo>
                  <a:pt x="12675" y="1713484"/>
                </a:lnTo>
                <a:lnTo>
                  <a:pt x="13425" y="1700276"/>
                </a:lnTo>
                <a:lnTo>
                  <a:pt x="26050" y="1660271"/>
                </a:lnTo>
                <a:lnTo>
                  <a:pt x="53761" y="1619885"/>
                </a:lnTo>
                <a:lnTo>
                  <a:pt x="96153" y="1579245"/>
                </a:lnTo>
                <a:lnTo>
                  <a:pt x="132129" y="1552448"/>
                </a:lnTo>
                <a:lnTo>
                  <a:pt x="174094" y="1525905"/>
                </a:lnTo>
                <a:lnTo>
                  <a:pt x="221809" y="1499616"/>
                </a:lnTo>
                <a:lnTo>
                  <a:pt x="275004" y="1473708"/>
                </a:lnTo>
                <a:lnTo>
                  <a:pt x="333465" y="1448308"/>
                </a:lnTo>
                <a:lnTo>
                  <a:pt x="396890" y="1423416"/>
                </a:lnTo>
                <a:lnTo>
                  <a:pt x="465128" y="1399159"/>
                </a:lnTo>
                <a:lnTo>
                  <a:pt x="537935" y="1375410"/>
                </a:lnTo>
                <a:lnTo>
                  <a:pt x="615038" y="1352423"/>
                </a:lnTo>
                <a:lnTo>
                  <a:pt x="696164" y="1330325"/>
                </a:lnTo>
                <a:lnTo>
                  <a:pt x="781294" y="1308862"/>
                </a:lnTo>
                <a:lnTo>
                  <a:pt x="869965" y="1288415"/>
                </a:lnTo>
                <a:lnTo>
                  <a:pt x="962013" y="1268857"/>
                </a:lnTo>
                <a:lnTo>
                  <a:pt x="1057263" y="1250188"/>
                </a:lnTo>
                <a:lnTo>
                  <a:pt x="1155561" y="1232662"/>
                </a:lnTo>
                <a:lnTo>
                  <a:pt x="1256526" y="1216152"/>
                </a:lnTo>
                <a:lnTo>
                  <a:pt x="1359905" y="1200785"/>
                </a:lnTo>
                <a:lnTo>
                  <a:pt x="1465569" y="1186688"/>
                </a:lnTo>
                <a:lnTo>
                  <a:pt x="1573265" y="1173734"/>
                </a:lnTo>
                <a:lnTo>
                  <a:pt x="1682866" y="1162304"/>
                </a:lnTo>
                <a:lnTo>
                  <a:pt x="1793991" y="1152017"/>
                </a:lnTo>
                <a:lnTo>
                  <a:pt x="1906513" y="1143254"/>
                </a:lnTo>
                <a:lnTo>
                  <a:pt x="2020178" y="1136015"/>
                </a:lnTo>
                <a:lnTo>
                  <a:pt x="2134605" y="1130173"/>
                </a:lnTo>
                <a:lnTo>
                  <a:pt x="2249921" y="1125982"/>
                </a:lnTo>
                <a:lnTo>
                  <a:pt x="2365491" y="1123442"/>
                </a:lnTo>
                <a:lnTo>
                  <a:pt x="2481569" y="1122553"/>
                </a:lnTo>
                <a:lnTo>
                  <a:pt x="2597774" y="1120902"/>
                </a:lnTo>
                <a:lnTo>
                  <a:pt x="2713725" y="1116203"/>
                </a:lnTo>
                <a:lnTo>
                  <a:pt x="2829168" y="1108202"/>
                </a:lnTo>
                <a:lnTo>
                  <a:pt x="2943976" y="1097407"/>
                </a:lnTo>
                <a:lnTo>
                  <a:pt x="3057768" y="1083691"/>
                </a:lnTo>
                <a:lnTo>
                  <a:pt x="3170544" y="1067308"/>
                </a:lnTo>
                <a:lnTo>
                  <a:pt x="3281923" y="1048131"/>
                </a:lnTo>
                <a:lnTo>
                  <a:pt x="3391778" y="1026541"/>
                </a:lnTo>
                <a:lnTo>
                  <a:pt x="3499728" y="1002411"/>
                </a:lnTo>
                <a:lnTo>
                  <a:pt x="3605646" y="975868"/>
                </a:lnTo>
                <a:lnTo>
                  <a:pt x="3709278" y="947166"/>
                </a:lnTo>
                <a:lnTo>
                  <a:pt x="3810497" y="916305"/>
                </a:lnTo>
                <a:lnTo>
                  <a:pt x="3909049" y="883285"/>
                </a:lnTo>
                <a:lnTo>
                  <a:pt x="4004553" y="848487"/>
                </a:lnTo>
                <a:lnTo>
                  <a:pt x="4096882" y="811657"/>
                </a:lnTo>
                <a:lnTo>
                  <a:pt x="4185909" y="773176"/>
                </a:lnTo>
                <a:lnTo>
                  <a:pt x="4271253" y="733044"/>
                </a:lnTo>
                <a:lnTo>
                  <a:pt x="4352788" y="691388"/>
                </a:lnTo>
                <a:lnTo>
                  <a:pt x="4430131" y="648335"/>
                </a:lnTo>
                <a:lnTo>
                  <a:pt x="4503410" y="603758"/>
                </a:lnTo>
                <a:lnTo>
                  <a:pt x="4571990" y="558165"/>
                </a:lnTo>
                <a:lnTo>
                  <a:pt x="4635871" y="511302"/>
                </a:lnTo>
                <a:lnTo>
                  <a:pt x="4694799" y="463296"/>
                </a:lnTo>
                <a:lnTo>
                  <a:pt x="4748520" y="414401"/>
                </a:lnTo>
                <a:lnTo>
                  <a:pt x="4796780" y="364617"/>
                </a:lnTo>
                <a:lnTo>
                  <a:pt x="4839325" y="314325"/>
                </a:lnTo>
                <a:lnTo>
                  <a:pt x="4876155" y="263017"/>
                </a:lnTo>
                <a:lnTo>
                  <a:pt x="4906762" y="211201"/>
                </a:lnTo>
                <a:lnTo>
                  <a:pt x="4931019" y="158877"/>
                </a:lnTo>
                <a:lnTo>
                  <a:pt x="4948672" y="106172"/>
                </a:lnTo>
                <a:lnTo>
                  <a:pt x="4959340" y="53213"/>
                </a:lnTo>
                <a:lnTo>
                  <a:pt x="4963023" y="508"/>
                </a:lnTo>
                <a:lnTo>
                  <a:pt x="4950323" y="0"/>
                </a:lnTo>
                <a:lnTo>
                  <a:pt x="4949434" y="26289"/>
                </a:lnTo>
                <a:lnTo>
                  <a:pt x="4946767" y="51816"/>
                </a:lnTo>
                <a:lnTo>
                  <a:pt x="4936353" y="103251"/>
                </a:lnTo>
                <a:lnTo>
                  <a:pt x="4919081" y="154559"/>
                </a:lnTo>
                <a:lnTo>
                  <a:pt x="4895332" y="205486"/>
                </a:lnTo>
                <a:lnTo>
                  <a:pt x="4865360" y="256413"/>
                </a:lnTo>
                <a:lnTo>
                  <a:pt x="4829165" y="306705"/>
                </a:lnTo>
                <a:lnTo>
                  <a:pt x="4787128" y="356489"/>
                </a:lnTo>
                <a:lnTo>
                  <a:pt x="4739376" y="405638"/>
                </a:lnTo>
                <a:lnTo>
                  <a:pt x="4686290" y="453898"/>
                </a:lnTo>
                <a:lnTo>
                  <a:pt x="4627870" y="501396"/>
                </a:lnTo>
                <a:lnTo>
                  <a:pt x="4564497" y="547878"/>
                </a:lnTo>
                <a:lnTo>
                  <a:pt x="4496298" y="593217"/>
                </a:lnTo>
                <a:lnTo>
                  <a:pt x="4423654" y="637540"/>
                </a:lnTo>
                <a:lnTo>
                  <a:pt x="4346565" y="680339"/>
                </a:lnTo>
                <a:lnTo>
                  <a:pt x="4265538" y="721741"/>
                </a:lnTo>
                <a:lnTo>
                  <a:pt x="4180448" y="761746"/>
                </a:lnTo>
                <a:lnTo>
                  <a:pt x="4091802" y="800100"/>
                </a:lnTo>
                <a:lnTo>
                  <a:pt x="3999854" y="836676"/>
                </a:lnTo>
                <a:lnTo>
                  <a:pt x="3904604" y="871347"/>
                </a:lnTo>
                <a:lnTo>
                  <a:pt x="3806560" y="904240"/>
                </a:lnTo>
                <a:lnTo>
                  <a:pt x="3705595" y="934974"/>
                </a:lnTo>
                <a:lnTo>
                  <a:pt x="3602217" y="963676"/>
                </a:lnTo>
                <a:lnTo>
                  <a:pt x="3496680" y="989965"/>
                </a:lnTo>
                <a:lnTo>
                  <a:pt x="3388984" y="1014095"/>
                </a:lnTo>
                <a:lnTo>
                  <a:pt x="3279510" y="1035685"/>
                </a:lnTo>
                <a:lnTo>
                  <a:pt x="3168385" y="1054735"/>
                </a:lnTo>
                <a:lnTo>
                  <a:pt x="3055990" y="1071118"/>
                </a:lnTo>
                <a:lnTo>
                  <a:pt x="2942452" y="1084834"/>
                </a:lnTo>
                <a:lnTo>
                  <a:pt x="2828025" y="1095629"/>
                </a:lnTo>
                <a:lnTo>
                  <a:pt x="2712836" y="1103503"/>
                </a:lnTo>
                <a:lnTo>
                  <a:pt x="2597266" y="1108202"/>
                </a:lnTo>
                <a:lnTo>
                  <a:pt x="2481442" y="1109853"/>
                </a:lnTo>
                <a:lnTo>
                  <a:pt x="2365491" y="1110742"/>
                </a:lnTo>
                <a:lnTo>
                  <a:pt x="2249667" y="1113282"/>
                </a:lnTo>
                <a:lnTo>
                  <a:pt x="2134224" y="1117473"/>
                </a:lnTo>
                <a:lnTo>
                  <a:pt x="2019543" y="1123315"/>
                </a:lnTo>
                <a:lnTo>
                  <a:pt x="1905751" y="1130681"/>
                </a:lnTo>
                <a:lnTo>
                  <a:pt x="1792975" y="1139444"/>
                </a:lnTo>
                <a:lnTo>
                  <a:pt x="1681723" y="1149604"/>
                </a:lnTo>
                <a:lnTo>
                  <a:pt x="1571995" y="1161161"/>
                </a:lnTo>
                <a:lnTo>
                  <a:pt x="1464045" y="1174115"/>
                </a:lnTo>
                <a:lnTo>
                  <a:pt x="1358254" y="1188212"/>
                </a:lnTo>
                <a:lnTo>
                  <a:pt x="1254621" y="1203579"/>
                </a:lnTo>
                <a:lnTo>
                  <a:pt x="1153402" y="1220089"/>
                </a:lnTo>
                <a:lnTo>
                  <a:pt x="1055104" y="1237742"/>
                </a:lnTo>
                <a:lnTo>
                  <a:pt x="959600" y="1256411"/>
                </a:lnTo>
                <a:lnTo>
                  <a:pt x="867321" y="1275969"/>
                </a:lnTo>
                <a:lnTo>
                  <a:pt x="778436" y="1296543"/>
                </a:lnTo>
                <a:lnTo>
                  <a:pt x="693063" y="1318006"/>
                </a:lnTo>
                <a:lnTo>
                  <a:pt x="611699" y="1340231"/>
                </a:lnTo>
                <a:lnTo>
                  <a:pt x="534303" y="1363345"/>
                </a:lnTo>
                <a:lnTo>
                  <a:pt x="461204" y="1387094"/>
                </a:lnTo>
                <a:lnTo>
                  <a:pt x="392648" y="1411351"/>
                </a:lnTo>
                <a:lnTo>
                  <a:pt x="328831" y="1436370"/>
                </a:lnTo>
                <a:lnTo>
                  <a:pt x="269939" y="1462024"/>
                </a:lnTo>
                <a:lnTo>
                  <a:pt x="216258" y="1488186"/>
                </a:lnTo>
                <a:lnTo>
                  <a:pt x="167957" y="1514729"/>
                </a:lnTo>
                <a:lnTo>
                  <a:pt x="125338" y="1541780"/>
                </a:lnTo>
                <a:lnTo>
                  <a:pt x="88355" y="1569212"/>
                </a:lnTo>
                <a:lnTo>
                  <a:pt x="57581" y="1597152"/>
                </a:lnTo>
                <a:lnTo>
                  <a:pt x="23202" y="1639570"/>
                </a:lnTo>
                <a:lnTo>
                  <a:pt x="3900" y="1683131"/>
                </a:lnTo>
                <a:lnTo>
                  <a:pt x="967" y="1697863"/>
                </a:lnTo>
                <a:close/>
              </a:path>
              <a:path w="234941" h="2309773">
                <a:moveTo>
                  <a:pt x="170357" y="2268568"/>
                </a:moveTo>
                <a:lnTo>
                  <a:pt x="165354" y="2265248"/>
                </a:lnTo>
                <a:lnTo>
                  <a:pt x="165898" y="2265868"/>
                </a:lnTo>
                <a:lnTo>
                  <a:pt x="164627" y="2280016"/>
                </a:lnTo>
                <a:lnTo>
                  <a:pt x="174640" y="2286660"/>
                </a:lnTo>
                <a:lnTo>
                  <a:pt x="181659" y="2276068"/>
                </a:lnTo>
                <a:lnTo>
                  <a:pt x="183847" y="2241614"/>
                </a:lnTo>
                <a:lnTo>
                  <a:pt x="170357" y="2268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6352" y="4018027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2450" y="4156709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9404" y="4296916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B7189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6352" y="4463033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07075" y="2187575"/>
            <a:ext cx="1020825" cy="26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6100" y="2070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95B6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6100" y="227330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126999">
            <a:solidFill>
              <a:srgbClr val="112A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8800" y="3835400"/>
            <a:ext cx="0" cy="723899"/>
          </a:xfrm>
          <a:custGeom>
            <a:avLst/>
            <a:gdLst/>
            <a:ahLst/>
            <a:cxnLst/>
            <a:rect l="l" t="t" r="r" b="b"/>
            <a:pathLst>
              <a:path h="723899">
                <a:moveTo>
                  <a:pt x="0" y="723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110D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6100" y="3848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6495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6100" y="39116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211F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51888" y="1519426"/>
            <a:ext cx="6230114" cy="265177"/>
          </a:xfrm>
          <a:custGeom>
            <a:avLst/>
            <a:gdLst/>
            <a:ahLst/>
            <a:cxnLst/>
            <a:rect l="l" t="t" r="r" b="b"/>
            <a:pathLst>
              <a:path w="6230114" h="265177">
                <a:moveTo>
                  <a:pt x="0" y="265177"/>
                </a:moveTo>
                <a:lnTo>
                  <a:pt x="6230114" y="265177"/>
                </a:lnTo>
                <a:lnTo>
                  <a:pt x="6230114" y="0"/>
                </a:lnTo>
                <a:lnTo>
                  <a:pt x="0" y="0"/>
                </a:lnTo>
                <a:lnTo>
                  <a:pt x="0" y="265177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5" y="380991"/>
                </a:moveTo>
                <a:lnTo>
                  <a:pt x="2110244" y="366691"/>
                </a:lnTo>
                <a:lnTo>
                  <a:pt x="2131955" y="331913"/>
                </a:lnTo>
                <a:lnTo>
                  <a:pt x="2133600" y="317500"/>
                </a:lnTo>
                <a:lnTo>
                  <a:pt x="2133592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07424" y="2608199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0809" y="1283207"/>
            <a:ext cx="135320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6345" y="1868797"/>
            <a:ext cx="465497" cy="53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0"/>
              </a:lnSpc>
              <a:spcBef>
                <a:spcPts val="209"/>
              </a:spcBef>
            </a:pPr>
            <a:r>
              <a:rPr sz="2400" dirty="0">
                <a:solidFill>
                  <a:srgbClr val="3B3B72"/>
                </a:solidFill>
                <a:latin typeface="Arial"/>
                <a:cs typeface="Arial"/>
              </a:rPr>
              <a:t>.</a:t>
            </a:r>
            <a:r>
              <a:rPr sz="2400" spc="-379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1900" spc="0" dirty="0">
                <a:solidFill>
                  <a:srgbClr val="112A6E"/>
                </a:solidFill>
                <a:latin typeface="Arial"/>
                <a:cs typeface="Arial"/>
              </a:rPr>
              <a:t>.       </a:t>
            </a:r>
            <a:r>
              <a:rPr sz="1900" spc="44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112A6E"/>
                </a:solidFill>
                <a:latin typeface="Arial"/>
                <a:cs typeface="Arial"/>
              </a:rPr>
              <a:t>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3239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59305" y="2070100"/>
            <a:ext cx="7818122" cy="139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5107">
              <a:lnSpc>
                <a:spcPts val="1100"/>
              </a:lnSpc>
              <a:spcBef>
                <a:spcPts val="55"/>
              </a:spcBef>
            </a:pP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350" spc="134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350" spc="0" baseline="6538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000000    </a:t>
            </a:r>
            <a:r>
              <a:rPr sz="1350" spc="39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Ox1032</a:t>
            </a:r>
            <a:r>
              <a:rPr sz="1500" spc="-3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TXT</a:t>
            </a:r>
            <a:r>
              <a:rPr sz="1500" spc="4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</a:t>
            </a:r>
            <a:r>
              <a:rPr sz="1500" spc="-4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-209" baseline="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305" y="2209800"/>
            <a:ext cx="4736594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50"/>
              </a:lnSpc>
              <a:spcBef>
                <a:spcPts val="49"/>
              </a:spcBef>
            </a:pPr>
            <a:endParaRPr sz="950"/>
          </a:p>
        </p:txBody>
      </p:sp>
      <p:sp>
        <p:nvSpPr>
          <p:cNvPr id="13" name="object 13"/>
          <p:cNvSpPr txBox="1"/>
          <p:nvPr/>
        </p:nvSpPr>
        <p:spPr>
          <a:xfrm>
            <a:off x="5295900" y="2209800"/>
            <a:ext cx="308152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9195">
              <a:lnSpc>
                <a:spcPct val="95825"/>
              </a:lnSpc>
              <a:spcBef>
                <a:spcPts val="35"/>
              </a:spcBef>
            </a:pPr>
            <a:r>
              <a:rPr sz="600" spc="0" dirty="0">
                <a:solidFill>
                  <a:srgbClr val="112A6E"/>
                </a:solidFill>
                <a:latin typeface="Times New Roman"/>
                <a:cs typeface="Times New Roman"/>
              </a:rPr>
              <a:t>e    </a:t>
            </a:r>
            <a:r>
              <a:rPr sz="600" spc="50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           </a:t>
            </a:r>
            <a:r>
              <a:rPr sz="600" spc="34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</a:t>
            </a:r>
            <a:r>
              <a:rPr sz="600" spc="110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</a:t>
            </a:r>
            <a:r>
              <a:rPr sz="400" spc="61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          </a:t>
            </a:r>
            <a:r>
              <a:rPr sz="400" spc="20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3B3B72"/>
                </a:solidFill>
                <a:latin typeface="Arial"/>
                <a:cs typeface="Arial"/>
              </a:rPr>
              <a:t>•      </a:t>
            </a:r>
            <a:r>
              <a:rPr sz="400" spc="94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       </a:t>
            </a:r>
            <a:r>
              <a:rPr sz="600" spc="76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305" y="2336800"/>
            <a:ext cx="7854374" cy="1511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2250" marR="36252">
              <a:lnSpc>
                <a:spcPts val="1080"/>
              </a:lnSpc>
              <a:spcBef>
                <a:spcPts val="54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</a:t>
            </a:r>
            <a:r>
              <a:rPr sz="1500" spc="5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</a:t>
            </a:r>
            <a:r>
              <a:rPr sz="1500" spc="-3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052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   </a:t>
            </a:r>
            <a:r>
              <a:rPr sz="1500" spc="4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          </a:t>
            </a:r>
            <a:r>
              <a:rPr sz="1500" spc="37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</a:t>
            </a:r>
            <a:r>
              <a:rPr sz="1500" spc="-16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gl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om</a:t>
            </a:r>
            <a:endParaRPr sz="1000">
              <a:latin typeface="Courier New"/>
              <a:cs typeface="Courier New"/>
            </a:endParaRPr>
          </a:p>
          <a:p>
            <a:pPr marL="455107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4.83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355   </a:t>
            </a:r>
            <a:r>
              <a:rPr sz="1500" spc="-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6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</a:t>
            </a:r>
            <a:r>
              <a:rPr sz="1500" spc="-1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8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298</a:t>
            </a:r>
            <a:r>
              <a:rPr sz="1500" spc="-1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nse</a:t>
            </a:r>
            <a:r>
              <a:rPr sz="1500" spc="4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MX</a:t>
            </a:r>
            <a:r>
              <a:rPr sz="1500" spc="-17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469394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15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817185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-4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 </a:t>
            </a:r>
            <a:r>
              <a:rPr sz="1500" spc="13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LOC</a:t>
            </a:r>
            <a:r>
              <a:rPr sz="1500" spc="4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5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4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956209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28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3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se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al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70"/>
              </a:lnSpc>
              <a:spcBef>
                <a:spcPts val="0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108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2942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82482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  </a:t>
            </a:r>
            <a:r>
              <a:rPr sz="1500" spc="75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09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25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85</a:t>
            </a:r>
            <a:r>
              <a:rPr sz="1500" spc="40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ndar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9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9bb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b </a:t>
            </a:r>
            <a:r>
              <a:rPr sz="1500" spc="428" baseline="8827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PTR</a:t>
            </a:r>
            <a:r>
              <a:rPr sz="1500" spc="186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04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8827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6(</a:t>
            </a:r>
            <a:endParaRPr sz="1000">
              <a:latin typeface="Courier New"/>
              <a:cs typeface="Courier New"/>
            </a:endParaRPr>
          </a:p>
          <a:p>
            <a:pPr marL="462250" marR="14494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5333   </a:t>
            </a:r>
            <a:r>
              <a:rPr sz="1500" spc="-2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4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11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-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x9bbb</a:t>
            </a:r>
            <a:r>
              <a:rPr sz="1500" spc="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PTR 66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-</a:t>
            </a:r>
            <a:endParaRPr sz="1000">
              <a:latin typeface="Courier New"/>
              <a:cs typeface="Courier New"/>
            </a:endParaRPr>
          </a:p>
          <a:p>
            <a:pPr marL="462250">
              <a:lnSpc>
                <a:spcPts val="1070"/>
              </a:lnSpc>
              <a:spcBef>
                <a:spcPts val="2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-4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189905  </a:t>
            </a:r>
            <a:r>
              <a:rPr sz="1500" spc="-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70.20       </a:t>
            </a:r>
            <a:r>
              <a:rPr sz="1500" spc="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3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35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5c0 </a:t>
            </a:r>
            <a:r>
              <a:rPr sz="1500" spc="2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3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1W1W.</a:t>
            </a:r>
            <a:r>
              <a:rPr sz="1050" spc="2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etbsd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-150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or~</a:t>
            </a:r>
            <a:endParaRPr sz="1000">
              <a:latin typeface="Courier New"/>
              <a:cs typeface="Courier New"/>
            </a:endParaRPr>
          </a:p>
          <a:p>
            <a:pPr marL="368587" marR="66512" algn="ctr">
              <a:lnSpc>
                <a:spcPts val="1070"/>
              </a:lnSpc>
            </a:pP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238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  </a:t>
            </a:r>
            <a:r>
              <a:rPr sz="1500" spc="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16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1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onse</a:t>
            </a:r>
            <a:r>
              <a:rPr sz="1500" spc="1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  </a:t>
            </a:r>
            <a:r>
              <a:rPr sz="1500" spc="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204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endParaRPr sz="1000">
              <a:latin typeface="Courier New"/>
              <a:cs typeface="Courier New"/>
            </a:endParaRPr>
          </a:p>
          <a:p>
            <a:pPr marL="368587" marR="55472" algn="ctr">
              <a:lnSpc>
                <a:spcPts val="1055"/>
              </a:lnSpc>
            </a:pP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111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08</a:t>
            </a:r>
            <a:r>
              <a:rPr sz="150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965</a:t>
            </a: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35  </a:t>
            </a:r>
            <a:r>
              <a:rPr sz="1500" spc="-20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1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9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25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y</a:t>
            </a:r>
            <a:r>
              <a:rPr sz="1500" spc="30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fOd4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</a:t>
            </a:r>
            <a:r>
              <a:rPr sz="1050" spc="0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. </a:t>
            </a:r>
            <a:r>
              <a:rPr sz="1050" spc="128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b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sd</a:t>
            </a:r>
            <a:r>
              <a:rPr sz="1500" spc="0" baseline="5885" dirty="0">
                <a:solidFill>
                  <a:srgbClr val="2A2A69"/>
                </a:solidFill>
                <a:latin typeface="Courier New"/>
                <a:cs typeface="Courier New"/>
              </a:rPr>
              <a:t>.</a:t>
            </a:r>
            <a:endParaRPr sz="1000">
              <a:latin typeface="Courier New"/>
              <a:cs typeface="Courier New"/>
            </a:endParaRPr>
          </a:p>
          <a:p>
            <a:pPr marL="368587" marR="18138" algn="ctr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12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03  </a:t>
            </a:r>
            <a:r>
              <a:rPr sz="1500" spc="-28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0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2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102</a:t>
            </a:r>
            <a:r>
              <a:rPr sz="1500" spc="-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d4 </a:t>
            </a:r>
            <a:r>
              <a:rPr sz="1500" spc="8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0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305" y="3848100"/>
            <a:ext cx="7818122" cy="63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9305" y="3911600"/>
            <a:ext cx="7818122" cy="106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840"/>
              </a:lnSpc>
              <a:spcBef>
                <a:spcPts val="42"/>
              </a:spcBef>
            </a:pPr>
            <a:r>
              <a:rPr sz="1350" spc="0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F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303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2:</a:t>
            </a:r>
            <a:r>
              <a:rPr sz="1500" spc="154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98</a:t>
            </a:r>
            <a:r>
              <a:rPr sz="1500" spc="14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30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on</a:t>
            </a:r>
            <a:r>
              <a:rPr sz="1500" spc="9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w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 </a:t>
            </a:r>
            <a:r>
              <a:rPr sz="1500" spc="-8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4 </a:t>
            </a:r>
            <a:r>
              <a:rPr sz="1500" spc="32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7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59" baseline="-5885" dirty="0">
                <a:solidFill>
                  <a:srgbClr val="3D4452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180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d  </a:t>
            </a:r>
            <a:r>
              <a:rPr sz="1500" spc="-164" baseline="-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6B5756"/>
                </a:solidFill>
                <a:latin typeface="Courier New"/>
                <a:cs typeface="Courier New"/>
              </a:rPr>
              <a:t>4</a:t>
            </a:r>
            <a:r>
              <a:rPr sz="1500" spc="354" baseline="-5885" dirty="0">
                <a:solidFill>
                  <a:srgbClr val="6B5756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bits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305" y="4018027"/>
            <a:ext cx="6829810" cy="147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594">
              <a:lnSpc>
                <a:spcPts val="1070"/>
              </a:lnSpc>
              <a:spcBef>
                <a:spcPts val="143"/>
              </a:spcBef>
            </a:pPr>
            <a:r>
              <a:rPr sz="900" spc="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900" spc="14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348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</a:t>
            </a:r>
            <a:r>
              <a:rPr sz="1000" spc="-13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src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Q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an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aco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32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:41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  </a:t>
            </a:r>
            <a:r>
              <a:rPr sz="1000" spc="-17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:9f:32:41:8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 </a:t>
            </a:r>
            <a:r>
              <a:rPr sz="1000" spc="1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Ost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As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ekc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bl: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ad  </a:t>
            </a:r>
            <a:r>
              <a:rPr sz="1000" spc="17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:b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c:ad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9115" y="4018027"/>
            <a:ext cx="988312" cy="5402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59305" y="4165091"/>
            <a:ext cx="6829810" cy="139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095"/>
              </a:lnSpc>
              <a:spcBef>
                <a:spcPts val="54"/>
              </a:spcBef>
            </a:pPr>
            <a:r>
              <a:rPr sz="1350" spc="0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 </a:t>
            </a:r>
            <a:r>
              <a:rPr sz="1500" spc="103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ro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oc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l </a:t>
            </a:r>
            <a:r>
              <a:rPr sz="1500" spc="-129" baseline="2942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ve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 </a:t>
            </a:r>
            <a:r>
              <a:rPr sz="1500" spc="-17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-194" baseline="2942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c: </a:t>
            </a:r>
            <a:r>
              <a:rPr sz="1500" spc="1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19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68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20  </a:t>
            </a:r>
            <a:r>
              <a:rPr sz="1500" spc="-2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0),   </a:t>
            </a:r>
            <a:r>
              <a:rPr sz="1500" spc="-234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Os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20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  </a:t>
            </a:r>
            <a:r>
              <a:rPr sz="1500" spc="26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(192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305" y="4304536"/>
            <a:ext cx="6829810" cy="153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115"/>
              </a:lnSpc>
              <a:spcBef>
                <a:spcPts val="55"/>
              </a:spcBef>
            </a:pPr>
            <a:r>
              <a:rPr sz="1350" spc="0" baseline="6441" dirty="0">
                <a:solidFill>
                  <a:srgbClr val="8A8A8A"/>
                </a:solidFill>
                <a:latin typeface="Arial"/>
                <a:cs typeface="Arial"/>
              </a:rPr>
              <a:t>Iii</a:t>
            </a:r>
            <a:r>
              <a:rPr sz="1350" spc="225" baseline="6441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7B627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24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Dat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agra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 </a:t>
            </a:r>
            <a:r>
              <a:rPr sz="1500" spc="9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Pr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otoco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l, </a:t>
            </a:r>
            <a:r>
              <a:rPr sz="1500" spc="-25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rc</a:t>
            </a:r>
            <a:r>
              <a:rPr sz="1500" spc="2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1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</a:t>
            </a:r>
            <a:r>
              <a:rPr sz="1500" spc="388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9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313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Port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15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795 </a:t>
            </a:r>
            <a:r>
              <a:rPr sz="1500" spc="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305" y="4457700"/>
            <a:ext cx="6829810" cy="100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790"/>
              </a:lnSpc>
              <a:spcBef>
                <a:spcPts val="39"/>
              </a:spcBef>
            </a:pPr>
            <a:r>
              <a:rPr sz="1000" spc="0" dirty="0">
                <a:solidFill>
                  <a:srgbClr val="8A8A8A"/>
                </a:solidFill>
                <a:latin typeface="Courier New"/>
                <a:cs typeface="Courier New"/>
              </a:rPr>
              <a:t>El</a:t>
            </a:r>
            <a:r>
              <a:rPr sz="1000" spc="187" dirty="0">
                <a:solidFill>
                  <a:srgbClr val="8A8A8A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Do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000" spc="194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273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y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ste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m</a:t>
            </a:r>
            <a:r>
              <a:rPr sz="1000" spc="451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espo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305" y="4558282"/>
            <a:ext cx="6829810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9115" y="4558282"/>
            <a:ext cx="988312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2151888" y="1519426"/>
            <a:ext cx="6230114" cy="265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9">
              <a:lnSpc>
                <a:spcPct val="95825"/>
              </a:lnSpc>
              <a:spcBef>
                <a:spcPts val="380"/>
              </a:spcBef>
            </a:pPr>
            <a:r>
              <a:rPr sz="1100" b="1" spc="0" dirty="0">
                <a:latin typeface="Times New Roman"/>
                <a:cs typeface="Times New Roman"/>
              </a:rPr>
              <a:t>N</a:t>
            </a:r>
            <a:r>
              <a:rPr sz="1100" b="1" spc="4" dirty="0">
                <a:latin typeface="Times New Roman"/>
                <a:cs typeface="Times New Roman"/>
              </a:rPr>
              <a:t>e</a:t>
            </a:r>
            <a:r>
              <a:rPr sz="1100" b="1" spc="0" dirty="0">
                <a:latin typeface="Times New Roman"/>
                <a:cs typeface="Times New Roman"/>
              </a:rPr>
              <a:t>two</a:t>
            </a:r>
            <a:r>
              <a:rPr sz="1100" b="1" spc="4" dirty="0">
                <a:latin typeface="Times New Roman"/>
                <a:cs typeface="Times New Roman"/>
              </a:rPr>
              <a:t>r</a:t>
            </a:r>
            <a:r>
              <a:rPr sz="1100" b="1" spc="0" dirty="0">
                <a:latin typeface="Times New Roman"/>
                <a:cs typeface="Times New Roman"/>
              </a:rPr>
              <a:t>k</a:t>
            </a:r>
            <a:r>
              <a:rPr sz="1100" b="1" spc="57" dirty="0">
                <a:latin typeface="Times New Roman"/>
                <a:cs typeface="Times New Roman"/>
              </a:rPr>
              <a:t> </a:t>
            </a:r>
            <a:r>
              <a:rPr sz="1100" b="1" spc="0" dirty="0">
                <a:latin typeface="Times New Roman"/>
                <a:cs typeface="Times New Roman"/>
              </a:rPr>
              <a:t>Acc</a:t>
            </a:r>
            <a:r>
              <a:rPr sz="1100" b="1" spc="5" dirty="0">
                <a:latin typeface="Times New Roman"/>
                <a:cs typeface="Times New Roman"/>
              </a:rPr>
              <a:t>e</a:t>
            </a:r>
            <a:r>
              <a:rPr sz="1100" b="1" spc="-5" dirty="0">
                <a:latin typeface="Times New Roman"/>
                <a:cs typeface="Times New Roman"/>
              </a:rPr>
              <a:t>s</a:t>
            </a:r>
            <a:r>
              <a:rPr sz="1100" b="1" spc="0" dirty="0">
                <a:latin typeface="Times New Roman"/>
                <a:cs typeface="Times New Roman"/>
              </a:rPr>
              <a:t>s</a:t>
            </a:r>
            <a:r>
              <a:rPr sz="1100" b="1" spc="-57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la</a:t>
            </a:r>
            <a:r>
              <a:rPr sz="1100" b="1" spc="0" dirty="0">
                <a:latin typeface="Times New Roman"/>
                <a:cs typeface="Times New Roman"/>
              </a:rPr>
              <a:t>ye</a:t>
            </a:r>
            <a:r>
              <a:rPr sz="1100" b="1" spc="9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:</a:t>
            </a:r>
            <a:r>
              <a:rPr sz="1100" spc="-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In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this</a:t>
            </a:r>
            <a:r>
              <a:rPr sz="1100" spc="19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W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re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hark </a:t>
            </a:r>
            <a:r>
              <a:rPr sz="1100" spc="2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di</a:t>
            </a:r>
            <a:r>
              <a:rPr sz="1100" spc="-9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2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206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so</a:t>
            </a:r>
            <a:r>
              <a:rPr sz="1100" spc="0" dirty="0">
                <a:latin typeface="Times New Roman"/>
                <a:cs typeface="Times New Roman"/>
              </a:rPr>
              <a:t>urce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23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nati</a:t>
            </a:r>
            <a:r>
              <a:rPr sz="1100" spc="-11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16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4" dirty="0">
                <a:latin typeface="Times New Roman"/>
                <a:cs typeface="Times New Roman"/>
              </a:rPr>
              <a:t>ss</a:t>
            </a:r>
            <a:r>
              <a:rPr sz="1100" spc="0" dirty="0">
                <a:latin typeface="Times New Roman"/>
                <a:cs typeface="Times New Roman"/>
              </a:rPr>
              <a:t>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5307075" y="2187575"/>
            <a:ext cx="1020825" cy="282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23"/>
              </a:spcBef>
            </a:pPr>
            <a:endParaRPr sz="1100"/>
          </a:p>
          <a:p>
            <a:pPr marL="307919">
              <a:lnSpc>
                <a:spcPts val="1100"/>
              </a:lnSpc>
              <a:spcBef>
                <a:spcPts val="55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Sta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ar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6100" y="2209800"/>
            <a:ext cx="4749800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4044">
              <a:lnSpc>
                <a:spcPts val="825"/>
              </a:lnSpc>
              <a:spcBef>
                <a:spcPts val="41"/>
              </a:spcBef>
            </a:pP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I </a:t>
            </a:r>
            <a:r>
              <a:rPr sz="700" spc="119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111                                                                                                                            </a:t>
            </a:r>
            <a:r>
              <a:rPr sz="700" spc="25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112A6E"/>
                </a:solidFill>
                <a:latin typeface="Arial"/>
                <a:cs typeface="Arial"/>
              </a:rPr>
              <a:t>: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9305" y="2069590"/>
            <a:ext cx="7818122" cy="2488692"/>
          </a:xfrm>
          <a:custGeom>
            <a:avLst/>
            <a:gdLst/>
            <a:ahLst/>
            <a:cxnLst/>
            <a:rect l="l" t="t" r="r" b="b"/>
            <a:pathLst>
              <a:path w="7818122" h="2488692">
                <a:moveTo>
                  <a:pt x="0" y="2488692"/>
                </a:moveTo>
                <a:lnTo>
                  <a:pt x="7818122" y="2488692"/>
                </a:lnTo>
                <a:lnTo>
                  <a:pt x="7818122" y="0"/>
                </a:lnTo>
                <a:lnTo>
                  <a:pt x="0" y="0"/>
                </a:lnTo>
                <a:lnTo>
                  <a:pt x="0" y="24886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6352" y="4018027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2450" y="4156709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9404" y="4296916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B7189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6352" y="4463033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81200" y="1519425"/>
            <a:ext cx="6400802" cy="262130"/>
          </a:xfrm>
          <a:custGeom>
            <a:avLst/>
            <a:gdLst/>
            <a:ahLst/>
            <a:cxnLst/>
            <a:rect l="l" t="t" r="r" b="b"/>
            <a:pathLst>
              <a:path w="6400802" h="262130">
                <a:moveTo>
                  <a:pt x="0" y="262130"/>
                </a:moveTo>
                <a:lnTo>
                  <a:pt x="6400802" y="262130"/>
                </a:lnTo>
                <a:lnTo>
                  <a:pt x="6400802" y="0"/>
                </a:lnTo>
                <a:lnTo>
                  <a:pt x="0" y="0"/>
                </a:lnTo>
                <a:lnTo>
                  <a:pt x="0" y="262130"/>
                </a:lnTo>
                <a:close/>
              </a:path>
            </a:pathLst>
          </a:custGeom>
          <a:ln w="15240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80744" y="1781428"/>
            <a:ext cx="3806953" cy="2503322"/>
          </a:xfrm>
          <a:custGeom>
            <a:avLst/>
            <a:gdLst/>
            <a:ahLst/>
            <a:cxnLst/>
            <a:rect l="l" t="t" r="r" b="b"/>
            <a:pathLst>
              <a:path w="3806953" h="2503322">
                <a:moveTo>
                  <a:pt x="3806953" y="254"/>
                </a:moveTo>
                <a:lnTo>
                  <a:pt x="3794380" y="0"/>
                </a:lnTo>
                <a:lnTo>
                  <a:pt x="3792856" y="57785"/>
                </a:lnTo>
                <a:lnTo>
                  <a:pt x="3788792" y="115189"/>
                </a:lnTo>
                <a:lnTo>
                  <a:pt x="3782061" y="172593"/>
                </a:lnTo>
                <a:lnTo>
                  <a:pt x="3772536" y="229997"/>
                </a:lnTo>
                <a:lnTo>
                  <a:pt x="3760598" y="287274"/>
                </a:lnTo>
                <a:lnTo>
                  <a:pt x="3745993" y="344297"/>
                </a:lnTo>
                <a:lnTo>
                  <a:pt x="3728848" y="401193"/>
                </a:lnTo>
                <a:lnTo>
                  <a:pt x="3709290" y="457962"/>
                </a:lnTo>
                <a:lnTo>
                  <a:pt x="3687319" y="514604"/>
                </a:lnTo>
                <a:lnTo>
                  <a:pt x="3662935" y="570865"/>
                </a:lnTo>
                <a:lnTo>
                  <a:pt x="3636138" y="626872"/>
                </a:lnTo>
                <a:lnTo>
                  <a:pt x="3607055" y="682625"/>
                </a:lnTo>
                <a:lnTo>
                  <a:pt x="3575813" y="737997"/>
                </a:lnTo>
                <a:lnTo>
                  <a:pt x="3542412" y="792988"/>
                </a:lnTo>
                <a:lnTo>
                  <a:pt x="3506598" y="847725"/>
                </a:lnTo>
                <a:lnTo>
                  <a:pt x="3468879" y="901954"/>
                </a:lnTo>
                <a:lnTo>
                  <a:pt x="3429001" y="955675"/>
                </a:lnTo>
                <a:lnTo>
                  <a:pt x="3386964" y="1009142"/>
                </a:lnTo>
                <a:lnTo>
                  <a:pt x="3343022" y="1061974"/>
                </a:lnTo>
                <a:lnTo>
                  <a:pt x="3297175" y="1114171"/>
                </a:lnTo>
                <a:lnTo>
                  <a:pt x="3249423" y="1165860"/>
                </a:lnTo>
                <a:lnTo>
                  <a:pt x="3199639" y="1217041"/>
                </a:lnTo>
                <a:lnTo>
                  <a:pt x="3148204" y="1267587"/>
                </a:lnTo>
                <a:lnTo>
                  <a:pt x="3094864" y="1317498"/>
                </a:lnTo>
                <a:lnTo>
                  <a:pt x="3039746" y="1366647"/>
                </a:lnTo>
                <a:lnTo>
                  <a:pt x="2983103" y="1415288"/>
                </a:lnTo>
                <a:lnTo>
                  <a:pt x="2924683" y="1463040"/>
                </a:lnTo>
                <a:lnTo>
                  <a:pt x="2864612" y="1510030"/>
                </a:lnTo>
                <a:lnTo>
                  <a:pt x="2803144" y="1556258"/>
                </a:lnTo>
                <a:lnTo>
                  <a:pt x="2740025" y="1601724"/>
                </a:lnTo>
                <a:lnTo>
                  <a:pt x="2609469" y="1690116"/>
                </a:lnTo>
                <a:lnTo>
                  <a:pt x="2473198" y="1774825"/>
                </a:lnTo>
                <a:lnTo>
                  <a:pt x="2331847" y="1855724"/>
                </a:lnTo>
                <a:lnTo>
                  <a:pt x="2185670" y="1932559"/>
                </a:lnTo>
                <a:lnTo>
                  <a:pt x="2034921" y="2005076"/>
                </a:lnTo>
                <a:lnTo>
                  <a:pt x="1879981" y="2073148"/>
                </a:lnTo>
                <a:lnTo>
                  <a:pt x="1721231" y="2136495"/>
                </a:lnTo>
                <a:lnTo>
                  <a:pt x="1559052" y="2194802"/>
                </a:lnTo>
                <a:lnTo>
                  <a:pt x="1393698" y="2247978"/>
                </a:lnTo>
                <a:lnTo>
                  <a:pt x="1225423" y="2295727"/>
                </a:lnTo>
                <a:lnTo>
                  <a:pt x="1054862" y="2337880"/>
                </a:lnTo>
                <a:lnTo>
                  <a:pt x="882269" y="2374110"/>
                </a:lnTo>
                <a:lnTo>
                  <a:pt x="795274" y="2389985"/>
                </a:lnTo>
                <a:lnTo>
                  <a:pt x="707898" y="2404352"/>
                </a:lnTo>
                <a:lnTo>
                  <a:pt x="620141" y="2417003"/>
                </a:lnTo>
                <a:lnTo>
                  <a:pt x="532130" y="2428124"/>
                </a:lnTo>
                <a:lnTo>
                  <a:pt x="443865" y="2437640"/>
                </a:lnTo>
                <a:lnTo>
                  <a:pt x="355346" y="2445433"/>
                </a:lnTo>
                <a:lnTo>
                  <a:pt x="266700" y="2451619"/>
                </a:lnTo>
                <a:lnTo>
                  <a:pt x="177800" y="2456001"/>
                </a:lnTo>
                <a:lnTo>
                  <a:pt x="88900" y="2458758"/>
                </a:lnTo>
                <a:lnTo>
                  <a:pt x="76136" y="2458880"/>
                </a:lnTo>
                <a:lnTo>
                  <a:pt x="75819" y="2427122"/>
                </a:lnTo>
                <a:lnTo>
                  <a:pt x="0" y="2465956"/>
                </a:lnTo>
                <a:lnTo>
                  <a:pt x="63500" y="2459002"/>
                </a:lnTo>
                <a:lnTo>
                  <a:pt x="76263" y="2471574"/>
                </a:lnTo>
                <a:lnTo>
                  <a:pt x="89281" y="2471444"/>
                </a:lnTo>
                <a:lnTo>
                  <a:pt x="178435" y="2468675"/>
                </a:lnTo>
                <a:lnTo>
                  <a:pt x="267462" y="2464295"/>
                </a:lnTo>
                <a:lnTo>
                  <a:pt x="356362" y="2458099"/>
                </a:lnTo>
                <a:lnTo>
                  <a:pt x="445262" y="2450275"/>
                </a:lnTo>
                <a:lnTo>
                  <a:pt x="533781" y="2440735"/>
                </a:lnTo>
                <a:lnTo>
                  <a:pt x="621919" y="2429573"/>
                </a:lnTo>
                <a:lnTo>
                  <a:pt x="709930" y="2416888"/>
                </a:lnTo>
                <a:lnTo>
                  <a:pt x="797560" y="2402487"/>
                </a:lnTo>
                <a:lnTo>
                  <a:pt x="884809" y="2386547"/>
                </a:lnTo>
                <a:lnTo>
                  <a:pt x="1057910" y="2350198"/>
                </a:lnTo>
                <a:lnTo>
                  <a:pt x="1228979" y="2307945"/>
                </a:lnTo>
                <a:lnTo>
                  <a:pt x="1397508" y="2260067"/>
                </a:lnTo>
                <a:lnTo>
                  <a:pt x="1563243" y="2206753"/>
                </a:lnTo>
                <a:lnTo>
                  <a:pt x="1725930" y="2148293"/>
                </a:lnTo>
                <a:lnTo>
                  <a:pt x="1885061" y="2084832"/>
                </a:lnTo>
                <a:lnTo>
                  <a:pt x="2040382" y="2016633"/>
                </a:lnTo>
                <a:lnTo>
                  <a:pt x="2191639" y="1943862"/>
                </a:lnTo>
                <a:lnTo>
                  <a:pt x="2338197" y="1866773"/>
                </a:lnTo>
                <a:lnTo>
                  <a:pt x="2479929" y="1785620"/>
                </a:lnTo>
                <a:lnTo>
                  <a:pt x="2616581" y="1700657"/>
                </a:lnTo>
                <a:lnTo>
                  <a:pt x="2747518" y="1612011"/>
                </a:lnTo>
                <a:lnTo>
                  <a:pt x="2810764" y="1566418"/>
                </a:lnTo>
                <a:lnTo>
                  <a:pt x="2872486" y="1520063"/>
                </a:lnTo>
                <a:lnTo>
                  <a:pt x="2932684" y="1472819"/>
                </a:lnTo>
                <a:lnTo>
                  <a:pt x="2991358" y="1424940"/>
                </a:lnTo>
                <a:lnTo>
                  <a:pt x="3048255" y="1376172"/>
                </a:lnTo>
                <a:lnTo>
                  <a:pt x="3103500" y="1326769"/>
                </a:lnTo>
                <a:lnTo>
                  <a:pt x="3157094" y="1276604"/>
                </a:lnTo>
                <a:lnTo>
                  <a:pt x="3208783" y="1225931"/>
                </a:lnTo>
                <a:lnTo>
                  <a:pt x="3258694" y="1174496"/>
                </a:lnTo>
                <a:lnTo>
                  <a:pt x="3306700" y="1122553"/>
                </a:lnTo>
                <a:lnTo>
                  <a:pt x="3352801" y="1069975"/>
                </a:lnTo>
                <a:lnTo>
                  <a:pt x="3396997" y="1016889"/>
                </a:lnTo>
                <a:lnTo>
                  <a:pt x="3439161" y="963295"/>
                </a:lnTo>
                <a:lnTo>
                  <a:pt x="3479293" y="909193"/>
                </a:lnTo>
                <a:lnTo>
                  <a:pt x="3517266" y="854710"/>
                </a:lnTo>
                <a:lnTo>
                  <a:pt x="3553207" y="799592"/>
                </a:lnTo>
                <a:lnTo>
                  <a:pt x="3586989" y="744220"/>
                </a:lnTo>
                <a:lnTo>
                  <a:pt x="3618358" y="688467"/>
                </a:lnTo>
                <a:lnTo>
                  <a:pt x="3647568" y="632333"/>
                </a:lnTo>
                <a:lnTo>
                  <a:pt x="3674619" y="575818"/>
                </a:lnTo>
                <a:lnTo>
                  <a:pt x="3699130" y="519176"/>
                </a:lnTo>
                <a:lnTo>
                  <a:pt x="3721355" y="462153"/>
                </a:lnTo>
                <a:lnTo>
                  <a:pt x="3741040" y="404876"/>
                </a:lnTo>
                <a:lnTo>
                  <a:pt x="3758185" y="347472"/>
                </a:lnTo>
                <a:lnTo>
                  <a:pt x="3772917" y="289814"/>
                </a:lnTo>
                <a:lnTo>
                  <a:pt x="3785109" y="232029"/>
                </a:lnTo>
                <a:lnTo>
                  <a:pt x="3794634" y="174117"/>
                </a:lnTo>
                <a:lnTo>
                  <a:pt x="3801492" y="116078"/>
                </a:lnTo>
                <a:lnTo>
                  <a:pt x="3805556" y="58039"/>
                </a:lnTo>
                <a:lnTo>
                  <a:pt x="3806953" y="254"/>
                </a:lnTo>
                <a:close/>
              </a:path>
              <a:path w="3806953" h="2503322">
                <a:moveTo>
                  <a:pt x="63500" y="2471702"/>
                </a:moveTo>
                <a:lnTo>
                  <a:pt x="63500" y="2459002"/>
                </a:lnTo>
                <a:lnTo>
                  <a:pt x="0" y="2465956"/>
                </a:lnTo>
                <a:lnTo>
                  <a:pt x="76581" y="2503322"/>
                </a:lnTo>
                <a:lnTo>
                  <a:pt x="76263" y="2471574"/>
                </a:lnTo>
                <a:lnTo>
                  <a:pt x="63500" y="2459002"/>
                </a:lnTo>
                <a:lnTo>
                  <a:pt x="63500" y="2471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5" y="380991"/>
                </a:moveTo>
                <a:lnTo>
                  <a:pt x="2110244" y="366691"/>
                </a:lnTo>
                <a:lnTo>
                  <a:pt x="2131955" y="331913"/>
                </a:lnTo>
                <a:lnTo>
                  <a:pt x="2133600" y="317500"/>
                </a:lnTo>
                <a:lnTo>
                  <a:pt x="2133592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07075" y="2187575"/>
            <a:ext cx="1020825" cy="26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6100" y="2070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95B6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6100" y="227330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126999">
            <a:solidFill>
              <a:srgbClr val="112A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8800" y="3835400"/>
            <a:ext cx="0" cy="723899"/>
          </a:xfrm>
          <a:custGeom>
            <a:avLst/>
            <a:gdLst/>
            <a:ahLst/>
            <a:cxnLst/>
            <a:rect l="l" t="t" r="r" b="b"/>
            <a:pathLst>
              <a:path h="723899">
                <a:moveTo>
                  <a:pt x="0" y="723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110D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6100" y="3848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6495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6100" y="39116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211F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07424" y="2608199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0809" y="1283207"/>
            <a:ext cx="135320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6345" y="1868797"/>
            <a:ext cx="465497" cy="53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0"/>
              </a:lnSpc>
              <a:spcBef>
                <a:spcPts val="209"/>
              </a:spcBef>
            </a:pPr>
            <a:r>
              <a:rPr sz="2400" dirty="0">
                <a:solidFill>
                  <a:srgbClr val="3B3B72"/>
                </a:solidFill>
                <a:latin typeface="Arial"/>
                <a:cs typeface="Arial"/>
              </a:rPr>
              <a:t>.</a:t>
            </a:r>
            <a:r>
              <a:rPr sz="2400" spc="-379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1900" spc="0" dirty="0">
                <a:solidFill>
                  <a:srgbClr val="112A6E"/>
                </a:solidFill>
                <a:latin typeface="Arial"/>
                <a:cs typeface="Arial"/>
              </a:rPr>
              <a:t>.       </a:t>
            </a:r>
            <a:r>
              <a:rPr sz="1900" spc="44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112A6E"/>
                </a:solidFill>
                <a:latin typeface="Arial"/>
                <a:cs typeface="Arial"/>
              </a:rPr>
              <a:t>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3239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59305" y="2070100"/>
            <a:ext cx="7818122" cy="139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5107">
              <a:lnSpc>
                <a:spcPts val="1100"/>
              </a:lnSpc>
              <a:spcBef>
                <a:spcPts val="55"/>
              </a:spcBef>
            </a:pP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350" spc="134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350" spc="0" baseline="6538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000000    </a:t>
            </a:r>
            <a:r>
              <a:rPr sz="1350" spc="39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Ox1032</a:t>
            </a:r>
            <a:r>
              <a:rPr sz="1500" spc="-3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TXT</a:t>
            </a:r>
            <a:r>
              <a:rPr sz="1500" spc="4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</a:t>
            </a:r>
            <a:r>
              <a:rPr sz="1500" spc="-4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-209" baseline="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305" y="2209800"/>
            <a:ext cx="4736594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50"/>
              </a:lnSpc>
              <a:spcBef>
                <a:spcPts val="49"/>
              </a:spcBef>
            </a:pPr>
            <a:endParaRPr sz="950"/>
          </a:p>
        </p:txBody>
      </p:sp>
      <p:sp>
        <p:nvSpPr>
          <p:cNvPr id="13" name="object 13"/>
          <p:cNvSpPr txBox="1"/>
          <p:nvPr/>
        </p:nvSpPr>
        <p:spPr>
          <a:xfrm>
            <a:off x="5295900" y="2209800"/>
            <a:ext cx="308152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9195">
              <a:lnSpc>
                <a:spcPct val="95825"/>
              </a:lnSpc>
              <a:spcBef>
                <a:spcPts val="35"/>
              </a:spcBef>
            </a:pPr>
            <a:r>
              <a:rPr sz="600" spc="0" dirty="0">
                <a:solidFill>
                  <a:srgbClr val="112A6E"/>
                </a:solidFill>
                <a:latin typeface="Times New Roman"/>
                <a:cs typeface="Times New Roman"/>
              </a:rPr>
              <a:t>e    </a:t>
            </a:r>
            <a:r>
              <a:rPr sz="600" spc="50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           </a:t>
            </a:r>
            <a:r>
              <a:rPr sz="600" spc="34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</a:t>
            </a:r>
            <a:r>
              <a:rPr sz="600" spc="110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</a:t>
            </a:r>
            <a:r>
              <a:rPr sz="400" spc="61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          </a:t>
            </a:r>
            <a:r>
              <a:rPr sz="400" spc="20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3B3B72"/>
                </a:solidFill>
                <a:latin typeface="Arial"/>
                <a:cs typeface="Arial"/>
              </a:rPr>
              <a:t>•      </a:t>
            </a:r>
            <a:r>
              <a:rPr sz="400" spc="94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       </a:t>
            </a:r>
            <a:r>
              <a:rPr sz="600" spc="76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305" y="2336800"/>
            <a:ext cx="7854374" cy="1511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2250" marR="36252">
              <a:lnSpc>
                <a:spcPts val="1080"/>
              </a:lnSpc>
              <a:spcBef>
                <a:spcPts val="54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</a:t>
            </a:r>
            <a:r>
              <a:rPr sz="1500" spc="5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</a:t>
            </a:r>
            <a:r>
              <a:rPr sz="1500" spc="-3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052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   </a:t>
            </a:r>
            <a:r>
              <a:rPr sz="1500" spc="4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          </a:t>
            </a:r>
            <a:r>
              <a:rPr sz="1500" spc="37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</a:t>
            </a:r>
            <a:r>
              <a:rPr sz="1500" spc="-16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gl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om</a:t>
            </a:r>
            <a:endParaRPr sz="1000">
              <a:latin typeface="Courier New"/>
              <a:cs typeface="Courier New"/>
            </a:endParaRPr>
          </a:p>
          <a:p>
            <a:pPr marL="455107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4.83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355   </a:t>
            </a:r>
            <a:r>
              <a:rPr sz="1500" spc="-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6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</a:t>
            </a:r>
            <a:r>
              <a:rPr sz="1500" spc="-1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8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298</a:t>
            </a:r>
            <a:r>
              <a:rPr sz="1500" spc="-1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nse</a:t>
            </a:r>
            <a:r>
              <a:rPr sz="1500" spc="4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MX</a:t>
            </a:r>
            <a:r>
              <a:rPr sz="1500" spc="-17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469394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15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817185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-4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 </a:t>
            </a:r>
            <a:r>
              <a:rPr sz="1500" spc="13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LOC</a:t>
            </a:r>
            <a:r>
              <a:rPr sz="1500" spc="4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5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4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956209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28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3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se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al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70"/>
              </a:lnSpc>
              <a:spcBef>
                <a:spcPts val="0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108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2942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82482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  </a:t>
            </a:r>
            <a:r>
              <a:rPr sz="1500" spc="75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09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25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85</a:t>
            </a:r>
            <a:r>
              <a:rPr sz="1500" spc="40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ndar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9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9bb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b </a:t>
            </a:r>
            <a:r>
              <a:rPr sz="1500" spc="428" baseline="8827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PTR</a:t>
            </a:r>
            <a:r>
              <a:rPr sz="1500" spc="186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04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8827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6(</a:t>
            </a:r>
            <a:endParaRPr sz="1000">
              <a:latin typeface="Courier New"/>
              <a:cs typeface="Courier New"/>
            </a:endParaRPr>
          </a:p>
          <a:p>
            <a:pPr marL="462250" marR="14494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5333   </a:t>
            </a:r>
            <a:r>
              <a:rPr sz="1500" spc="-2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4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11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-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x9bbb</a:t>
            </a:r>
            <a:r>
              <a:rPr sz="1500" spc="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PTR 66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-</a:t>
            </a:r>
            <a:endParaRPr sz="1000">
              <a:latin typeface="Courier New"/>
              <a:cs typeface="Courier New"/>
            </a:endParaRPr>
          </a:p>
          <a:p>
            <a:pPr marL="462250">
              <a:lnSpc>
                <a:spcPts val="1070"/>
              </a:lnSpc>
              <a:spcBef>
                <a:spcPts val="2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-4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189905  </a:t>
            </a:r>
            <a:r>
              <a:rPr sz="1500" spc="-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70.20       </a:t>
            </a:r>
            <a:r>
              <a:rPr sz="1500" spc="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3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35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5c0 </a:t>
            </a:r>
            <a:r>
              <a:rPr sz="1500" spc="2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3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1W1W.</a:t>
            </a:r>
            <a:r>
              <a:rPr sz="1050" spc="2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etbsd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-150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or~</a:t>
            </a:r>
            <a:endParaRPr sz="1000">
              <a:latin typeface="Courier New"/>
              <a:cs typeface="Courier New"/>
            </a:endParaRPr>
          </a:p>
          <a:p>
            <a:pPr marL="368587" marR="66512" algn="ctr">
              <a:lnSpc>
                <a:spcPts val="1070"/>
              </a:lnSpc>
            </a:pP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238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  </a:t>
            </a:r>
            <a:r>
              <a:rPr sz="1500" spc="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16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1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onse</a:t>
            </a:r>
            <a:r>
              <a:rPr sz="1500" spc="1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  </a:t>
            </a:r>
            <a:r>
              <a:rPr sz="1500" spc="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204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endParaRPr sz="1000">
              <a:latin typeface="Courier New"/>
              <a:cs typeface="Courier New"/>
            </a:endParaRPr>
          </a:p>
          <a:p>
            <a:pPr marL="368587" marR="55472" algn="ctr">
              <a:lnSpc>
                <a:spcPts val="1055"/>
              </a:lnSpc>
            </a:pP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111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08</a:t>
            </a:r>
            <a:r>
              <a:rPr sz="150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965</a:t>
            </a: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35  </a:t>
            </a:r>
            <a:r>
              <a:rPr sz="1500" spc="-20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1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9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25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y</a:t>
            </a:r>
            <a:r>
              <a:rPr sz="1500" spc="30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fOd4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</a:t>
            </a:r>
            <a:r>
              <a:rPr sz="1050" spc="0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. </a:t>
            </a:r>
            <a:r>
              <a:rPr sz="1050" spc="128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b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sd</a:t>
            </a:r>
            <a:r>
              <a:rPr sz="1500" spc="0" baseline="5885" dirty="0">
                <a:solidFill>
                  <a:srgbClr val="2A2A69"/>
                </a:solidFill>
                <a:latin typeface="Courier New"/>
                <a:cs typeface="Courier New"/>
              </a:rPr>
              <a:t>.</a:t>
            </a:r>
            <a:endParaRPr sz="1000">
              <a:latin typeface="Courier New"/>
              <a:cs typeface="Courier New"/>
            </a:endParaRPr>
          </a:p>
          <a:p>
            <a:pPr marL="368587" marR="18138" algn="ctr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12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03  </a:t>
            </a:r>
            <a:r>
              <a:rPr sz="1500" spc="-28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0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2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102</a:t>
            </a:r>
            <a:r>
              <a:rPr sz="1500" spc="-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d4 </a:t>
            </a:r>
            <a:r>
              <a:rPr sz="1500" spc="8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0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305" y="3848100"/>
            <a:ext cx="7818122" cy="63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9305" y="3911600"/>
            <a:ext cx="7818122" cy="106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840"/>
              </a:lnSpc>
              <a:spcBef>
                <a:spcPts val="42"/>
              </a:spcBef>
            </a:pPr>
            <a:r>
              <a:rPr sz="1350" spc="0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F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303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2:</a:t>
            </a:r>
            <a:r>
              <a:rPr sz="1500" spc="154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98</a:t>
            </a:r>
            <a:r>
              <a:rPr sz="1500" spc="14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30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on</a:t>
            </a:r>
            <a:r>
              <a:rPr sz="1500" spc="9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w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 </a:t>
            </a:r>
            <a:r>
              <a:rPr sz="1500" spc="-8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4 </a:t>
            </a:r>
            <a:r>
              <a:rPr sz="1500" spc="32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7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59" baseline="-5885" dirty="0">
                <a:solidFill>
                  <a:srgbClr val="3D4452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180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d  </a:t>
            </a:r>
            <a:r>
              <a:rPr sz="1500" spc="-164" baseline="-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6B5756"/>
                </a:solidFill>
                <a:latin typeface="Courier New"/>
                <a:cs typeface="Courier New"/>
              </a:rPr>
              <a:t>4</a:t>
            </a:r>
            <a:r>
              <a:rPr sz="1500" spc="354" baseline="-5885" dirty="0">
                <a:solidFill>
                  <a:srgbClr val="6B5756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bits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305" y="4018027"/>
            <a:ext cx="6829810" cy="147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594">
              <a:lnSpc>
                <a:spcPts val="1070"/>
              </a:lnSpc>
              <a:spcBef>
                <a:spcPts val="143"/>
              </a:spcBef>
            </a:pPr>
            <a:r>
              <a:rPr sz="900" spc="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900" spc="14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348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</a:t>
            </a:r>
            <a:r>
              <a:rPr sz="1000" spc="-13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src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Q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an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aco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32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:41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  </a:t>
            </a:r>
            <a:r>
              <a:rPr sz="1000" spc="-17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:9f:32:41:8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 </a:t>
            </a:r>
            <a:r>
              <a:rPr sz="1000" spc="1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Ost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As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ekc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bl: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ad  </a:t>
            </a:r>
            <a:r>
              <a:rPr sz="1000" spc="17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:b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c:ad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9115" y="4018027"/>
            <a:ext cx="988312" cy="5402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59305" y="4165091"/>
            <a:ext cx="6829810" cy="139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095"/>
              </a:lnSpc>
              <a:spcBef>
                <a:spcPts val="54"/>
              </a:spcBef>
            </a:pPr>
            <a:r>
              <a:rPr sz="1350" spc="0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 </a:t>
            </a:r>
            <a:r>
              <a:rPr sz="1500" spc="103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ro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oc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l </a:t>
            </a:r>
            <a:r>
              <a:rPr sz="1500" spc="-129" baseline="2942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ve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 </a:t>
            </a:r>
            <a:r>
              <a:rPr sz="1500" spc="-17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-194" baseline="2942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c: </a:t>
            </a:r>
            <a:r>
              <a:rPr sz="1500" spc="1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19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68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20  </a:t>
            </a:r>
            <a:r>
              <a:rPr sz="1500" spc="-2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0),   </a:t>
            </a:r>
            <a:r>
              <a:rPr sz="1500" spc="-234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Os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20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  </a:t>
            </a:r>
            <a:r>
              <a:rPr sz="1500" spc="26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(192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305" y="4304536"/>
            <a:ext cx="6829810" cy="153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115"/>
              </a:lnSpc>
              <a:spcBef>
                <a:spcPts val="55"/>
              </a:spcBef>
            </a:pPr>
            <a:r>
              <a:rPr sz="1350" spc="0" baseline="6441" dirty="0">
                <a:solidFill>
                  <a:srgbClr val="8A8A8A"/>
                </a:solidFill>
                <a:latin typeface="Arial"/>
                <a:cs typeface="Arial"/>
              </a:rPr>
              <a:t>Iii</a:t>
            </a:r>
            <a:r>
              <a:rPr sz="1350" spc="225" baseline="6441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7B627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24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Dat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agra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 </a:t>
            </a:r>
            <a:r>
              <a:rPr sz="1500" spc="9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Pr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otoco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l, </a:t>
            </a:r>
            <a:r>
              <a:rPr sz="1500" spc="-25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rc</a:t>
            </a:r>
            <a:r>
              <a:rPr sz="1500" spc="2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1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</a:t>
            </a:r>
            <a:r>
              <a:rPr sz="1500" spc="388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9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313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Port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15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795 </a:t>
            </a:r>
            <a:r>
              <a:rPr sz="1500" spc="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305" y="4457700"/>
            <a:ext cx="6829810" cy="100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790"/>
              </a:lnSpc>
              <a:spcBef>
                <a:spcPts val="39"/>
              </a:spcBef>
            </a:pPr>
            <a:r>
              <a:rPr sz="1000" spc="0" dirty="0">
                <a:solidFill>
                  <a:srgbClr val="8A8A8A"/>
                </a:solidFill>
                <a:latin typeface="Courier New"/>
                <a:cs typeface="Courier New"/>
              </a:rPr>
              <a:t>El</a:t>
            </a:r>
            <a:r>
              <a:rPr sz="1000" spc="187" dirty="0">
                <a:solidFill>
                  <a:srgbClr val="8A8A8A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Do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000" spc="194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273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y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ste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m</a:t>
            </a:r>
            <a:r>
              <a:rPr sz="1000" spc="451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espo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305" y="4558282"/>
            <a:ext cx="6829810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9115" y="4558282"/>
            <a:ext cx="988312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1981200" y="1519425"/>
            <a:ext cx="6400802" cy="262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694">
              <a:lnSpc>
                <a:spcPct val="95825"/>
              </a:lnSpc>
              <a:spcBef>
                <a:spcPts val="380"/>
              </a:spcBef>
            </a:pPr>
            <a:r>
              <a:rPr sz="1100" b="1" spc="0" dirty="0">
                <a:latin typeface="Times New Roman"/>
                <a:cs typeface="Times New Roman"/>
              </a:rPr>
              <a:t>I</a:t>
            </a:r>
            <a:r>
              <a:rPr sz="1100" b="1" spc="4" dirty="0">
                <a:latin typeface="Times New Roman"/>
                <a:cs typeface="Times New Roman"/>
              </a:rPr>
              <a:t>n</a:t>
            </a:r>
            <a:r>
              <a:rPr sz="1100" b="1" spc="0" dirty="0">
                <a:latin typeface="Times New Roman"/>
                <a:cs typeface="Times New Roman"/>
              </a:rPr>
              <a:t>te</a:t>
            </a:r>
            <a:r>
              <a:rPr sz="1100" b="1" spc="4" dirty="0">
                <a:latin typeface="Times New Roman"/>
                <a:cs typeface="Times New Roman"/>
              </a:rPr>
              <a:t>rn</a:t>
            </a:r>
            <a:r>
              <a:rPr sz="1100" b="1" spc="0" dirty="0">
                <a:latin typeface="Times New Roman"/>
                <a:cs typeface="Times New Roman"/>
              </a:rPr>
              <a:t>et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la</a:t>
            </a:r>
            <a:r>
              <a:rPr sz="1100" b="1" spc="0" dirty="0">
                <a:latin typeface="Times New Roman"/>
                <a:cs typeface="Times New Roman"/>
              </a:rPr>
              <a:t>ye</a:t>
            </a:r>
            <a:r>
              <a:rPr sz="1100" b="1" spc="9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:</a:t>
            </a:r>
            <a:r>
              <a:rPr sz="1100" spc="-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In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4" dirty="0">
                <a:latin typeface="Times New Roman"/>
                <a:cs typeface="Times New Roman"/>
              </a:rPr>
              <a:t>ne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W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sh</a:t>
            </a:r>
            <a:r>
              <a:rPr sz="1100" spc="4" dirty="0">
                <a:latin typeface="Times New Roman"/>
                <a:cs typeface="Times New Roman"/>
              </a:rPr>
              <a:t>a</a:t>
            </a:r>
            <a:r>
              <a:rPr sz="1100" spc="0" dirty="0">
                <a:latin typeface="Times New Roman"/>
                <a:cs typeface="Times New Roman"/>
              </a:rPr>
              <a:t>rk </a:t>
            </a:r>
            <a:r>
              <a:rPr sz="1100" spc="2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9" dirty="0">
                <a:latin typeface="Times New Roman"/>
                <a:cs typeface="Times New Roman"/>
              </a:rPr>
              <a:t>y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14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at</a:t>
            </a:r>
            <a:r>
              <a:rPr sz="1100" spc="26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co</a:t>
            </a:r>
            <a:r>
              <a:rPr sz="1100" spc="5" dirty="0">
                <a:latin typeface="Times New Roman"/>
                <a:cs typeface="Times New Roman"/>
              </a:rPr>
              <a:t>me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3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gh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1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aft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 </a:t>
            </a:r>
            <a:r>
              <a:rPr sz="1100" spc="1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F</a:t>
            </a:r>
            <a:r>
              <a:rPr sz="1100" spc="0" dirty="0">
                <a:latin typeface="Times New Roman"/>
                <a:cs typeface="Times New Roman"/>
              </a:rPr>
              <a:t>ra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e </a:t>
            </a:r>
            <a:r>
              <a:rPr sz="1100" spc="33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he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de</a:t>
            </a:r>
            <a:r>
              <a:rPr sz="1100" spc="0" dirty="0">
                <a:latin typeface="Times New Roman"/>
                <a:cs typeface="Times New Roman"/>
              </a:rPr>
              <a:t>r.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5307075" y="2187575"/>
            <a:ext cx="1020825" cy="282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23"/>
              </a:spcBef>
            </a:pPr>
            <a:endParaRPr sz="1100"/>
          </a:p>
          <a:p>
            <a:pPr marL="307919">
              <a:lnSpc>
                <a:spcPts val="1100"/>
              </a:lnSpc>
              <a:spcBef>
                <a:spcPts val="55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Sta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ar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6100" y="2209800"/>
            <a:ext cx="4749800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4044">
              <a:lnSpc>
                <a:spcPts val="825"/>
              </a:lnSpc>
              <a:spcBef>
                <a:spcPts val="41"/>
              </a:spcBef>
            </a:pP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I </a:t>
            </a:r>
            <a:r>
              <a:rPr sz="700" spc="119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111                                                                                                                            </a:t>
            </a:r>
            <a:r>
              <a:rPr sz="700" spc="25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112A6E"/>
                </a:solidFill>
                <a:latin typeface="Arial"/>
                <a:cs typeface="Arial"/>
              </a:rPr>
              <a:t>: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9305" y="2069590"/>
            <a:ext cx="7818122" cy="2488692"/>
          </a:xfrm>
          <a:custGeom>
            <a:avLst/>
            <a:gdLst/>
            <a:ahLst/>
            <a:cxnLst/>
            <a:rect l="l" t="t" r="r" b="b"/>
            <a:pathLst>
              <a:path w="7818122" h="2488692">
                <a:moveTo>
                  <a:pt x="0" y="2488692"/>
                </a:moveTo>
                <a:lnTo>
                  <a:pt x="7818122" y="2488692"/>
                </a:lnTo>
                <a:lnTo>
                  <a:pt x="7818122" y="0"/>
                </a:lnTo>
                <a:lnTo>
                  <a:pt x="0" y="0"/>
                </a:lnTo>
                <a:lnTo>
                  <a:pt x="0" y="24886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6352" y="4018027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2450" y="4156709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9404" y="4296916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B7189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6352" y="4463033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68296" y="1519425"/>
            <a:ext cx="6013705" cy="429770"/>
          </a:xfrm>
          <a:custGeom>
            <a:avLst/>
            <a:gdLst/>
            <a:ahLst/>
            <a:cxnLst/>
            <a:rect l="l" t="t" r="r" b="b"/>
            <a:pathLst>
              <a:path w="6013705" h="429770">
                <a:moveTo>
                  <a:pt x="0" y="429770"/>
                </a:moveTo>
                <a:lnTo>
                  <a:pt x="6013705" y="429770"/>
                </a:lnTo>
                <a:lnTo>
                  <a:pt x="6013705" y="0"/>
                </a:lnTo>
                <a:lnTo>
                  <a:pt x="0" y="0"/>
                </a:lnTo>
                <a:lnTo>
                  <a:pt x="0" y="429770"/>
                </a:lnTo>
                <a:close/>
              </a:path>
            </a:pathLst>
          </a:custGeom>
          <a:ln w="15240">
            <a:solidFill>
              <a:srgbClr val="6F2F9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06296" y="1949068"/>
            <a:ext cx="3775203" cy="2486073"/>
          </a:xfrm>
          <a:custGeom>
            <a:avLst/>
            <a:gdLst/>
            <a:ahLst/>
            <a:cxnLst/>
            <a:rect l="l" t="t" r="r" b="b"/>
            <a:pathLst>
              <a:path w="3775203" h="2486073">
                <a:moveTo>
                  <a:pt x="3775203" y="254"/>
                </a:moveTo>
                <a:lnTo>
                  <a:pt x="3762503" y="0"/>
                </a:lnTo>
                <a:lnTo>
                  <a:pt x="3761233" y="57277"/>
                </a:lnTo>
                <a:lnTo>
                  <a:pt x="3757042" y="114427"/>
                </a:lnTo>
                <a:lnTo>
                  <a:pt x="3750311" y="171450"/>
                </a:lnTo>
                <a:lnTo>
                  <a:pt x="3740913" y="228346"/>
                </a:lnTo>
                <a:lnTo>
                  <a:pt x="3728975" y="285242"/>
                </a:lnTo>
                <a:lnTo>
                  <a:pt x="3714624" y="341884"/>
                </a:lnTo>
                <a:lnTo>
                  <a:pt x="3697606" y="398399"/>
                </a:lnTo>
                <a:lnTo>
                  <a:pt x="3678175" y="454787"/>
                </a:lnTo>
                <a:lnTo>
                  <a:pt x="3656331" y="510921"/>
                </a:lnTo>
                <a:lnTo>
                  <a:pt x="3632201" y="566801"/>
                </a:lnTo>
                <a:lnTo>
                  <a:pt x="3605658" y="622554"/>
                </a:lnTo>
                <a:lnTo>
                  <a:pt x="3576956" y="677799"/>
                </a:lnTo>
                <a:lnTo>
                  <a:pt x="3545841" y="732790"/>
                </a:lnTo>
                <a:lnTo>
                  <a:pt x="3512694" y="787527"/>
                </a:lnTo>
                <a:lnTo>
                  <a:pt x="3477261" y="841756"/>
                </a:lnTo>
                <a:lnTo>
                  <a:pt x="3439796" y="895604"/>
                </a:lnTo>
                <a:lnTo>
                  <a:pt x="3400172" y="949071"/>
                </a:lnTo>
                <a:lnTo>
                  <a:pt x="3358516" y="1001903"/>
                </a:lnTo>
                <a:lnTo>
                  <a:pt x="3315082" y="1054481"/>
                </a:lnTo>
                <a:lnTo>
                  <a:pt x="3269489" y="1106424"/>
                </a:lnTo>
                <a:lnTo>
                  <a:pt x="3222118" y="1157732"/>
                </a:lnTo>
                <a:lnTo>
                  <a:pt x="3172842" y="1208532"/>
                </a:lnTo>
                <a:lnTo>
                  <a:pt x="3121788" y="1258697"/>
                </a:lnTo>
                <a:lnTo>
                  <a:pt x="3068956" y="1308354"/>
                </a:lnTo>
                <a:lnTo>
                  <a:pt x="3014345" y="1357122"/>
                </a:lnTo>
                <a:lnTo>
                  <a:pt x="2958084" y="1405382"/>
                </a:lnTo>
                <a:lnTo>
                  <a:pt x="2900172" y="1452880"/>
                </a:lnTo>
                <a:lnTo>
                  <a:pt x="2840609" y="1499489"/>
                </a:lnTo>
                <a:lnTo>
                  <a:pt x="2779522" y="1545463"/>
                </a:lnTo>
                <a:lnTo>
                  <a:pt x="2717038" y="1590548"/>
                </a:lnTo>
                <a:lnTo>
                  <a:pt x="2587498" y="1678305"/>
                </a:lnTo>
                <a:lnTo>
                  <a:pt x="2452624" y="1762379"/>
                </a:lnTo>
                <a:lnTo>
                  <a:pt x="2312416" y="1842770"/>
                </a:lnTo>
                <a:lnTo>
                  <a:pt x="2167255" y="1918970"/>
                </a:lnTo>
                <a:lnTo>
                  <a:pt x="2017903" y="1991041"/>
                </a:lnTo>
                <a:lnTo>
                  <a:pt x="1864233" y="2058668"/>
                </a:lnTo>
                <a:lnTo>
                  <a:pt x="1706753" y="2121549"/>
                </a:lnTo>
                <a:lnTo>
                  <a:pt x="1545971" y="2179472"/>
                </a:lnTo>
                <a:lnTo>
                  <a:pt x="1381887" y="2232267"/>
                </a:lnTo>
                <a:lnTo>
                  <a:pt x="1215136" y="2279638"/>
                </a:lnTo>
                <a:lnTo>
                  <a:pt x="1046099" y="2321494"/>
                </a:lnTo>
                <a:lnTo>
                  <a:pt x="874776" y="2357540"/>
                </a:lnTo>
                <a:lnTo>
                  <a:pt x="788543" y="2373222"/>
                </a:lnTo>
                <a:lnTo>
                  <a:pt x="701929" y="2387499"/>
                </a:lnTo>
                <a:lnTo>
                  <a:pt x="614934" y="2400145"/>
                </a:lnTo>
                <a:lnTo>
                  <a:pt x="527685" y="2411173"/>
                </a:lnTo>
                <a:lnTo>
                  <a:pt x="440055" y="2420594"/>
                </a:lnTo>
                <a:lnTo>
                  <a:pt x="352298" y="2428392"/>
                </a:lnTo>
                <a:lnTo>
                  <a:pt x="264414" y="2434474"/>
                </a:lnTo>
                <a:lnTo>
                  <a:pt x="176276" y="2438856"/>
                </a:lnTo>
                <a:lnTo>
                  <a:pt x="88138" y="2441509"/>
                </a:lnTo>
                <a:lnTo>
                  <a:pt x="76136" y="2441627"/>
                </a:lnTo>
                <a:lnTo>
                  <a:pt x="75819" y="2409873"/>
                </a:lnTo>
                <a:lnTo>
                  <a:pt x="0" y="2448712"/>
                </a:lnTo>
                <a:lnTo>
                  <a:pt x="63500" y="2441752"/>
                </a:lnTo>
                <a:lnTo>
                  <a:pt x="76263" y="2454328"/>
                </a:lnTo>
                <a:lnTo>
                  <a:pt x="88519" y="2454209"/>
                </a:lnTo>
                <a:lnTo>
                  <a:pt x="176911" y="2451530"/>
                </a:lnTo>
                <a:lnTo>
                  <a:pt x="265176" y="2447150"/>
                </a:lnTo>
                <a:lnTo>
                  <a:pt x="353441" y="2441042"/>
                </a:lnTo>
                <a:lnTo>
                  <a:pt x="441452" y="2433219"/>
                </a:lnTo>
                <a:lnTo>
                  <a:pt x="529209" y="2423769"/>
                </a:lnTo>
                <a:lnTo>
                  <a:pt x="616839" y="2412706"/>
                </a:lnTo>
                <a:lnTo>
                  <a:pt x="703961" y="2400020"/>
                </a:lnTo>
                <a:lnTo>
                  <a:pt x="790829" y="2385719"/>
                </a:lnTo>
                <a:lnTo>
                  <a:pt x="877443" y="2369972"/>
                </a:lnTo>
                <a:lnTo>
                  <a:pt x="1049147" y="2333818"/>
                </a:lnTo>
                <a:lnTo>
                  <a:pt x="1218692" y="2291853"/>
                </a:lnTo>
                <a:lnTo>
                  <a:pt x="1385824" y="2244356"/>
                </a:lnTo>
                <a:lnTo>
                  <a:pt x="1550289" y="2191423"/>
                </a:lnTo>
                <a:lnTo>
                  <a:pt x="1711579" y="2133330"/>
                </a:lnTo>
                <a:lnTo>
                  <a:pt x="1869313" y="2070293"/>
                </a:lnTo>
                <a:lnTo>
                  <a:pt x="2023364" y="2002471"/>
                </a:lnTo>
                <a:lnTo>
                  <a:pt x="2173224" y="1930275"/>
                </a:lnTo>
                <a:lnTo>
                  <a:pt x="2318639" y="1853819"/>
                </a:lnTo>
                <a:lnTo>
                  <a:pt x="2459228" y="1773174"/>
                </a:lnTo>
                <a:lnTo>
                  <a:pt x="2594610" y="1688846"/>
                </a:lnTo>
                <a:lnTo>
                  <a:pt x="2724404" y="1600962"/>
                </a:lnTo>
                <a:lnTo>
                  <a:pt x="2787269" y="1555623"/>
                </a:lnTo>
                <a:lnTo>
                  <a:pt x="2848483" y="1509522"/>
                </a:lnTo>
                <a:lnTo>
                  <a:pt x="2908173" y="1462659"/>
                </a:lnTo>
                <a:lnTo>
                  <a:pt x="2966339" y="1415034"/>
                </a:lnTo>
                <a:lnTo>
                  <a:pt x="3022854" y="1366647"/>
                </a:lnTo>
                <a:lnTo>
                  <a:pt x="3077592" y="1317625"/>
                </a:lnTo>
                <a:lnTo>
                  <a:pt x="3130678" y="1267714"/>
                </a:lnTo>
                <a:lnTo>
                  <a:pt x="3181859" y="1217422"/>
                </a:lnTo>
                <a:lnTo>
                  <a:pt x="3231516" y="1166368"/>
                </a:lnTo>
                <a:lnTo>
                  <a:pt x="3279141" y="1114679"/>
                </a:lnTo>
                <a:lnTo>
                  <a:pt x="3324861" y="1062609"/>
                </a:lnTo>
                <a:lnTo>
                  <a:pt x="3368549" y="1009777"/>
                </a:lnTo>
                <a:lnTo>
                  <a:pt x="3410332" y="956564"/>
                </a:lnTo>
                <a:lnTo>
                  <a:pt x="3450210" y="902843"/>
                </a:lnTo>
                <a:lnTo>
                  <a:pt x="3487802" y="848614"/>
                </a:lnTo>
                <a:lnTo>
                  <a:pt x="3523489" y="794131"/>
                </a:lnTo>
                <a:lnTo>
                  <a:pt x="3556890" y="739013"/>
                </a:lnTo>
                <a:lnTo>
                  <a:pt x="3588132" y="683768"/>
                </a:lnTo>
                <a:lnTo>
                  <a:pt x="3617088" y="628015"/>
                </a:lnTo>
                <a:lnTo>
                  <a:pt x="3643758" y="571881"/>
                </a:lnTo>
                <a:lnTo>
                  <a:pt x="3668142" y="515493"/>
                </a:lnTo>
                <a:lnTo>
                  <a:pt x="3690240" y="458978"/>
                </a:lnTo>
                <a:lnTo>
                  <a:pt x="3709798" y="402082"/>
                </a:lnTo>
                <a:lnTo>
                  <a:pt x="3726943" y="345059"/>
                </a:lnTo>
                <a:lnTo>
                  <a:pt x="3741421" y="287909"/>
                </a:lnTo>
                <a:lnTo>
                  <a:pt x="3753486" y="230378"/>
                </a:lnTo>
                <a:lnTo>
                  <a:pt x="3763011" y="172847"/>
                </a:lnTo>
                <a:lnTo>
                  <a:pt x="3769742" y="115316"/>
                </a:lnTo>
                <a:lnTo>
                  <a:pt x="3773933" y="57658"/>
                </a:lnTo>
                <a:lnTo>
                  <a:pt x="3775203" y="254"/>
                </a:lnTo>
                <a:close/>
              </a:path>
              <a:path w="3775203" h="2486073">
                <a:moveTo>
                  <a:pt x="63500" y="2454452"/>
                </a:moveTo>
                <a:lnTo>
                  <a:pt x="63500" y="2441752"/>
                </a:lnTo>
                <a:lnTo>
                  <a:pt x="0" y="2448712"/>
                </a:lnTo>
                <a:lnTo>
                  <a:pt x="76581" y="2486073"/>
                </a:lnTo>
                <a:lnTo>
                  <a:pt x="76263" y="2454328"/>
                </a:lnTo>
                <a:lnTo>
                  <a:pt x="63500" y="2441752"/>
                </a:lnTo>
                <a:lnTo>
                  <a:pt x="63500" y="2454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07075" y="2187575"/>
            <a:ext cx="1020825" cy="26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6100" y="2070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95B6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6100" y="227330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126999">
            <a:solidFill>
              <a:srgbClr val="112A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8800" y="3835400"/>
            <a:ext cx="0" cy="723899"/>
          </a:xfrm>
          <a:custGeom>
            <a:avLst/>
            <a:gdLst/>
            <a:ahLst/>
            <a:cxnLst/>
            <a:rect l="l" t="t" r="r" b="b"/>
            <a:pathLst>
              <a:path h="723899">
                <a:moveTo>
                  <a:pt x="0" y="723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110D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6100" y="3848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6495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6100" y="39116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211F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-76200" y="1200911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2071155" y="380991"/>
                </a:moveTo>
                <a:lnTo>
                  <a:pt x="2110244" y="366691"/>
                </a:lnTo>
                <a:lnTo>
                  <a:pt x="2131955" y="331913"/>
                </a:lnTo>
                <a:lnTo>
                  <a:pt x="2133600" y="317500"/>
                </a:lnTo>
                <a:lnTo>
                  <a:pt x="2133592" y="62445"/>
                </a:lnTo>
                <a:lnTo>
                  <a:pt x="2119291" y="23355"/>
                </a:lnTo>
                <a:lnTo>
                  <a:pt x="2084513" y="1645"/>
                </a:lnTo>
                <a:lnTo>
                  <a:pt x="20701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2071155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07424" y="2608199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0809" y="1283207"/>
            <a:ext cx="135320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6345" y="1868797"/>
            <a:ext cx="465497" cy="53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0"/>
              </a:lnSpc>
              <a:spcBef>
                <a:spcPts val="209"/>
              </a:spcBef>
            </a:pPr>
            <a:r>
              <a:rPr sz="2400" dirty="0">
                <a:solidFill>
                  <a:srgbClr val="3B3B72"/>
                </a:solidFill>
                <a:latin typeface="Arial"/>
                <a:cs typeface="Arial"/>
              </a:rPr>
              <a:t>.</a:t>
            </a:r>
            <a:r>
              <a:rPr sz="2400" spc="-379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1900" spc="0" dirty="0">
                <a:solidFill>
                  <a:srgbClr val="112A6E"/>
                </a:solidFill>
                <a:latin typeface="Arial"/>
                <a:cs typeface="Arial"/>
              </a:rPr>
              <a:t>.       </a:t>
            </a:r>
            <a:r>
              <a:rPr sz="1900" spc="44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112A6E"/>
                </a:solidFill>
                <a:latin typeface="Arial"/>
                <a:cs typeface="Arial"/>
              </a:rPr>
              <a:t>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3239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29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59305" y="2070100"/>
            <a:ext cx="7818122" cy="139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5107">
              <a:lnSpc>
                <a:spcPts val="1100"/>
              </a:lnSpc>
              <a:spcBef>
                <a:spcPts val="55"/>
              </a:spcBef>
            </a:pP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350" spc="134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350" spc="0" baseline="6538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000000    </a:t>
            </a:r>
            <a:r>
              <a:rPr sz="1350" spc="39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Ox1032</a:t>
            </a:r>
            <a:r>
              <a:rPr sz="1500" spc="-3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TXT</a:t>
            </a:r>
            <a:r>
              <a:rPr sz="1500" spc="4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</a:t>
            </a:r>
            <a:r>
              <a:rPr sz="1500" spc="-4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-209" baseline="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305" y="2209800"/>
            <a:ext cx="4736594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50"/>
              </a:lnSpc>
              <a:spcBef>
                <a:spcPts val="49"/>
              </a:spcBef>
            </a:pPr>
            <a:endParaRPr sz="950"/>
          </a:p>
        </p:txBody>
      </p:sp>
      <p:sp>
        <p:nvSpPr>
          <p:cNvPr id="13" name="object 13"/>
          <p:cNvSpPr txBox="1"/>
          <p:nvPr/>
        </p:nvSpPr>
        <p:spPr>
          <a:xfrm>
            <a:off x="5295900" y="2209800"/>
            <a:ext cx="308152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9195">
              <a:lnSpc>
                <a:spcPct val="95825"/>
              </a:lnSpc>
              <a:spcBef>
                <a:spcPts val="35"/>
              </a:spcBef>
            </a:pPr>
            <a:r>
              <a:rPr sz="600" spc="0" dirty="0">
                <a:solidFill>
                  <a:srgbClr val="112A6E"/>
                </a:solidFill>
                <a:latin typeface="Times New Roman"/>
                <a:cs typeface="Times New Roman"/>
              </a:rPr>
              <a:t>e    </a:t>
            </a:r>
            <a:r>
              <a:rPr sz="600" spc="50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           </a:t>
            </a:r>
            <a:r>
              <a:rPr sz="600" spc="34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</a:t>
            </a:r>
            <a:r>
              <a:rPr sz="600" spc="110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</a:t>
            </a:r>
            <a:r>
              <a:rPr sz="400" spc="61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          </a:t>
            </a:r>
            <a:r>
              <a:rPr sz="400" spc="20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3B3B72"/>
                </a:solidFill>
                <a:latin typeface="Arial"/>
                <a:cs typeface="Arial"/>
              </a:rPr>
              <a:t>•      </a:t>
            </a:r>
            <a:r>
              <a:rPr sz="400" spc="94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       </a:t>
            </a:r>
            <a:r>
              <a:rPr sz="600" spc="76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305" y="2336800"/>
            <a:ext cx="7854374" cy="1511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2250" marR="36252">
              <a:lnSpc>
                <a:spcPts val="1080"/>
              </a:lnSpc>
              <a:spcBef>
                <a:spcPts val="54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</a:t>
            </a:r>
            <a:r>
              <a:rPr sz="1500" spc="5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</a:t>
            </a:r>
            <a:r>
              <a:rPr sz="1500" spc="-3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052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   </a:t>
            </a:r>
            <a:r>
              <a:rPr sz="1500" spc="4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          </a:t>
            </a:r>
            <a:r>
              <a:rPr sz="1500" spc="37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</a:t>
            </a:r>
            <a:r>
              <a:rPr sz="1500" spc="-16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gl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om</a:t>
            </a:r>
            <a:endParaRPr sz="1000">
              <a:latin typeface="Courier New"/>
              <a:cs typeface="Courier New"/>
            </a:endParaRPr>
          </a:p>
          <a:p>
            <a:pPr marL="455107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4.83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355   </a:t>
            </a:r>
            <a:r>
              <a:rPr sz="1500" spc="-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6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</a:t>
            </a:r>
            <a:r>
              <a:rPr sz="1500" spc="-1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8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298</a:t>
            </a:r>
            <a:r>
              <a:rPr sz="1500" spc="-1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nse</a:t>
            </a:r>
            <a:r>
              <a:rPr sz="1500" spc="4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MX</a:t>
            </a:r>
            <a:r>
              <a:rPr sz="1500" spc="-17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469394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15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817185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-4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 </a:t>
            </a:r>
            <a:r>
              <a:rPr sz="1500" spc="13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LOC</a:t>
            </a:r>
            <a:r>
              <a:rPr sz="1500" spc="4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5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4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956209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28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3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se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al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70"/>
              </a:lnSpc>
              <a:spcBef>
                <a:spcPts val="0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108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2942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82482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  </a:t>
            </a:r>
            <a:r>
              <a:rPr sz="1500" spc="75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09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25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85</a:t>
            </a:r>
            <a:r>
              <a:rPr sz="1500" spc="40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ndar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9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9bb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b </a:t>
            </a:r>
            <a:r>
              <a:rPr sz="1500" spc="428" baseline="8827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PTR</a:t>
            </a:r>
            <a:r>
              <a:rPr sz="1500" spc="186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04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8827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6(</a:t>
            </a:r>
            <a:endParaRPr sz="1000">
              <a:latin typeface="Courier New"/>
              <a:cs typeface="Courier New"/>
            </a:endParaRPr>
          </a:p>
          <a:p>
            <a:pPr marL="462250" marR="14494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5333   </a:t>
            </a:r>
            <a:r>
              <a:rPr sz="1500" spc="-2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4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11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-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x9bbb</a:t>
            </a:r>
            <a:r>
              <a:rPr sz="1500" spc="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PTR 66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-</a:t>
            </a:r>
            <a:endParaRPr sz="1000">
              <a:latin typeface="Courier New"/>
              <a:cs typeface="Courier New"/>
            </a:endParaRPr>
          </a:p>
          <a:p>
            <a:pPr marL="462250">
              <a:lnSpc>
                <a:spcPts val="1070"/>
              </a:lnSpc>
              <a:spcBef>
                <a:spcPts val="2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-4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189905  </a:t>
            </a:r>
            <a:r>
              <a:rPr sz="1500" spc="-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70.20       </a:t>
            </a:r>
            <a:r>
              <a:rPr sz="1500" spc="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3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35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5c0 </a:t>
            </a:r>
            <a:r>
              <a:rPr sz="1500" spc="2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3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1W1W.</a:t>
            </a:r>
            <a:r>
              <a:rPr sz="1050" spc="2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etbsd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-150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or~</a:t>
            </a:r>
            <a:endParaRPr sz="1000">
              <a:latin typeface="Courier New"/>
              <a:cs typeface="Courier New"/>
            </a:endParaRPr>
          </a:p>
          <a:p>
            <a:pPr marL="368587" marR="66512" algn="ctr">
              <a:lnSpc>
                <a:spcPts val="1070"/>
              </a:lnSpc>
            </a:pP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238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  </a:t>
            </a:r>
            <a:r>
              <a:rPr sz="1500" spc="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16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1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onse</a:t>
            </a:r>
            <a:r>
              <a:rPr sz="1500" spc="1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  </a:t>
            </a:r>
            <a:r>
              <a:rPr sz="1500" spc="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204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endParaRPr sz="1000">
              <a:latin typeface="Courier New"/>
              <a:cs typeface="Courier New"/>
            </a:endParaRPr>
          </a:p>
          <a:p>
            <a:pPr marL="368587" marR="55472" algn="ctr">
              <a:lnSpc>
                <a:spcPts val="1055"/>
              </a:lnSpc>
            </a:pP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111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08</a:t>
            </a:r>
            <a:r>
              <a:rPr sz="150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965</a:t>
            </a: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35  </a:t>
            </a:r>
            <a:r>
              <a:rPr sz="1500" spc="-20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1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9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25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y</a:t>
            </a:r>
            <a:r>
              <a:rPr sz="1500" spc="30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fOd4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</a:t>
            </a:r>
            <a:r>
              <a:rPr sz="1050" spc="0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. </a:t>
            </a:r>
            <a:r>
              <a:rPr sz="1050" spc="128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b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sd</a:t>
            </a:r>
            <a:r>
              <a:rPr sz="1500" spc="0" baseline="5885" dirty="0">
                <a:solidFill>
                  <a:srgbClr val="2A2A69"/>
                </a:solidFill>
                <a:latin typeface="Courier New"/>
                <a:cs typeface="Courier New"/>
              </a:rPr>
              <a:t>.</a:t>
            </a:r>
            <a:endParaRPr sz="1000">
              <a:latin typeface="Courier New"/>
              <a:cs typeface="Courier New"/>
            </a:endParaRPr>
          </a:p>
          <a:p>
            <a:pPr marL="368587" marR="18138" algn="ctr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12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03  </a:t>
            </a:r>
            <a:r>
              <a:rPr sz="1500" spc="-28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0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2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102</a:t>
            </a:r>
            <a:r>
              <a:rPr sz="1500" spc="-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d4 </a:t>
            </a:r>
            <a:r>
              <a:rPr sz="1500" spc="8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0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305" y="3848100"/>
            <a:ext cx="7818122" cy="63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9305" y="3911600"/>
            <a:ext cx="7818122" cy="106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840"/>
              </a:lnSpc>
              <a:spcBef>
                <a:spcPts val="42"/>
              </a:spcBef>
            </a:pPr>
            <a:r>
              <a:rPr sz="1350" spc="0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F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303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2:</a:t>
            </a:r>
            <a:r>
              <a:rPr sz="1500" spc="154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98</a:t>
            </a:r>
            <a:r>
              <a:rPr sz="1500" spc="14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30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on</a:t>
            </a:r>
            <a:r>
              <a:rPr sz="1500" spc="9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w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 </a:t>
            </a:r>
            <a:r>
              <a:rPr sz="1500" spc="-8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4 </a:t>
            </a:r>
            <a:r>
              <a:rPr sz="1500" spc="32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7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59" baseline="-5885" dirty="0">
                <a:solidFill>
                  <a:srgbClr val="3D4452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180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d  </a:t>
            </a:r>
            <a:r>
              <a:rPr sz="1500" spc="-164" baseline="-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6B5756"/>
                </a:solidFill>
                <a:latin typeface="Courier New"/>
                <a:cs typeface="Courier New"/>
              </a:rPr>
              <a:t>4</a:t>
            </a:r>
            <a:r>
              <a:rPr sz="1500" spc="354" baseline="-5885" dirty="0">
                <a:solidFill>
                  <a:srgbClr val="6B5756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bits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305" y="4018027"/>
            <a:ext cx="6829810" cy="147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594">
              <a:lnSpc>
                <a:spcPts val="1070"/>
              </a:lnSpc>
              <a:spcBef>
                <a:spcPts val="143"/>
              </a:spcBef>
            </a:pPr>
            <a:r>
              <a:rPr sz="900" spc="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900" spc="14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348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</a:t>
            </a:r>
            <a:r>
              <a:rPr sz="1000" spc="-13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src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Q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an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aco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32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:41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  </a:t>
            </a:r>
            <a:r>
              <a:rPr sz="1000" spc="-17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:9f:32:41:8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 </a:t>
            </a:r>
            <a:r>
              <a:rPr sz="1000" spc="1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Ost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As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ekc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bl: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ad  </a:t>
            </a:r>
            <a:r>
              <a:rPr sz="1000" spc="17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:b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c:ad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9115" y="4018027"/>
            <a:ext cx="988312" cy="5402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59305" y="4165091"/>
            <a:ext cx="6829810" cy="139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095"/>
              </a:lnSpc>
              <a:spcBef>
                <a:spcPts val="54"/>
              </a:spcBef>
            </a:pPr>
            <a:r>
              <a:rPr sz="1350" spc="0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 </a:t>
            </a:r>
            <a:r>
              <a:rPr sz="1500" spc="103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ro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oc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l </a:t>
            </a:r>
            <a:r>
              <a:rPr sz="1500" spc="-129" baseline="2942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ve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 </a:t>
            </a:r>
            <a:r>
              <a:rPr sz="1500" spc="-17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-194" baseline="2942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c: </a:t>
            </a:r>
            <a:r>
              <a:rPr sz="1500" spc="1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19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68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20  </a:t>
            </a:r>
            <a:r>
              <a:rPr sz="1500" spc="-2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0),   </a:t>
            </a:r>
            <a:r>
              <a:rPr sz="1500" spc="-234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Os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20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  </a:t>
            </a:r>
            <a:r>
              <a:rPr sz="1500" spc="26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(192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305" y="4304536"/>
            <a:ext cx="6829810" cy="153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115"/>
              </a:lnSpc>
              <a:spcBef>
                <a:spcPts val="55"/>
              </a:spcBef>
            </a:pPr>
            <a:r>
              <a:rPr sz="1350" spc="0" baseline="6441" dirty="0">
                <a:solidFill>
                  <a:srgbClr val="8A8A8A"/>
                </a:solidFill>
                <a:latin typeface="Arial"/>
                <a:cs typeface="Arial"/>
              </a:rPr>
              <a:t>Iii</a:t>
            </a:r>
            <a:r>
              <a:rPr sz="1350" spc="225" baseline="6441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7B627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24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Dat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agra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 </a:t>
            </a:r>
            <a:r>
              <a:rPr sz="1500" spc="9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Pr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otoco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l, </a:t>
            </a:r>
            <a:r>
              <a:rPr sz="1500" spc="-25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rc</a:t>
            </a:r>
            <a:r>
              <a:rPr sz="1500" spc="2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1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</a:t>
            </a:r>
            <a:r>
              <a:rPr sz="1500" spc="388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9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313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Port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15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795 </a:t>
            </a:r>
            <a:r>
              <a:rPr sz="1500" spc="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305" y="4457700"/>
            <a:ext cx="6829810" cy="100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790"/>
              </a:lnSpc>
              <a:spcBef>
                <a:spcPts val="39"/>
              </a:spcBef>
            </a:pPr>
            <a:r>
              <a:rPr sz="1000" spc="0" dirty="0">
                <a:solidFill>
                  <a:srgbClr val="8A8A8A"/>
                </a:solidFill>
                <a:latin typeface="Courier New"/>
                <a:cs typeface="Courier New"/>
              </a:rPr>
              <a:t>El</a:t>
            </a:r>
            <a:r>
              <a:rPr sz="1000" spc="187" dirty="0">
                <a:solidFill>
                  <a:srgbClr val="8A8A8A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Do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000" spc="194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273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y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ste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m</a:t>
            </a:r>
            <a:r>
              <a:rPr sz="1000" spc="451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espo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305" y="4558282"/>
            <a:ext cx="6829810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9115" y="4558282"/>
            <a:ext cx="988312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2368296" y="1519425"/>
            <a:ext cx="6013705" cy="4297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694" marR="266321">
              <a:lnSpc>
                <a:spcPct val="100041"/>
              </a:lnSpc>
              <a:spcBef>
                <a:spcPts val="375"/>
              </a:spcBef>
            </a:pPr>
            <a:r>
              <a:rPr sz="1100" b="1" dirty="0">
                <a:latin typeface="Times New Roman"/>
                <a:cs typeface="Times New Roman"/>
              </a:rPr>
              <a:t>T</a:t>
            </a:r>
            <a:r>
              <a:rPr sz="1100" b="1" spc="4" dirty="0">
                <a:latin typeface="Times New Roman"/>
                <a:cs typeface="Times New Roman"/>
              </a:rPr>
              <a:t>r</a:t>
            </a:r>
            <a:r>
              <a:rPr sz="1100" b="1" spc="-4" dirty="0">
                <a:latin typeface="Times New Roman"/>
                <a:cs typeface="Times New Roman"/>
              </a:rPr>
              <a:t>a</a:t>
            </a:r>
            <a:r>
              <a:rPr sz="1100" b="1" spc="4" dirty="0">
                <a:latin typeface="Times New Roman"/>
                <a:cs typeface="Times New Roman"/>
              </a:rPr>
              <a:t>n</a:t>
            </a:r>
            <a:r>
              <a:rPr sz="1100" b="1" spc="-4" dirty="0">
                <a:latin typeface="Times New Roman"/>
                <a:cs typeface="Times New Roman"/>
              </a:rPr>
              <a:t>s</a:t>
            </a:r>
            <a:r>
              <a:rPr sz="1100" b="1" spc="0" dirty="0">
                <a:latin typeface="Times New Roman"/>
                <a:cs typeface="Times New Roman"/>
              </a:rPr>
              <a:t>po</a:t>
            </a:r>
            <a:r>
              <a:rPr sz="1100" b="1" spc="4" dirty="0">
                <a:latin typeface="Times New Roman"/>
                <a:cs typeface="Times New Roman"/>
              </a:rPr>
              <a:t>r</a:t>
            </a:r>
            <a:r>
              <a:rPr sz="1100" b="1" spc="0" dirty="0">
                <a:latin typeface="Times New Roman"/>
                <a:cs typeface="Times New Roman"/>
              </a:rPr>
              <a:t>t</a:t>
            </a:r>
            <a:r>
              <a:rPr sz="1100" b="1" spc="-34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la</a:t>
            </a:r>
            <a:r>
              <a:rPr sz="1100" b="1" spc="0" dirty="0">
                <a:latin typeface="Times New Roman"/>
                <a:cs typeface="Times New Roman"/>
              </a:rPr>
              <a:t>ye</a:t>
            </a:r>
            <a:r>
              <a:rPr sz="1100" b="1" spc="9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:</a:t>
            </a:r>
            <a:r>
              <a:rPr sz="1100" spc="-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In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this</a:t>
            </a:r>
            <a:r>
              <a:rPr sz="1100" spc="191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</a:t>
            </a:r>
            <a:r>
              <a:rPr sz="1100" spc="-11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e,</a:t>
            </a:r>
            <a:r>
              <a:rPr sz="1100" spc="-48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U</a:t>
            </a:r>
            <a:r>
              <a:rPr sz="1100" spc="-4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P.</a:t>
            </a:r>
            <a:r>
              <a:rPr sz="1100" spc="-5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It</a:t>
            </a:r>
            <a:r>
              <a:rPr sz="1100" spc="-1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f</a:t>
            </a:r>
            <a:r>
              <a:rPr sz="1100" spc="-4" dirty="0">
                <a:latin typeface="Times New Roman"/>
                <a:cs typeface="Times New Roman"/>
              </a:rPr>
              <a:t>ollo</a:t>
            </a:r>
            <a:r>
              <a:rPr sz="1100" spc="0" dirty="0">
                <a:latin typeface="Times New Roman"/>
                <a:cs typeface="Times New Roman"/>
              </a:rPr>
              <a:t>ws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IP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ea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-17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(</a:t>
            </a:r>
            <a:r>
              <a:rPr sz="1100" spc="0" dirty="0">
                <a:latin typeface="Times New Roman"/>
                <a:cs typeface="Times New Roman"/>
              </a:rPr>
              <a:t>reca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l</a:t>
            </a:r>
            <a:r>
              <a:rPr sz="1100" spc="22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TCP/IP</a:t>
            </a:r>
            <a:r>
              <a:rPr sz="1100" spc="187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tack).</a:t>
            </a:r>
            <a:r>
              <a:rPr sz="1100" spc="-37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urce and</a:t>
            </a:r>
            <a:r>
              <a:rPr sz="1100" spc="23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dest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nati</a:t>
            </a:r>
            <a:r>
              <a:rPr sz="1100" spc="-9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 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rts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are</a:t>
            </a:r>
            <a:r>
              <a:rPr sz="1100" spc="2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inc</a:t>
            </a:r>
            <a:r>
              <a:rPr sz="1100" spc="-5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ud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-6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this</a:t>
            </a:r>
            <a:r>
              <a:rPr sz="1100" spc="191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u</a:t>
            </a:r>
            <a:r>
              <a:rPr sz="1100" spc="5" dirty="0">
                <a:latin typeface="Times New Roman"/>
                <a:cs typeface="Times New Roman"/>
              </a:rPr>
              <a:t>mm</a:t>
            </a:r>
            <a:r>
              <a:rPr sz="1100" spc="0" dirty="0">
                <a:latin typeface="Times New Roman"/>
                <a:cs typeface="Times New Roman"/>
              </a:rPr>
              <a:t>ary</a:t>
            </a:r>
            <a:r>
              <a:rPr sz="1100" spc="-4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5307075" y="2187575"/>
            <a:ext cx="1020825" cy="282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23"/>
              </a:spcBef>
            </a:pPr>
            <a:endParaRPr sz="1100"/>
          </a:p>
          <a:p>
            <a:pPr marL="307919">
              <a:lnSpc>
                <a:spcPts val="1100"/>
              </a:lnSpc>
              <a:spcBef>
                <a:spcPts val="55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Sta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ar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6100" y="2209800"/>
            <a:ext cx="4749800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4044">
              <a:lnSpc>
                <a:spcPts val="825"/>
              </a:lnSpc>
              <a:spcBef>
                <a:spcPts val="41"/>
              </a:spcBef>
            </a:pP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I </a:t>
            </a:r>
            <a:r>
              <a:rPr sz="700" spc="119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112A6E"/>
                </a:solidFill>
                <a:latin typeface="Times New Roman"/>
                <a:cs typeface="Times New Roman"/>
              </a:rPr>
              <a:t>111                                                                                                                            </a:t>
            </a:r>
            <a:r>
              <a:rPr sz="700" spc="25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112A6E"/>
                </a:solidFill>
                <a:latin typeface="Arial"/>
                <a:cs typeface="Arial"/>
              </a:rPr>
              <a:t>: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9305" y="2069590"/>
            <a:ext cx="7818122" cy="2488692"/>
          </a:xfrm>
          <a:custGeom>
            <a:avLst/>
            <a:gdLst/>
            <a:ahLst/>
            <a:cxnLst/>
            <a:rect l="l" t="t" r="r" b="b"/>
            <a:pathLst>
              <a:path w="7818122" h="2488692">
                <a:moveTo>
                  <a:pt x="0" y="2488692"/>
                </a:moveTo>
                <a:lnTo>
                  <a:pt x="7818122" y="2488692"/>
                </a:lnTo>
                <a:lnTo>
                  <a:pt x="7818122" y="0"/>
                </a:lnTo>
                <a:lnTo>
                  <a:pt x="0" y="0"/>
                </a:lnTo>
                <a:lnTo>
                  <a:pt x="0" y="24886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6352" y="4018027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2450" y="4156709"/>
            <a:ext cx="6839714" cy="155445"/>
          </a:xfrm>
          <a:custGeom>
            <a:avLst/>
            <a:gdLst/>
            <a:ahLst/>
            <a:cxnLst/>
            <a:rect l="l" t="t" r="r" b="b"/>
            <a:pathLst>
              <a:path w="6839714" h="155445">
                <a:moveTo>
                  <a:pt x="0" y="155445"/>
                </a:moveTo>
                <a:lnTo>
                  <a:pt x="6839714" y="155445"/>
                </a:lnTo>
                <a:lnTo>
                  <a:pt x="6839714" y="0"/>
                </a:lnTo>
                <a:lnTo>
                  <a:pt x="0" y="0"/>
                </a:lnTo>
                <a:lnTo>
                  <a:pt x="0" y="155445"/>
                </a:lnTo>
                <a:close/>
              </a:path>
            </a:pathLst>
          </a:custGeom>
          <a:ln w="19812">
            <a:solidFill>
              <a:srgbClr val="91D0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9404" y="4296916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B7189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6352" y="4463033"/>
            <a:ext cx="6839714" cy="155450"/>
          </a:xfrm>
          <a:custGeom>
            <a:avLst/>
            <a:gdLst/>
            <a:ahLst/>
            <a:cxnLst/>
            <a:rect l="l" t="t" r="r" b="b"/>
            <a:pathLst>
              <a:path w="6839714" h="155450">
                <a:moveTo>
                  <a:pt x="0" y="155450"/>
                </a:moveTo>
                <a:lnTo>
                  <a:pt x="6839714" y="155450"/>
                </a:lnTo>
                <a:lnTo>
                  <a:pt x="6839714" y="0"/>
                </a:lnTo>
                <a:lnTo>
                  <a:pt x="0" y="0"/>
                </a:lnTo>
                <a:lnTo>
                  <a:pt x="0" y="155450"/>
                </a:lnTo>
                <a:close/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30096" y="1519424"/>
            <a:ext cx="6851906" cy="260607"/>
          </a:xfrm>
          <a:custGeom>
            <a:avLst/>
            <a:gdLst/>
            <a:ahLst/>
            <a:cxnLst/>
            <a:rect l="l" t="t" r="r" b="b"/>
            <a:pathLst>
              <a:path w="6851906" h="260607">
                <a:moveTo>
                  <a:pt x="0" y="260607"/>
                </a:moveTo>
                <a:lnTo>
                  <a:pt x="6851906" y="260607"/>
                </a:lnTo>
                <a:lnTo>
                  <a:pt x="6851906" y="0"/>
                </a:lnTo>
                <a:lnTo>
                  <a:pt x="0" y="0"/>
                </a:lnTo>
                <a:lnTo>
                  <a:pt x="0" y="260607"/>
                </a:lnTo>
                <a:close/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509393" y="1779904"/>
            <a:ext cx="2453005" cy="2730653"/>
          </a:xfrm>
          <a:custGeom>
            <a:avLst/>
            <a:gdLst/>
            <a:ahLst/>
            <a:cxnLst/>
            <a:rect l="l" t="t" r="r" b="b"/>
            <a:pathLst>
              <a:path w="2453005" h="2730653">
                <a:moveTo>
                  <a:pt x="45720" y="2635325"/>
                </a:moveTo>
                <a:lnTo>
                  <a:pt x="52578" y="2571938"/>
                </a:lnTo>
                <a:lnTo>
                  <a:pt x="62611" y="2508810"/>
                </a:lnTo>
                <a:lnTo>
                  <a:pt x="75819" y="2446158"/>
                </a:lnTo>
                <a:lnTo>
                  <a:pt x="91948" y="2383953"/>
                </a:lnTo>
                <a:lnTo>
                  <a:pt x="111125" y="2322512"/>
                </a:lnTo>
                <a:lnTo>
                  <a:pt x="132969" y="2261909"/>
                </a:lnTo>
                <a:lnTo>
                  <a:pt x="157734" y="2202154"/>
                </a:lnTo>
                <a:lnTo>
                  <a:pt x="184912" y="2143427"/>
                </a:lnTo>
                <a:lnTo>
                  <a:pt x="214630" y="2085975"/>
                </a:lnTo>
                <a:lnTo>
                  <a:pt x="246507" y="2029714"/>
                </a:lnTo>
                <a:lnTo>
                  <a:pt x="298831" y="1948307"/>
                </a:lnTo>
                <a:lnTo>
                  <a:pt x="336296" y="1895729"/>
                </a:lnTo>
                <a:lnTo>
                  <a:pt x="375666" y="1845183"/>
                </a:lnTo>
                <a:lnTo>
                  <a:pt x="417068" y="1796415"/>
                </a:lnTo>
                <a:lnTo>
                  <a:pt x="460121" y="1749552"/>
                </a:lnTo>
                <a:lnTo>
                  <a:pt x="504825" y="1704848"/>
                </a:lnTo>
                <a:lnTo>
                  <a:pt x="551180" y="1662430"/>
                </a:lnTo>
                <a:lnTo>
                  <a:pt x="598805" y="1622425"/>
                </a:lnTo>
                <a:lnTo>
                  <a:pt x="647700" y="1584833"/>
                </a:lnTo>
                <a:lnTo>
                  <a:pt x="697992" y="1549908"/>
                </a:lnTo>
                <a:lnTo>
                  <a:pt x="749173" y="1517777"/>
                </a:lnTo>
                <a:lnTo>
                  <a:pt x="801497" y="1488440"/>
                </a:lnTo>
                <a:lnTo>
                  <a:pt x="854456" y="1462151"/>
                </a:lnTo>
                <a:lnTo>
                  <a:pt x="908304" y="1438910"/>
                </a:lnTo>
                <a:lnTo>
                  <a:pt x="962914" y="1418971"/>
                </a:lnTo>
                <a:lnTo>
                  <a:pt x="1017905" y="1402207"/>
                </a:lnTo>
                <a:lnTo>
                  <a:pt x="1073277" y="1389126"/>
                </a:lnTo>
                <a:lnTo>
                  <a:pt x="1129030" y="1379601"/>
                </a:lnTo>
                <a:lnTo>
                  <a:pt x="1185037" y="1373759"/>
                </a:lnTo>
                <a:lnTo>
                  <a:pt x="1241044" y="1371727"/>
                </a:lnTo>
                <a:lnTo>
                  <a:pt x="1269492" y="1371219"/>
                </a:lnTo>
                <a:lnTo>
                  <a:pt x="1297940" y="1369695"/>
                </a:lnTo>
                <a:lnTo>
                  <a:pt x="1354836" y="1363853"/>
                </a:lnTo>
                <a:lnTo>
                  <a:pt x="1411478" y="1354074"/>
                </a:lnTo>
                <a:lnTo>
                  <a:pt x="1467612" y="1340739"/>
                </a:lnTo>
                <a:lnTo>
                  <a:pt x="1523365" y="1323975"/>
                </a:lnTo>
                <a:lnTo>
                  <a:pt x="1578483" y="1303782"/>
                </a:lnTo>
                <a:lnTo>
                  <a:pt x="1632966" y="1280287"/>
                </a:lnTo>
                <a:lnTo>
                  <a:pt x="1686687" y="1253617"/>
                </a:lnTo>
                <a:lnTo>
                  <a:pt x="1739519" y="1224026"/>
                </a:lnTo>
                <a:lnTo>
                  <a:pt x="1791335" y="1191514"/>
                </a:lnTo>
                <a:lnTo>
                  <a:pt x="1842008" y="1156208"/>
                </a:lnTo>
                <a:lnTo>
                  <a:pt x="1891538" y="1118362"/>
                </a:lnTo>
                <a:lnTo>
                  <a:pt x="1939544" y="1077976"/>
                </a:lnTo>
                <a:lnTo>
                  <a:pt x="1986280" y="1035177"/>
                </a:lnTo>
                <a:lnTo>
                  <a:pt x="2031365" y="990092"/>
                </a:lnTo>
                <a:lnTo>
                  <a:pt x="2074799" y="942975"/>
                </a:lnTo>
                <a:lnTo>
                  <a:pt x="2116328" y="893699"/>
                </a:lnTo>
                <a:lnTo>
                  <a:pt x="2156206" y="842645"/>
                </a:lnTo>
                <a:lnTo>
                  <a:pt x="2193925" y="789813"/>
                </a:lnTo>
                <a:lnTo>
                  <a:pt x="2229612" y="735457"/>
                </a:lnTo>
                <a:lnTo>
                  <a:pt x="2263013" y="679450"/>
                </a:lnTo>
                <a:lnTo>
                  <a:pt x="2294128" y="622046"/>
                </a:lnTo>
                <a:lnTo>
                  <a:pt x="2322830" y="563626"/>
                </a:lnTo>
                <a:lnTo>
                  <a:pt x="2348865" y="503809"/>
                </a:lnTo>
                <a:lnTo>
                  <a:pt x="2372487" y="442976"/>
                </a:lnTo>
                <a:lnTo>
                  <a:pt x="2393061" y="381381"/>
                </a:lnTo>
                <a:lnTo>
                  <a:pt x="2410968" y="319024"/>
                </a:lnTo>
                <a:lnTo>
                  <a:pt x="2425827" y="256032"/>
                </a:lnTo>
                <a:lnTo>
                  <a:pt x="2437511" y="192532"/>
                </a:lnTo>
                <a:lnTo>
                  <a:pt x="2446020" y="128524"/>
                </a:lnTo>
                <a:lnTo>
                  <a:pt x="2451227" y="64389"/>
                </a:lnTo>
                <a:lnTo>
                  <a:pt x="2453005" y="254"/>
                </a:lnTo>
                <a:lnTo>
                  <a:pt x="2440305" y="0"/>
                </a:lnTo>
                <a:lnTo>
                  <a:pt x="2439797" y="32004"/>
                </a:lnTo>
                <a:lnTo>
                  <a:pt x="2438654" y="63881"/>
                </a:lnTo>
                <a:lnTo>
                  <a:pt x="2433320" y="127381"/>
                </a:lnTo>
                <a:lnTo>
                  <a:pt x="2424938" y="190627"/>
                </a:lnTo>
                <a:lnTo>
                  <a:pt x="2413381" y="253619"/>
                </a:lnTo>
                <a:lnTo>
                  <a:pt x="2398649" y="315976"/>
                </a:lnTo>
                <a:lnTo>
                  <a:pt x="2380996" y="377825"/>
                </a:lnTo>
                <a:lnTo>
                  <a:pt x="2360422" y="438912"/>
                </a:lnTo>
                <a:lnTo>
                  <a:pt x="2337181" y="499110"/>
                </a:lnTo>
                <a:lnTo>
                  <a:pt x="2311273" y="558292"/>
                </a:lnTo>
                <a:lnTo>
                  <a:pt x="2282825" y="616458"/>
                </a:lnTo>
                <a:lnTo>
                  <a:pt x="2251964" y="673354"/>
                </a:lnTo>
                <a:lnTo>
                  <a:pt x="2218690" y="728853"/>
                </a:lnTo>
                <a:lnTo>
                  <a:pt x="2183257" y="782828"/>
                </a:lnTo>
                <a:lnTo>
                  <a:pt x="2145792" y="835152"/>
                </a:lnTo>
                <a:lnTo>
                  <a:pt x="2106422" y="885825"/>
                </a:lnTo>
                <a:lnTo>
                  <a:pt x="2065147" y="934720"/>
                </a:lnTo>
                <a:lnTo>
                  <a:pt x="2021967" y="981456"/>
                </a:lnTo>
                <a:lnTo>
                  <a:pt x="1977263" y="1026160"/>
                </a:lnTo>
                <a:lnTo>
                  <a:pt x="1931035" y="1068451"/>
                </a:lnTo>
                <a:lnTo>
                  <a:pt x="1883410" y="1108456"/>
                </a:lnTo>
                <a:lnTo>
                  <a:pt x="1834388" y="1146048"/>
                </a:lnTo>
                <a:lnTo>
                  <a:pt x="1784223" y="1180973"/>
                </a:lnTo>
                <a:lnTo>
                  <a:pt x="1732915" y="1213104"/>
                </a:lnTo>
                <a:lnTo>
                  <a:pt x="1680718" y="1242568"/>
                </a:lnTo>
                <a:lnTo>
                  <a:pt x="1627505" y="1268857"/>
                </a:lnTo>
                <a:lnTo>
                  <a:pt x="1573657" y="1292098"/>
                </a:lnTo>
                <a:lnTo>
                  <a:pt x="1519174" y="1312037"/>
                </a:lnTo>
                <a:lnTo>
                  <a:pt x="1464183" y="1328547"/>
                </a:lnTo>
                <a:lnTo>
                  <a:pt x="1408684" y="1341755"/>
                </a:lnTo>
                <a:lnTo>
                  <a:pt x="1352931" y="1351280"/>
                </a:lnTo>
                <a:lnTo>
                  <a:pt x="1296924" y="1356995"/>
                </a:lnTo>
                <a:lnTo>
                  <a:pt x="1240790" y="1359027"/>
                </a:lnTo>
                <a:lnTo>
                  <a:pt x="1212723" y="1359535"/>
                </a:lnTo>
                <a:lnTo>
                  <a:pt x="1184402" y="1361059"/>
                </a:lnTo>
                <a:lnTo>
                  <a:pt x="1127506" y="1366901"/>
                </a:lnTo>
                <a:lnTo>
                  <a:pt x="1070991" y="1376680"/>
                </a:lnTo>
                <a:lnTo>
                  <a:pt x="1014730" y="1390015"/>
                </a:lnTo>
                <a:lnTo>
                  <a:pt x="958977" y="1406779"/>
                </a:lnTo>
                <a:lnTo>
                  <a:pt x="903859" y="1427099"/>
                </a:lnTo>
                <a:lnTo>
                  <a:pt x="849249" y="1450467"/>
                </a:lnTo>
                <a:lnTo>
                  <a:pt x="795655" y="1477137"/>
                </a:lnTo>
                <a:lnTo>
                  <a:pt x="742823" y="1506728"/>
                </a:lnTo>
                <a:lnTo>
                  <a:pt x="691134" y="1539240"/>
                </a:lnTo>
                <a:lnTo>
                  <a:pt x="640334" y="1574419"/>
                </a:lnTo>
                <a:lnTo>
                  <a:pt x="590931" y="1612519"/>
                </a:lnTo>
                <a:lnTo>
                  <a:pt x="542798" y="1652905"/>
                </a:lnTo>
                <a:lnTo>
                  <a:pt x="496189" y="1695577"/>
                </a:lnTo>
                <a:lnTo>
                  <a:pt x="451104" y="1740662"/>
                </a:lnTo>
                <a:lnTo>
                  <a:pt x="407670" y="1787779"/>
                </a:lnTo>
                <a:lnTo>
                  <a:pt x="366014" y="1836928"/>
                </a:lnTo>
                <a:lnTo>
                  <a:pt x="326263" y="1887982"/>
                </a:lnTo>
                <a:lnTo>
                  <a:pt x="288417" y="1940814"/>
                </a:lnTo>
                <a:lnTo>
                  <a:pt x="252730" y="1995297"/>
                </a:lnTo>
                <a:lnTo>
                  <a:pt x="219329" y="2051304"/>
                </a:lnTo>
                <a:lnTo>
                  <a:pt x="188214" y="2108556"/>
                </a:lnTo>
                <a:lnTo>
                  <a:pt x="159512" y="2167190"/>
                </a:lnTo>
                <a:lnTo>
                  <a:pt x="133350" y="2226870"/>
                </a:lnTo>
                <a:lnTo>
                  <a:pt x="109855" y="2287612"/>
                </a:lnTo>
                <a:lnTo>
                  <a:pt x="89027" y="2349221"/>
                </a:lnTo>
                <a:lnTo>
                  <a:pt x="71247" y="2411615"/>
                </a:lnTo>
                <a:lnTo>
                  <a:pt x="56388" y="2474670"/>
                </a:lnTo>
                <a:lnTo>
                  <a:pt x="44704" y="2538134"/>
                </a:lnTo>
                <a:lnTo>
                  <a:pt x="36068" y="2602066"/>
                </a:lnTo>
                <a:lnTo>
                  <a:pt x="31924" y="2654291"/>
                </a:lnTo>
                <a:lnTo>
                  <a:pt x="31242" y="2666846"/>
                </a:lnTo>
                <a:lnTo>
                  <a:pt x="43942" y="2667546"/>
                </a:lnTo>
                <a:lnTo>
                  <a:pt x="44649" y="2654732"/>
                </a:lnTo>
                <a:lnTo>
                  <a:pt x="45720" y="2635325"/>
                </a:lnTo>
                <a:close/>
              </a:path>
              <a:path w="2453005" h="2730653">
                <a:moveTo>
                  <a:pt x="31924" y="2654291"/>
                </a:moveTo>
                <a:lnTo>
                  <a:pt x="0" y="2653183"/>
                </a:lnTo>
                <a:lnTo>
                  <a:pt x="35433" y="2730653"/>
                </a:lnTo>
                <a:lnTo>
                  <a:pt x="76073" y="2655822"/>
                </a:lnTo>
                <a:lnTo>
                  <a:pt x="44649" y="2654732"/>
                </a:lnTo>
                <a:lnTo>
                  <a:pt x="43942" y="2667546"/>
                </a:lnTo>
                <a:lnTo>
                  <a:pt x="31242" y="2666846"/>
                </a:lnTo>
                <a:lnTo>
                  <a:pt x="31924" y="2654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07075" y="2187575"/>
            <a:ext cx="1020825" cy="26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6100" y="2070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95B6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6100" y="227330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126999">
            <a:solidFill>
              <a:srgbClr val="112A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8800" y="3835400"/>
            <a:ext cx="0" cy="723899"/>
          </a:xfrm>
          <a:custGeom>
            <a:avLst/>
            <a:gdLst/>
            <a:ahLst/>
            <a:cxnLst/>
            <a:rect l="l" t="t" r="r" b="b"/>
            <a:pathLst>
              <a:path h="723899">
                <a:moveTo>
                  <a:pt x="0" y="723899"/>
                </a:moveTo>
                <a:lnTo>
                  <a:pt x="0" y="0"/>
                </a:lnTo>
              </a:path>
            </a:pathLst>
          </a:custGeom>
          <a:ln w="12700">
            <a:solidFill>
              <a:srgbClr val="110D1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6100" y="38481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56495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6100" y="3911600"/>
            <a:ext cx="7835900" cy="0"/>
          </a:xfrm>
          <a:custGeom>
            <a:avLst/>
            <a:gdLst/>
            <a:ahLst/>
            <a:cxnLst/>
            <a:rect l="l" t="t" r="r" b="b"/>
            <a:pathLst>
              <a:path w="7835900">
                <a:moveTo>
                  <a:pt x="0" y="0"/>
                </a:moveTo>
                <a:lnTo>
                  <a:pt x="7835900" y="0"/>
                </a:lnTo>
              </a:path>
            </a:pathLst>
          </a:custGeom>
          <a:ln w="12699">
            <a:solidFill>
              <a:srgbClr val="211F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07424" y="2608199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16345" y="1868797"/>
            <a:ext cx="465497" cy="53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0"/>
              </a:lnSpc>
              <a:spcBef>
                <a:spcPts val="209"/>
              </a:spcBef>
            </a:pPr>
            <a:r>
              <a:rPr sz="2400" dirty="0">
                <a:solidFill>
                  <a:srgbClr val="3B3B72"/>
                </a:solidFill>
                <a:latin typeface="Arial"/>
                <a:cs typeface="Arial"/>
              </a:rPr>
              <a:t>.</a:t>
            </a:r>
            <a:r>
              <a:rPr sz="2400" spc="-379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1900" spc="0" dirty="0">
                <a:solidFill>
                  <a:srgbClr val="112A6E"/>
                </a:solidFill>
                <a:latin typeface="Arial"/>
                <a:cs typeface="Arial"/>
              </a:rPr>
              <a:t>.       </a:t>
            </a:r>
            <a:r>
              <a:rPr sz="1900" spc="44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112A6E"/>
                </a:solidFill>
                <a:latin typeface="Arial"/>
                <a:cs typeface="Arial"/>
              </a:rPr>
              <a:t>.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8856" y="2329984"/>
            <a:ext cx="6485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3</a:t>
            </a:r>
            <a:r>
              <a:rPr sz="1000" spc="53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4.</a:t>
            </a:r>
            <a:r>
              <a:rPr sz="1000" spc="-384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052</a:t>
            </a:r>
            <a:r>
              <a:rPr sz="1000" spc="0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08969" y="2329984"/>
            <a:ext cx="76683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1000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000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000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000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000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3239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30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59305" y="2070100"/>
            <a:ext cx="7818122" cy="139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5107">
              <a:lnSpc>
                <a:spcPts val="1100"/>
              </a:lnSpc>
              <a:spcBef>
                <a:spcPts val="55"/>
              </a:spcBef>
            </a:pP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350" spc="134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350" spc="0" baseline="6538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350" spc="0" baseline="6538" dirty="0">
                <a:solidFill>
                  <a:srgbClr val="606B7E"/>
                </a:solidFill>
                <a:latin typeface="Courier New"/>
                <a:cs typeface="Courier New"/>
              </a:rPr>
              <a:t>000000    </a:t>
            </a:r>
            <a:r>
              <a:rPr sz="1350" spc="39" baseline="6538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Ox1032</a:t>
            </a:r>
            <a:r>
              <a:rPr sz="1500" spc="-3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TXT</a:t>
            </a:r>
            <a:r>
              <a:rPr sz="1500" spc="4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</a:t>
            </a:r>
            <a:r>
              <a:rPr sz="1500" spc="-4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-209" baseline="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305" y="2209800"/>
            <a:ext cx="4736594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50"/>
              </a:lnSpc>
              <a:spcBef>
                <a:spcPts val="49"/>
              </a:spcBef>
            </a:pPr>
            <a:endParaRPr sz="950"/>
          </a:p>
        </p:txBody>
      </p:sp>
      <p:sp>
        <p:nvSpPr>
          <p:cNvPr id="13" name="object 13"/>
          <p:cNvSpPr txBox="1"/>
          <p:nvPr/>
        </p:nvSpPr>
        <p:spPr>
          <a:xfrm>
            <a:off x="5295900" y="2209800"/>
            <a:ext cx="308152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9195">
              <a:lnSpc>
                <a:spcPct val="95825"/>
              </a:lnSpc>
              <a:spcBef>
                <a:spcPts val="35"/>
              </a:spcBef>
            </a:pPr>
            <a:r>
              <a:rPr sz="600" spc="0" dirty="0">
                <a:solidFill>
                  <a:srgbClr val="112A6E"/>
                </a:solidFill>
                <a:latin typeface="Times New Roman"/>
                <a:cs typeface="Times New Roman"/>
              </a:rPr>
              <a:t>e    </a:t>
            </a:r>
            <a:r>
              <a:rPr sz="600" spc="50" dirty="0">
                <a:solidFill>
                  <a:srgbClr val="112A6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           </a:t>
            </a:r>
            <a:r>
              <a:rPr sz="600" spc="34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B3B72"/>
                </a:solidFill>
                <a:latin typeface="Times New Roman"/>
                <a:cs typeface="Times New Roman"/>
              </a:rPr>
              <a:t>•    </a:t>
            </a:r>
            <a:r>
              <a:rPr sz="600" spc="110" dirty="0">
                <a:solidFill>
                  <a:srgbClr val="3B3B72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</a:t>
            </a:r>
            <a:r>
              <a:rPr sz="400" spc="61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112A6E"/>
                </a:solidFill>
                <a:latin typeface="Arial"/>
                <a:cs typeface="Arial"/>
              </a:rPr>
              <a:t>I            </a:t>
            </a:r>
            <a:r>
              <a:rPr sz="400" spc="20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400" spc="0" dirty="0">
                <a:solidFill>
                  <a:srgbClr val="3B3B72"/>
                </a:solidFill>
                <a:latin typeface="Arial"/>
                <a:cs typeface="Arial"/>
              </a:rPr>
              <a:t>•      </a:t>
            </a:r>
            <a:r>
              <a:rPr sz="400" spc="94" dirty="0">
                <a:solidFill>
                  <a:srgbClr val="3B3B7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       </a:t>
            </a:r>
            <a:r>
              <a:rPr sz="600" spc="76" dirty="0">
                <a:solidFill>
                  <a:srgbClr val="112A6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2A6E"/>
                </a:solidFill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305" y="2336800"/>
            <a:ext cx="7854374" cy="1511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12551" marR="36252">
              <a:lnSpc>
                <a:spcPts val="1080"/>
              </a:lnSpc>
              <a:spcBef>
                <a:spcPts val="54"/>
              </a:spcBef>
            </a:pP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baseline="5885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          </a:t>
            </a:r>
            <a:r>
              <a:rPr sz="1500" spc="37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</a:t>
            </a:r>
            <a:r>
              <a:rPr sz="1500" spc="-16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gl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om</a:t>
            </a:r>
            <a:endParaRPr sz="1000">
              <a:latin typeface="Courier New"/>
              <a:cs typeface="Courier New"/>
            </a:endParaRPr>
          </a:p>
          <a:p>
            <a:pPr marL="432881" marR="138881" algn="ctr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4.83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355   </a:t>
            </a:r>
            <a:r>
              <a:rPr sz="1500" spc="-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6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</a:t>
            </a:r>
            <a:r>
              <a:rPr sz="1500" spc="-1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8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298</a:t>
            </a:r>
            <a:r>
              <a:rPr sz="1500" spc="-11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nse</a:t>
            </a:r>
            <a:r>
              <a:rPr sz="1500" spc="4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6f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MX</a:t>
            </a:r>
            <a:r>
              <a:rPr sz="1500" spc="-17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469394" marR="36252">
              <a:lnSpc>
                <a:spcPts val="1070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15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817185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-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-4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 </a:t>
            </a:r>
            <a:r>
              <a:rPr sz="1500" spc="13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LOC</a:t>
            </a:r>
            <a:r>
              <a:rPr sz="1500" spc="4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google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co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m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5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44" baseline="5885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956209</a:t>
            </a:r>
            <a:r>
              <a:rPr sz="1500" spc="41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28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30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se</a:t>
            </a:r>
            <a:r>
              <a:rPr sz="1500" spc="4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al</a:t>
            </a:r>
            <a:endParaRPr sz="1000">
              <a:latin typeface="Courier New"/>
              <a:cs typeface="Courier New"/>
            </a:endParaRPr>
          </a:p>
          <a:p>
            <a:pPr marL="462250" marR="36252">
              <a:lnSpc>
                <a:spcPts val="1070"/>
              </a:lnSpc>
              <a:spcBef>
                <a:spcPts val="0"/>
              </a:spcBef>
            </a:pP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108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-164" baseline="2942" dirty="0">
                <a:solidFill>
                  <a:srgbClr val="3B3B72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82482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  </a:t>
            </a:r>
            <a:r>
              <a:rPr sz="1500" spc="75" baseline="2942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209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2942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254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2942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85</a:t>
            </a:r>
            <a:r>
              <a:rPr sz="1500" spc="40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ndar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459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e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ry</a:t>
            </a:r>
            <a:r>
              <a:rPr sz="1500" spc="303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9bb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b </a:t>
            </a:r>
            <a:r>
              <a:rPr sz="1500" spc="428" baseline="8827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PTR</a:t>
            </a:r>
            <a:r>
              <a:rPr sz="1500" spc="186" baseline="8827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8827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04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8827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8827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8827" dirty="0">
                <a:solidFill>
                  <a:srgbClr val="606B7E"/>
                </a:solidFill>
                <a:latin typeface="Courier New"/>
                <a:cs typeface="Courier New"/>
              </a:rPr>
              <a:t>6(</a:t>
            </a:r>
            <a:endParaRPr sz="1000">
              <a:latin typeface="Courier New"/>
              <a:cs typeface="Courier New"/>
            </a:endParaRPr>
          </a:p>
          <a:p>
            <a:pPr marL="462250" marR="14494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5333   </a:t>
            </a:r>
            <a:r>
              <a:rPr sz="1500" spc="-25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4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11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-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x9bbb</a:t>
            </a:r>
            <a:r>
              <a:rPr sz="1500" spc="1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PTR 66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-</a:t>
            </a:r>
            <a:endParaRPr sz="1000">
              <a:latin typeface="Courier New"/>
              <a:cs typeface="Courier New"/>
            </a:endParaRPr>
          </a:p>
          <a:p>
            <a:pPr marL="462250">
              <a:lnSpc>
                <a:spcPts val="1070"/>
              </a:lnSpc>
              <a:spcBef>
                <a:spcPts val="2"/>
              </a:spcBef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</a:t>
            </a:r>
            <a:r>
              <a:rPr sz="1500" spc="-1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-44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189905  </a:t>
            </a:r>
            <a:r>
              <a:rPr sz="1500" spc="-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</a:t>
            </a:r>
            <a:r>
              <a:rPr sz="1500" spc="1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70.20       </a:t>
            </a:r>
            <a:r>
              <a:rPr sz="1500" spc="3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3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35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5c0 </a:t>
            </a:r>
            <a:r>
              <a:rPr sz="1500" spc="22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3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1W1W.</a:t>
            </a:r>
            <a:r>
              <a:rPr sz="1050" spc="2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etbsd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-150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or~</a:t>
            </a:r>
            <a:endParaRPr sz="1000">
              <a:latin typeface="Courier New"/>
              <a:cs typeface="Courier New"/>
            </a:endParaRPr>
          </a:p>
          <a:p>
            <a:pPr marL="368587" marR="66512" algn="ctr">
              <a:lnSpc>
                <a:spcPts val="1070"/>
              </a:lnSpc>
            </a:pP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238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  </a:t>
            </a:r>
            <a:r>
              <a:rPr sz="1500" spc="26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</a:t>
            </a:r>
            <a:r>
              <a:rPr sz="1500" spc="8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         </a:t>
            </a:r>
            <a:r>
              <a:rPr sz="1500" spc="169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90</a:t>
            </a:r>
            <a:r>
              <a:rPr sz="1500" spc="-8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nda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18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uery</a:t>
            </a:r>
            <a:r>
              <a:rPr sz="1500" spc="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onse</a:t>
            </a:r>
            <a:r>
              <a:rPr sz="1500" spc="1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  </a:t>
            </a:r>
            <a:r>
              <a:rPr sz="1500" spc="5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-1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204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endParaRPr sz="1000">
              <a:latin typeface="Courier New"/>
              <a:cs typeface="Courier New"/>
            </a:endParaRPr>
          </a:p>
          <a:p>
            <a:pPr marL="368587" marR="55472" algn="ctr">
              <a:lnSpc>
                <a:spcPts val="1055"/>
              </a:lnSpc>
            </a:pP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111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08</a:t>
            </a:r>
            <a:r>
              <a:rPr sz="150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965</a:t>
            </a:r>
            <a:r>
              <a:rPr sz="150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baseline="5885" dirty="0">
                <a:solidFill>
                  <a:srgbClr val="606B7E"/>
                </a:solidFill>
                <a:latin typeface="Courier New"/>
                <a:cs typeface="Courier New"/>
              </a:rPr>
              <a:t>35  </a:t>
            </a:r>
            <a:r>
              <a:rPr sz="1500" spc="-20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8.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         </a:t>
            </a:r>
            <a:r>
              <a:rPr sz="1500" spc="-159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16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22F4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B3B72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20         </a:t>
            </a:r>
            <a:r>
              <a:rPr sz="1500" spc="-22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NS      </a:t>
            </a:r>
            <a:r>
              <a:rPr sz="1500" spc="18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4</a:t>
            </a:r>
            <a:r>
              <a:rPr sz="1500" spc="9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da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</a:t>
            </a:r>
            <a:r>
              <a:rPr sz="1500" spc="25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er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y</a:t>
            </a:r>
            <a:r>
              <a:rPr sz="1500" spc="306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x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fOd4 </a:t>
            </a:r>
            <a:r>
              <a:rPr sz="1500" spc="36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75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50" spc="0" baseline="8282" dirty="0">
                <a:solidFill>
                  <a:srgbClr val="606B7E"/>
                </a:solidFill>
                <a:latin typeface="Times New Roman"/>
                <a:cs typeface="Times New Roman"/>
              </a:rPr>
              <a:t>1W1W</a:t>
            </a:r>
            <a:r>
              <a:rPr sz="1050" spc="0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. </a:t>
            </a:r>
            <a:r>
              <a:rPr sz="1050" spc="128" baseline="8282" dirty="0">
                <a:solidFill>
                  <a:srgbClr val="595B6B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et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b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sd</a:t>
            </a:r>
            <a:r>
              <a:rPr sz="1500" spc="0" baseline="5885" dirty="0">
                <a:solidFill>
                  <a:srgbClr val="2A2A69"/>
                </a:solidFill>
                <a:latin typeface="Courier New"/>
                <a:cs typeface="Courier New"/>
              </a:rPr>
              <a:t>.</a:t>
            </a:r>
            <a:endParaRPr sz="1000">
              <a:latin typeface="Courier New"/>
              <a:cs typeface="Courier New"/>
            </a:endParaRPr>
          </a:p>
          <a:p>
            <a:pPr marL="368587" marR="18138" algn="ctr">
              <a:lnSpc>
                <a:spcPts val="1025"/>
              </a:lnSpc>
            </a:pP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12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109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03  </a:t>
            </a:r>
            <a:r>
              <a:rPr sz="1500" spc="-289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168.1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70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20       </a:t>
            </a:r>
            <a:r>
              <a:rPr sz="1500" spc="104" baseline="5885" dirty="0">
                <a:solidFill>
                  <a:srgbClr val="6E7E9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19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168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0.8         </a:t>
            </a:r>
            <a:r>
              <a:rPr sz="1500" spc="-2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DNS     </a:t>
            </a:r>
            <a:r>
              <a:rPr sz="1500" spc="222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102</a:t>
            </a:r>
            <a:r>
              <a:rPr sz="1500" spc="-4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Standard</a:t>
            </a:r>
            <a:r>
              <a:rPr sz="1500" spc="81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q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ery</a:t>
            </a:r>
            <a:r>
              <a:rPr sz="1500" spc="94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response</a:t>
            </a:r>
            <a:r>
              <a:rPr sz="1500" spc="133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xf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d4 </a:t>
            </a:r>
            <a:r>
              <a:rPr sz="1500" spc="80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AAAA</a:t>
            </a:r>
            <a:r>
              <a:rPr sz="1500" spc="207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E7E90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305" y="3848100"/>
            <a:ext cx="7818122" cy="63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9305" y="3911600"/>
            <a:ext cx="7818122" cy="106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840"/>
              </a:lnSpc>
              <a:spcBef>
                <a:spcPts val="42"/>
              </a:spcBef>
            </a:pPr>
            <a:r>
              <a:rPr sz="1350" spc="0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-6441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F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303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2:</a:t>
            </a:r>
            <a:r>
              <a:rPr sz="1500" spc="154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98</a:t>
            </a:r>
            <a:r>
              <a:rPr sz="1500" spc="14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30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on</a:t>
            </a:r>
            <a:r>
              <a:rPr sz="1500" spc="95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w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 </a:t>
            </a:r>
            <a:r>
              <a:rPr sz="1500" spc="-8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(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4 </a:t>
            </a:r>
            <a:r>
              <a:rPr sz="1500" spc="32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79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8</a:t>
            </a:r>
            <a:r>
              <a:rPr sz="1500" spc="59" baseline="-5885" dirty="0">
                <a:solidFill>
                  <a:srgbClr val="3D4452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bytes</a:t>
            </a:r>
            <a:r>
              <a:rPr sz="1500" spc="180" baseline="-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500" spc="0" baseline="-5885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500" spc="0" baseline="-5885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-5885" dirty="0">
                <a:solidFill>
                  <a:srgbClr val="422F4F"/>
                </a:solidFill>
                <a:latin typeface="Courier New"/>
                <a:cs typeface="Courier New"/>
              </a:rPr>
              <a:t>d  </a:t>
            </a:r>
            <a:r>
              <a:rPr sz="1500" spc="-164" baseline="-5885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-5885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-5885" dirty="0">
                <a:solidFill>
                  <a:srgbClr val="6B5756"/>
                </a:solidFill>
                <a:latin typeface="Courier New"/>
                <a:cs typeface="Courier New"/>
              </a:rPr>
              <a:t>4</a:t>
            </a:r>
            <a:r>
              <a:rPr sz="1500" spc="354" baseline="-5885" dirty="0">
                <a:solidFill>
                  <a:srgbClr val="6B5756"/>
                </a:solidFill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4954"/>
                </a:solidFill>
                <a:latin typeface="Courier New"/>
                <a:cs typeface="Courier New"/>
              </a:rPr>
              <a:t>bits</a:t>
            </a:r>
            <a:r>
              <a:rPr sz="1500" spc="0" baseline="-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305" y="4018027"/>
            <a:ext cx="6829810" cy="147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594">
              <a:lnSpc>
                <a:spcPts val="1070"/>
              </a:lnSpc>
              <a:spcBef>
                <a:spcPts val="143"/>
              </a:spcBef>
            </a:pPr>
            <a:r>
              <a:rPr sz="900" spc="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900" spc="14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et</a:t>
            </a:r>
            <a:r>
              <a:rPr sz="1000" spc="348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</a:t>
            </a:r>
            <a:r>
              <a:rPr sz="1000" spc="-13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src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Q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an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aco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32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:41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  </a:t>
            </a:r>
            <a:r>
              <a:rPr sz="1000" spc="-17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:9f:32:41:8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,  </a:t>
            </a:r>
            <a:r>
              <a:rPr sz="1000" spc="1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Ost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:</a:t>
            </a:r>
            <a:r>
              <a:rPr sz="1000" spc="269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As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ekc</a:t>
            </a:r>
            <a:r>
              <a:rPr sz="1000" spc="0" dirty="0">
                <a:solidFill>
                  <a:srgbClr val="110D12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bl: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c: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ad  </a:t>
            </a:r>
            <a:r>
              <a:rPr sz="1000" spc="17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:b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c:ad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9115" y="4018027"/>
            <a:ext cx="988312" cy="5402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59305" y="4165091"/>
            <a:ext cx="6829810" cy="139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095"/>
              </a:lnSpc>
              <a:spcBef>
                <a:spcPts val="54"/>
              </a:spcBef>
            </a:pPr>
            <a:r>
              <a:rPr sz="1350" spc="0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1±1    </a:t>
            </a:r>
            <a:r>
              <a:rPr sz="1350" spc="14" baseline="322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er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t </a:t>
            </a:r>
            <a:r>
              <a:rPr sz="1500" spc="103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ro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oc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l </a:t>
            </a:r>
            <a:r>
              <a:rPr sz="1500" spc="-129" baseline="2942" dirty="0">
                <a:solidFill>
                  <a:srgbClr val="422F4F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ve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422F4F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n </a:t>
            </a:r>
            <a:r>
              <a:rPr sz="1500" spc="-17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-194" baseline="2942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2942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c: </a:t>
            </a:r>
            <a:r>
              <a:rPr sz="1500" spc="15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19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68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20  </a:t>
            </a:r>
            <a:r>
              <a:rPr sz="1500" spc="-2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0),   </a:t>
            </a:r>
            <a:r>
              <a:rPr sz="1500" spc="-234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Os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20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  </a:t>
            </a:r>
            <a:r>
              <a:rPr sz="1500" spc="269" baseline="2942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(192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1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6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.1</a:t>
            </a:r>
            <a:r>
              <a:rPr sz="1500" spc="0" baseline="2942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0</a:t>
            </a:r>
            <a:r>
              <a:rPr sz="1500" spc="0" baseline="2942" dirty="0">
                <a:solidFill>
                  <a:srgbClr val="564954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95B6B"/>
                </a:solidFill>
                <a:latin typeface="Courier New"/>
                <a:cs typeface="Courier New"/>
              </a:rPr>
              <a:t>8)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305" y="4304536"/>
            <a:ext cx="6829810" cy="153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1115"/>
              </a:lnSpc>
              <a:spcBef>
                <a:spcPts val="55"/>
              </a:spcBef>
            </a:pPr>
            <a:r>
              <a:rPr sz="1350" spc="0" baseline="6441" dirty="0">
                <a:solidFill>
                  <a:srgbClr val="8A8A8A"/>
                </a:solidFill>
                <a:latin typeface="Arial"/>
                <a:cs typeface="Arial"/>
              </a:rPr>
              <a:t>Iii</a:t>
            </a:r>
            <a:r>
              <a:rPr sz="1350" spc="225" baseline="6441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7B6270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</a:t>
            </a:r>
            <a:r>
              <a:rPr sz="1500" spc="24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Dat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agra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m </a:t>
            </a:r>
            <a:r>
              <a:rPr sz="1500" spc="98" baseline="5885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Pr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otoco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l, </a:t>
            </a:r>
            <a:r>
              <a:rPr sz="1500" spc="-25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rc</a:t>
            </a:r>
            <a:r>
              <a:rPr sz="1500" spc="2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B575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1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</a:t>
            </a:r>
            <a:r>
              <a:rPr sz="1500" spc="388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, </a:t>
            </a:r>
            <a:r>
              <a:rPr sz="1500" spc="194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r</a:t>
            </a:r>
            <a:r>
              <a:rPr sz="1500" spc="313" baseline="5885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Port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: </a:t>
            </a:r>
            <a:r>
              <a:rPr sz="1500" spc="-154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795 </a:t>
            </a:r>
            <a:r>
              <a:rPr sz="1500" spc="58" baseline="5885" dirty="0">
                <a:solidFill>
                  <a:srgbClr val="595B6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95B6B"/>
                </a:solidFill>
                <a:latin typeface="Courier New"/>
                <a:cs typeface="Courier New"/>
              </a:rPr>
              <a:t>9</a:t>
            </a:r>
            <a:r>
              <a:rPr sz="1500" spc="0" baseline="5885" dirty="0">
                <a:solidFill>
                  <a:srgbClr val="564954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606B7E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305" y="4457700"/>
            <a:ext cx="6829810" cy="100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600">
              <a:lnSpc>
                <a:spcPts val="790"/>
              </a:lnSpc>
              <a:spcBef>
                <a:spcPts val="39"/>
              </a:spcBef>
            </a:pPr>
            <a:r>
              <a:rPr sz="1000" spc="0" dirty="0">
                <a:solidFill>
                  <a:srgbClr val="8A8A8A"/>
                </a:solidFill>
                <a:latin typeface="Courier New"/>
                <a:cs typeface="Courier New"/>
              </a:rPr>
              <a:t>El</a:t>
            </a:r>
            <a:r>
              <a:rPr sz="1000" spc="187" dirty="0">
                <a:solidFill>
                  <a:srgbClr val="8A8A8A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Do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m</a:t>
            </a:r>
            <a:r>
              <a:rPr sz="1000" spc="0" dirty="0">
                <a:solidFill>
                  <a:srgbClr val="3D4452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n</a:t>
            </a:r>
            <a:r>
              <a:rPr sz="1000" spc="194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22F4F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am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</a:t>
            </a:r>
            <a:r>
              <a:rPr sz="1000" spc="273" dirty="0">
                <a:solidFill>
                  <a:srgbClr val="56495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y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ste</a:t>
            </a:r>
            <a:r>
              <a:rPr sz="1000" spc="0" dirty="0">
                <a:solidFill>
                  <a:srgbClr val="606B7E"/>
                </a:solidFill>
                <a:latin typeface="Courier New"/>
                <a:cs typeface="Courier New"/>
              </a:rPr>
              <a:t>m</a:t>
            </a:r>
            <a:r>
              <a:rPr sz="1000" spc="451" dirty="0">
                <a:solidFill>
                  <a:srgbClr val="606B7E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(</a:t>
            </a:r>
            <a:r>
              <a:rPr sz="1000" spc="0" dirty="0">
                <a:solidFill>
                  <a:srgbClr val="522D3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espo</a:t>
            </a:r>
            <a:r>
              <a:rPr sz="1000" spc="0" dirty="0">
                <a:solidFill>
                  <a:srgbClr val="6B5756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64954"/>
                </a:solidFill>
                <a:latin typeface="Courier New"/>
                <a:cs typeface="Courier New"/>
              </a:rPr>
              <a:t>se</a:t>
            </a:r>
            <a:r>
              <a:rPr sz="1000" spc="0" dirty="0">
                <a:solidFill>
                  <a:srgbClr val="595B6B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305" y="4558282"/>
            <a:ext cx="6829810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9115" y="4558282"/>
            <a:ext cx="988312" cy="602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1530096" y="1519424"/>
            <a:ext cx="6851906" cy="2606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694">
              <a:lnSpc>
                <a:spcPct val="95825"/>
              </a:lnSpc>
              <a:spcBef>
                <a:spcPts val="375"/>
              </a:spcBef>
            </a:pPr>
            <a:r>
              <a:rPr sz="1100" b="1" spc="0" dirty="0">
                <a:latin typeface="Times New Roman"/>
                <a:cs typeface="Times New Roman"/>
              </a:rPr>
              <a:t>Appl</a:t>
            </a:r>
            <a:r>
              <a:rPr sz="1100" b="1" spc="-4" dirty="0">
                <a:latin typeface="Times New Roman"/>
                <a:cs typeface="Times New Roman"/>
              </a:rPr>
              <a:t>i</a:t>
            </a:r>
            <a:r>
              <a:rPr sz="1100" b="1" spc="0" dirty="0">
                <a:latin typeface="Times New Roman"/>
                <a:cs typeface="Times New Roman"/>
              </a:rPr>
              <a:t>ca</a:t>
            </a:r>
            <a:r>
              <a:rPr sz="1100" b="1" spc="-4" dirty="0">
                <a:latin typeface="Times New Roman"/>
                <a:cs typeface="Times New Roman"/>
              </a:rPr>
              <a:t>ti</a:t>
            </a:r>
            <a:r>
              <a:rPr sz="1100" b="1" spc="0" dirty="0">
                <a:latin typeface="Times New Roman"/>
                <a:cs typeface="Times New Roman"/>
              </a:rPr>
              <a:t>on</a:t>
            </a:r>
            <a:r>
              <a:rPr sz="1100" b="1" spc="112" dirty="0">
                <a:latin typeface="Times New Roman"/>
                <a:cs typeface="Times New Roman"/>
              </a:rPr>
              <a:t> </a:t>
            </a:r>
            <a:r>
              <a:rPr sz="1100" b="1" spc="-4" dirty="0">
                <a:latin typeface="Times New Roman"/>
                <a:cs typeface="Times New Roman"/>
              </a:rPr>
              <a:t>la</a:t>
            </a:r>
            <a:r>
              <a:rPr sz="1100" b="1" spc="0" dirty="0">
                <a:latin typeface="Times New Roman"/>
                <a:cs typeface="Times New Roman"/>
              </a:rPr>
              <a:t>ye</a:t>
            </a:r>
            <a:r>
              <a:rPr sz="1100" b="1" spc="9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:</a:t>
            </a:r>
            <a:r>
              <a:rPr sz="1100" spc="-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29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u</a:t>
            </a:r>
            <a:r>
              <a:rPr sz="1100" spc="5" dirty="0">
                <a:latin typeface="Times New Roman"/>
                <a:cs typeface="Times New Roman"/>
              </a:rPr>
              <a:t>mm</a:t>
            </a:r>
            <a:r>
              <a:rPr sz="1100" spc="0" dirty="0">
                <a:latin typeface="Times New Roman"/>
                <a:cs typeface="Times New Roman"/>
              </a:rPr>
              <a:t>ary</a:t>
            </a:r>
            <a:r>
              <a:rPr sz="1100" spc="-3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di</a:t>
            </a:r>
            <a:r>
              <a:rPr sz="1100" spc="-9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2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1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cr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5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f</a:t>
            </a:r>
            <a:r>
              <a:rPr sz="1100" spc="10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pp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cat</a:t>
            </a:r>
            <a:r>
              <a:rPr sz="1100" spc="-4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lo</a:t>
            </a:r>
            <a:r>
              <a:rPr sz="1100" spc="0" dirty="0">
                <a:latin typeface="Times New Roman"/>
                <a:cs typeface="Times New Roman"/>
              </a:rPr>
              <a:t>ad, 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1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DNS</a:t>
            </a:r>
            <a:r>
              <a:rPr sz="1100" spc="-4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nse.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96028" y="1519425"/>
            <a:ext cx="3624072" cy="429770"/>
          </a:xfrm>
          <a:custGeom>
            <a:avLst/>
            <a:gdLst/>
            <a:ahLst/>
            <a:cxnLst/>
            <a:rect l="l" t="t" r="r" b="b"/>
            <a:pathLst>
              <a:path w="3624072" h="429770">
                <a:moveTo>
                  <a:pt x="0" y="429770"/>
                </a:moveTo>
                <a:lnTo>
                  <a:pt x="3624072" y="429770"/>
                </a:lnTo>
                <a:lnTo>
                  <a:pt x="3624072" y="0"/>
                </a:lnTo>
                <a:lnTo>
                  <a:pt x="0" y="0"/>
                </a:lnTo>
                <a:lnTo>
                  <a:pt x="0" y="42977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2062" y="2106165"/>
            <a:ext cx="7912606" cy="2247900"/>
          </a:xfrm>
          <a:custGeom>
            <a:avLst/>
            <a:gdLst/>
            <a:ahLst/>
            <a:cxnLst/>
            <a:rect l="l" t="t" r="r" b="b"/>
            <a:pathLst>
              <a:path w="7912606" h="2247900">
                <a:moveTo>
                  <a:pt x="0" y="2247900"/>
                </a:moveTo>
                <a:lnTo>
                  <a:pt x="7912606" y="2247900"/>
                </a:lnTo>
                <a:lnTo>
                  <a:pt x="7912606" y="0"/>
                </a:lnTo>
                <a:lnTo>
                  <a:pt x="0" y="0"/>
                </a:lnTo>
                <a:lnTo>
                  <a:pt x="0" y="22479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62399" y="1949068"/>
            <a:ext cx="2652140" cy="1649349"/>
          </a:xfrm>
          <a:custGeom>
            <a:avLst/>
            <a:gdLst/>
            <a:ahLst/>
            <a:cxnLst/>
            <a:rect l="l" t="t" r="r" b="b"/>
            <a:pathLst>
              <a:path w="2652140" h="1649349">
                <a:moveTo>
                  <a:pt x="2605785" y="224536"/>
                </a:moveTo>
                <a:lnTo>
                  <a:pt x="2593974" y="261747"/>
                </a:lnTo>
                <a:lnTo>
                  <a:pt x="2580385" y="298704"/>
                </a:lnTo>
                <a:lnTo>
                  <a:pt x="2565145" y="335661"/>
                </a:lnTo>
                <a:lnTo>
                  <a:pt x="2548127" y="372364"/>
                </a:lnTo>
                <a:lnTo>
                  <a:pt x="2529585" y="408940"/>
                </a:lnTo>
                <a:lnTo>
                  <a:pt x="2509392" y="445262"/>
                </a:lnTo>
                <a:lnTo>
                  <a:pt x="2487675" y="481330"/>
                </a:lnTo>
                <a:lnTo>
                  <a:pt x="2464434" y="517398"/>
                </a:lnTo>
                <a:lnTo>
                  <a:pt x="2413253" y="588518"/>
                </a:lnTo>
                <a:lnTo>
                  <a:pt x="2356357" y="658495"/>
                </a:lnTo>
                <a:lnTo>
                  <a:pt x="2293873" y="727202"/>
                </a:lnTo>
                <a:lnTo>
                  <a:pt x="2226055" y="794385"/>
                </a:lnTo>
                <a:lnTo>
                  <a:pt x="2153157" y="860044"/>
                </a:lnTo>
                <a:lnTo>
                  <a:pt x="2075433" y="923798"/>
                </a:lnTo>
                <a:lnTo>
                  <a:pt x="1993137" y="985774"/>
                </a:lnTo>
                <a:lnTo>
                  <a:pt x="1906396" y="1045718"/>
                </a:lnTo>
                <a:lnTo>
                  <a:pt x="1815591" y="1103376"/>
                </a:lnTo>
                <a:lnTo>
                  <a:pt x="1720849" y="1158748"/>
                </a:lnTo>
                <a:lnTo>
                  <a:pt x="1622551" y="1211580"/>
                </a:lnTo>
                <a:lnTo>
                  <a:pt x="1520824" y="1261872"/>
                </a:lnTo>
                <a:lnTo>
                  <a:pt x="1415795" y="1309243"/>
                </a:lnTo>
                <a:lnTo>
                  <a:pt x="1308099" y="1353820"/>
                </a:lnTo>
                <a:lnTo>
                  <a:pt x="1197609" y="1395095"/>
                </a:lnTo>
                <a:lnTo>
                  <a:pt x="1084706" y="1433322"/>
                </a:lnTo>
                <a:lnTo>
                  <a:pt x="969771" y="1467993"/>
                </a:lnTo>
                <a:lnTo>
                  <a:pt x="852677" y="1499235"/>
                </a:lnTo>
                <a:lnTo>
                  <a:pt x="733932" y="1526794"/>
                </a:lnTo>
                <a:lnTo>
                  <a:pt x="613790" y="1550416"/>
                </a:lnTo>
                <a:lnTo>
                  <a:pt x="492505" y="1570228"/>
                </a:lnTo>
                <a:lnTo>
                  <a:pt x="370204" y="1585849"/>
                </a:lnTo>
                <a:lnTo>
                  <a:pt x="247141" y="1597152"/>
                </a:lnTo>
                <a:lnTo>
                  <a:pt x="123697" y="1604010"/>
                </a:lnTo>
                <a:lnTo>
                  <a:pt x="76073" y="1604912"/>
                </a:lnTo>
                <a:lnTo>
                  <a:pt x="75437" y="1573149"/>
                </a:lnTo>
                <a:lnTo>
                  <a:pt x="0" y="1612646"/>
                </a:lnTo>
                <a:lnTo>
                  <a:pt x="63372" y="1605153"/>
                </a:lnTo>
                <a:lnTo>
                  <a:pt x="63626" y="1617853"/>
                </a:lnTo>
                <a:lnTo>
                  <a:pt x="76961" y="1649349"/>
                </a:lnTo>
                <a:lnTo>
                  <a:pt x="76327" y="1617613"/>
                </a:lnTo>
                <a:lnTo>
                  <a:pt x="124332" y="1616710"/>
                </a:lnTo>
                <a:lnTo>
                  <a:pt x="248284" y="1609852"/>
                </a:lnTo>
                <a:lnTo>
                  <a:pt x="371855" y="1598422"/>
                </a:lnTo>
                <a:lnTo>
                  <a:pt x="494537" y="1582801"/>
                </a:lnTo>
                <a:lnTo>
                  <a:pt x="616203" y="1562989"/>
                </a:lnTo>
                <a:lnTo>
                  <a:pt x="736853" y="1539113"/>
                </a:lnTo>
                <a:lnTo>
                  <a:pt x="855979" y="1511554"/>
                </a:lnTo>
                <a:lnTo>
                  <a:pt x="973327" y="1480185"/>
                </a:lnTo>
                <a:lnTo>
                  <a:pt x="1088897" y="1445387"/>
                </a:lnTo>
                <a:lnTo>
                  <a:pt x="1202054" y="1407033"/>
                </a:lnTo>
                <a:lnTo>
                  <a:pt x="1312925" y="1365504"/>
                </a:lnTo>
                <a:lnTo>
                  <a:pt x="1421129" y="1320800"/>
                </a:lnTo>
                <a:lnTo>
                  <a:pt x="1526412" y="1273175"/>
                </a:lnTo>
                <a:lnTo>
                  <a:pt x="1628520" y="1222883"/>
                </a:lnTo>
                <a:lnTo>
                  <a:pt x="1727199" y="1169797"/>
                </a:lnTo>
                <a:lnTo>
                  <a:pt x="1822449" y="1114044"/>
                </a:lnTo>
                <a:lnTo>
                  <a:pt x="1913635" y="1056132"/>
                </a:lnTo>
                <a:lnTo>
                  <a:pt x="2000757" y="995934"/>
                </a:lnTo>
                <a:lnTo>
                  <a:pt x="2083561" y="933577"/>
                </a:lnTo>
                <a:lnTo>
                  <a:pt x="2161666" y="869442"/>
                </a:lnTo>
                <a:lnTo>
                  <a:pt x="2235072" y="803402"/>
                </a:lnTo>
                <a:lnTo>
                  <a:pt x="2303271" y="735711"/>
                </a:lnTo>
                <a:lnTo>
                  <a:pt x="2366136" y="666496"/>
                </a:lnTo>
                <a:lnTo>
                  <a:pt x="2423540" y="595884"/>
                </a:lnTo>
                <a:lnTo>
                  <a:pt x="2475102" y="524256"/>
                </a:lnTo>
                <a:lnTo>
                  <a:pt x="2498470" y="487934"/>
                </a:lnTo>
                <a:lnTo>
                  <a:pt x="2520568" y="451485"/>
                </a:lnTo>
                <a:lnTo>
                  <a:pt x="2540888" y="414655"/>
                </a:lnTo>
                <a:lnTo>
                  <a:pt x="2559684" y="377698"/>
                </a:lnTo>
                <a:lnTo>
                  <a:pt x="2576829" y="340487"/>
                </a:lnTo>
                <a:lnTo>
                  <a:pt x="2592323" y="303149"/>
                </a:lnTo>
                <a:lnTo>
                  <a:pt x="2606039" y="265557"/>
                </a:lnTo>
                <a:lnTo>
                  <a:pt x="2618104" y="227965"/>
                </a:lnTo>
                <a:lnTo>
                  <a:pt x="2628391" y="190119"/>
                </a:lnTo>
                <a:lnTo>
                  <a:pt x="2636900" y="152146"/>
                </a:lnTo>
                <a:lnTo>
                  <a:pt x="2643504" y="114300"/>
                </a:lnTo>
                <a:lnTo>
                  <a:pt x="2648330" y="76200"/>
                </a:lnTo>
                <a:lnTo>
                  <a:pt x="2651124" y="38100"/>
                </a:lnTo>
                <a:lnTo>
                  <a:pt x="2652140" y="254"/>
                </a:lnTo>
                <a:lnTo>
                  <a:pt x="2639440" y="0"/>
                </a:lnTo>
                <a:lnTo>
                  <a:pt x="2638424" y="37719"/>
                </a:lnTo>
                <a:lnTo>
                  <a:pt x="2635630" y="75184"/>
                </a:lnTo>
                <a:lnTo>
                  <a:pt x="2630931" y="112649"/>
                </a:lnTo>
                <a:lnTo>
                  <a:pt x="2624327" y="149987"/>
                </a:lnTo>
                <a:lnTo>
                  <a:pt x="2615945" y="187325"/>
                </a:lnTo>
                <a:lnTo>
                  <a:pt x="2605785" y="224536"/>
                </a:lnTo>
                <a:close/>
              </a:path>
              <a:path w="2652140" h="1649349">
                <a:moveTo>
                  <a:pt x="63626" y="1617853"/>
                </a:moveTo>
                <a:lnTo>
                  <a:pt x="63372" y="1605153"/>
                </a:lnTo>
                <a:lnTo>
                  <a:pt x="0" y="1612646"/>
                </a:lnTo>
                <a:lnTo>
                  <a:pt x="76961" y="1649349"/>
                </a:lnTo>
                <a:lnTo>
                  <a:pt x="63626" y="1617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-76199" y="1200911"/>
            <a:ext cx="2133599" cy="381000"/>
          </a:xfrm>
          <a:custGeom>
            <a:avLst/>
            <a:gdLst/>
            <a:ahLst/>
            <a:cxnLst/>
            <a:rect l="l" t="t" r="r" b="b"/>
            <a:pathLst>
              <a:path w="2133599" h="381000">
                <a:moveTo>
                  <a:pt x="2071154" y="380991"/>
                </a:moveTo>
                <a:lnTo>
                  <a:pt x="2110243" y="366691"/>
                </a:lnTo>
                <a:lnTo>
                  <a:pt x="2131954" y="331913"/>
                </a:lnTo>
                <a:lnTo>
                  <a:pt x="2133599" y="317500"/>
                </a:lnTo>
                <a:lnTo>
                  <a:pt x="2133591" y="62445"/>
                </a:lnTo>
                <a:lnTo>
                  <a:pt x="2119290" y="23355"/>
                </a:lnTo>
                <a:lnTo>
                  <a:pt x="2084512" y="1645"/>
                </a:lnTo>
                <a:lnTo>
                  <a:pt x="2070099" y="0"/>
                </a:lnTo>
                <a:lnTo>
                  <a:pt x="76199" y="8"/>
                </a:lnTo>
                <a:lnTo>
                  <a:pt x="76199" y="380999"/>
                </a:lnTo>
                <a:lnTo>
                  <a:pt x="20711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5300" y="2120900"/>
            <a:ext cx="7937499" cy="0"/>
          </a:xfrm>
          <a:custGeom>
            <a:avLst/>
            <a:gdLst/>
            <a:ahLst/>
            <a:cxnLst/>
            <a:rect l="l" t="t" r="r" b="b"/>
            <a:pathLst>
              <a:path w="7937499">
                <a:moveTo>
                  <a:pt x="0" y="0"/>
                </a:moveTo>
                <a:lnTo>
                  <a:pt x="7937499" y="0"/>
                </a:lnTo>
              </a:path>
            </a:pathLst>
          </a:custGeom>
          <a:ln w="12699">
            <a:solidFill>
              <a:srgbClr val="4D3F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0700" y="2095500"/>
            <a:ext cx="0" cy="2260599"/>
          </a:xfrm>
          <a:custGeom>
            <a:avLst/>
            <a:gdLst/>
            <a:ahLst/>
            <a:cxnLst/>
            <a:rect l="l" t="t" r="r" b="b"/>
            <a:pathLst>
              <a:path h="2260599">
                <a:moveTo>
                  <a:pt x="0" y="2260599"/>
                </a:moveTo>
                <a:lnTo>
                  <a:pt x="0" y="0"/>
                </a:lnTo>
              </a:path>
            </a:pathLst>
          </a:custGeom>
          <a:ln w="12699">
            <a:solidFill>
              <a:srgbClr val="4D3F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32400" y="4356100"/>
            <a:ext cx="1155699" cy="0"/>
          </a:xfrm>
          <a:custGeom>
            <a:avLst/>
            <a:gdLst/>
            <a:ahLst/>
            <a:cxnLst/>
            <a:rect l="l" t="t" r="r" b="b"/>
            <a:pathLst>
              <a:path w="1155699">
                <a:moveTo>
                  <a:pt x="0" y="0"/>
                </a:moveTo>
                <a:lnTo>
                  <a:pt x="1155699" y="0"/>
                </a:lnTo>
              </a:path>
            </a:pathLst>
          </a:custGeom>
          <a:ln w="12699">
            <a:solidFill>
              <a:srgbClr val="DADAD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26200" y="4356100"/>
            <a:ext cx="1206499" cy="0"/>
          </a:xfrm>
          <a:custGeom>
            <a:avLst/>
            <a:gdLst/>
            <a:ahLst/>
            <a:cxnLst/>
            <a:rect l="l" t="t" r="r" b="b"/>
            <a:pathLst>
              <a:path w="1206499">
                <a:moveTo>
                  <a:pt x="0" y="0"/>
                </a:moveTo>
                <a:lnTo>
                  <a:pt x="1206499" y="0"/>
                </a:lnTo>
              </a:path>
            </a:pathLst>
          </a:custGeom>
          <a:ln w="12699">
            <a:solidFill>
              <a:srgbClr val="C8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32800" y="2781300"/>
            <a:ext cx="0" cy="533399"/>
          </a:xfrm>
          <a:custGeom>
            <a:avLst/>
            <a:gdLst/>
            <a:ahLst/>
            <a:cxnLst/>
            <a:rect l="l" t="t" r="r" b="b"/>
            <a:pathLst>
              <a:path h="533399">
                <a:moveTo>
                  <a:pt x="0" y="533399"/>
                </a:moveTo>
                <a:lnTo>
                  <a:pt x="0" y="0"/>
                </a:lnTo>
              </a:path>
            </a:pathLst>
          </a:custGeom>
          <a:ln w="25399">
            <a:solidFill>
              <a:srgbClr val="C8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-12699"/>
            <a:ext cx="9136126" cy="1092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07425" y="2608199"/>
            <a:ext cx="434974" cy="2493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10600" y="2057400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533399" y="0"/>
                </a:moveTo>
                <a:lnTo>
                  <a:pt x="0" y="0"/>
                </a:lnTo>
              </a:path>
              <a:path w="533399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7979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7979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7979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10600" y="3835400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533399" y="0"/>
                </a:moveTo>
                <a:lnTo>
                  <a:pt x="0" y="0"/>
                </a:lnTo>
              </a:path>
              <a:path w="533399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7979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0809" y="1283207"/>
            <a:ext cx="135319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14" baseline="303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700" spc="-9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674" y="3065790"/>
            <a:ext cx="7264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1000" dirty="0">
                <a:solidFill>
                  <a:srgbClr val="696770"/>
                </a:solidFill>
                <a:latin typeface="Courier New"/>
                <a:cs typeface="Courier New"/>
              </a:rPr>
              <a:t>T</a:t>
            </a:r>
            <a:r>
              <a:rPr sz="1000" dirty="0">
                <a:solidFill>
                  <a:srgbClr val="4D3F4B"/>
                </a:solidFill>
                <a:latin typeface="Courier New"/>
                <a:cs typeface="Courier New"/>
              </a:rPr>
              <a:t>r</a:t>
            </a:r>
            <a:r>
              <a:rPr sz="1000" dirty="0">
                <a:solidFill>
                  <a:srgbClr val="5B525D"/>
                </a:solidFill>
                <a:latin typeface="Courier New"/>
                <a:cs typeface="Courier New"/>
              </a:rPr>
              <a:t>a</a:t>
            </a:r>
            <a:r>
              <a:rPr sz="1000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000" dirty="0">
                <a:solidFill>
                  <a:srgbClr val="5B525D"/>
                </a:solidFill>
                <a:latin typeface="Courier New"/>
                <a:cs typeface="Courier New"/>
              </a:rPr>
              <a:t>sa</a:t>
            </a:r>
            <a:r>
              <a:rPr sz="1000" dirty="0">
                <a:solidFill>
                  <a:srgbClr val="4D3F4B"/>
                </a:solidFill>
                <a:latin typeface="Courier New"/>
                <a:cs typeface="Courier New"/>
              </a:rPr>
              <a:t>ct</a:t>
            </a:r>
            <a:r>
              <a:rPr sz="1000" dirty="0">
                <a:solidFill>
                  <a:srgbClr val="5B525D"/>
                </a:solidFill>
                <a:latin typeface="Courier New"/>
                <a:cs typeface="Courier New"/>
              </a:rPr>
              <a:t>io</a:t>
            </a:r>
            <a:r>
              <a:rPr sz="1000" dirty="0">
                <a:solidFill>
                  <a:srgbClr val="643F41"/>
                </a:solidFill>
                <a:latin typeface="Courier New"/>
                <a:cs typeface="Courier New"/>
              </a:rPr>
              <a:t>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3205" y="3065790"/>
            <a:ext cx="62814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1000" dirty="0">
                <a:solidFill>
                  <a:srgbClr val="696770"/>
                </a:solidFill>
                <a:latin typeface="Courier New"/>
                <a:cs typeface="Courier New"/>
              </a:rPr>
              <a:t>I</a:t>
            </a:r>
            <a:r>
              <a:rPr sz="1000" dirty="0">
                <a:solidFill>
                  <a:srgbClr val="5B525D"/>
                </a:solidFill>
                <a:latin typeface="Courier New"/>
                <a:cs typeface="Courier New"/>
              </a:rPr>
              <a:t>D:</a:t>
            </a:r>
            <a:r>
              <a:rPr sz="1000" dirty="0">
                <a:solidFill>
                  <a:srgbClr val="04CA66"/>
                </a:solidFill>
                <a:latin typeface="Courier New"/>
                <a:cs typeface="Courier New"/>
              </a:rPr>
              <a:t>_</a:t>
            </a:r>
            <a:r>
              <a:rPr sz="1000" dirty="0">
                <a:solidFill>
                  <a:srgbClr val="5B525D"/>
                </a:solidFill>
                <a:latin typeface="Courier New"/>
                <a:cs typeface="Courier New"/>
              </a:rPr>
              <a:t>Ox1</a:t>
            </a:r>
            <a:r>
              <a:rPr sz="1000" dirty="0">
                <a:solidFill>
                  <a:srgbClr val="696770"/>
                </a:solidFill>
                <a:latin typeface="Courier New"/>
                <a:cs typeface="Courier New"/>
              </a:rPr>
              <a:t>03</a:t>
            </a:r>
            <a:r>
              <a:rPr sz="1000" dirty="0">
                <a:solidFill>
                  <a:srgbClr val="5B525D"/>
                </a:solidFill>
                <a:latin typeface="Courier New"/>
                <a:cs typeface="Courier New"/>
              </a:rPr>
              <a:t>2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6155" y="3065790"/>
            <a:ext cx="9322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1000" spc="0" dirty="0">
                <a:solidFill>
                  <a:srgbClr val="04CA66"/>
                </a:solidFill>
                <a:latin typeface="Courier New"/>
                <a:cs typeface="Courier New"/>
              </a:rPr>
              <a:t>_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31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270" y="2114421"/>
            <a:ext cx="7907399" cy="22396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654">
              <a:lnSpc>
                <a:spcPts val="1120"/>
              </a:lnSpc>
              <a:spcBef>
                <a:spcPts val="121"/>
              </a:spcBef>
            </a:pPr>
            <a:r>
              <a:rPr sz="1200" spc="0" baseline="3623" dirty="0">
                <a:solidFill>
                  <a:srgbClr val="979797"/>
                </a:solidFill>
                <a:latin typeface="Arial"/>
                <a:cs typeface="Arial"/>
              </a:rPr>
              <a:t>1±1   </a:t>
            </a:r>
            <a:r>
              <a:rPr sz="1200" spc="62" baseline="3623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F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r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am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e </a:t>
            </a:r>
            <a:r>
              <a:rPr sz="1500" spc="55" baseline="2942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42182F"/>
                </a:solidFill>
                <a:latin typeface="Courier New"/>
                <a:cs typeface="Courier New"/>
              </a:rPr>
              <a:t>: </a:t>
            </a:r>
            <a:r>
              <a:rPr sz="1500" spc="-169" baseline="2942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9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8</a:t>
            </a:r>
            <a:r>
              <a:rPr sz="1500" spc="207" baseline="2942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b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yt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es </a:t>
            </a:r>
            <a:r>
              <a:rPr sz="1500" spc="15" baseline="2942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n</a:t>
            </a:r>
            <a:r>
              <a:rPr sz="1500" spc="151" baseline="2942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96770"/>
                </a:solidFill>
                <a:latin typeface="Courier New"/>
                <a:cs typeface="Courier New"/>
              </a:rPr>
              <a:t>w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re</a:t>
            </a:r>
            <a:r>
              <a:rPr sz="1500" spc="289" baseline="2942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(</a:t>
            </a:r>
            <a:r>
              <a:rPr sz="1500" spc="0" baseline="2942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8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4 </a:t>
            </a:r>
            <a:r>
              <a:rPr sz="1500" spc="141" baseline="2942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b</a:t>
            </a:r>
            <a:r>
              <a:rPr sz="1500" spc="0" baseline="2942" dirty="0">
                <a:solidFill>
                  <a:srgbClr val="34214D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ts</a:t>
            </a:r>
            <a:r>
              <a:rPr sz="1500" spc="0" baseline="2942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,  </a:t>
            </a:r>
            <a:r>
              <a:rPr sz="1500" spc="-279" baseline="2942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98</a:t>
            </a:r>
            <a:r>
              <a:rPr sz="1500" spc="224" baseline="2942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b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yt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es</a:t>
            </a:r>
            <a:r>
              <a:rPr sz="1500" spc="400" baseline="2942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capt</a:t>
            </a:r>
            <a:r>
              <a:rPr sz="1500" spc="0" baseline="2942" dirty="0">
                <a:solidFill>
                  <a:srgbClr val="696770"/>
                </a:solidFill>
                <a:latin typeface="Courier New"/>
                <a:cs typeface="Courier New"/>
              </a:rPr>
              <a:t>u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re</a:t>
            </a:r>
            <a:r>
              <a:rPr sz="1500" spc="0" baseline="2942" dirty="0">
                <a:solidFill>
                  <a:srgbClr val="442D36"/>
                </a:solidFill>
                <a:latin typeface="Courier New"/>
                <a:cs typeface="Courier New"/>
              </a:rPr>
              <a:t>d </a:t>
            </a:r>
            <a:r>
              <a:rPr sz="1500" spc="158" baseline="2942" dirty="0">
                <a:solidFill>
                  <a:srgbClr val="442D36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696770"/>
                </a:solidFill>
                <a:latin typeface="Courier New"/>
                <a:cs typeface="Courier New"/>
              </a:rPr>
              <a:t>(7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84</a:t>
            </a:r>
            <a:r>
              <a:rPr sz="1500" spc="246" baseline="2942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b</a:t>
            </a:r>
            <a:r>
              <a:rPr sz="1500" spc="0" baseline="2942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spc="0" baseline="2942" dirty="0">
                <a:solidFill>
                  <a:srgbClr val="4D3F4B"/>
                </a:solidFill>
                <a:latin typeface="Courier New"/>
                <a:cs typeface="Courier New"/>
              </a:rPr>
              <a:t>ts</a:t>
            </a:r>
            <a:r>
              <a:rPr sz="1500" spc="0" baseline="2942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25654">
              <a:lnSpc>
                <a:spcPts val="1025"/>
              </a:lnSpc>
            </a:pPr>
            <a:r>
              <a:rPr sz="1200" spc="0" baseline="7246" dirty="0">
                <a:solidFill>
                  <a:srgbClr val="979797"/>
                </a:solidFill>
                <a:latin typeface="Arial"/>
                <a:cs typeface="Arial"/>
              </a:rPr>
              <a:t>1±1   </a:t>
            </a:r>
            <a:r>
              <a:rPr sz="1200" spc="62" baseline="7246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h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er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  </a:t>
            </a:r>
            <a:r>
              <a:rPr sz="1500" spc="84" baseline="5885" dirty="0">
                <a:solidFill>
                  <a:srgbClr val="442D3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I,</a:t>
            </a:r>
            <a:r>
              <a:rPr sz="1500" spc="410" baseline="5885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: </a:t>
            </a:r>
            <a:r>
              <a:rPr sz="1500" spc="-8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Quan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_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3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2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c   </a:t>
            </a:r>
            <a:r>
              <a:rPr sz="1500" spc="-114" baseline="5885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OO: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421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9f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3421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,     </a:t>
            </a:r>
            <a:r>
              <a:rPr sz="1500" spc="89" baseline="5885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st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: </a:t>
            </a:r>
            <a:r>
              <a:rPr sz="1500" spc="-200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u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k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_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b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l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:O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ad   </a:t>
            </a:r>
            <a:r>
              <a:rPr sz="1500" spc="-154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OO: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421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bl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:O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ad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25660">
              <a:lnSpc>
                <a:spcPts val="1125"/>
              </a:lnSpc>
              <a:spcBef>
                <a:spcPts val="4"/>
              </a:spcBef>
            </a:pPr>
            <a:r>
              <a:rPr sz="1200" spc="0" baseline="7246" dirty="0">
                <a:solidFill>
                  <a:srgbClr val="979797"/>
                </a:solidFill>
                <a:latin typeface="Arial"/>
                <a:cs typeface="Arial"/>
              </a:rPr>
              <a:t>1±1    </a:t>
            </a:r>
            <a:r>
              <a:rPr sz="1200" spc="11" baseline="7246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nter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 </a:t>
            </a:r>
            <a:r>
              <a:rPr sz="1500" spc="338" baseline="5885" dirty="0">
                <a:solidFill>
                  <a:srgbClr val="442D3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ol </a:t>
            </a:r>
            <a:r>
              <a:rPr sz="1500" spc="283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v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ion </a:t>
            </a:r>
            <a:r>
              <a:rPr sz="1500" spc="-25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, </a:t>
            </a:r>
            <a:r>
              <a:rPr sz="1500" spc="-16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rc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 </a:t>
            </a:r>
            <a:r>
              <a:rPr sz="1500" spc="-89" baseline="5885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36042A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68</a:t>
            </a:r>
            <a:r>
              <a:rPr sz="1500" spc="0" baseline="5885" dirty="0">
                <a:solidFill>
                  <a:srgbClr val="36042A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6042A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20   </a:t>
            </a:r>
            <a:r>
              <a:rPr sz="1500" spc="114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2A0B41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68</a:t>
            </a:r>
            <a:r>
              <a:rPr sz="1500" spc="0" baseline="5885" dirty="0">
                <a:solidFill>
                  <a:srgbClr val="3421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20),    </a:t>
            </a:r>
            <a:r>
              <a:rPr sz="1500" spc="-244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Ost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 </a:t>
            </a:r>
            <a:r>
              <a:rPr sz="1500" spc="-194" baseline="5885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.1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68</a:t>
            </a:r>
            <a:r>
              <a:rPr sz="1500" spc="0" baseline="5885" dirty="0">
                <a:solidFill>
                  <a:srgbClr val="36042A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36042A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8   </a:t>
            </a:r>
            <a:r>
              <a:rPr sz="1500" spc="-21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92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68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8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25654">
              <a:lnSpc>
                <a:spcPts val="1070"/>
              </a:lnSpc>
            </a:pPr>
            <a:r>
              <a:rPr sz="1200" spc="0" baseline="7246" dirty="0">
                <a:solidFill>
                  <a:srgbClr val="979797"/>
                </a:solidFill>
                <a:latin typeface="Arial"/>
                <a:cs typeface="Arial"/>
              </a:rPr>
              <a:t>1±1   </a:t>
            </a:r>
            <a:r>
              <a:rPr sz="1200" spc="62" baseline="7246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user</a:t>
            </a:r>
            <a:r>
              <a:rPr sz="1500" spc="237" baseline="5885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D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g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am </a:t>
            </a:r>
            <a:r>
              <a:rPr sz="1500" spc="-13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tocol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, </a:t>
            </a:r>
            <a:r>
              <a:rPr sz="1500" spc="214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rc</a:t>
            </a:r>
            <a:r>
              <a:rPr sz="1500" spc="240" baseline="5885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 </a:t>
            </a:r>
            <a:r>
              <a:rPr sz="1500" spc="150" baseline="5885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53</a:t>
            </a:r>
            <a:r>
              <a:rPr sz="1500" spc="261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53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, </a:t>
            </a:r>
            <a:r>
              <a:rPr sz="1500" spc="144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t</a:t>
            </a:r>
            <a:r>
              <a:rPr sz="1500" spc="313" baseline="5885" dirty="0">
                <a:solidFill>
                  <a:srgbClr val="442D3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P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42182F"/>
                </a:solidFill>
                <a:latin typeface="Courier New"/>
                <a:cs typeface="Courier New"/>
              </a:rPr>
              <a:t>: </a:t>
            </a:r>
            <a:r>
              <a:rPr sz="1500" spc="150" baseline="5885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95 </a:t>
            </a:r>
            <a:r>
              <a:rPr sz="1500" spc="140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32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7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95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25648">
              <a:lnSpc>
                <a:spcPts val="1070"/>
              </a:lnSpc>
            </a:pPr>
            <a:r>
              <a:rPr sz="1500" spc="0" baseline="5885" dirty="0">
                <a:solidFill>
                  <a:srgbClr val="979797"/>
                </a:solidFill>
                <a:latin typeface="Courier New"/>
                <a:cs typeface="Courier New"/>
              </a:rPr>
              <a:t>B</a:t>
            </a:r>
            <a:r>
              <a:rPr sz="1500" spc="-76" baseline="5885" dirty="0">
                <a:solidFill>
                  <a:srgbClr val="979797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Dom</a:t>
            </a:r>
            <a:r>
              <a:rPr sz="1500" spc="0" baseline="5885" dirty="0">
                <a:solidFill>
                  <a:srgbClr val="343F49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n </a:t>
            </a:r>
            <a:r>
              <a:rPr sz="1500" spc="-214" baseline="5885" dirty="0">
                <a:solidFill>
                  <a:srgbClr val="775B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am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214" baseline="5885" dirty="0">
                <a:solidFill>
                  <a:srgbClr val="4D3F4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sys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te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m</a:t>
            </a:r>
            <a:r>
              <a:rPr sz="1500" spc="421" baseline="5885" dirty="0">
                <a:solidFill>
                  <a:srgbClr val="696770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(</a:t>
            </a:r>
            <a:r>
              <a:rPr sz="1500" spc="0" baseline="5885" dirty="0">
                <a:solidFill>
                  <a:srgbClr val="442D36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esp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ons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318541">
              <a:lnSpc>
                <a:spcPts val="1070"/>
              </a:lnSpc>
            </a:pPr>
            <a:r>
              <a:rPr sz="1500" spc="0" baseline="5885" dirty="0">
                <a:solidFill>
                  <a:srgbClr val="6B60FD"/>
                </a:solidFill>
                <a:latin typeface="Courier New"/>
                <a:cs typeface="Courier New"/>
              </a:rPr>
              <a:t>(R</a:t>
            </a:r>
            <a:r>
              <a:rPr sz="1500" spc="0" baseline="5885" dirty="0">
                <a:solidFill>
                  <a:srgbClr val="5252FD"/>
                </a:solidFill>
                <a:latin typeface="Courier New"/>
                <a:cs typeface="Courier New"/>
              </a:rPr>
              <a:t>eques</a:t>
            </a:r>
            <a:r>
              <a:rPr sz="1500" spc="0" baseline="5885" dirty="0">
                <a:solidFill>
                  <a:srgbClr val="423AFD"/>
                </a:solidFill>
                <a:latin typeface="Courier New"/>
                <a:cs typeface="Courier New"/>
              </a:rPr>
              <a:t>t</a:t>
            </a:r>
            <a:r>
              <a:rPr sz="1500" spc="457" baseline="5885" dirty="0">
                <a:solidFill>
                  <a:srgbClr val="423AF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B60FD"/>
                </a:solidFill>
                <a:latin typeface="Courier New"/>
                <a:cs typeface="Courier New"/>
              </a:rPr>
              <a:t>In</a:t>
            </a:r>
            <a:r>
              <a:rPr sz="1500" spc="0" baseline="5885" dirty="0">
                <a:solidFill>
                  <a:srgbClr val="411AFD"/>
                </a:solidFill>
                <a:latin typeface="Courier New"/>
                <a:cs typeface="Courier New"/>
              </a:rPr>
              <a:t>: </a:t>
            </a:r>
            <a:r>
              <a:rPr sz="1500" spc="-264" baseline="5885" dirty="0">
                <a:solidFill>
                  <a:srgbClr val="411AF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252FD"/>
                </a:solidFill>
                <a:latin typeface="Courier New"/>
                <a:cs typeface="Courier New"/>
              </a:rPr>
              <a:t>1</a:t>
            </a:r>
            <a:r>
              <a:rPr sz="1500" spc="0" baseline="5885" dirty="0">
                <a:solidFill>
                  <a:srgbClr val="6B60FD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318541">
              <a:lnSpc>
                <a:spcPts val="1125"/>
              </a:lnSpc>
              <a:spcBef>
                <a:spcPts val="2"/>
              </a:spcBef>
            </a:pPr>
            <a:r>
              <a:rPr sz="1500" baseline="5885" dirty="0">
                <a:solidFill>
                  <a:srgbClr val="696770"/>
                </a:solidFill>
                <a:latin typeface="Courier New"/>
                <a:cs typeface="Courier New"/>
              </a:rPr>
              <a:t>[T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baseline="5885" dirty="0">
                <a:solidFill>
                  <a:srgbClr val="696770"/>
                </a:solidFill>
                <a:latin typeface="Courier New"/>
                <a:cs typeface="Courier New"/>
              </a:rPr>
              <a:t>m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e</a:t>
            </a:r>
            <a:r>
              <a:rPr sz="1500" baseline="5885" dirty="0">
                <a:solidFill>
                  <a:srgbClr val="442D36"/>
                </a:solidFill>
                <a:latin typeface="Courier New"/>
                <a:cs typeface="Courier New"/>
              </a:rPr>
              <a:t>: </a:t>
            </a:r>
            <a:r>
              <a:rPr sz="1500" spc="100" baseline="5885" dirty="0">
                <a:solidFill>
                  <a:srgbClr val="442D3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0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530</a:t>
            </a:r>
            <a:r>
              <a:rPr sz="1500" spc="0" baseline="5885" dirty="0">
                <a:solidFill>
                  <a:srgbClr val="21AA67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3B8567"/>
                </a:solidFill>
                <a:latin typeface="Courier New"/>
                <a:cs typeface="Courier New"/>
              </a:rPr>
              <a:t>00 </a:t>
            </a:r>
            <a:r>
              <a:rPr sz="1500" spc="239" baseline="5885" dirty="0">
                <a:solidFill>
                  <a:srgbClr val="3B8567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3B8567"/>
                </a:solidFill>
                <a:latin typeface="Courier New"/>
                <a:cs typeface="Courier New"/>
              </a:rPr>
              <a:t>se</a:t>
            </a:r>
            <a:r>
              <a:rPr sz="1500" spc="0" baseline="5885" dirty="0">
                <a:solidFill>
                  <a:srgbClr val="238C59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3B8567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21AA67"/>
                </a:solidFill>
                <a:latin typeface="Courier New"/>
                <a:cs typeface="Courier New"/>
              </a:rPr>
              <a:t>,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ds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]</a:t>
            </a:r>
            <a:endParaRPr sz="1000">
              <a:latin typeface="Courier New"/>
              <a:cs typeface="Courier New"/>
            </a:endParaRPr>
          </a:p>
          <a:p>
            <a:pPr marL="161373">
              <a:lnSpc>
                <a:spcPct val="94401"/>
              </a:lnSpc>
              <a:spcBef>
                <a:spcPts val="892"/>
              </a:spcBef>
            </a:pPr>
            <a:r>
              <a:rPr sz="800" spc="0" dirty="0">
                <a:solidFill>
                  <a:srgbClr val="979797"/>
                </a:solidFill>
                <a:latin typeface="Arial"/>
                <a:cs typeface="Arial"/>
              </a:rPr>
              <a:t>1±1   </a:t>
            </a:r>
            <a:r>
              <a:rPr sz="800" spc="62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Flags</a:t>
            </a:r>
            <a:r>
              <a:rPr sz="1000" spc="0" dirty="0">
                <a:solidFill>
                  <a:srgbClr val="442D36"/>
                </a:solidFill>
                <a:latin typeface="Courier New"/>
                <a:cs typeface="Courier New"/>
              </a:rPr>
              <a:t>: </a:t>
            </a:r>
            <a:r>
              <a:rPr sz="1000" spc="-169" dirty="0">
                <a:solidFill>
                  <a:srgbClr val="442D36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696770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x8180</a:t>
            </a:r>
            <a:r>
              <a:rPr sz="1000" spc="280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Sta</a:t>
            </a:r>
            <a:r>
              <a:rPr sz="1000" spc="0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da</a:t>
            </a:r>
            <a:r>
              <a:rPr sz="1000" spc="0" dirty="0">
                <a:solidFill>
                  <a:srgbClr val="4D3F4B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d</a:t>
            </a:r>
            <a:r>
              <a:rPr sz="1000" spc="294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que</a:t>
            </a:r>
            <a:r>
              <a:rPr sz="1000" spc="0" dirty="0">
                <a:solidFill>
                  <a:srgbClr val="775B5B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y</a:t>
            </a:r>
            <a:r>
              <a:rPr sz="1000" spc="239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42D36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esp</a:t>
            </a:r>
            <a:r>
              <a:rPr sz="1000" spc="0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696770"/>
                </a:solidFill>
                <a:latin typeface="Courier New"/>
                <a:cs typeface="Courier New"/>
              </a:rPr>
              <a:t>,  </a:t>
            </a:r>
            <a:r>
              <a:rPr sz="1000" spc="-284" dirty="0">
                <a:solidFill>
                  <a:srgbClr val="696770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D3F4B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o</a:t>
            </a:r>
            <a:r>
              <a:rPr sz="1000" spc="243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D3F4B"/>
                </a:solidFill>
                <a:latin typeface="Courier New"/>
                <a:cs typeface="Courier New"/>
              </a:rPr>
              <a:t>er</a:t>
            </a:r>
            <a:r>
              <a:rPr sz="1000" spc="0" dirty="0">
                <a:solidFill>
                  <a:srgbClr val="5B525D"/>
                </a:solidFill>
                <a:latin typeface="Courier New"/>
                <a:cs typeface="Courier New"/>
              </a:rPr>
              <a:t>ror</a:t>
            </a:r>
            <a:endParaRPr sz="1000">
              <a:latin typeface="Courier New"/>
              <a:cs typeface="Courier New"/>
            </a:endParaRPr>
          </a:p>
          <a:p>
            <a:pPr marL="297104">
              <a:lnSpc>
                <a:spcPts val="1070"/>
              </a:lnSpc>
              <a:spcBef>
                <a:spcPts val="53"/>
              </a:spcBef>
            </a:pP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Qu</a:t>
            </a:r>
            <a:r>
              <a:rPr sz="1500" baseline="5885" dirty="0">
                <a:solidFill>
                  <a:srgbClr val="4D3F4B"/>
                </a:solidFill>
                <a:latin typeface="Courier New"/>
                <a:cs typeface="Courier New"/>
              </a:rPr>
              <a:t>e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st</a:t>
            </a:r>
            <a:r>
              <a:rPr sz="1500" baseline="5885" dirty="0">
                <a:solidFill>
                  <a:srgbClr val="34214D"/>
                </a:solidFill>
                <a:latin typeface="Courier New"/>
                <a:cs typeface="Courier New"/>
              </a:rPr>
              <a:t>i</a:t>
            </a:r>
            <a:r>
              <a:rPr sz="1500" baseline="5885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baseline="5885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500" baseline="5885" dirty="0">
                <a:solidFill>
                  <a:srgbClr val="42182F"/>
                </a:solidFill>
                <a:latin typeface="Courier New"/>
                <a:cs typeface="Courier New"/>
              </a:rPr>
              <a:t>:  </a:t>
            </a:r>
            <a:r>
              <a:rPr sz="1500" spc="-59" baseline="5885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297104">
              <a:lnSpc>
                <a:spcPts val="1070"/>
              </a:lnSpc>
            </a:pP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A</a:t>
            </a:r>
            <a:r>
              <a:rPr sz="1500" baseline="5885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500" baseline="5885" dirty="0">
                <a:solidFill>
                  <a:srgbClr val="696770"/>
                </a:solidFill>
                <a:latin typeface="Courier New"/>
                <a:cs typeface="Courier New"/>
              </a:rPr>
              <a:t>w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e</a:t>
            </a:r>
            <a:r>
              <a:rPr sz="1500" baseline="5885" dirty="0">
                <a:solidFill>
                  <a:srgbClr val="775B5B"/>
                </a:solidFill>
                <a:latin typeface="Courier New"/>
                <a:cs typeface="Courier New"/>
              </a:rPr>
              <a:t>r </a:t>
            </a:r>
            <a:r>
              <a:rPr sz="1500" spc="-279" baseline="5885" dirty="0">
                <a:solidFill>
                  <a:srgbClr val="775B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Rs:</a:t>
            </a:r>
            <a:r>
              <a:rPr sz="1500" spc="425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297104">
              <a:lnSpc>
                <a:spcPts val="1070"/>
              </a:lnSpc>
            </a:pP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Aut</a:t>
            </a:r>
            <a:r>
              <a:rPr sz="1500" baseline="5885" dirty="0">
                <a:solidFill>
                  <a:srgbClr val="775B5B"/>
                </a:solidFill>
                <a:latin typeface="Courier New"/>
                <a:cs typeface="Courier New"/>
              </a:rPr>
              <a:t>h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o</a:t>
            </a:r>
            <a:r>
              <a:rPr sz="1500" baseline="5885" dirty="0">
                <a:solidFill>
                  <a:srgbClr val="775B5B"/>
                </a:solidFill>
                <a:latin typeface="Courier New"/>
                <a:cs typeface="Courier New"/>
              </a:rPr>
              <a:t>r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baseline="5885" dirty="0">
                <a:solidFill>
                  <a:srgbClr val="4D3F4B"/>
                </a:solidFill>
                <a:latin typeface="Courier New"/>
                <a:cs typeface="Courier New"/>
              </a:rPr>
              <a:t>t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y </a:t>
            </a:r>
            <a:r>
              <a:rPr sz="1500" spc="144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RRs</a:t>
            </a:r>
            <a:r>
              <a:rPr sz="1500" spc="0" baseline="5885" dirty="0">
                <a:solidFill>
                  <a:srgbClr val="34214D"/>
                </a:solidFill>
                <a:latin typeface="Courier New"/>
                <a:cs typeface="Courier New"/>
              </a:rPr>
              <a:t>: </a:t>
            </a:r>
            <a:r>
              <a:rPr sz="1500" spc="-194" baseline="5885" dirty="0">
                <a:solidFill>
                  <a:srgbClr val="34214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297104">
              <a:lnSpc>
                <a:spcPts val="1070"/>
              </a:lnSpc>
            </a:pP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Ad</a:t>
            </a:r>
            <a:r>
              <a:rPr sz="1500" baseline="5885" dirty="0">
                <a:solidFill>
                  <a:srgbClr val="4D3F4B"/>
                </a:solidFill>
                <a:latin typeface="Courier New"/>
                <a:cs typeface="Courier New"/>
              </a:rPr>
              <a:t>d</a:t>
            </a:r>
            <a:r>
              <a:rPr sz="1500" baseline="5885" dirty="0">
                <a:solidFill>
                  <a:srgbClr val="34214D"/>
                </a:solidFill>
                <a:latin typeface="Courier New"/>
                <a:cs typeface="Courier New"/>
              </a:rPr>
              <a:t>i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t</a:t>
            </a:r>
            <a:r>
              <a:rPr sz="1500" baseline="5885" dirty="0">
                <a:solidFill>
                  <a:srgbClr val="34214D"/>
                </a:solidFill>
                <a:latin typeface="Courier New"/>
                <a:cs typeface="Courier New"/>
              </a:rPr>
              <a:t>i</a:t>
            </a:r>
            <a:r>
              <a:rPr sz="1500" baseline="5885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baseline="5885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500" baseline="5885" dirty="0">
                <a:solidFill>
                  <a:srgbClr val="5B525D"/>
                </a:solidFill>
                <a:latin typeface="Courier New"/>
                <a:cs typeface="Courier New"/>
              </a:rPr>
              <a:t>a</a:t>
            </a:r>
            <a:r>
              <a:rPr sz="1500" baseline="5885" dirty="0">
                <a:solidFill>
                  <a:srgbClr val="42182F"/>
                </a:solidFill>
                <a:latin typeface="Courier New"/>
                <a:cs typeface="Courier New"/>
              </a:rPr>
              <a:t>l  </a:t>
            </a:r>
            <a:r>
              <a:rPr sz="1500" spc="-50" baseline="5885" dirty="0">
                <a:solidFill>
                  <a:srgbClr val="42182F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RRs:</a:t>
            </a:r>
            <a:r>
              <a:rPr sz="1500" spc="391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161373">
              <a:lnSpc>
                <a:spcPts val="1070"/>
              </a:lnSpc>
            </a:pPr>
            <a:r>
              <a:rPr sz="1500" spc="0" baseline="5885" dirty="0">
                <a:solidFill>
                  <a:srgbClr val="979797"/>
                </a:solidFill>
                <a:latin typeface="Courier New"/>
                <a:cs typeface="Courier New"/>
              </a:rPr>
              <a:t>B</a:t>
            </a:r>
            <a:r>
              <a:rPr sz="1500" spc="-130" baseline="5885" dirty="0">
                <a:solidFill>
                  <a:srgbClr val="979797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Que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ies</a:t>
            </a:r>
            <a:endParaRPr sz="1000">
              <a:latin typeface="Courier New"/>
              <a:cs typeface="Courier New"/>
            </a:endParaRPr>
          </a:p>
          <a:p>
            <a:pPr marL="297104">
              <a:lnSpc>
                <a:spcPts val="1070"/>
              </a:lnSpc>
            </a:pPr>
            <a:r>
              <a:rPr sz="1200" spc="0" baseline="7246" dirty="0">
                <a:solidFill>
                  <a:srgbClr val="979797"/>
                </a:solidFill>
                <a:latin typeface="Arial"/>
                <a:cs typeface="Arial"/>
              </a:rPr>
              <a:t>1±1   </a:t>
            </a:r>
            <a:r>
              <a:rPr sz="1200" spc="62" baseline="7246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goo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g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l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o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m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:  </a:t>
            </a:r>
            <a:r>
              <a:rPr sz="1500" spc="1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y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pe</a:t>
            </a:r>
            <a:r>
              <a:rPr sz="1500" spc="181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TXT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, </a:t>
            </a:r>
            <a:r>
              <a:rPr sz="1500" spc="-189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c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l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ass </a:t>
            </a:r>
            <a:r>
              <a:rPr sz="1500" spc="-125" baseline="5885" dirty="0">
                <a:solidFill>
                  <a:srgbClr val="5B525D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I</a:t>
            </a:r>
            <a:r>
              <a:rPr sz="1500" spc="0" baseline="5885" dirty="0">
                <a:solidFill>
                  <a:srgbClr val="4D3F4B"/>
                </a:solidFill>
                <a:latin typeface="Courier New"/>
                <a:cs typeface="Courier New"/>
              </a:rPr>
              <a:t>N</a:t>
            </a:r>
            <a:endParaRPr sz="1000">
              <a:latin typeface="Courier New"/>
              <a:cs typeface="Courier New"/>
            </a:endParaRPr>
          </a:p>
          <a:p>
            <a:pPr marL="161366">
              <a:lnSpc>
                <a:spcPts val="1070"/>
              </a:lnSpc>
            </a:pPr>
            <a:r>
              <a:rPr sz="1200" spc="0" baseline="7246" dirty="0">
                <a:solidFill>
                  <a:srgbClr val="979797"/>
                </a:solidFill>
                <a:latin typeface="Arial"/>
                <a:cs typeface="Arial"/>
              </a:rPr>
              <a:t>1±1   </a:t>
            </a:r>
            <a:r>
              <a:rPr sz="1200" spc="7" baseline="7246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n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r>
              <a:rPr sz="1500" spc="0" baseline="5885" dirty="0">
                <a:solidFill>
                  <a:srgbClr val="696770"/>
                </a:solidFill>
                <a:latin typeface="Courier New"/>
                <a:cs typeface="Courier New"/>
              </a:rPr>
              <a:t>w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775B5B"/>
                </a:solidFill>
                <a:latin typeface="Courier New"/>
                <a:cs typeface="Courier New"/>
              </a:rPr>
              <a:t>r</a:t>
            </a:r>
            <a:r>
              <a:rPr sz="1500" spc="0" baseline="5885" dirty="0">
                <a:solidFill>
                  <a:srgbClr val="5B525D"/>
                </a:solidFill>
                <a:latin typeface="Courier New"/>
                <a:cs typeface="Courier New"/>
              </a:rPr>
              <a:t>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796028" y="1519425"/>
            <a:ext cx="3624072" cy="4297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9" marR="78688">
              <a:lnSpc>
                <a:spcPct val="100041"/>
              </a:lnSpc>
              <a:spcBef>
                <a:spcPts val="375"/>
              </a:spcBef>
            </a:pPr>
            <a:r>
              <a:rPr sz="1100" spc="4" dirty="0">
                <a:latin typeface="Times New Roman"/>
                <a:cs typeface="Times New Roman"/>
              </a:rPr>
              <a:t>W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can</a:t>
            </a:r>
            <a:r>
              <a:rPr sz="1100" spc="25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v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1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ta</a:t>
            </a:r>
            <a:r>
              <a:rPr sz="1100" spc="-4" dirty="0">
                <a:latin typeface="Times New Roman"/>
                <a:cs typeface="Times New Roman"/>
              </a:rPr>
              <a:t>il</a:t>
            </a:r>
            <a:r>
              <a:rPr sz="1100" spc="0" dirty="0">
                <a:latin typeface="Times New Roman"/>
                <a:cs typeface="Times New Roman"/>
              </a:rPr>
              <a:t>ed l</a:t>
            </a:r>
            <a:r>
              <a:rPr sz="1100" spc="-9" dirty="0">
                <a:latin typeface="Times New Roman"/>
                <a:cs typeface="Times New Roman"/>
              </a:rPr>
              <a:t>o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k</a:t>
            </a:r>
            <a:r>
              <a:rPr sz="1100" spc="11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at</a:t>
            </a:r>
            <a:r>
              <a:rPr sz="1100" spc="17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each</a:t>
            </a:r>
            <a:r>
              <a:rPr sz="1100" spc="-4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capsu</a:t>
            </a:r>
            <a:r>
              <a:rPr sz="1100" spc="-5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ated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0" dirty="0">
                <a:latin typeface="Times New Roman"/>
                <a:cs typeface="Times New Roman"/>
              </a:rPr>
              <a:t>er </a:t>
            </a:r>
            <a:r>
              <a:rPr sz="1100" spc="4" dirty="0">
                <a:latin typeface="Times New Roman"/>
                <a:cs typeface="Times New Roman"/>
              </a:rPr>
              <a:t>b</a:t>
            </a:r>
            <a:r>
              <a:rPr sz="1100" spc="0" dirty="0">
                <a:latin typeface="Times New Roman"/>
                <a:cs typeface="Times New Roman"/>
              </a:rPr>
              <a:t>y</a:t>
            </a:r>
            <a:r>
              <a:rPr sz="1100" spc="2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4" dirty="0">
                <a:latin typeface="Times New Roman"/>
                <a:cs typeface="Times New Roman"/>
              </a:rPr>
              <a:t>xp</a:t>
            </a:r>
            <a:r>
              <a:rPr sz="1100" spc="0" dirty="0">
                <a:latin typeface="Times New Roman"/>
                <a:cs typeface="Times New Roman"/>
              </a:rPr>
              <a:t>an</a:t>
            </a:r>
            <a:r>
              <a:rPr sz="1100" spc="4" dirty="0">
                <a:latin typeface="Times New Roman"/>
                <a:cs typeface="Times New Roman"/>
              </a:rPr>
              <a:t>d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5" dirty="0">
                <a:latin typeface="Times New Roman"/>
                <a:cs typeface="Times New Roman"/>
              </a:rPr>
              <a:t>p</a:t>
            </a:r>
            <a:r>
              <a:rPr sz="1100" spc="0" dirty="0">
                <a:latin typeface="Times New Roman"/>
                <a:cs typeface="Times New Roman"/>
              </a:rPr>
              <a:t>ect</a:t>
            </a:r>
            <a:r>
              <a:rPr sz="1100" spc="-5" dirty="0">
                <a:latin typeface="Times New Roman"/>
                <a:cs typeface="Times New Roman"/>
              </a:rPr>
              <a:t>i</a:t>
            </a:r>
            <a:r>
              <a:rPr sz="1100" spc="5" dirty="0">
                <a:latin typeface="Times New Roman"/>
                <a:cs typeface="Times New Roman"/>
              </a:rPr>
              <a:t>v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-3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f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eld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2381</TotalTime>
  <Words>3391</Words>
  <Application>Microsoft Office PowerPoint</Application>
  <PresentationFormat>On-screen Show (16:9)</PresentationFormat>
  <Paragraphs>467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said AbuShaar</cp:lastModifiedBy>
  <cp:revision>4</cp:revision>
  <dcterms:modified xsi:type="dcterms:W3CDTF">2026-03-07T10:54:56Z</dcterms:modified>
</cp:coreProperties>
</file>